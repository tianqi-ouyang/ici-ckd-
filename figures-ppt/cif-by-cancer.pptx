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28600" y="228600"/>
            <a:ext cx="10972800" cy="7315200"/>
            <a:chOff x="228600" y="228600"/>
            <a:chExt cx="10972800" cy="7315200"/>
          </a:xfrm>
        </p:grpSpPr>
        <p:sp>
          <p:nvSpPr>
            <p:cNvPr id="3" name="rc3"/>
            <p:cNvSpPr/>
            <p:nvPr/>
          </p:nvSpPr>
          <p:spPr>
            <a:xfrm>
              <a:off x="228600" y="228600"/>
              <a:ext cx="109728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28600" y="228600"/>
              <a:ext cx="109728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744274" y="524963"/>
              <a:ext cx="10387536" cy="583846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4034" y="3715870"/>
              <a:ext cx="9988015" cy="2382176"/>
            </a:xfrm>
            <a:custGeom>
              <a:avLst/>
              <a:pathLst>
                <a:path w="9988015" h="2382176">
                  <a:moveTo>
                    <a:pt x="0" y="2382176"/>
                  </a:moveTo>
                  <a:lnTo>
                    <a:pt x="5472" y="2382176"/>
                  </a:lnTo>
                  <a:lnTo>
                    <a:pt x="5472" y="2382176"/>
                  </a:lnTo>
                  <a:lnTo>
                    <a:pt x="10945" y="2382176"/>
                  </a:lnTo>
                  <a:lnTo>
                    <a:pt x="10945" y="2382176"/>
                  </a:lnTo>
                  <a:lnTo>
                    <a:pt x="16418" y="2382176"/>
                  </a:lnTo>
                  <a:lnTo>
                    <a:pt x="16418" y="2368032"/>
                  </a:lnTo>
                  <a:lnTo>
                    <a:pt x="21891" y="2368032"/>
                  </a:lnTo>
                  <a:lnTo>
                    <a:pt x="21891" y="2368032"/>
                  </a:lnTo>
                  <a:lnTo>
                    <a:pt x="27364" y="2368032"/>
                  </a:lnTo>
                  <a:lnTo>
                    <a:pt x="27364" y="2368032"/>
                  </a:lnTo>
                  <a:lnTo>
                    <a:pt x="32837" y="2368032"/>
                  </a:lnTo>
                  <a:lnTo>
                    <a:pt x="32837" y="2368032"/>
                  </a:lnTo>
                  <a:lnTo>
                    <a:pt x="38310" y="2368032"/>
                  </a:lnTo>
                  <a:lnTo>
                    <a:pt x="38310" y="2368032"/>
                  </a:lnTo>
                  <a:lnTo>
                    <a:pt x="43783" y="2368032"/>
                  </a:lnTo>
                  <a:lnTo>
                    <a:pt x="43783" y="2339669"/>
                  </a:lnTo>
                  <a:lnTo>
                    <a:pt x="49255" y="2339669"/>
                  </a:lnTo>
                  <a:lnTo>
                    <a:pt x="49255" y="2339669"/>
                  </a:lnTo>
                  <a:lnTo>
                    <a:pt x="54728" y="2339669"/>
                  </a:lnTo>
                  <a:lnTo>
                    <a:pt x="54728" y="2325477"/>
                  </a:lnTo>
                  <a:lnTo>
                    <a:pt x="60201" y="2325477"/>
                  </a:lnTo>
                  <a:lnTo>
                    <a:pt x="60201" y="2325477"/>
                  </a:lnTo>
                  <a:lnTo>
                    <a:pt x="65674" y="2325477"/>
                  </a:lnTo>
                  <a:lnTo>
                    <a:pt x="65674" y="2325477"/>
                  </a:lnTo>
                  <a:lnTo>
                    <a:pt x="71147" y="2325477"/>
                  </a:lnTo>
                  <a:lnTo>
                    <a:pt x="71147" y="2311279"/>
                  </a:lnTo>
                  <a:lnTo>
                    <a:pt x="76620" y="2311279"/>
                  </a:lnTo>
                  <a:lnTo>
                    <a:pt x="76620" y="2297064"/>
                  </a:lnTo>
                  <a:lnTo>
                    <a:pt x="82093" y="2297064"/>
                  </a:lnTo>
                  <a:lnTo>
                    <a:pt x="82093" y="2282822"/>
                  </a:lnTo>
                  <a:lnTo>
                    <a:pt x="87566" y="2282822"/>
                  </a:lnTo>
                  <a:lnTo>
                    <a:pt x="87566" y="2268580"/>
                  </a:lnTo>
                  <a:lnTo>
                    <a:pt x="93039" y="2268580"/>
                  </a:lnTo>
                  <a:lnTo>
                    <a:pt x="93039" y="2268580"/>
                  </a:lnTo>
                  <a:lnTo>
                    <a:pt x="98511" y="2268580"/>
                  </a:lnTo>
                  <a:lnTo>
                    <a:pt x="98511" y="2268580"/>
                  </a:lnTo>
                  <a:lnTo>
                    <a:pt x="103984" y="2268580"/>
                  </a:lnTo>
                  <a:lnTo>
                    <a:pt x="103984" y="2268580"/>
                  </a:lnTo>
                  <a:lnTo>
                    <a:pt x="109457" y="2268580"/>
                  </a:lnTo>
                  <a:lnTo>
                    <a:pt x="109457" y="2268580"/>
                  </a:lnTo>
                  <a:lnTo>
                    <a:pt x="114930" y="2268580"/>
                  </a:lnTo>
                  <a:lnTo>
                    <a:pt x="114930" y="2268580"/>
                  </a:lnTo>
                  <a:lnTo>
                    <a:pt x="120403" y="2268580"/>
                  </a:lnTo>
                  <a:lnTo>
                    <a:pt x="120403" y="2268580"/>
                  </a:lnTo>
                  <a:lnTo>
                    <a:pt x="125876" y="2268580"/>
                  </a:lnTo>
                  <a:lnTo>
                    <a:pt x="125876" y="2268580"/>
                  </a:lnTo>
                  <a:lnTo>
                    <a:pt x="131349" y="2268580"/>
                  </a:lnTo>
                  <a:lnTo>
                    <a:pt x="131349" y="2268580"/>
                  </a:lnTo>
                  <a:lnTo>
                    <a:pt x="136822" y="2268580"/>
                  </a:lnTo>
                  <a:lnTo>
                    <a:pt x="136822" y="2268580"/>
                  </a:lnTo>
                  <a:lnTo>
                    <a:pt x="142295" y="2268580"/>
                  </a:lnTo>
                  <a:lnTo>
                    <a:pt x="142295" y="2268580"/>
                  </a:lnTo>
                  <a:lnTo>
                    <a:pt x="147767" y="2268580"/>
                  </a:lnTo>
                  <a:lnTo>
                    <a:pt x="147767" y="2268580"/>
                  </a:lnTo>
                  <a:lnTo>
                    <a:pt x="153240" y="2268580"/>
                  </a:lnTo>
                  <a:lnTo>
                    <a:pt x="153240" y="2254209"/>
                  </a:lnTo>
                  <a:lnTo>
                    <a:pt x="158713" y="2254209"/>
                  </a:lnTo>
                  <a:lnTo>
                    <a:pt x="158713" y="2254209"/>
                  </a:lnTo>
                  <a:lnTo>
                    <a:pt x="164186" y="2254209"/>
                  </a:lnTo>
                  <a:lnTo>
                    <a:pt x="164186" y="2254209"/>
                  </a:lnTo>
                  <a:lnTo>
                    <a:pt x="169659" y="2254209"/>
                  </a:lnTo>
                  <a:lnTo>
                    <a:pt x="169659" y="2254209"/>
                  </a:lnTo>
                  <a:lnTo>
                    <a:pt x="175132" y="2254209"/>
                  </a:lnTo>
                  <a:lnTo>
                    <a:pt x="175132" y="2254209"/>
                  </a:lnTo>
                  <a:lnTo>
                    <a:pt x="180605" y="2254209"/>
                  </a:lnTo>
                  <a:lnTo>
                    <a:pt x="180605" y="2254209"/>
                  </a:lnTo>
                  <a:lnTo>
                    <a:pt x="186078" y="2254209"/>
                  </a:lnTo>
                  <a:lnTo>
                    <a:pt x="186078" y="2254209"/>
                  </a:lnTo>
                  <a:lnTo>
                    <a:pt x="191550" y="2254209"/>
                  </a:lnTo>
                  <a:lnTo>
                    <a:pt x="191550" y="2254209"/>
                  </a:lnTo>
                  <a:lnTo>
                    <a:pt x="197023" y="2254209"/>
                  </a:lnTo>
                  <a:lnTo>
                    <a:pt x="197023" y="2254209"/>
                  </a:lnTo>
                  <a:lnTo>
                    <a:pt x="202496" y="2254209"/>
                  </a:lnTo>
                  <a:lnTo>
                    <a:pt x="202496" y="2254209"/>
                  </a:lnTo>
                  <a:lnTo>
                    <a:pt x="207969" y="2254209"/>
                  </a:lnTo>
                  <a:lnTo>
                    <a:pt x="207969" y="2254209"/>
                  </a:lnTo>
                  <a:lnTo>
                    <a:pt x="213442" y="2254209"/>
                  </a:lnTo>
                  <a:lnTo>
                    <a:pt x="213442" y="2254209"/>
                  </a:lnTo>
                  <a:lnTo>
                    <a:pt x="218915" y="2254209"/>
                  </a:lnTo>
                  <a:lnTo>
                    <a:pt x="218915" y="2254209"/>
                  </a:lnTo>
                  <a:lnTo>
                    <a:pt x="224388" y="2254209"/>
                  </a:lnTo>
                  <a:lnTo>
                    <a:pt x="224388" y="2254209"/>
                  </a:lnTo>
                  <a:lnTo>
                    <a:pt x="229861" y="2254209"/>
                  </a:lnTo>
                  <a:lnTo>
                    <a:pt x="229861" y="2239742"/>
                  </a:lnTo>
                  <a:lnTo>
                    <a:pt x="235334" y="2239742"/>
                  </a:lnTo>
                  <a:lnTo>
                    <a:pt x="235334" y="2239742"/>
                  </a:lnTo>
                  <a:lnTo>
                    <a:pt x="240806" y="2239742"/>
                  </a:lnTo>
                  <a:lnTo>
                    <a:pt x="240806" y="2239742"/>
                  </a:lnTo>
                  <a:lnTo>
                    <a:pt x="246279" y="2239742"/>
                  </a:lnTo>
                  <a:lnTo>
                    <a:pt x="246279" y="2239742"/>
                  </a:lnTo>
                  <a:lnTo>
                    <a:pt x="251752" y="2239742"/>
                  </a:lnTo>
                  <a:lnTo>
                    <a:pt x="251752" y="2239742"/>
                  </a:lnTo>
                  <a:lnTo>
                    <a:pt x="257225" y="2239742"/>
                  </a:lnTo>
                  <a:lnTo>
                    <a:pt x="257225" y="2239742"/>
                  </a:lnTo>
                  <a:lnTo>
                    <a:pt x="262698" y="2239742"/>
                  </a:lnTo>
                  <a:lnTo>
                    <a:pt x="262698" y="2239742"/>
                  </a:lnTo>
                  <a:lnTo>
                    <a:pt x="268171" y="2239742"/>
                  </a:lnTo>
                  <a:lnTo>
                    <a:pt x="268171" y="2239742"/>
                  </a:lnTo>
                  <a:lnTo>
                    <a:pt x="273644" y="2239742"/>
                  </a:lnTo>
                  <a:lnTo>
                    <a:pt x="273644" y="2239742"/>
                  </a:lnTo>
                  <a:lnTo>
                    <a:pt x="279117" y="2239742"/>
                  </a:lnTo>
                  <a:lnTo>
                    <a:pt x="279117" y="2239742"/>
                  </a:lnTo>
                  <a:lnTo>
                    <a:pt x="284590" y="2239742"/>
                  </a:lnTo>
                  <a:lnTo>
                    <a:pt x="284590" y="2239742"/>
                  </a:lnTo>
                  <a:lnTo>
                    <a:pt x="290062" y="2239742"/>
                  </a:lnTo>
                  <a:lnTo>
                    <a:pt x="290062" y="2239742"/>
                  </a:lnTo>
                  <a:lnTo>
                    <a:pt x="295535" y="2239742"/>
                  </a:lnTo>
                  <a:lnTo>
                    <a:pt x="295535" y="2239742"/>
                  </a:lnTo>
                  <a:lnTo>
                    <a:pt x="301008" y="2239742"/>
                  </a:lnTo>
                  <a:lnTo>
                    <a:pt x="301008" y="2239742"/>
                  </a:lnTo>
                  <a:lnTo>
                    <a:pt x="306481" y="2239742"/>
                  </a:lnTo>
                  <a:lnTo>
                    <a:pt x="306481" y="2225169"/>
                  </a:lnTo>
                  <a:lnTo>
                    <a:pt x="311954" y="2225169"/>
                  </a:lnTo>
                  <a:lnTo>
                    <a:pt x="311954" y="2225169"/>
                  </a:lnTo>
                  <a:lnTo>
                    <a:pt x="317427" y="2225169"/>
                  </a:lnTo>
                  <a:lnTo>
                    <a:pt x="317427" y="2225169"/>
                  </a:lnTo>
                  <a:lnTo>
                    <a:pt x="322900" y="2225169"/>
                  </a:lnTo>
                  <a:lnTo>
                    <a:pt x="322900" y="2225169"/>
                  </a:lnTo>
                  <a:lnTo>
                    <a:pt x="328373" y="2225169"/>
                  </a:lnTo>
                  <a:lnTo>
                    <a:pt x="328373" y="2225169"/>
                  </a:lnTo>
                  <a:lnTo>
                    <a:pt x="333846" y="2225169"/>
                  </a:lnTo>
                  <a:lnTo>
                    <a:pt x="333846" y="2225169"/>
                  </a:lnTo>
                  <a:lnTo>
                    <a:pt x="339318" y="2225169"/>
                  </a:lnTo>
                  <a:lnTo>
                    <a:pt x="339318" y="2225169"/>
                  </a:lnTo>
                  <a:lnTo>
                    <a:pt x="344791" y="2225169"/>
                  </a:lnTo>
                  <a:lnTo>
                    <a:pt x="344791" y="2225169"/>
                  </a:lnTo>
                  <a:lnTo>
                    <a:pt x="350264" y="2225169"/>
                  </a:lnTo>
                  <a:lnTo>
                    <a:pt x="350264" y="2225169"/>
                  </a:lnTo>
                  <a:lnTo>
                    <a:pt x="355737" y="2225169"/>
                  </a:lnTo>
                  <a:lnTo>
                    <a:pt x="355737" y="2225169"/>
                  </a:lnTo>
                  <a:lnTo>
                    <a:pt x="361210" y="2225169"/>
                  </a:lnTo>
                  <a:lnTo>
                    <a:pt x="361210" y="2225169"/>
                  </a:lnTo>
                  <a:lnTo>
                    <a:pt x="366683" y="2225169"/>
                  </a:lnTo>
                  <a:lnTo>
                    <a:pt x="366683" y="2225169"/>
                  </a:lnTo>
                  <a:lnTo>
                    <a:pt x="372156" y="2225169"/>
                  </a:lnTo>
                  <a:lnTo>
                    <a:pt x="372156" y="2225169"/>
                  </a:lnTo>
                  <a:lnTo>
                    <a:pt x="377629" y="2225169"/>
                  </a:lnTo>
                  <a:lnTo>
                    <a:pt x="377629" y="2225169"/>
                  </a:lnTo>
                  <a:lnTo>
                    <a:pt x="383101" y="2225169"/>
                  </a:lnTo>
                  <a:lnTo>
                    <a:pt x="383101" y="2225169"/>
                  </a:lnTo>
                  <a:lnTo>
                    <a:pt x="388574" y="2225169"/>
                  </a:lnTo>
                  <a:lnTo>
                    <a:pt x="388574" y="2225169"/>
                  </a:lnTo>
                  <a:lnTo>
                    <a:pt x="394047" y="2225169"/>
                  </a:lnTo>
                  <a:lnTo>
                    <a:pt x="394047" y="2225169"/>
                  </a:lnTo>
                  <a:lnTo>
                    <a:pt x="399520" y="2225169"/>
                  </a:lnTo>
                  <a:lnTo>
                    <a:pt x="399520" y="2225169"/>
                  </a:lnTo>
                  <a:lnTo>
                    <a:pt x="404993" y="2225169"/>
                  </a:lnTo>
                  <a:lnTo>
                    <a:pt x="404993" y="2225169"/>
                  </a:lnTo>
                  <a:lnTo>
                    <a:pt x="410466" y="2225169"/>
                  </a:lnTo>
                  <a:lnTo>
                    <a:pt x="410466" y="2210441"/>
                  </a:lnTo>
                  <a:lnTo>
                    <a:pt x="415939" y="2210441"/>
                  </a:lnTo>
                  <a:lnTo>
                    <a:pt x="415939" y="2210441"/>
                  </a:lnTo>
                  <a:lnTo>
                    <a:pt x="421412" y="2210441"/>
                  </a:lnTo>
                  <a:lnTo>
                    <a:pt x="421412" y="2210441"/>
                  </a:lnTo>
                  <a:lnTo>
                    <a:pt x="426885" y="2210441"/>
                  </a:lnTo>
                  <a:lnTo>
                    <a:pt x="426885" y="2195693"/>
                  </a:lnTo>
                  <a:lnTo>
                    <a:pt x="432357" y="2195693"/>
                  </a:lnTo>
                  <a:lnTo>
                    <a:pt x="432357" y="2195693"/>
                  </a:lnTo>
                  <a:lnTo>
                    <a:pt x="437830" y="2195693"/>
                  </a:lnTo>
                  <a:lnTo>
                    <a:pt x="437830" y="2195693"/>
                  </a:lnTo>
                  <a:lnTo>
                    <a:pt x="443303" y="2195693"/>
                  </a:lnTo>
                  <a:lnTo>
                    <a:pt x="443303" y="2195693"/>
                  </a:lnTo>
                  <a:lnTo>
                    <a:pt x="448776" y="2195693"/>
                  </a:lnTo>
                  <a:lnTo>
                    <a:pt x="448776" y="2195693"/>
                  </a:lnTo>
                  <a:lnTo>
                    <a:pt x="454249" y="2195693"/>
                  </a:lnTo>
                  <a:lnTo>
                    <a:pt x="454249" y="2195693"/>
                  </a:lnTo>
                  <a:lnTo>
                    <a:pt x="459722" y="2195693"/>
                  </a:lnTo>
                  <a:lnTo>
                    <a:pt x="459722" y="2180873"/>
                  </a:lnTo>
                  <a:lnTo>
                    <a:pt x="465195" y="2180873"/>
                  </a:lnTo>
                  <a:lnTo>
                    <a:pt x="465195" y="2180873"/>
                  </a:lnTo>
                  <a:lnTo>
                    <a:pt x="470668" y="2180873"/>
                  </a:lnTo>
                  <a:lnTo>
                    <a:pt x="470668" y="2180873"/>
                  </a:lnTo>
                  <a:lnTo>
                    <a:pt x="476141" y="2180873"/>
                  </a:lnTo>
                  <a:lnTo>
                    <a:pt x="476141" y="2180873"/>
                  </a:lnTo>
                  <a:lnTo>
                    <a:pt x="481613" y="2180873"/>
                  </a:lnTo>
                  <a:lnTo>
                    <a:pt x="481613" y="2180873"/>
                  </a:lnTo>
                  <a:lnTo>
                    <a:pt x="487086" y="2180873"/>
                  </a:lnTo>
                  <a:lnTo>
                    <a:pt x="487086" y="2180873"/>
                  </a:lnTo>
                  <a:lnTo>
                    <a:pt x="492559" y="2180873"/>
                  </a:lnTo>
                  <a:lnTo>
                    <a:pt x="492559" y="2180873"/>
                  </a:lnTo>
                  <a:lnTo>
                    <a:pt x="498032" y="2180873"/>
                  </a:lnTo>
                  <a:lnTo>
                    <a:pt x="498032" y="2165995"/>
                  </a:lnTo>
                  <a:lnTo>
                    <a:pt x="503505" y="2165995"/>
                  </a:lnTo>
                  <a:lnTo>
                    <a:pt x="503505" y="2165995"/>
                  </a:lnTo>
                  <a:lnTo>
                    <a:pt x="508978" y="2165995"/>
                  </a:lnTo>
                  <a:lnTo>
                    <a:pt x="508978" y="2165995"/>
                  </a:lnTo>
                  <a:lnTo>
                    <a:pt x="514451" y="2165995"/>
                  </a:lnTo>
                  <a:lnTo>
                    <a:pt x="514451" y="2165995"/>
                  </a:lnTo>
                  <a:lnTo>
                    <a:pt x="519924" y="2165995"/>
                  </a:lnTo>
                  <a:lnTo>
                    <a:pt x="519924" y="2165995"/>
                  </a:lnTo>
                  <a:lnTo>
                    <a:pt x="525397" y="2165995"/>
                  </a:lnTo>
                  <a:lnTo>
                    <a:pt x="525397" y="2165995"/>
                  </a:lnTo>
                  <a:lnTo>
                    <a:pt x="530869" y="2165995"/>
                  </a:lnTo>
                  <a:lnTo>
                    <a:pt x="530869" y="2165995"/>
                  </a:lnTo>
                  <a:lnTo>
                    <a:pt x="536342" y="2165995"/>
                  </a:lnTo>
                  <a:lnTo>
                    <a:pt x="536342" y="2165995"/>
                  </a:lnTo>
                  <a:lnTo>
                    <a:pt x="541815" y="2165995"/>
                  </a:lnTo>
                  <a:lnTo>
                    <a:pt x="541815" y="2165995"/>
                  </a:lnTo>
                  <a:lnTo>
                    <a:pt x="547288" y="2165995"/>
                  </a:lnTo>
                  <a:lnTo>
                    <a:pt x="547288" y="2165995"/>
                  </a:lnTo>
                  <a:lnTo>
                    <a:pt x="552761" y="2165995"/>
                  </a:lnTo>
                  <a:lnTo>
                    <a:pt x="552761" y="2165995"/>
                  </a:lnTo>
                  <a:lnTo>
                    <a:pt x="558234" y="2165995"/>
                  </a:lnTo>
                  <a:lnTo>
                    <a:pt x="558234" y="2165995"/>
                  </a:lnTo>
                  <a:lnTo>
                    <a:pt x="563707" y="2165995"/>
                  </a:lnTo>
                  <a:lnTo>
                    <a:pt x="563707" y="2165995"/>
                  </a:lnTo>
                  <a:lnTo>
                    <a:pt x="569180" y="2165995"/>
                  </a:lnTo>
                  <a:lnTo>
                    <a:pt x="569180" y="2165995"/>
                  </a:lnTo>
                  <a:lnTo>
                    <a:pt x="574652" y="2165995"/>
                  </a:lnTo>
                  <a:lnTo>
                    <a:pt x="574652" y="2165995"/>
                  </a:lnTo>
                  <a:lnTo>
                    <a:pt x="580125" y="2165995"/>
                  </a:lnTo>
                  <a:lnTo>
                    <a:pt x="580125" y="2150994"/>
                  </a:lnTo>
                  <a:lnTo>
                    <a:pt x="585598" y="2150994"/>
                  </a:lnTo>
                  <a:lnTo>
                    <a:pt x="585598" y="2150994"/>
                  </a:lnTo>
                  <a:lnTo>
                    <a:pt x="591071" y="2150994"/>
                  </a:lnTo>
                  <a:lnTo>
                    <a:pt x="591071" y="2135986"/>
                  </a:lnTo>
                  <a:lnTo>
                    <a:pt x="596544" y="2135986"/>
                  </a:lnTo>
                  <a:lnTo>
                    <a:pt x="596544" y="2135986"/>
                  </a:lnTo>
                  <a:lnTo>
                    <a:pt x="602017" y="2135986"/>
                  </a:lnTo>
                  <a:lnTo>
                    <a:pt x="602017" y="2135986"/>
                  </a:lnTo>
                  <a:lnTo>
                    <a:pt x="607490" y="2135986"/>
                  </a:lnTo>
                  <a:lnTo>
                    <a:pt x="607490" y="2135986"/>
                  </a:lnTo>
                  <a:lnTo>
                    <a:pt x="612963" y="2135986"/>
                  </a:lnTo>
                  <a:lnTo>
                    <a:pt x="612963" y="2120977"/>
                  </a:lnTo>
                  <a:lnTo>
                    <a:pt x="618436" y="2120977"/>
                  </a:lnTo>
                  <a:lnTo>
                    <a:pt x="618436" y="2120977"/>
                  </a:lnTo>
                  <a:lnTo>
                    <a:pt x="623908" y="2120977"/>
                  </a:lnTo>
                  <a:lnTo>
                    <a:pt x="623908" y="2120977"/>
                  </a:lnTo>
                  <a:lnTo>
                    <a:pt x="629381" y="2120977"/>
                  </a:lnTo>
                  <a:lnTo>
                    <a:pt x="629381" y="2120977"/>
                  </a:lnTo>
                  <a:lnTo>
                    <a:pt x="634854" y="2120977"/>
                  </a:lnTo>
                  <a:lnTo>
                    <a:pt x="634854" y="2120977"/>
                  </a:lnTo>
                  <a:lnTo>
                    <a:pt x="640327" y="2120977"/>
                  </a:lnTo>
                  <a:lnTo>
                    <a:pt x="640327" y="2120977"/>
                  </a:lnTo>
                  <a:lnTo>
                    <a:pt x="645800" y="2120977"/>
                  </a:lnTo>
                  <a:lnTo>
                    <a:pt x="645800" y="2105928"/>
                  </a:lnTo>
                  <a:lnTo>
                    <a:pt x="651273" y="2105928"/>
                  </a:lnTo>
                  <a:lnTo>
                    <a:pt x="651273" y="2105928"/>
                  </a:lnTo>
                  <a:lnTo>
                    <a:pt x="656746" y="2105928"/>
                  </a:lnTo>
                  <a:lnTo>
                    <a:pt x="656746" y="2105928"/>
                  </a:lnTo>
                  <a:lnTo>
                    <a:pt x="662219" y="2105928"/>
                  </a:lnTo>
                  <a:lnTo>
                    <a:pt x="662219" y="2105928"/>
                  </a:lnTo>
                  <a:lnTo>
                    <a:pt x="667692" y="2105928"/>
                  </a:lnTo>
                  <a:lnTo>
                    <a:pt x="667692" y="2105928"/>
                  </a:lnTo>
                  <a:lnTo>
                    <a:pt x="673164" y="2105928"/>
                  </a:lnTo>
                  <a:lnTo>
                    <a:pt x="673164" y="2105928"/>
                  </a:lnTo>
                  <a:lnTo>
                    <a:pt x="678637" y="2105928"/>
                  </a:lnTo>
                  <a:lnTo>
                    <a:pt x="678637" y="2105928"/>
                  </a:lnTo>
                  <a:lnTo>
                    <a:pt x="684110" y="2105928"/>
                  </a:lnTo>
                  <a:lnTo>
                    <a:pt x="684110" y="2105928"/>
                  </a:lnTo>
                  <a:lnTo>
                    <a:pt x="689583" y="2105928"/>
                  </a:lnTo>
                  <a:lnTo>
                    <a:pt x="689583" y="2105928"/>
                  </a:lnTo>
                  <a:lnTo>
                    <a:pt x="695056" y="2105928"/>
                  </a:lnTo>
                  <a:lnTo>
                    <a:pt x="695056" y="2105928"/>
                  </a:lnTo>
                  <a:lnTo>
                    <a:pt x="700529" y="2105928"/>
                  </a:lnTo>
                  <a:lnTo>
                    <a:pt x="700529" y="2105928"/>
                  </a:lnTo>
                  <a:lnTo>
                    <a:pt x="706002" y="2105928"/>
                  </a:lnTo>
                  <a:lnTo>
                    <a:pt x="706002" y="2090814"/>
                  </a:lnTo>
                  <a:lnTo>
                    <a:pt x="711475" y="2090814"/>
                  </a:lnTo>
                  <a:lnTo>
                    <a:pt x="711475" y="2090814"/>
                  </a:lnTo>
                  <a:lnTo>
                    <a:pt x="716947" y="2090814"/>
                  </a:lnTo>
                  <a:lnTo>
                    <a:pt x="716947" y="2090814"/>
                  </a:lnTo>
                  <a:lnTo>
                    <a:pt x="722420" y="2090814"/>
                  </a:lnTo>
                  <a:lnTo>
                    <a:pt x="722420" y="2075683"/>
                  </a:lnTo>
                  <a:lnTo>
                    <a:pt x="727893" y="2075683"/>
                  </a:lnTo>
                  <a:lnTo>
                    <a:pt x="727893" y="2045420"/>
                  </a:lnTo>
                  <a:lnTo>
                    <a:pt x="733366" y="2045420"/>
                  </a:lnTo>
                  <a:lnTo>
                    <a:pt x="733366" y="2045420"/>
                  </a:lnTo>
                  <a:lnTo>
                    <a:pt x="738839" y="2045420"/>
                  </a:lnTo>
                  <a:lnTo>
                    <a:pt x="738839" y="2045420"/>
                  </a:lnTo>
                  <a:lnTo>
                    <a:pt x="744312" y="2045420"/>
                  </a:lnTo>
                  <a:lnTo>
                    <a:pt x="744312" y="2045420"/>
                  </a:lnTo>
                  <a:lnTo>
                    <a:pt x="749785" y="2045420"/>
                  </a:lnTo>
                  <a:lnTo>
                    <a:pt x="749785" y="2045420"/>
                  </a:lnTo>
                  <a:lnTo>
                    <a:pt x="755258" y="2045420"/>
                  </a:lnTo>
                  <a:lnTo>
                    <a:pt x="755258" y="2045420"/>
                  </a:lnTo>
                  <a:lnTo>
                    <a:pt x="760731" y="2045420"/>
                  </a:lnTo>
                  <a:lnTo>
                    <a:pt x="760731" y="2045420"/>
                  </a:lnTo>
                  <a:lnTo>
                    <a:pt x="766203" y="2045420"/>
                  </a:lnTo>
                  <a:lnTo>
                    <a:pt x="766203" y="2045420"/>
                  </a:lnTo>
                  <a:lnTo>
                    <a:pt x="771676" y="2045420"/>
                  </a:lnTo>
                  <a:lnTo>
                    <a:pt x="771676" y="2045420"/>
                  </a:lnTo>
                  <a:lnTo>
                    <a:pt x="777149" y="2045420"/>
                  </a:lnTo>
                  <a:lnTo>
                    <a:pt x="777149" y="2045420"/>
                  </a:lnTo>
                  <a:lnTo>
                    <a:pt x="782622" y="2045420"/>
                  </a:lnTo>
                  <a:lnTo>
                    <a:pt x="782622" y="2045420"/>
                  </a:lnTo>
                  <a:lnTo>
                    <a:pt x="788095" y="2045420"/>
                  </a:lnTo>
                  <a:lnTo>
                    <a:pt x="788095" y="2045420"/>
                  </a:lnTo>
                  <a:lnTo>
                    <a:pt x="793568" y="2045420"/>
                  </a:lnTo>
                  <a:lnTo>
                    <a:pt x="793568" y="2030211"/>
                  </a:lnTo>
                  <a:lnTo>
                    <a:pt x="799041" y="2030211"/>
                  </a:lnTo>
                  <a:lnTo>
                    <a:pt x="799041" y="2030211"/>
                  </a:lnTo>
                  <a:lnTo>
                    <a:pt x="804514" y="2030211"/>
                  </a:lnTo>
                  <a:lnTo>
                    <a:pt x="804514" y="2015002"/>
                  </a:lnTo>
                  <a:lnTo>
                    <a:pt x="809987" y="2015002"/>
                  </a:lnTo>
                  <a:lnTo>
                    <a:pt x="809987" y="2015002"/>
                  </a:lnTo>
                  <a:lnTo>
                    <a:pt x="815459" y="2015002"/>
                  </a:lnTo>
                  <a:lnTo>
                    <a:pt x="815459" y="2015002"/>
                  </a:lnTo>
                  <a:lnTo>
                    <a:pt x="820932" y="2015002"/>
                  </a:lnTo>
                  <a:lnTo>
                    <a:pt x="820932" y="2015002"/>
                  </a:lnTo>
                  <a:lnTo>
                    <a:pt x="826405" y="2015002"/>
                  </a:lnTo>
                  <a:lnTo>
                    <a:pt x="826405" y="2015002"/>
                  </a:lnTo>
                  <a:lnTo>
                    <a:pt x="831878" y="2015002"/>
                  </a:lnTo>
                  <a:lnTo>
                    <a:pt x="831878" y="2015002"/>
                  </a:lnTo>
                  <a:lnTo>
                    <a:pt x="837351" y="2015002"/>
                  </a:lnTo>
                  <a:lnTo>
                    <a:pt x="837351" y="2015002"/>
                  </a:lnTo>
                  <a:lnTo>
                    <a:pt x="842824" y="2015002"/>
                  </a:lnTo>
                  <a:lnTo>
                    <a:pt x="842824" y="1999713"/>
                  </a:lnTo>
                  <a:lnTo>
                    <a:pt x="848297" y="1999713"/>
                  </a:lnTo>
                  <a:lnTo>
                    <a:pt x="848297" y="1999713"/>
                  </a:lnTo>
                  <a:lnTo>
                    <a:pt x="853770" y="1999713"/>
                  </a:lnTo>
                  <a:lnTo>
                    <a:pt x="853770" y="1999713"/>
                  </a:lnTo>
                  <a:lnTo>
                    <a:pt x="859243" y="1999713"/>
                  </a:lnTo>
                  <a:lnTo>
                    <a:pt x="859243" y="1999713"/>
                  </a:lnTo>
                  <a:lnTo>
                    <a:pt x="864715" y="1999713"/>
                  </a:lnTo>
                  <a:lnTo>
                    <a:pt x="864715" y="1999713"/>
                  </a:lnTo>
                  <a:lnTo>
                    <a:pt x="870188" y="1999713"/>
                  </a:lnTo>
                  <a:lnTo>
                    <a:pt x="870188" y="1999713"/>
                  </a:lnTo>
                  <a:lnTo>
                    <a:pt x="875661" y="1999713"/>
                  </a:lnTo>
                  <a:lnTo>
                    <a:pt x="875661" y="1999713"/>
                  </a:lnTo>
                  <a:lnTo>
                    <a:pt x="881134" y="1999713"/>
                  </a:lnTo>
                  <a:lnTo>
                    <a:pt x="881134" y="1999713"/>
                  </a:lnTo>
                  <a:lnTo>
                    <a:pt x="886607" y="1999713"/>
                  </a:lnTo>
                  <a:lnTo>
                    <a:pt x="886607" y="1999713"/>
                  </a:lnTo>
                  <a:lnTo>
                    <a:pt x="892080" y="1999713"/>
                  </a:lnTo>
                  <a:lnTo>
                    <a:pt x="892080" y="1999713"/>
                  </a:lnTo>
                  <a:lnTo>
                    <a:pt x="897553" y="1999713"/>
                  </a:lnTo>
                  <a:lnTo>
                    <a:pt x="897553" y="1999713"/>
                  </a:lnTo>
                  <a:lnTo>
                    <a:pt x="903026" y="1999713"/>
                  </a:lnTo>
                  <a:lnTo>
                    <a:pt x="903026" y="1999713"/>
                  </a:lnTo>
                  <a:lnTo>
                    <a:pt x="908498" y="1999713"/>
                  </a:lnTo>
                  <a:lnTo>
                    <a:pt x="908498" y="1999713"/>
                  </a:lnTo>
                  <a:lnTo>
                    <a:pt x="913971" y="1999713"/>
                  </a:lnTo>
                  <a:lnTo>
                    <a:pt x="913971" y="1999713"/>
                  </a:lnTo>
                  <a:lnTo>
                    <a:pt x="919444" y="1999713"/>
                  </a:lnTo>
                  <a:lnTo>
                    <a:pt x="919444" y="1999713"/>
                  </a:lnTo>
                  <a:lnTo>
                    <a:pt x="924917" y="1999713"/>
                  </a:lnTo>
                  <a:lnTo>
                    <a:pt x="924917" y="1999713"/>
                  </a:lnTo>
                  <a:lnTo>
                    <a:pt x="930390" y="1999713"/>
                  </a:lnTo>
                  <a:lnTo>
                    <a:pt x="930390" y="1999713"/>
                  </a:lnTo>
                  <a:lnTo>
                    <a:pt x="935863" y="1999713"/>
                  </a:lnTo>
                  <a:lnTo>
                    <a:pt x="935863" y="1999713"/>
                  </a:lnTo>
                  <a:lnTo>
                    <a:pt x="941336" y="1999713"/>
                  </a:lnTo>
                  <a:lnTo>
                    <a:pt x="941336" y="1999713"/>
                  </a:lnTo>
                  <a:lnTo>
                    <a:pt x="946809" y="1999713"/>
                  </a:lnTo>
                  <a:lnTo>
                    <a:pt x="946809" y="1999713"/>
                  </a:lnTo>
                  <a:lnTo>
                    <a:pt x="952282" y="1999713"/>
                  </a:lnTo>
                  <a:lnTo>
                    <a:pt x="952282" y="1984303"/>
                  </a:lnTo>
                  <a:lnTo>
                    <a:pt x="957754" y="1984303"/>
                  </a:lnTo>
                  <a:lnTo>
                    <a:pt x="957754" y="1984303"/>
                  </a:lnTo>
                  <a:lnTo>
                    <a:pt x="963227" y="1984303"/>
                  </a:lnTo>
                  <a:lnTo>
                    <a:pt x="963227" y="1984303"/>
                  </a:lnTo>
                  <a:lnTo>
                    <a:pt x="968700" y="1984303"/>
                  </a:lnTo>
                  <a:lnTo>
                    <a:pt x="968700" y="1984303"/>
                  </a:lnTo>
                  <a:lnTo>
                    <a:pt x="974173" y="1984303"/>
                  </a:lnTo>
                  <a:lnTo>
                    <a:pt x="974173" y="1984303"/>
                  </a:lnTo>
                  <a:lnTo>
                    <a:pt x="979646" y="1984303"/>
                  </a:lnTo>
                  <a:lnTo>
                    <a:pt x="979646" y="1968864"/>
                  </a:lnTo>
                  <a:lnTo>
                    <a:pt x="985119" y="1968864"/>
                  </a:lnTo>
                  <a:lnTo>
                    <a:pt x="985119" y="1968864"/>
                  </a:lnTo>
                  <a:lnTo>
                    <a:pt x="990592" y="1968864"/>
                  </a:lnTo>
                  <a:lnTo>
                    <a:pt x="990592" y="1968864"/>
                  </a:lnTo>
                  <a:lnTo>
                    <a:pt x="996065" y="1968864"/>
                  </a:lnTo>
                  <a:lnTo>
                    <a:pt x="996065" y="1968864"/>
                  </a:lnTo>
                  <a:lnTo>
                    <a:pt x="1001538" y="1968864"/>
                  </a:lnTo>
                  <a:lnTo>
                    <a:pt x="1001538" y="1968864"/>
                  </a:lnTo>
                  <a:lnTo>
                    <a:pt x="1007010" y="1968864"/>
                  </a:lnTo>
                  <a:lnTo>
                    <a:pt x="1007010" y="1968864"/>
                  </a:lnTo>
                  <a:lnTo>
                    <a:pt x="1012483" y="1968864"/>
                  </a:lnTo>
                  <a:lnTo>
                    <a:pt x="1012483" y="1968864"/>
                  </a:lnTo>
                  <a:lnTo>
                    <a:pt x="1017956" y="1968864"/>
                  </a:lnTo>
                  <a:lnTo>
                    <a:pt x="1017956" y="1953377"/>
                  </a:lnTo>
                  <a:lnTo>
                    <a:pt x="1023429" y="1953377"/>
                  </a:lnTo>
                  <a:lnTo>
                    <a:pt x="1023429" y="1953377"/>
                  </a:lnTo>
                  <a:lnTo>
                    <a:pt x="1028902" y="1953377"/>
                  </a:lnTo>
                  <a:lnTo>
                    <a:pt x="1028902" y="1953377"/>
                  </a:lnTo>
                  <a:lnTo>
                    <a:pt x="1034375" y="1953377"/>
                  </a:lnTo>
                  <a:lnTo>
                    <a:pt x="1034375" y="1953377"/>
                  </a:lnTo>
                  <a:lnTo>
                    <a:pt x="1039848" y="1953377"/>
                  </a:lnTo>
                  <a:lnTo>
                    <a:pt x="1039848" y="1953377"/>
                  </a:lnTo>
                  <a:lnTo>
                    <a:pt x="1045321" y="1953377"/>
                  </a:lnTo>
                  <a:lnTo>
                    <a:pt x="1045321" y="1953377"/>
                  </a:lnTo>
                  <a:lnTo>
                    <a:pt x="1050794" y="1953377"/>
                  </a:lnTo>
                  <a:lnTo>
                    <a:pt x="1050794" y="1953377"/>
                  </a:lnTo>
                  <a:lnTo>
                    <a:pt x="1056266" y="1953377"/>
                  </a:lnTo>
                  <a:lnTo>
                    <a:pt x="1056266" y="1922301"/>
                  </a:lnTo>
                  <a:lnTo>
                    <a:pt x="1061739" y="1922301"/>
                  </a:lnTo>
                  <a:lnTo>
                    <a:pt x="1061739" y="1922301"/>
                  </a:lnTo>
                  <a:lnTo>
                    <a:pt x="1067212" y="1922301"/>
                  </a:lnTo>
                  <a:lnTo>
                    <a:pt x="1067212" y="1922301"/>
                  </a:lnTo>
                  <a:lnTo>
                    <a:pt x="1072685" y="1922301"/>
                  </a:lnTo>
                  <a:lnTo>
                    <a:pt x="1072685" y="1906764"/>
                  </a:lnTo>
                  <a:lnTo>
                    <a:pt x="1078158" y="1906764"/>
                  </a:lnTo>
                  <a:lnTo>
                    <a:pt x="1078158" y="1906764"/>
                  </a:lnTo>
                  <a:lnTo>
                    <a:pt x="1083631" y="1906764"/>
                  </a:lnTo>
                  <a:lnTo>
                    <a:pt x="1083631" y="1906764"/>
                  </a:lnTo>
                  <a:lnTo>
                    <a:pt x="1089104" y="1906764"/>
                  </a:lnTo>
                  <a:lnTo>
                    <a:pt x="1089104" y="1906764"/>
                  </a:lnTo>
                  <a:lnTo>
                    <a:pt x="1094577" y="1906764"/>
                  </a:lnTo>
                  <a:lnTo>
                    <a:pt x="1094577" y="1906764"/>
                  </a:lnTo>
                  <a:lnTo>
                    <a:pt x="1100049" y="1906764"/>
                  </a:lnTo>
                  <a:lnTo>
                    <a:pt x="1100049" y="1906764"/>
                  </a:lnTo>
                  <a:lnTo>
                    <a:pt x="1105522" y="1906764"/>
                  </a:lnTo>
                  <a:lnTo>
                    <a:pt x="1105522" y="1906764"/>
                  </a:lnTo>
                  <a:lnTo>
                    <a:pt x="1110995" y="1906764"/>
                  </a:lnTo>
                  <a:lnTo>
                    <a:pt x="1110995" y="1891155"/>
                  </a:lnTo>
                  <a:lnTo>
                    <a:pt x="1116468" y="1891155"/>
                  </a:lnTo>
                  <a:lnTo>
                    <a:pt x="1116468" y="1891155"/>
                  </a:lnTo>
                  <a:lnTo>
                    <a:pt x="1121941" y="1891155"/>
                  </a:lnTo>
                  <a:lnTo>
                    <a:pt x="1121941" y="1891155"/>
                  </a:lnTo>
                  <a:lnTo>
                    <a:pt x="1127414" y="1891155"/>
                  </a:lnTo>
                  <a:lnTo>
                    <a:pt x="1127414" y="1891155"/>
                  </a:lnTo>
                  <a:lnTo>
                    <a:pt x="1132887" y="1891155"/>
                  </a:lnTo>
                  <a:lnTo>
                    <a:pt x="1132887" y="1891155"/>
                  </a:lnTo>
                  <a:lnTo>
                    <a:pt x="1138360" y="1891155"/>
                  </a:lnTo>
                  <a:lnTo>
                    <a:pt x="1138360" y="1891155"/>
                  </a:lnTo>
                  <a:lnTo>
                    <a:pt x="1143833" y="1891155"/>
                  </a:lnTo>
                  <a:lnTo>
                    <a:pt x="1143833" y="1891155"/>
                  </a:lnTo>
                  <a:lnTo>
                    <a:pt x="1149305" y="1891155"/>
                  </a:lnTo>
                  <a:lnTo>
                    <a:pt x="1149305" y="1859853"/>
                  </a:lnTo>
                  <a:lnTo>
                    <a:pt x="1154778" y="1859853"/>
                  </a:lnTo>
                  <a:lnTo>
                    <a:pt x="1154778" y="1828551"/>
                  </a:lnTo>
                  <a:lnTo>
                    <a:pt x="1160251" y="1828551"/>
                  </a:lnTo>
                  <a:lnTo>
                    <a:pt x="1160251" y="1828551"/>
                  </a:lnTo>
                  <a:lnTo>
                    <a:pt x="1165724" y="1828551"/>
                  </a:lnTo>
                  <a:lnTo>
                    <a:pt x="1165724" y="1828551"/>
                  </a:lnTo>
                  <a:lnTo>
                    <a:pt x="1171197" y="1828551"/>
                  </a:lnTo>
                  <a:lnTo>
                    <a:pt x="1171197" y="1828551"/>
                  </a:lnTo>
                  <a:lnTo>
                    <a:pt x="1176670" y="1828551"/>
                  </a:lnTo>
                  <a:lnTo>
                    <a:pt x="1176670" y="1828551"/>
                  </a:lnTo>
                  <a:lnTo>
                    <a:pt x="1182143" y="1828551"/>
                  </a:lnTo>
                  <a:lnTo>
                    <a:pt x="1182143" y="1828551"/>
                  </a:lnTo>
                  <a:lnTo>
                    <a:pt x="1187616" y="1828551"/>
                  </a:lnTo>
                  <a:lnTo>
                    <a:pt x="1187616" y="1828551"/>
                  </a:lnTo>
                  <a:lnTo>
                    <a:pt x="1193089" y="1828551"/>
                  </a:lnTo>
                  <a:lnTo>
                    <a:pt x="1193089" y="1828551"/>
                  </a:lnTo>
                  <a:lnTo>
                    <a:pt x="1198561" y="1828551"/>
                  </a:lnTo>
                  <a:lnTo>
                    <a:pt x="1198561" y="1812879"/>
                  </a:lnTo>
                  <a:lnTo>
                    <a:pt x="1204034" y="1812879"/>
                  </a:lnTo>
                  <a:lnTo>
                    <a:pt x="1204034" y="1812879"/>
                  </a:lnTo>
                  <a:lnTo>
                    <a:pt x="1209507" y="1812879"/>
                  </a:lnTo>
                  <a:lnTo>
                    <a:pt x="1209507" y="1812879"/>
                  </a:lnTo>
                  <a:lnTo>
                    <a:pt x="1214980" y="1812879"/>
                  </a:lnTo>
                  <a:lnTo>
                    <a:pt x="1214980" y="1812879"/>
                  </a:lnTo>
                  <a:lnTo>
                    <a:pt x="1220453" y="1812879"/>
                  </a:lnTo>
                  <a:lnTo>
                    <a:pt x="1220453" y="1812879"/>
                  </a:lnTo>
                  <a:lnTo>
                    <a:pt x="1225926" y="1812879"/>
                  </a:lnTo>
                  <a:lnTo>
                    <a:pt x="1225926" y="1797207"/>
                  </a:lnTo>
                  <a:lnTo>
                    <a:pt x="1231399" y="1797207"/>
                  </a:lnTo>
                  <a:lnTo>
                    <a:pt x="1231399" y="1797207"/>
                  </a:lnTo>
                  <a:lnTo>
                    <a:pt x="1236872" y="1797207"/>
                  </a:lnTo>
                  <a:lnTo>
                    <a:pt x="1236872" y="1797207"/>
                  </a:lnTo>
                  <a:lnTo>
                    <a:pt x="1242344" y="1797207"/>
                  </a:lnTo>
                  <a:lnTo>
                    <a:pt x="1242344" y="1781513"/>
                  </a:lnTo>
                  <a:lnTo>
                    <a:pt x="1247817" y="1781513"/>
                  </a:lnTo>
                  <a:lnTo>
                    <a:pt x="1247817" y="1781513"/>
                  </a:lnTo>
                  <a:lnTo>
                    <a:pt x="1253290" y="1781513"/>
                  </a:lnTo>
                  <a:lnTo>
                    <a:pt x="1253290" y="1781513"/>
                  </a:lnTo>
                  <a:lnTo>
                    <a:pt x="1258763" y="1781513"/>
                  </a:lnTo>
                  <a:lnTo>
                    <a:pt x="1258763" y="1765819"/>
                  </a:lnTo>
                  <a:lnTo>
                    <a:pt x="1264236" y="1765819"/>
                  </a:lnTo>
                  <a:lnTo>
                    <a:pt x="1264236" y="1765819"/>
                  </a:lnTo>
                  <a:lnTo>
                    <a:pt x="1269709" y="1765819"/>
                  </a:lnTo>
                  <a:lnTo>
                    <a:pt x="1269709" y="1765819"/>
                  </a:lnTo>
                  <a:lnTo>
                    <a:pt x="1275182" y="1765819"/>
                  </a:lnTo>
                  <a:lnTo>
                    <a:pt x="1275182" y="1765819"/>
                  </a:lnTo>
                  <a:lnTo>
                    <a:pt x="1280655" y="1765819"/>
                  </a:lnTo>
                  <a:lnTo>
                    <a:pt x="1280655" y="1765819"/>
                  </a:lnTo>
                  <a:lnTo>
                    <a:pt x="1286128" y="1765819"/>
                  </a:lnTo>
                  <a:lnTo>
                    <a:pt x="1286128" y="1750091"/>
                  </a:lnTo>
                  <a:lnTo>
                    <a:pt x="1291600" y="1750091"/>
                  </a:lnTo>
                  <a:lnTo>
                    <a:pt x="1291600" y="1750091"/>
                  </a:lnTo>
                  <a:lnTo>
                    <a:pt x="1297073" y="1750091"/>
                  </a:lnTo>
                  <a:lnTo>
                    <a:pt x="1297073" y="1718614"/>
                  </a:lnTo>
                  <a:lnTo>
                    <a:pt x="1302546" y="1718614"/>
                  </a:lnTo>
                  <a:lnTo>
                    <a:pt x="1302546" y="1718614"/>
                  </a:lnTo>
                  <a:lnTo>
                    <a:pt x="1308019" y="1718614"/>
                  </a:lnTo>
                  <a:lnTo>
                    <a:pt x="1308019" y="1702853"/>
                  </a:lnTo>
                  <a:lnTo>
                    <a:pt x="1313492" y="1702853"/>
                  </a:lnTo>
                  <a:lnTo>
                    <a:pt x="1313492" y="1702853"/>
                  </a:lnTo>
                  <a:lnTo>
                    <a:pt x="1318965" y="1702853"/>
                  </a:lnTo>
                  <a:lnTo>
                    <a:pt x="1318965" y="1702853"/>
                  </a:lnTo>
                  <a:lnTo>
                    <a:pt x="1324438" y="1702853"/>
                  </a:lnTo>
                  <a:lnTo>
                    <a:pt x="1324438" y="1702853"/>
                  </a:lnTo>
                  <a:lnTo>
                    <a:pt x="1329911" y="1702853"/>
                  </a:lnTo>
                  <a:lnTo>
                    <a:pt x="1329911" y="1702853"/>
                  </a:lnTo>
                  <a:lnTo>
                    <a:pt x="1335384" y="1702853"/>
                  </a:lnTo>
                  <a:lnTo>
                    <a:pt x="1335384" y="1702853"/>
                  </a:lnTo>
                  <a:lnTo>
                    <a:pt x="1340856" y="1702853"/>
                  </a:lnTo>
                  <a:lnTo>
                    <a:pt x="1340856" y="1702853"/>
                  </a:lnTo>
                  <a:lnTo>
                    <a:pt x="1346329" y="1702853"/>
                  </a:lnTo>
                  <a:lnTo>
                    <a:pt x="1346329" y="1702853"/>
                  </a:lnTo>
                  <a:lnTo>
                    <a:pt x="1351802" y="1702853"/>
                  </a:lnTo>
                  <a:lnTo>
                    <a:pt x="1351802" y="1702853"/>
                  </a:lnTo>
                  <a:lnTo>
                    <a:pt x="1357275" y="1702853"/>
                  </a:lnTo>
                  <a:lnTo>
                    <a:pt x="1357275" y="1702853"/>
                  </a:lnTo>
                  <a:lnTo>
                    <a:pt x="1362748" y="1702853"/>
                  </a:lnTo>
                  <a:lnTo>
                    <a:pt x="1362748" y="1702853"/>
                  </a:lnTo>
                  <a:lnTo>
                    <a:pt x="1368221" y="1702853"/>
                  </a:lnTo>
                  <a:lnTo>
                    <a:pt x="1368221" y="1702853"/>
                  </a:lnTo>
                  <a:lnTo>
                    <a:pt x="1373694" y="1702853"/>
                  </a:lnTo>
                  <a:lnTo>
                    <a:pt x="1373694" y="1702853"/>
                  </a:lnTo>
                  <a:lnTo>
                    <a:pt x="1379167" y="1702853"/>
                  </a:lnTo>
                  <a:lnTo>
                    <a:pt x="1379167" y="1702853"/>
                  </a:lnTo>
                  <a:lnTo>
                    <a:pt x="1384640" y="1702853"/>
                  </a:lnTo>
                  <a:lnTo>
                    <a:pt x="1384640" y="1671308"/>
                  </a:lnTo>
                  <a:lnTo>
                    <a:pt x="1390112" y="1671308"/>
                  </a:lnTo>
                  <a:lnTo>
                    <a:pt x="1390112" y="1671308"/>
                  </a:lnTo>
                  <a:lnTo>
                    <a:pt x="1395585" y="1671308"/>
                  </a:lnTo>
                  <a:lnTo>
                    <a:pt x="1395585" y="1671308"/>
                  </a:lnTo>
                  <a:lnTo>
                    <a:pt x="1401058" y="1671308"/>
                  </a:lnTo>
                  <a:lnTo>
                    <a:pt x="1401058" y="1671308"/>
                  </a:lnTo>
                  <a:lnTo>
                    <a:pt x="1406531" y="1671308"/>
                  </a:lnTo>
                  <a:lnTo>
                    <a:pt x="1406531" y="1671308"/>
                  </a:lnTo>
                  <a:lnTo>
                    <a:pt x="1412004" y="1671308"/>
                  </a:lnTo>
                  <a:lnTo>
                    <a:pt x="1412004" y="1671308"/>
                  </a:lnTo>
                  <a:lnTo>
                    <a:pt x="1417477" y="1671308"/>
                  </a:lnTo>
                  <a:lnTo>
                    <a:pt x="1417477" y="1655524"/>
                  </a:lnTo>
                  <a:lnTo>
                    <a:pt x="1422950" y="1655524"/>
                  </a:lnTo>
                  <a:lnTo>
                    <a:pt x="1422950" y="1639740"/>
                  </a:lnTo>
                  <a:lnTo>
                    <a:pt x="1428423" y="1639740"/>
                  </a:lnTo>
                  <a:lnTo>
                    <a:pt x="1428423" y="1639740"/>
                  </a:lnTo>
                  <a:lnTo>
                    <a:pt x="1433895" y="1639740"/>
                  </a:lnTo>
                  <a:lnTo>
                    <a:pt x="1433895" y="1639740"/>
                  </a:lnTo>
                  <a:lnTo>
                    <a:pt x="1439368" y="1639740"/>
                  </a:lnTo>
                  <a:lnTo>
                    <a:pt x="1439368" y="1639740"/>
                  </a:lnTo>
                  <a:lnTo>
                    <a:pt x="1444841" y="1639740"/>
                  </a:lnTo>
                  <a:lnTo>
                    <a:pt x="1444841" y="1623932"/>
                  </a:lnTo>
                  <a:lnTo>
                    <a:pt x="1450314" y="1623932"/>
                  </a:lnTo>
                  <a:lnTo>
                    <a:pt x="1450314" y="1608124"/>
                  </a:lnTo>
                  <a:lnTo>
                    <a:pt x="1455787" y="1608124"/>
                  </a:lnTo>
                  <a:lnTo>
                    <a:pt x="1455787" y="1592304"/>
                  </a:lnTo>
                  <a:lnTo>
                    <a:pt x="1461260" y="1592304"/>
                  </a:lnTo>
                  <a:lnTo>
                    <a:pt x="1461260" y="1592304"/>
                  </a:lnTo>
                  <a:lnTo>
                    <a:pt x="1466733" y="1592304"/>
                  </a:lnTo>
                  <a:lnTo>
                    <a:pt x="1466733" y="1592304"/>
                  </a:lnTo>
                  <a:lnTo>
                    <a:pt x="1472206" y="1592304"/>
                  </a:lnTo>
                  <a:lnTo>
                    <a:pt x="1472206" y="1592304"/>
                  </a:lnTo>
                  <a:lnTo>
                    <a:pt x="1477679" y="1592304"/>
                  </a:lnTo>
                  <a:lnTo>
                    <a:pt x="1477679" y="1592304"/>
                  </a:lnTo>
                  <a:lnTo>
                    <a:pt x="1483151" y="1592304"/>
                  </a:lnTo>
                  <a:lnTo>
                    <a:pt x="1483151" y="1592304"/>
                  </a:lnTo>
                  <a:lnTo>
                    <a:pt x="1488624" y="1592304"/>
                  </a:lnTo>
                  <a:lnTo>
                    <a:pt x="1488624" y="1592304"/>
                  </a:lnTo>
                  <a:lnTo>
                    <a:pt x="1494097" y="1592304"/>
                  </a:lnTo>
                  <a:lnTo>
                    <a:pt x="1494097" y="1592304"/>
                  </a:lnTo>
                  <a:lnTo>
                    <a:pt x="1499570" y="1592304"/>
                  </a:lnTo>
                  <a:lnTo>
                    <a:pt x="1499570" y="1592304"/>
                  </a:lnTo>
                  <a:lnTo>
                    <a:pt x="1505043" y="1592304"/>
                  </a:lnTo>
                  <a:lnTo>
                    <a:pt x="1505043" y="1576412"/>
                  </a:lnTo>
                  <a:lnTo>
                    <a:pt x="1510516" y="1576412"/>
                  </a:lnTo>
                  <a:lnTo>
                    <a:pt x="1510516" y="1576412"/>
                  </a:lnTo>
                  <a:lnTo>
                    <a:pt x="1515989" y="1576412"/>
                  </a:lnTo>
                  <a:lnTo>
                    <a:pt x="1515989" y="1576412"/>
                  </a:lnTo>
                  <a:lnTo>
                    <a:pt x="1521462" y="1576412"/>
                  </a:lnTo>
                  <a:lnTo>
                    <a:pt x="1521462" y="1576412"/>
                  </a:lnTo>
                  <a:lnTo>
                    <a:pt x="1526935" y="1576412"/>
                  </a:lnTo>
                  <a:lnTo>
                    <a:pt x="1526935" y="1576412"/>
                  </a:lnTo>
                  <a:lnTo>
                    <a:pt x="1532407" y="1576412"/>
                  </a:lnTo>
                  <a:lnTo>
                    <a:pt x="1532407" y="1560508"/>
                  </a:lnTo>
                  <a:lnTo>
                    <a:pt x="1537880" y="1560508"/>
                  </a:lnTo>
                  <a:lnTo>
                    <a:pt x="1537880" y="1560508"/>
                  </a:lnTo>
                  <a:lnTo>
                    <a:pt x="1543353" y="1560508"/>
                  </a:lnTo>
                  <a:lnTo>
                    <a:pt x="1543353" y="1560508"/>
                  </a:lnTo>
                  <a:lnTo>
                    <a:pt x="1548826" y="1560508"/>
                  </a:lnTo>
                  <a:lnTo>
                    <a:pt x="1548826" y="1560508"/>
                  </a:lnTo>
                  <a:lnTo>
                    <a:pt x="1554299" y="1560508"/>
                  </a:lnTo>
                  <a:lnTo>
                    <a:pt x="1554299" y="1544604"/>
                  </a:lnTo>
                  <a:lnTo>
                    <a:pt x="1559772" y="1544604"/>
                  </a:lnTo>
                  <a:lnTo>
                    <a:pt x="1559772" y="1544604"/>
                  </a:lnTo>
                  <a:lnTo>
                    <a:pt x="1565245" y="1544604"/>
                  </a:lnTo>
                  <a:lnTo>
                    <a:pt x="1565245" y="1544604"/>
                  </a:lnTo>
                  <a:lnTo>
                    <a:pt x="1570718" y="1544604"/>
                  </a:lnTo>
                  <a:lnTo>
                    <a:pt x="1570718" y="1512795"/>
                  </a:lnTo>
                  <a:lnTo>
                    <a:pt x="1576191" y="1512795"/>
                  </a:lnTo>
                  <a:lnTo>
                    <a:pt x="1576191" y="1512795"/>
                  </a:lnTo>
                  <a:lnTo>
                    <a:pt x="1581663" y="1512795"/>
                  </a:lnTo>
                  <a:lnTo>
                    <a:pt x="1581663" y="1512795"/>
                  </a:lnTo>
                  <a:lnTo>
                    <a:pt x="1587136" y="1512795"/>
                  </a:lnTo>
                  <a:lnTo>
                    <a:pt x="1587136" y="1512795"/>
                  </a:lnTo>
                  <a:lnTo>
                    <a:pt x="1592609" y="1512795"/>
                  </a:lnTo>
                  <a:lnTo>
                    <a:pt x="1592609" y="1512795"/>
                  </a:lnTo>
                  <a:lnTo>
                    <a:pt x="1598082" y="1512795"/>
                  </a:lnTo>
                  <a:lnTo>
                    <a:pt x="1598082" y="1496891"/>
                  </a:lnTo>
                  <a:lnTo>
                    <a:pt x="1603555" y="1496891"/>
                  </a:lnTo>
                  <a:lnTo>
                    <a:pt x="1603555" y="1496891"/>
                  </a:lnTo>
                  <a:lnTo>
                    <a:pt x="1609028" y="1496891"/>
                  </a:lnTo>
                  <a:lnTo>
                    <a:pt x="1609028" y="1480973"/>
                  </a:lnTo>
                  <a:lnTo>
                    <a:pt x="1614501" y="1480973"/>
                  </a:lnTo>
                  <a:lnTo>
                    <a:pt x="1614501" y="1480973"/>
                  </a:lnTo>
                  <a:lnTo>
                    <a:pt x="1619974" y="1480973"/>
                  </a:lnTo>
                  <a:lnTo>
                    <a:pt x="1619974" y="1480973"/>
                  </a:lnTo>
                  <a:lnTo>
                    <a:pt x="1625446" y="1480973"/>
                  </a:lnTo>
                  <a:lnTo>
                    <a:pt x="1625446" y="1480973"/>
                  </a:lnTo>
                  <a:lnTo>
                    <a:pt x="1630919" y="1480973"/>
                  </a:lnTo>
                  <a:lnTo>
                    <a:pt x="1630919" y="1480973"/>
                  </a:lnTo>
                  <a:lnTo>
                    <a:pt x="1636392" y="1480973"/>
                  </a:lnTo>
                  <a:lnTo>
                    <a:pt x="1636392" y="1465018"/>
                  </a:lnTo>
                  <a:lnTo>
                    <a:pt x="1641865" y="1465018"/>
                  </a:lnTo>
                  <a:lnTo>
                    <a:pt x="1641865" y="1465018"/>
                  </a:lnTo>
                  <a:lnTo>
                    <a:pt x="1647338" y="1465018"/>
                  </a:lnTo>
                  <a:lnTo>
                    <a:pt x="1647338" y="1449062"/>
                  </a:lnTo>
                  <a:lnTo>
                    <a:pt x="1652811" y="1449062"/>
                  </a:lnTo>
                  <a:lnTo>
                    <a:pt x="1652811" y="1449062"/>
                  </a:lnTo>
                  <a:lnTo>
                    <a:pt x="1658284" y="1449062"/>
                  </a:lnTo>
                  <a:lnTo>
                    <a:pt x="1658284" y="1449062"/>
                  </a:lnTo>
                  <a:lnTo>
                    <a:pt x="1663757" y="1449062"/>
                  </a:lnTo>
                  <a:lnTo>
                    <a:pt x="1663757" y="1449062"/>
                  </a:lnTo>
                  <a:lnTo>
                    <a:pt x="1669230" y="1449062"/>
                  </a:lnTo>
                  <a:lnTo>
                    <a:pt x="1669230" y="1449062"/>
                  </a:lnTo>
                  <a:lnTo>
                    <a:pt x="1674702" y="1449062"/>
                  </a:lnTo>
                  <a:lnTo>
                    <a:pt x="1674702" y="1449062"/>
                  </a:lnTo>
                  <a:lnTo>
                    <a:pt x="1680175" y="1449062"/>
                  </a:lnTo>
                  <a:lnTo>
                    <a:pt x="1680175" y="1449062"/>
                  </a:lnTo>
                  <a:lnTo>
                    <a:pt x="1685648" y="1449062"/>
                  </a:lnTo>
                  <a:lnTo>
                    <a:pt x="1685648" y="1449062"/>
                  </a:lnTo>
                  <a:lnTo>
                    <a:pt x="1691121" y="1449062"/>
                  </a:lnTo>
                  <a:lnTo>
                    <a:pt x="1691121" y="1433079"/>
                  </a:lnTo>
                  <a:lnTo>
                    <a:pt x="1696594" y="1433079"/>
                  </a:lnTo>
                  <a:lnTo>
                    <a:pt x="1696594" y="1433079"/>
                  </a:lnTo>
                  <a:lnTo>
                    <a:pt x="1702067" y="1433079"/>
                  </a:lnTo>
                  <a:lnTo>
                    <a:pt x="1702067" y="1433079"/>
                  </a:lnTo>
                  <a:lnTo>
                    <a:pt x="1707540" y="1433079"/>
                  </a:lnTo>
                  <a:lnTo>
                    <a:pt x="1707540" y="1433079"/>
                  </a:lnTo>
                  <a:lnTo>
                    <a:pt x="1713013" y="1433079"/>
                  </a:lnTo>
                  <a:lnTo>
                    <a:pt x="1713013" y="1433079"/>
                  </a:lnTo>
                  <a:lnTo>
                    <a:pt x="1718486" y="1433079"/>
                  </a:lnTo>
                  <a:lnTo>
                    <a:pt x="1718486" y="1433079"/>
                  </a:lnTo>
                  <a:lnTo>
                    <a:pt x="1723958" y="1433079"/>
                  </a:lnTo>
                  <a:lnTo>
                    <a:pt x="1723958" y="1433079"/>
                  </a:lnTo>
                  <a:lnTo>
                    <a:pt x="1729431" y="1433079"/>
                  </a:lnTo>
                  <a:lnTo>
                    <a:pt x="1729431" y="1433079"/>
                  </a:lnTo>
                  <a:lnTo>
                    <a:pt x="1734904" y="1433079"/>
                  </a:lnTo>
                  <a:lnTo>
                    <a:pt x="1734904" y="1433079"/>
                  </a:lnTo>
                  <a:lnTo>
                    <a:pt x="1740377" y="1433079"/>
                  </a:lnTo>
                  <a:lnTo>
                    <a:pt x="1740377" y="1433079"/>
                  </a:lnTo>
                  <a:lnTo>
                    <a:pt x="1745850" y="1433079"/>
                  </a:lnTo>
                  <a:lnTo>
                    <a:pt x="1745850" y="1433079"/>
                  </a:lnTo>
                  <a:lnTo>
                    <a:pt x="1751323" y="1433079"/>
                  </a:lnTo>
                  <a:lnTo>
                    <a:pt x="1751323" y="1433079"/>
                  </a:lnTo>
                  <a:lnTo>
                    <a:pt x="1756796" y="1433079"/>
                  </a:lnTo>
                  <a:lnTo>
                    <a:pt x="1756796" y="1433079"/>
                  </a:lnTo>
                  <a:lnTo>
                    <a:pt x="1762269" y="1433079"/>
                  </a:lnTo>
                  <a:lnTo>
                    <a:pt x="1762269" y="1433079"/>
                  </a:lnTo>
                  <a:lnTo>
                    <a:pt x="1767741" y="1433079"/>
                  </a:lnTo>
                  <a:lnTo>
                    <a:pt x="1767741" y="1433079"/>
                  </a:lnTo>
                  <a:lnTo>
                    <a:pt x="1773214" y="1433079"/>
                  </a:lnTo>
                  <a:lnTo>
                    <a:pt x="1773214" y="1417056"/>
                  </a:lnTo>
                  <a:lnTo>
                    <a:pt x="1778687" y="1417056"/>
                  </a:lnTo>
                  <a:lnTo>
                    <a:pt x="1778687" y="1401033"/>
                  </a:lnTo>
                  <a:lnTo>
                    <a:pt x="1784160" y="1401033"/>
                  </a:lnTo>
                  <a:lnTo>
                    <a:pt x="1784160" y="1401033"/>
                  </a:lnTo>
                  <a:lnTo>
                    <a:pt x="1789633" y="1401033"/>
                  </a:lnTo>
                  <a:lnTo>
                    <a:pt x="1789633" y="1385010"/>
                  </a:lnTo>
                  <a:lnTo>
                    <a:pt x="1795106" y="1385010"/>
                  </a:lnTo>
                  <a:lnTo>
                    <a:pt x="1795106" y="1385010"/>
                  </a:lnTo>
                  <a:lnTo>
                    <a:pt x="1800579" y="1385010"/>
                  </a:lnTo>
                  <a:lnTo>
                    <a:pt x="1800579" y="1368987"/>
                  </a:lnTo>
                  <a:lnTo>
                    <a:pt x="1806052" y="1368987"/>
                  </a:lnTo>
                  <a:lnTo>
                    <a:pt x="1806052" y="1368987"/>
                  </a:lnTo>
                  <a:lnTo>
                    <a:pt x="1811525" y="1368987"/>
                  </a:lnTo>
                  <a:lnTo>
                    <a:pt x="1811525" y="1368987"/>
                  </a:lnTo>
                  <a:lnTo>
                    <a:pt x="1816997" y="1368987"/>
                  </a:lnTo>
                  <a:lnTo>
                    <a:pt x="1816997" y="1368987"/>
                  </a:lnTo>
                  <a:lnTo>
                    <a:pt x="1822470" y="1368987"/>
                  </a:lnTo>
                  <a:lnTo>
                    <a:pt x="1822470" y="1368987"/>
                  </a:lnTo>
                  <a:lnTo>
                    <a:pt x="1827943" y="1368987"/>
                  </a:lnTo>
                  <a:lnTo>
                    <a:pt x="1827943" y="1368987"/>
                  </a:lnTo>
                  <a:lnTo>
                    <a:pt x="1833416" y="1368987"/>
                  </a:lnTo>
                  <a:lnTo>
                    <a:pt x="1833416" y="1352936"/>
                  </a:lnTo>
                  <a:lnTo>
                    <a:pt x="1838889" y="1352936"/>
                  </a:lnTo>
                  <a:lnTo>
                    <a:pt x="1838889" y="1352936"/>
                  </a:lnTo>
                  <a:lnTo>
                    <a:pt x="1844362" y="1352936"/>
                  </a:lnTo>
                  <a:lnTo>
                    <a:pt x="1844362" y="1352936"/>
                  </a:lnTo>
                  <a:lnTo>
                    <a:pt x="1849835" y="1352936"/>
                  </a:lnTo>
                  <a:lnTo>
                    <a:pt x="1849835" y="1352936"/>
                  </a:lnTo>
                  <a:lnTo>
                    <a:pt x="1855308" y="1352936"/>
                  </a:lnTo>
                  <a:lnTo>
                    <a:pt x="1855308" y="1352936"/>
                  </a:lnTo>
                  <a:lnTo>
                    <a:pt x="1860781" y="1352936"/>
                  </a:lnTo>
                  <a:lnTo>
                    <a:pt x="1860781" y="1352936"/>
                  </a:lnTo>
                  <a:lnTo>
                    <a:pt x="1866253" y="1352936"/>
                  </a:lnTo>
                  <a:lnTo>
                    <a:pt x="1866253" y="1352936"/>
                  </a:lnTo>
                  <a:lnTo>
                    <a:pt x="1871726" y="1352936"/>
                  </a:lnTo>
                  <a:lnTo>
                    <a:pt x="1871726" y="1352936"/>
                  </a:lnTo>
                  <a:lnTo>
                    <a:pt x="1877199" y="1352936"/>
                  </a:lnTo>
                  <a:lnTo>
                    <a:pt x="1877199" y="1352936"/>
                  </a:lnTo>
                  <a:lnTo>
                    <a:pt x="1882672" y="1352936"/>
                  </a:lnTo>
                  <a:lnTo>
                    <a:pt x="1882672" y="1352936"/>
                  </a:lnTo>
                  <a:lnTo>
                    <a:pt x="1888145" y="1352936"/>
                  </a:lnTo>
                  <a:lnTo>
                    <a:pt x="1888145" y="1352936"/>
                  </a:lnTo>
                  <a:lnTo>
                    <a:pt x="1893618" y="1352936"/>
                  </a:lnTo>
                  <a:lnTo>
                    <a:pt x="1893618" y="1352936"/>
                  </a:lnTo>
                  <a:lnTo>
                    <a:pt x="1899091" y="1352936"/>
                  </a:lnTo>
                  <a:lnTo>
                    <a:pt x="1899091" y="1336813"/>
                  </a:lnTo>
                  <a:lnTo>
                    <a:pt x="1904564" y="1336813"/>
                  </a:lnTo>
                  <a:lnTo>
                    <a:pt x="1904564" y="1336813"/>
                  </a:lnTo>
                  <a:lnTo>
                    <a:pt x="1910037" y="1336813"/>
                  </a:lnTo>
                  <a:lnTo>
                    <a:pt x="1910037" y="1336813"/>
                  </a:lnTo>
                  <a:lnTo>
                    <a:pt x="1915509" y="1336813"/>
                  </a:lnTo>
                  <a:lnTo>
                    <a:pt x="1915509" y="1320662"/>
                  </a:lnTo>
                  <a:lnTo>
                    <a:pt x="1920982" y="1320662"/>
                  </a:lnTo>
                  <a:lnTo>
                    <a:pt x="1920982" y="1320662"/>
                  </a:lnTo>
                  <a:lnTo>
                    <a:pt x="1926455" y="1320662"/>
                  </a:lnTo>
                  <a:lnTo>
                    <a:pt x="1926455" y="1320662"/>
                  </a:lnTo>
                  <a:lnTo>
                    <a:pt x="1931928" y="1320662"/>
                  </a:lnTo>
                  <a:lnTo>
                    <a:pt x="1931928" y="1320662"/>
                  </a:lnTo>
                  <a:lnTo>
                    <a:pt x="1937401" y="1320662"/>
                  </a:lnTo>
                  <a:lnTo>
                    <a:pt x="1937401" y="1320662"/>
                  </a:lnTo>
                  <a:lnTo>
                    <a:pt x="1942874" y="1320662"/>
                  </a:lnTo>
                  <a:lnTo>
                    <a:pt x="1942874" y="1320662"/>
                  </a:lnTo>
                  <a:lnTo>
                    <a:pt x="1948347" y="1320662"/>
                  </a:lnTo>
                  <a:lnTo>
                    <a:pt x="1948347" y="1320662"/>
                  </a:lnTo>
                  <a:lnTo>
                    <a:pt x="1953820" y="1320662"/>
                  </a:lnTo>
                  <a:lnTo>
                    <a:pt x="1953820" y="1272076"/>
                  </a:lnTo>
                  <a:lnTo>
                    <a:pt x="1959292" y="1272076"/>
                  </a:lnTo>
                  <a:lnTo>
                    <a:pt x="1959292" y="1272076"/>
                  </a:lnTo>
                  <a:lnTo>
                    <a:pt x="1964765" y="1272076"/>
                  </a:lnTo>
                  <a:lnTo>
                    <a:pt x="1964765" y="1272076"/>
                  </a:lnTo>
                  <a:lnTo>
                    <a:pt x="1970238" y="1272076"/>
                  </a:lnTo>
                  <a:lnTo>
                    <a:pt x="1970238" y="1272076"/>
                  </a:lnTo>
                  <a:lnTo>
                    <a:pt x="1975711" y="1272076"/>
                  </a:lnTo>
                  <a:lnTo>
                    <a:pt x="1975711" y="1272076"/>
                  </a:lnTo>
                  <a:lnTo>
                    <a:pt x="1981184" y="1272076"/>
                  </a:lnTo>
                  <a:lnTo>
                    <a:pt x="1981184" y="1272076"/>
                  </a:lnTo>
                  <a:lnTo>
                    <a:pt x="1986657" y="1272076"/>
                  </a:lnTo>
                  <a:lnTo>
                    <a:pt x="1986657" y="1255850"/>
                  </a:lnTo>
                  <a:lnTo>
                    <a:pt x="1992130" y="1255850"/>
                  </a:lnTo>
                  <a:lnTo>
                    <a:pt x="1992130" y="1255850"/>
                  </a:lnTo>
                  <a:lnTo>
                    <a:pt x="1997603" y="1255850"/>
                  </a:lnTo>
                  <a:lnTo>
                    <a:pt x="1997603" y="1255850"/>
                  </a:lnTo>
                  <a:lnTo>
                    <a:pt x="2003076" y="1255850"/>
                  </a:lnTo>
                  <a:lnTo>
                    <a:pt x="2003076" y="1255850"/>
                  </a:lnTo>
                  <a:lnTo>
                    <a:pt x="2008548" y="1255850"/>
                  </a:lnTo>
                  <a:lnTo>
                    <a:pt x="2008548" y="1255850"/>
                  </a:lnTo>
                  <a:lnTo>
                    <a:pt x="2014021" y="1255850"/>
                  </a:lnTo>
                  <a:lnTo>
                    <a:pt x="2014021" y="1255850"/>
                  </a:lnTo>
                  <a:lnTo>
                    <a:pt x="2019494" y="1255850"/>
                  </a:lnTo>
                  <a:lnTo>
                    <a:pt x="2019494" y="1255850"/>
                  </a:lnTo>
                  <a:lnTo>
                    <a:pt x="2024967" y="1255850"/>
                  </a:lnTo>
                  <a:lnTo>
                    <a:pt x="2024967" y="1255850"/>
                  </a:lnTo>
                  <a:lnTo>
                    <a:pt x="2030440" y="1255850"/>
                  </a:lnTo>
                  <a:lnTo>
                    <a:pt x="2030440" y="1255850"/>
                  </a:lnTo>
                  <a:lnTo>
                    <a:pt x="2035913" y="1255850"/>
                  </a:lnTo>
                  <a:lnTo>
                    <a:pt x="2035913" y="1255850"/>
                  </a:lnTo>
                  <a:lnTo>
                    <a:pt x="2041386" y="1255850"/>
                  </a:lnTo>
                  <a:lnTo>
                    <a:pt x="2041386" y="1255850"/>
                  </a:lnTo>
                  <a:lnTo>
                    <a:pt x="2046859" y="1255850"/>
                  </a:lnTo>
                  <a:lnTo>
                    <a:pt x="2046859" y="1255850"/>
                  </a:lnTo>
                  <a:lnTo>
                    <a:pt x="2052332" y="1255850"/>
                  </a:lnTo>
                  <a:lnTo>
                    <a:pt x="2052332" y="1255850"/>
                  </a:lnTo>
                  <a:lnTo>
                    <a:pt x="2057804" y="1255850"/>
                  </a:lnTo>
                  <a:lnTo>
                    <a:pt x="2057804" y="1255850"/>
                  </a:lnTo>
                  <a:lnTo>
                    <a:pt x="2063277" y="1255850"/>
                  </a:lnTo>
                  <a:lnTo>
                    <a:pt x="2063277" y="1255850"/>
                  </a:lnTo>
                  <a:lnTo>
                    <a:pt x="2068750" y="1255850"/>
                  </a:lnTo>
                  <a:lnTo>
                    <a:pt x="2068750" y="1255850"/>
                  </a:lnTo>
                  <a:lnTo>
                    <a:pt x="2074223" y="1255850"/>
                  </a:lnTo>
                  <a:lnTo>
                    <a:pt x="2074223" y="1255850"/>
                  </a:lnTo>
                  <a:lnTo>
                    <a:pt x="2079696" y="1255850"/>
                  </a:lnTo>
                  <a:lnTo>
                    <a:pt x="2079696" y="1255850"/>
                  </a:lnTo>
                  <a:lnTo>
                    <a:pt x="2085169" y="1255850"/>
                  </a:lnTo>
                  <a:lnTo>
                    <a:pt x="2085169" y="1255850"/>
                  </a:lnTo>
                  <a:lnTo>
                    <a:pt x="2090642" y="1255850"/>
                  </a:lnTo>
                  <a:lnTo>
                    <a:pt x="2090642" y="1255850"/>
                  </a:lnTo>
                  <a:lnTo>
                    <a:pt x="2096115" y="1255850"/>
                  </a:lnTo>
                  <a:lnTo>
                    <a:pt x="2096115" y="1239472"/>
                  </a:lnTo>
                  <a:lnTo>
                    <a:pt x="2101588" y="1239472"/>
                  </a:lnTo>
                  <a:lnTo>
                    <a:pt x="2101588" y="1239472"/>
                  </a:lnTo>
                  <a:lnTo>
                    <a:pt x="2107060" y="1239472"/>
                  </a:lnTo>
                  <a:lnTo>
                    <a:pt x="2107060" y="1223093"/>
                  </a:lnTo>
                  <a:lnTo>
                    <a:pt x="2112533" y="1223093"/>
                  </a:lnTo>
                  <a:lnTo>
                    <a:pt x="2112533" y="1206715"/>
                  </a:lnTo>
                  <a:lnTo>
                    <a:pt x="2118006" y="1206715"/>
                  </a:lnTo>
                  <a:lnTo>
                    <a:pt x="2118006" y="1206715"/>
                  </a:lnTo>
                  <a:lnTo>
                    <a:pt x="2123479" y="1206715"/>
                  </a:lnTo>
                  <a:lnTo>
                    <a:pt x="2123479" y="1206715"/>
                  </a:lnTo>
                  <a:lnTo>
                    <a:pt x="2128952" y="1206715"/>
                  </a:lnTo>
                  <a:lnTo>
                    <a:pt x="2128952" y="1206715"/>
                  </a:lnTo>
                  <a:lnTo>
                    <a:pt x="2134425" y="1206715"/>
                  </a:lnTo>
                  <a:lnTo>
                    <a:pt x="2134425" y="1190336"/>
                  </a:lnTo>
                  <a:lnTo>
                    <a:pt x="2139898" y="1190336"/>
                  </a:lnTo>
                  <a:lnTo>
                    <a:pt x="2139898" y="1190336"/>
                  </a:lnTo>
                  <a:lnTo>
                    <a:pt x="2145371" y="1190336"/>
                  </a:lnTo>
                  <a:lnTo>
                    <a:pt x="2145371" y="1173957"/>
                  </a:lnTo>
                  <a:lnTo>
                    <a:pt x="2150843" y="1173957"/>
                  </a:lnTo>
                  <a:lnTo>
                    <a:pt x="2150843" y="1173957"/>
                  </a:lnTo>
                  <a:lnTo>
                    <a:pt x="2156316" y="1173957"/>
                  </a:lnTo>
                  <a:lnTo>
                    <a:pt x="2156316" y="1173957"/>
                  </a:lnTo>
                  <a:lnTo>
                    <a:pt x="2161789" y="1173957"/>
                  </a:lnTo>
                  <a:lnTo>
                    <a:pt x="2161789" y="1157579"/>
                  </a:lnTo>
                  <a:lnTo>
                    <a:pt x="2167262" y="1157579"/>
                  </a:lnTo>
                  <a:lnTo>
                    <a:pt x="2167262" y="1157579"/>
                  </a:lnTo>
                  <a:lnTo>
                    <a:pt x="2172735" y="1157579"/>
                  </a:lnTo>
                  <a:lnTo>
                    <a:pt x="2172735" y="1157579"/>
                  </a:lnTo>
                  <a:lnTo>
                    <a:pt x="2178208" y="1157579"/>
                  </a:lnTo>
                  <a:lnTo>
                    <a:pt x="2178208" y="1157579"/>
                  </a:lnTo>
                  <a:lnTo>
                    <a:pt x="2183681" y="1157579"/>
                  </a:lnTo>
                  <a:lnTo>
                    <a:pt x="2183681" y="1141200"/>
                  </a:lnTo>
                  <a:lnTo>
                    <a:pt x="2189154" y="1141200"/>
                  </a:lnTo>
                  <a:lnTo>
                    <a:pt x="2189154" y="1141200"/>
                  </a:lnTo>
                  <a:lnTo>
                    <a:pt x="2194627" y="1141200"/>
                  </a:lnTo>
                  <a:lnTo>
                    <a:pt x="2194627" y="1124789"/>
                  </a:lnTo>
                  <a:lnTo>
                    <a:pt x="2200099" y="1124789"/>
                  </a:lnTo>
                  <a:lnTo>
                    <a:pt x="2200099" y="1124789"/>
                  </a:lnTo>
                  <a:lnTo>
                    <a:pt x="2205572" y="1124789"/>
                  </a:lnTo>
                  <a:lnTo>
                    <a:pt x="2205572" y="1124789"/>
                  </a:lnTo>
                  <a:lnTo>
                    <a:pt x="2211045" y="1124789"/>
                  </a:lnTo>
                  <a:lnTo>
                    <a:pt x="2211045" y="1124789"/>
                  </a:lnTo>
                  <a:lnTo>
                    <a:pt x="2216518" y="1124789"/>
                  </a:lnTo>
                  <a:lnTo>
                    <a:pt x="2216518" y="1124789"/>
                  </a:lnTo>
                  <a:lnTo>
                    <a:pt x="2221991" y="1124789"/>
                  </a:lnTo>
                  <a:lnTo>
                    <a:pt x="2221991" y="1124789"/>
                  </a:lnTo>
                  <a:lnTo>
                    <a:pt x="2227464" y="1124789"/>
                  </a:lnTo>
                  <a:lnTo>
                    <a:pt x="2227464" y="1124789"/>
                  </a:lnTo>
                  <a:lnTo>
                    <a:pt x="2232937" y="1124789"/>
                  </a:lnTo>
                  <a:lnTo>
                    <a:pt x="2232937" y="1124789"/>
                  </a:lnTo>
                  <a:lnTo>
                    <a:pt x="2238410" y="1124789"/>
                  </a:lnTo>
                  <a:lnTo>
                    <a:pt x="2238410" y="1124789"/>
                  </a:lnTo>
                  <a:lnTo>
                    <a:pt x="2243883" y="1124789"/>
                  </a:lnTo>
                  <a:lnTo>
                    <a:pt x="2243883" y="1124789"/>
                  </a:lnTo>
                  <a:lnTo>
                    <a:pt x="2249355" y="1124789"/>
                  </a:lnTo>
                  <a:lnTo>
                    <a:pt x="2249355" y="1124789"/>
                  </a:lnTo>
                  <a:lnTo>
                    <a:pt x="2254828" y="1124789"/>
                  </a:lnTo>
                  <a:lnTo>
                    <a:pt x="2254828" y="1124789"/>
                  </a:lnTo>
                  <a:lnTo>
                    <a:pt x="2260301" y="1124789"/>
                  </a:lnTo>
                  <a:lnTo>
                    <a:pt x="2260301" y="1108311"/>
                  </a:lnTo>
                  <a:lnTo>
                    <a:pt x="2265774" y="1108311"/>
                  </a:lnTo>
                  <a:lnTo>
                    <a:pt x="2265774" y="1075356"/>
                  </a:lnTo>
                  <a:lnTo>
                    <a:pt x="2271247" y="1075356"/>
                  </a:lnTo>
                  <a:lnTo>
                    <a:pt x="2271247" y="1075356"/>
                  </a:lnTo>
                  <a:lnTo>
                    <a:pt x="2276720" y="1075356"/>
                  </a:lnTo>
                  <a:lnTo>
                    <a:pt x="2276720" y="1075356"/>
                  </a:lnTo>
                  <a:lnTo>
                    <a:pt x="2282193" y="1075356"/>
                  </a:lnTo>
                  <a:lnTo>
                    <a:pt x="2282193" y="1075356"/>
                  </a:lnTo>
                  <a:lnTo>
                    <a:pt x="2287666" y="1075356"/>
                  </a:lnTo>
                  <a:lnTo>
                    <a:pt x="2287666" y="1075356"/>
                  </a:lnTo>
                  <a:lnTo>
                    <a:pt x="2293138" y="1075356"/>
                  </a:lnTo>
                  <a:lnTo>
                    <a:pt x="2293138" y="1075356"/>
                  </a:lnTo>
                  <a:lnTo>
                    <a:pt x="2298611" y="1075356"/>
                  </a:lnTo>
                  <a:lnTo>
                    <a:pt x="2298611" y="1075356"/>
                  </a:lnTo>
                  <a:lnTo>
                    <a:pt x="2304084" y="1075356"/>
                  </a:lnTo>
                  <a:lnTo>
                    <a:pt x="2304084" y="1075356"/>
                  </a:lnTo>
                  <a:lnTo>
                    <a:pt x="2309557" y="1075356"/>
                  </a:lnTo>
                  <a:lnTo>
                    <a:pt x="2309557" y="1075356"/>
                  </a:lnTo>
                  <a:lnTo>
                    <a:pt x="2315030" y="1075356"/>
                  </a:lnTo>
                  <a:lnTo>
                    <a:pt x="2315030" y="1075356"/>
                  </a:lnTo>
                  <a:lnTo>
                    <a:pt x="2320503" y="1075356"/>
                  </a:lnTo>
                  <a:lnTo>
                    <a:pt x="2320503" y="1075356"/>
                  </a:lnTo>
                  <a:lnTo>
                    <a:pt x="2325976" y="1075356"/>
                  </a:lnTo>
                  <a:lnTo>
                    <a:pt x="2325976" y="1075356"/>
                  </a:lnTo>
                  <a:lnTo>
                    <a:pt x="2331449" y="1075356"/>
                  </a:lnTo>
                  <a:lnTo>
                    <a:pt x="2331449" y="1075356"/>
                  </a:lnTo>
                  <a:lnTo>
                    <a:pt x="2336922" y="1075356"/>
                  </a:lnTo>
                  <a:lnTo>
                    <a:pt x="2336922" y="1075356"/>
                  </a:lnTo>
                  <a:lnTo>
                    <a:pt x="2342394" y="1075356"/>
                  </a:lnTo>
                  <a:lnTo>
                    <a:pt x="2342394" y="1075356"/>
                  </a:lnTo>
                  <a:lnTo>
                    <a:pt x="2347867" y="1075356"/>
                  </a:lnTo>
                  <a:lnTo>
                    <a:pt x="2347867" y="1075356"/>
                  </a:lnTo>
                  <a:lnTo>
                    <a:pt x="2353340" y="1075356"/>
                  </a:lnTo>
                  <a:lnTo>
                    <a:pt x="2353340" y="1075356"/>
                  </a:lnTo>
                  <a:lnTo>
                    <a:pt x="2358813" y="1075356"/>
                  </a:lnTo>
                  <a:lnTo>
                    <a:pt x="2358813" y="1075356"/>
                  </a:lnTo>
                  <a:lnTo>
                    <a:pt x="2364286" y="1075356"/>
                  </a:lnTo>
                  <a:lnTo>
                    <a:pt x="2364286" y="1058827"/>
                  </a:lnTo>
                  <a:lnTo>
                    <a:pt x="2369759" y="1058827"/>
                  </a:lnTo>
                  <a:lnTo>
                    <a:pt x="2369759" y="1042298"/>
                  </a:lnTo>
                  <a:lnTo>
                    <a:pt x="2375232" y="1042298"/>
                  </a:lnTo>
                  <a:lnTo>
                    <a:pt x="2375232" y="1025769"/>
                  </a:lnTo>
                  <a:lnTo>
                    <a:pt x="2380705" y="1025769"/>
                  </a:lnTo>
                  <a:lnTo>
                    <a:pt x="2380705" y="1025769"/>
                  </a:lnTo>
                  <a:lnTo>
                    <a:pt x="2386178" y="1025769"/>
                  </a:lnTo>
                  <a:lnTo>
                    <a:pt x="2386178" y="1025769"/>
                  </a:lnTo>
                  <a:lnTo>
                    <a:pt x="2391650" y="1025769"/>
                  </a:lnTo>
                  <a:lnTo>
                    <a:pt x="2391650" y="1025769"/>
                  </a:lnTo>
                  <a:lnTo>
                    <a:pt x="2397123" y="1025769"/>
                  </a:lnTo>
                  <a:lnTo>
                    <a:pt x="2397123" y="1025769"/>
                  </a:lnTo>
                  <a:lnTo>
                    <a:pt x="2402596" y="1025769"/>
                  </a:lnTo>
                  <a:lnTo>
                    <a:pt x="2402596" y="1025769"/>
                  </a:lnTo>
                  <a:lnTo>
                    <a:pt x="2408069" y="1025769"/>
                  </a:lnTo>
                  <a:lnTo>
                    <a:pt x="2408069" y="1025769"/>
                  </a:lnTo>
                  <a:lnTo>
                    <a:pt x="2413542" y="1025769"/>
                  </a:lnTo>
                  <a:lnTo>
                    <a:pt x="2413542" y="1009222"/>
                  </a:lnTo>
                  <a:lnTo>
                    <a:pt x="2419015" y="1009222"/>
                  </a:lnTo>
                  <a:lnTo>
                    <a:pt x="2419015" y="1009222"/>
                  </a:lnTo>
                  <a:lnTo>
                    <a:pt x="2424488" y="1009222"/>
                  </a:lnTo>
                  <a:lnTo>
                    <a:pt x="2424488" y="1009222"/>
                  </a:lnTo>
                  <a:lnTo>
                    <a:pt x="2429961" y="1009222"/>
                  </a:lnTo>
                  <a:lnTo>
                    <a:pt x="2429961" y="992639"/>
                  </a:lnTo>
                  <a:lnTo>
                    <a:pt x="2435434" y="992639"/>
                  </a:lnTo>
                  <a:lnTo>
                    <a:pt x="2435434" y="992639"/>
                  </a:lnTo>
                  <a:lnTo>
                    <a:pt x="2440906" y="992639"/>
                  </a:lnTo>
                  <a:lnTo>
                    <a:pt x="2440906" y="992639"/>
                  </a:lnTo>
                  <a:lnTo>
                    <a:pt x="2446379" y="992639"/>
                  </a:lnTo>
                  <a:lnTo>
                    <a:pt x="2446379" y="992639"/>
                  </a:lnTo>
                  <a:lnTo>
                    <a:pt x="2451852" y="992639"/>
                  </a:lnTo>
                  <a:lnTo>
                    <a:pt x="2451852" y="976056"/>
                  </a:lnTo>
                  <a:lnTo>
                    <a:pt x="2457325" y="976056"/>
                  </a:lnTo>
                  <a:lnTo>
                    <a:pt x="2457325" y="976056"/>
                  </a:lnTo>
                  <a:lnTo>
                    <a:pt x="2462798" y="976056"/>
                  </a:lnTo>
                  <a:lnTo>
                    <a:pt x="2462798" y="976056"/>
                  </a:lnTo>
                  <a:lnTo>
                    <a:pt x="2468271" y="976056"/>
                  </a:lnTo>
                  <a:lnTo>
                    <a:pt x="2468271" y="976056"/>
                  </a:lnTo>
                  <a:lnTo>
                    <a:pt x="2473744" y="976056"/>
                  </a:lnTo>
                  <a:lnTo>
                    <a:pt x="2473744" y="976056"/>
                  </a:lnTo>
                  <a:lnTo>
                    <a:pt x="2479217" y="976056"/>
                  </a:lnTo>
                  <a:lnTo>
                    <a:pt x="2479217" y="976056"/>
                  </a:lnTo>
                  <a:lnTo>
                    <a:pt x="2484689" y="976056"/>
                  </a:lnTo>
                  <a:lnTo>
                    <a:pt x="2484689" y="976056"/>
                  </a:lnTo>
                  <a:lnTo>
                    <a:pt x="2490162" y="976056"/>
                  </a:lnTo>
                  <a:lnTo>
                    <a:pt x="2490162" y="976056"/>
                  </a:lnTo>
                  <a:lnTo>
                    <a:pt x="2495635" y="976056"/>
                  </a:lnTo>
                  <a:lnTo>
                    <a:pt x="2495635" y="959382"/>
                  </a:lnTo>
                  <a:lnTo>
                    <a:pt x="2501108" y="959382"/>
                  </a:lnTo>
                  <a:lnTo>
                    <a:pt x="2501108" y="959382"/>
                  </a:lnTo>
                  <a:lnTo>
                    <a:pt x="2506581" y="959382"/>
                  </a:lnTo>
                  <a:lnTo>
                    <a:pt x="2506581" y="959382"/>
                  </a:lnTo>
                  <a:lnTo>
                    <a:pt x="2512054" y="959382"/>
                  </a:lnTo>
                  <a:lnTo>
                    <a:pt x="2512054" y="959382"/>
                  </a:lnTo>
                  <a:lnTo>
                    <a:pt x="2517527" y="959382"/>
                  </a:lnTo>
                  <a:lnTo>
                    <a:pt x="2517527" y="959382"/>
                  </a:lnTo>
                  <a:lnTo>
                    <a:pt x="2523000" y="959382"/>
                  </a:lnTo>
                  <a:lnTo>
                    <a:pt x="2523000" y="959382"/>
                  </a:lnTo>
                  <a:lnTo>
                    <a:pt x="2528473" y="959382"/>
                  </a:lnTo>
                  <a:lnTo>
                    <a:pt x="2528473" y="942707"/>
                  </a:lnTo>
                  <a:lnTo>
                    <a:pt x="2533945" y="942707"/>
                  </a:lnTo>
                  <a:lnTo>
                    <a:pt x="2533945" y="942707"/>
                  </a:lnTo>
                  <a:lnTo>
                    <a:pt x="2539418" y="942707"/>
                  </a:lnTo>
                  <a:lnTo>
                    <a:pt x="2539418" y="942707"/>
                  </a:lnTo>
                  <a:lnTo>
                    <a:pt x="2544891" y="942707"/>
                  </a:lnTo>
                  <a:lnTo>
                    <a:pt x="2544891" y="926014"/>
                  </a:lnTo>
                  <a:lnTo>
                    <a:pt x="2550364" y="926014"/>
                  </a:lnTo>
                  <a:lnTo>
                    <a:pt x="2550364" y="926014"/>
                  </a:lnTo>
                  <a:lnTo>
                    <a:pt x="2555837" y="926014"/>
                  </a:lnTo>
                  <a:lnTo>
                    <a:pt x="2555837" y="926014"/>
                  </a:lnTo>
                  <a:lnTo>
                    <a:pt x="2561310" y="926014"/>
                  </a:lnTo>
                  <a:lnTo>
                    <a:pt x="2561310" y="926014"/>
                  </a:lnTo>
                  <a:lnTo>
                    <a:pt x="2566783" y="926014"/>
                  </a:lnTo>
                  <a:lnTo>
                    <a:pt x="2566783" y="926014"/>
                  </a:lnTo>
                  <a:lnTo>
                    <a:pt x="2572256" y="926014"/>
                  </a:lnTo>
                  <a:lnTo>
                    <a:pt x="2572256" y="926014"/>
                  </a:lnTo>
                  <a:lnTo>
                    <a:pt x="2577729" y="926014"/>
                  </a:lnTo>
                  <a:lnTo>
                    <a:pt x="2577729" y="926014"/>
                  </a:lnTo>
                  <a:lnTo>
                    <a:pt x="2583201" y="926014"/>
                  </a:lnTo>
                  <a:lnTo>
                    <a:pt x="2583201" y="909283"/>
                  </a:lnTo>
                  <a:lnTo>
                    <a:pt x="2588674" y="909283"/>
                  </a:lnTo>
                  <a:lnTo>
                    <a:pt x="2588674" y="909283"/>
                  </a:lnTo>
                  <a:lnTo>
                    <a:pt x="2594147" y="909283"/>
                  </a:lnTo>
                  <a:lnTo>
                    <a:pt x="2594147" y="909283"/>
                  </a:lnTo>
                  <a:lnTo>
                    <a:pt x="2599620" y="909283"/>
                  </a:lnTo>
                  <a:lnTo>
                    <a:pt x="2599620" y="909283"/>
                  </a:lnTo>
                  <a:lnTo>
                    <a:pt x="2605093" y="909283"/>
                  </a:lnTo>
                  <a:lnTo>
                    <a:pt x="2605093" y="909283"/>
                  </a:lnTo>
                  <a:lnTo>
                    <a:pt x="2610566" y="909283"/>
                  </a:lnTo>
                  <a:lnTo>
                    <a:pt x="2610566" y="909283"/>
                  </a:lnTo>
                  <a:lnTo>
                    <a:pt x="2616039" y="909283"/>
                  </a:lnTo>
                  <a:lnTo>
                    <a:pt x="2616039" y="909283"/>
                  </a:lnTo>
                  <a:lnTo>
                    <a:pt x="2621512" y="909283"/>
                  </a:lnTo>
                  <a:lnTo>
                    <a:pt x="2621512" y="909283"/>
                  </a:lnTo>
                  <a:lnTo>
                    <a:pt x="2626985" y="909283"/>
                  </a:lnTo>
                  <a:lnTo>
                    <a:pt x="2626985" y="909283"/>
                  </a:lnTo>
                  <a:lnTo>
                    <a:pt x="2632457" y="909283"/>
                  </a:lnTo>
                  <a:lnTo>
                    <a:pt x="2632457" y="909283"/>
                  </a:lnTo>
                  <a:lnTo>
                    <a:pt x="2637930" y="909283"/>
                  </a:lnTo>
                  <a:lnTo>
                    <a:pt x="2637930" y="909283"/>
                  </a:lnTo>
                  <a:lnTo>
                    <a:pt x="2643403" y="909283"/>
                  </a:lnTo>
                  <a:lnTo>
                    <a:pt x="2643403" y="909283"/>
                  </a:lnTo>
                  <a:lnTo>
                    <a:pt x="2648876" y="909283"/>
                  </a:lnTo>
                  <a:lnTo>
                    <a:pt x="2648876" y="909283"/>
                  </a:lnTo>
                  <a:lnTo>
                    <a:pt x="2654349" y="909283"/>
                  </a:lnTo>
                  <a:lnTo>
                    <a:pt x="2654349" y="909283"/>
                  </a:lnTo>
                  <a:lnTo>
                    <a:pt x="2659822" y="909283"/>
                  </a:lnTo>
                  <a:lnTo>
                    <a:pt x="2659822" y="909283"/>
                  </a:lnTo>
                  <a:lnTo>
                    <a:pt x="2665295" y="909283"/>
                  </a:lnTo>
                  <a:lnTo>
                    <a:pt x="2665295" y="909283"/>
                  </a:lnTo>
                  <a:lnTo>
                    <a:pt x="2670768" y="909283"/>
                  </a:lnTo>
                  <a:lnTo>
                    <a:pt x="2670768" y="909283"/>
                  </a:lnTo>
                  <a:lnTo>
                    <a:pt x="2676240" y="909283"/>
                  </a:lnTo>
                  <a:lnTo>
                    <a:pt x="2676240" y="909283"/>
                  </a:lnTo>
                  <a:lnTo>
                    <a:pt x="2681713" y="909283"/>
                  </a:lnTo>
                  <a:lnTo>
                    <a:pt x="2681713" y="909283"/>
                  </a:lnTo>
                  <a:lnTo>
                    <a:pt x="2687186" y="909283"/>
                  </a:lnTo>
                  <a:lnTo>
                    <a:pt x="2687186" y="909283"/>
                  </a:lnTo>
                  <a:lnTo>
                    <a:pt x="2692659" y="909283"/>
                  </a:lnTo>
                  <a:lnTo>
                    <a:pt x="2692659" y="892493"/>
                  </a:lnTo>
                  <a:lnTo>
                    <a:pt x="2698132" y="892493"/>
                  </a:lnTo>
                  <a:lnTo>
                    <a:pt x="2698132" y="892493"/>
                  </a:lnTo>
                  <a:lnTo>
                    <a:pt x="2703605" y="892493"/>
                  </a:lnTo>
                  <a:lnTo>
                    <a:pt x="2703605" y="892493"/>
                  </a:lnTo>
                  <a:lnTo>
                    <a:pt x="2709078" y="892493"/>
                  </a:lnTo>
                  <a:lnTo>
                    <a:pt x="2709078" y="892493"/>
                  </a:lnTo>
                  <a:lnTo>
                    <a:pt x="2714551" y="892493"/>
                  </a:lnTo>
                  <a:lnTo>
                    <a:pt x="2714551" y="892493"/>
                  </a:lnTo>
                  <a:lnTo>
                    <a:pt x="2720024" y="892493"/>
                  </a:lnTo>
                  <a:lnTo>
                    <a:pt x="2720024" y="892493"/>
                  </a:lnTo>
                  <a:lnTo>
                    <a:pt x="2725496" y="892493"/>
                  </a:lnTo>
                  <a:lnTo>
                    <a:pt x="2725496" y="892493"/>
                  </a:lnTo>
                  <a:lnTo>
                    <a:pt x="2730969" y="892493"/>
                  </a:lnTo>
                  <a:lnTo>
                    <a:pt x="2730969" y="892493"/>
                  </a:lnTo>
                  <a:lnTo>
                    <a:pt x="2736442" y="892493"/>
                  </a:lnTo>
                  <a:lnTo>
                    <a:pt x="2736442" y="875663"/>
                  </a:lnTo>
                  <a:lnTo>
                    <a:pt x="2741915" y="875663"/>
                  </a:lnTo>
                  <a:lnTo>
                    <a:pt x="2741915" y="858833"/>
                  </a:lnTo>
                  <a:lnTo>
                    <a:pt x="2747388" y="858833"/>
                  </a:lnTo>
                  <a:lnTo>
                    <a:pt x="2747388" y="858833"/>
                  </a:lnTo>
                  <a:lnTo>
                    <a:pt x="2752861" y="858833"/>
                  </a:lnTo>
                  <a:lnTo>
                    <a:pt x="2752861" y="858833"/>
                  </a:lnTo>
                  <a:lnTo>
                    <a:pt x="2758334" y="858833"/>
                  </a:lnTo>
                  <a:lnTo>
                    <a:pt x="2758334" y="858833"/>
                  </a:lnTo>
                  <a:lnTo>
                    <a:pt x="2763807" y="858833"/>
                  </a:lnTo>
                  <a:lnTo>
                    <a:pt x="2763807" y="858833"/>
                  </a:lnTo>
                  <a:lnTo>
                    <a:pt x="2769280" y="858833"/>
                  </a:lnTo>
                  <a:lnTo>
                    <a:pt x="2769280" y="858833"/>
                  </a:lnTo>
                  <a:lnTo>
                    <a:pt x="2774752" y="858833"/>
                  </a:lnTo>
                  <a:lnTo>
                    <a:pt x="2774752" y="858833"/>
                  </a:lnTo>
                  <a:lnTo>
                    <a:pt x="2780225" y="858833"/>
                  </a:lnTo>
                  <a:lnTo>
                    <a:pt x="2780225" y="858833"/>
                  </a:lnTo>
                  <a:lnTo>
                    <a:pt x="2785698" y="858833"/>
                  </a:lnTo>
                  <a:lnTo>
                    <a:pt x="2785698" y="858833"/>
                  </a:lnTo>
                  <a:lnTo>
                    <a:pt x="2791171" y="858833"/>
                  </a:lnTo>
                  <a:lnTo>
                    <a:pt x="2791171" y="858833"/>
                  </a:lnTo>
                  <a:lnTo>
                    <a:pt x="2796644" y="858833"/>
                  </a:lnTo>
                  <a:lnTo>
                    <a:pt x="2796644" y="858833"/>
                  </a:lnTo>
                  <a:lnTo>
                    <a:pt x="2802117" y="858833"/>
                  </a:lnTo>
                  <a:lnTo>
                    <a:pt x="2802117" y="858833"/>
                  </a:lnTo>
                  <a:lnTo>
                    <a:pt x="2807590" y="858833"/>
                  </a:lnTo>
                  <a:lnTo>
                    <a:pt x="2807590" y="858833"/>
                  </a:lnTo>
                  <a:lnTo>
                    <a:pt x="2813063" y="858833"/>
                  </a:lnTo>
                  <a:lnTo>
                    <a:pt x="2813063" y="858833"/>
                  </a:lnTo>
                  <a:lnTo>
                    <a:pt x="2818535" y="858833"/>
                  </a:lnTo>
                  <a:lnTo>
                    <a:pt x="2818535" y="858833"/>
                  </a:lnTo>
                  <a:lnTo>
                    <a:pt x="2824008" y="858833"/>
                  </a:lnTo>
                  <a:lnTo>
                    <a:pt x="2824008" y="858833"/>
                  </a:lnTo>
                  <a:lnTo>
                    <a:pt x="2829481" y="858833"/>
                  </a:lnTo>
                  <a:lnTo>
                    <a:pt x="2829481" y="858833"/>
                  </a:lnTo>
                  <a:lnTo>
                    <a:pt x="2834954" y="858833"/>
                  </a:lnTo>
                  <a:lnTo>
                    <a:pt x="2834954" y="825133"/>
                  </a:lnTo>
                  <a:lnTo>
                    <a:pt x="2840427" y="825133"/>
                  </a:lnTo>
                  <a:lnTo>
                    <a:pt x="2840427" y="825133"/>
                  </a:lnTo>
                  <a:lnTo>
                    <a:pt x="2845900" y="825133"/>
                  </a:lnTo>
                  <a:lnTo>
                    <a:pt x="2845900" y="825133"/>
                  </a:lnTo>
                  <a:lnTo>
                    <a:pt x="2851373" y="825133"/>
                  </a:lnTo>
                  <a:lnTo>
                    <a:pt x="2851373" y="825133"/>
                  </a:lnTo>
                  <a:lnTo>
                    <a:pt x="2856846" y="825133"/>
                  </a:lnTo>
                  <a:lnTo>
                    <a:pt x="2856846" y="825133"/>
                  </a:lnTo>
                  <a:lnTo>
                    <a:pt x="2862319" y="825133"/>
                  </a:lnTo>
                  <a:lnTo>
                    <a:pt x="2862319" y="825133"/>
                  </a:lnTo>
                  <a:lnTo>
                    <a:pt x="2867791" y="825133"/>
                  </a:lnTo>
                  <a:lnTo>
                    <a:pt x="2867791" y="825133"/>
                  </a:lnTo>
                  <a:lnTo>
                    <a:pt x="2873264" y="825133"/>
                  </a:lnTo>
                  <a:lnTo>
                    <a:pt x="2873264" y="825133"/>
                  </a:lnTo>
                  <a:lnTo>
                    <a:pt x="2878737" y="825133"/>
                  </a:lnTo>
                  <a:lnTo>
                    <a:pt x="2878737" y="808219"/>
                  </a:lnTo>
                  <a:lnTo>
                    <a:pt x="2884210" y="808219"/>
                  </a:lnTo>
                  <a:lnTo>
                    <a:pt x="2884210" y="808219"/>
                  </a:lnTo>
                  <a:lnTo>
                    <a:pt x="2889683" y="808219"/>
                  </a:lnTo>
                  <a:lnTo>
                    <a:pt x="2889683" y="808219"/>
                  </a:lnTo>
                  <a:lnTo>
                    <a:pt x="2895156" y="808219"/>
                  </a:lnTo>
                  <a:lnTo>
                    <a:pt x="2895156" y="808219"/>
                  </a:lnTo>
                  <a:lnTo>
                    <a:pt x="2900629" y="808219"/>
                  </a:lnTo>
                  <a:lnTo>
                    <a:pt x="2900629" y="808219"/>
                  </a:lnTo>
                  <a:lnTo>
                    <a:pt x="2906102" y="808219"/>
                  </a:lnTo>
                  <a:lnTo>
                    <a:pt x="2906102" y="808219"/>
                  </a:lnTo>
                  <a:lnTo>
                    <a:pt x="2911575" y="808219"/>
                  </a:lnTo>
                  <a:lnTo>
                    <a:pt x="2911575" y="791262"/>
                  </a:lnTo>
                  <a:lnTo>
                    <a:pt x="2917047" y="791262"/>
                  </a:lnTo>
                  <a:lnTo>
                    <a:pt x="2917047" y="791262"/>
                  </a:lnTo>
                  <a:lnTo>
                    <a:pt x="2922520" y="791262"/>
                  </a:lnTo>
                  <a:lnTo>
                    <a:pt x="2922520" y="791262"/>
                  </a:lnTo>
                  <a:lnTo>
                    <a:pt x="2927993" y="791262"/>
                  </a:lnTo>
                  <a:lnTo>
                    <a:pt x="2927993" y="774261"/>
                  </a:lnTo>
                  <a:lnTo>
                    <a:pt x="2933466" y="774261"/>
                  </a:lnTo>
                  <a:lnTo>
                    <a:pt x="2933466" y="757238"/>
                  </a:lnTo>
                  <a:lnTo>
                    <a:pt x="2938939" y="757238"/>
                  </a:lnTo>
                  <a:lnTo>
                    <a:pt x="2938939" y="757238"/>
                  </a:lnTo>
                  <a:lnTo>
                    <a:pt x="2944412" y="757238"/>
                  </a:lnTo>
                  <a:lnTo>
                    <a:pt x="2944412" y="757238"/>
                  </a:lnTo>
                  <a:lnTo>
                    <a:pt x="2949885" y="757238"/>
                  </a:lnTo>
                  <a:lnTo>
                    <a:pt x="2949885" y="757238"/>
                  </a:lnTo>
                  <a:lnTo>
                    <a:pt x="2955358" y="757238"/>
                  </a:lnTo>
                  <a:lnTo>
                    <a:pt x="2955358" y="757238"/>
                  </a:lnTo>
                  <a:lnTo>
                    <a:pt x="2960831" y="757238"/>
                  </a:lnTo>
                  <a:lnTo>
                    <a:pt x="2960831" y="757238"/>
                  </a:lnTo>
                  <a:lnTo>
                    <a:pt x="2966303" y="757238"/>
                  </a:lnTo>
                  <a:lnTo>
                    <a:pt x="2966303" y="757238"/>
                  </a:lnTo>
                  <a:lnTo>
                    <a:pt x="2971776" y="757238"/>
                  </a:lnTo>
                  <a:lnTo>
                    <a:pt x="2971776" y="757238"/>
                  </a:lnTo>
                  <a:lnTo>
                    <a:pt x="2977249" y="757238"/>
                  </a:lnTo>
                  <a:lnTo>
                    <a:pt x="2977249" y="757238"/>
                  </a:lnTo>
                  <a:lnTo>
                    <a:pt x="2982722" y="757238"/>
                  </a:lnTo>
                  <a:lnTo>
                    <a:pt x="2982722" y="757238"/>
                  </a:lnTo>
                  <a:lnTo>
                    <a:pt x="2988195" y="757238"/>
                  </a:lnTo>
                  <a:lnTo>
                    <a:pt x="2988195" y="757238"/>
                  </a:lnTo>
                  <a:lnTo>
                    <a:pt x="2993668" y="757238"/>
                  </a:lnTo>
                  <a:lnTo>
                    <a:pt x="2993668" y="757238"/>
                  </a:lnTo>
                  <a:lnTo>
                    <a:pt x="2999141" y="757238"/>
                  </a:lnTo>
                  <a:lnTo>
                    <a:pt x="2999141" y="757238"/>
                  </a:lnTo>
                  <a:lnTo>
                    <a:pt x="3004614" y="757238"/>
                  </a:lnTo>
                  <a:lnTo>
                    <a:pt x="3004614" y="757238"/>
                  </a:lnTo>
                  <a:lnTo>
                    <a:pt x="3010086" y="757238"/>
                  </a:lnTo>
                  <a:lnTo>
                    <a:pt x="3010086" y="757238"/>
                  </a:lnTo>
                  <a:lnTo>
                    <a:pt x="3015559" y="757238"/>
                  </a:lnTo>
                  <a:lnTo>
                    <a:pt x="3015559" y="757238"/>
                  </a:lnTo>
                  <a:lnTo>
                    <a:pt x="3021032" y="757238"/>
                  </a:lnTo>
                  <a:lnTo>
                    <a:pt x="3021032" y="740125"/>
                  </a:lnTo>
                  <a:lnTo>
                    <a:pt x="3026505" y="740125"/>
                  </a:lnTo>
                  <a:lnTo>
                    <a:pt x="3026505" y="740125"/>
                  </a:lnTo>
                  <a:lnTo>
                    <a:pt x="3031978" y="740125"/>
                  </a:lnTo>
                  <a:lnTo>
                    <a:pt x="3031978" y="740125"/>
                  </a:lnTo>
                  <a:lnTo>
                    <a:pt x="3037451" y="740125"/>
                  </a:lnTo>
                  <a:lnTo>
                    <a:pt x="3037451" y="740125"/>
                  </a:lnTo>
                  <a:lnTo>
                    <a:pt x="3042924" y="740125"/>
                  </a:lnTo>
                  <a:lnTo>
                    <a:pt x="3042924" y="740125"/>
                  </a:lnTo>
                  <a:lnTo>
                    <a:pt x="3048397" y="740125"/>
                  </a:lnTo>
                  <a:lnTo>
                    <a:pt x="3048397" y="740125"/>
                  </a:lnTo>
                  <a:lnTo>
                    <a:pt x="3053870" y="740125"/>
                  </a:lnTo>
                  <a:lnTo>
                    <a:pt x="3053870" y="740125"/>
                  </a:lnTo>
                  <a:lnTo>
                    <a:pt x="3059342" y="740125"/>
                  </a:lnTo>
                  <a:lnTo>
                    <a:pt x="3059342" y="740125"/>
                  </a:lnTo>
                  <a:lnTo>
                    <a:pt x="3064815" y="740125"/>
                  </a:lnTo>
                  <a:lnTo>
                    <a:pt x="3064815" y="740125"/>
                  </a:lnTo>
                  <a:lnTo>
                    <a:pt x="3070288" y="740125"/>
                  </a:lnTo>
                  <a:lnTo>
                    <a:pt x="3070288" y="740125"/>
                  </a:lnTo>
                  <a:lnTo>
                    <a:pt x="3075761" y="740125"/>
                  </a:lnTo>
                  <a:lnTo>
                    <a:pt x="3075761" y="740125"/>
                  </a:lnTo>
                  <a:lnTo>
                    <a:pt x="3081234" y="740125"/>
                  </a:lnTo>
                  <a:lnTo>
                    <a:pt x="3081234" y="740125"/>
                  </a:lnTo>
                  <a:lnTo>
                    <a:pt x="3086707" y="740125"/>
                  </a:lnTo>
                  <a:lnTo>
                    <a:pt x="3086707" y="740125"/>
                  </a:lnTo>
                  <a:lnTo>
                    <a:pt x="3092180" y="740125"/>
                  </a:lnTo>
                  <a:lnTo>
                    <a:pt x="3092180" y="740125"/>
                  </a:lnTo>
                  <a:lnTo>
                    <a:pt x="3097653" y="740125"/>
                  </a:lnTo>
                  <a:lnTo>
                    <a:pt x="3097653" y="740125"/>
                  </a:lnTo>
                  <a:lnTo>
                    <a:pt x="3103126" y="740125"/>
                  </a:lnTo>
                  <a:lnTo>
                    <a:pt x="3103126" y="740125"/>
                  </a:lnTo>
                  <a:lnTo>
                    <a:pt x="3108598" y="740125"/>
                  </a:lnTo>
                  <a:lnTo>
                    <a:pt x="3108598" y="740125"/>
                  </a:lnTo>
                  <a:lnTo>
                    <a:pt x="3114071" y="740125"/>
                  </a:lnTo>
                  <a:lnTo>
                    <a:pt x="3114071" y="740125"/>
                  </a:lnTo>
                  <a:lnTo>
                    <a:pt x="3119544" y="740125"/>
                  </a:lnTo>
                  <a:lnTo>
                    <a:pt x="3119544" y="740125"/>
                  </a:lnTo>
                  <a:lnTo>
                    <a:pt x="3125017" y="740125"/>
                  </a:lnTo>
                  <a:lnTo>
                    <a:pt x="3125017" y="740125"/>
                  </a:lnTo>
                  <a:lnTo>
                    <a:pt x="3130490" y="740125"/>
                  </a:lnTo>
                  <a:lnTo>
                    <a:pt x="3130490" y="740125"/>
                  </a:lnTo>
                  <a:lnTo>
                    <a:pt x="3135963" y="740125"/>
                  </a:lnTo>
                  <a:lnTo>
                    <a:pt x="3135963" y="740125"/>
                  </a:lnTo>
                  <a:lnTo>
                    <a:pt x="3141436" y="740125"/>
                  </a:lnTo>
                  <a:lnTo>
                    <a:pt x="3141436" y="740125"/>
                  </a:lnTo>
                  <a:lnTo>
                    <a:pt x="3146909" y="740125"/>
                  </a:lnTo>
                  <a:lnTo>
                    <a:pt x="3146909" y="740125"/>
                  </a:lnTo>
                  <a:lnTo>
                    <a:pt x="3152382" y="740125"/>
                  </a:lnTo>
                  <a:lnTo>
                    <a:pt x="3152382" y="740125"/>
                  </a:lnTo>
                  <a:lnTo>
                    <a:pt x="3157854" y="740125"/>
                  </a:lnTo>
                  <a:lnTo>
                    <a:pt x="3157854" y="740125"/>
                  </a:lnTo>
                  <a:lnTo>
                    <a:pt x="3163327" y="740125"/>
                  </a:lnTo>
                  <a:lnTo>
                    <a:pt x="3163327" y="740125"/>
                  </a:lnTo>
                  <a:lnTo>
                    <a:pt x="3168800" y="740125"/>
                  </a:lnTo>
                  <a:lnTo>
                    <a:pt x="3168800" y="740125"/>
                  </a:lnTo>
                  <a:lnTo>
                    <a:pt x="3174273" y="740125"/>
                  </a:lnTo>
                  <a:lnTo>
                    <a:pt x="3174273" y="740125"/>
                  </a:lnTo>
                  <a:lnTo>
                    <a:pt x="3179746" y="740125"/>
                  </a:lnTo>
                  <a:lnTo>
                    <a:pt x="3179746" y="740125"/>
                  </a:lnTo>
                  <a:lnTo>
                    <a:pt x="3185219" y="740125"/>
                  </a:lnTo>
                  <a:lnTo>
                    <a:pt x="3185219" y="740125"/>
                  </a:lnTo>
                  <a:lnTo>
                    <a:pt x="3190692" y="740125"/>
                  </a:lnTo>
                  <a:lnTo>
                    <a:pt x="3190692" y="740125"/>
                  </a:lnTo>
                  <a:lnTo>
                    <a:pt x="3196165" y="740125"/>
                  </a:lnTo>
                  <a:lnTo>
                    <a:pt x="3196165" y="740125"/>
                  </a:lnTo>
                  <a:lnTo>
                    <a:pt x="3201637" y="740125"/>
                  </a:lnTo>
                  <a:lnTo>
                    <a:pt x="3201637" y="740125"/>
                  </a:lnTo>
                  <a:lnTo>
                    <a:pt x="3207110" y="740125"/>
                  </a:lnTo>
                  <a:lnTo>
                    <a:pt x="3207110" y="740125"/>
                  </a:lnTo>
                  <a:lnTo>
                    <a:pt x="3212583" y="740125"/>
                  </a:lnTo>
                  <a:lnTo>
                    <a:pt x="3212583" y="740125"/>
                  </a:lnTo>
                  <a:lnTo>
                    <a:pt x="3218056" y="740125"/>
                  </a:lnTo>
                  <a:lnTo>
                    <a:pt x="3218056" y="740125"/>
                  </a:lnTo>
                  <a:lnTo>
                    <a:pt x="3223529" y="740125"/>
                  </a:lnTo>
                  <a:lnTo>
                    <a:pt x="3223529" y="740125"/>
                  </a:lnTo>
                  <a:lnTo>
                    <a:pt x="3229002" y="740125"/>
                  </a:lnTo>
                  <a:lnTo>
                    <a:pt x="3229002" y="740125"/>
                  </a:lnTo>
                  <a:lnTo>
                    <a:pt x="3234475" y="740125"/>
                  </a:lnTo>
                  <a:lnTo>
                    <a:pt x="3234475" y="740125"/>
                  </a:lnTo>
                  <a:lnTo>
                    <a:pt x="3239948" y="740125"/>
                  </a:lnTo>
                  <a:lnTo>
                    <a:pt x="3239948" y="740125"/>
                  </a:lnTo>
                  <a:lnTo>
                    <a:pt x="3245421" y="740125"/>
                  </a:lnTo>
                  <a:lnTo>
                    <a:pt x="3245421" y="740125"/>
                  </a:lnTo>
                  <a:lnTo>
                    <a:pt x="3250893" y="740125"/>
                  </a:lnTo>
                  <a:lnTo>
                    <a:pt x="3250893" y="722502"/>
                  </a:lnTo>
                  <a:lnTo>
                    <a:pt x="3256366" y="722502"/>
                  </a:lnTo>
                  <a:lnTo>
                    <a:pt x="3256366" y="704878"/>
                  </a:lnTo>
                  <a:lnTo>
                    <a:pt x="3261839" y="704878"/>
                  </a:lnTo>
                  <a:lnTo>
                    <a:pt x="3261839" y="704878"/>
                  </a:lnTo>
                  <a:lnTo>
                    <a:pt x="3267312" y="704878"/>
                  </a:lnTo>
                  <a:lnTo>
                    <a:pt x="3267312" y="704878"/>
                  </a:lnTo>
                  <a:lnTo>
                    <a:pt x="3272785" y="704878"/>
                  </a:lnTo>
                  <a:lnTo>
                    <a:pt x="3272785" y="704878"/>
                  </a:lnTo>
                  <a:lnTo>
                    <a:pt x="3278258" y="704878"/>
                  </a:lnTo>
                  <a:lnTo>
                    <a:pt x="3278258" y="704878"/>
                  </a:lnTo>
                  <a:lnTo>
                    <a:pt x="3283731" y="704878"/>
                  </a:lnTo>
                  <a:lnTo>
                    <a:pt x="3283731" y="704878"/>
                  </a:lnTo>
                  <a:lnTo>
                    <a:pt x="3289204" y="704878"/>
                  </a:lnTo>
                  <a:lnTo>
                    <a:pt x="3289204" y="704878"/>
                  </a:lnTo>
                  <a:lnTo>
                    <a:pt x="3294677" y="704878"/>
                  </a:lnTo>
                  <a:lnTo>
                    <a:pt x="3294677" y="704878"/>
                  </a:lnTo>
                  <a:lnTo>
                    <a:pt x="3300149" y="704878"/>
                  </a:lnTo>
                  <a:lnTo>
                    <a:pt x="3300149" y="704878"/>
                  </a:lnTo>
                  <a:lnTo>
                    <a:pt x="3305622" y="704878"/>
                  </a:lnTo>
                  <a:lnTo>
                    <a:pt x="3305622" y="704878"/>
                  </a:lnTo>
                  <a:lnTo>
                    <a:pt x="3311095" y="704878"/>
                  </a:lnTo>
                  <a:lnTo>
                    <a:pt x="3311095" y="704878"/>
                  </a:lnTo>
                  <a:lnTo>
                    <a:pt x="3316568" y="704878"/>
                  </a:lnTo>
                  <a:lnTo>
                    <a:pt x="3316568" y="704878"/>
                  </a:lnTo>
                  <a:lnTo>
                    <a:pt x="3322041" y="704878"/>
                  </a:lnTo>
                  <a:lnTo>
                    <a:pt x="3322041" y="704878"/>
                  </a:lnTo>
                  <a:lnTo>
                    <a:pt x="3327514" y="704878"/>
                  </a:lnTo>
                  <a:lnTo>
                    <a:pt x="3327514" y="704878"/>
                  </a:lnTo>
                  <a:lnTo>
                    <a:pt x="3332987" y="704878"/>
                  </a:lnTo>
                  <a:lnTo>
                    <a:pt x="3332987" y="704878"/>
                  </a:lnTo>
                  <a:lnTo>
                    <a:pt x="3338460" y="704878"/>
                  </a:lnTo>
                  <a:lnTo>
                    <a:pt x="3338460" y="704878"/>
                  </a:lnTo>
                  <a:lnTo>
                    <a:pt x="3343932" y="704878"/>
                  </a:lnTo>
                  <a:lnTo>
                    <a:pt x="3343932" y="704878"/>
                  </a:lnTo>
                  <a:lnTo>
                    <a:pt x="3349405" y="704878"/>
                  </a:lnTo>
                  <a:lnTo>
                    <a:pt x="3349405" y="704878"/>
                  </a:lnTo>
                  <a:lnTo>
                    <a:pt x="3354878" y="704878"/>
                  </a:lnTo>
                  <a:lnTo>
                    <a:pt x="3354878" y="704878"/>
                  </a:lnTo>
                  <a:lnTo>
                    <a:pt x="3360351" y="704878"/>
                  </a:lnTo>
                  <a:lnTo>
                    <a:pt x="3360351" y="704878"/>
                  </a:lnTo>
                  <a:lnTo>
                    <a:pt x="3365824" y="704878"/>
                  </a:lnTo>
                  <a:lnTo>
                    <a:pt x="3365824" y="704878"/>
                  </a:lnTo>
                  <a:lnTo>
                    <a:pt x="3371297" y="704878"/>
                  </a:lnTo>
                  <a:lnTo>
                    <a:pt x="3371297" y="704878"/>
                  </a:lnTo>
                  <a:lnTo>
                    <a:pt x="3376770" y="704878"/>
                  </a:lnTo>
                  <a:lnTo>
                    <a:pt x="3376770" y="704878"/>
                  </a:lnTo>
                  <a:lnTo>
                    <a:pt x="3382243" y="704878"/>
                  </a:lnTo>
                  <a:lnTo>
                    <a:pt x="3382243" y="704878"/>
                  </a:lnTo>
                  <a:lnTo>
                    <a:pt x="3387716" y="704878"/>
                  </a:lnTo>
                  <a:lnTo>
                    <a:pt x="3387716" y="704878"/>
                  </a:lnTo>
                  <a:lnTo>
                    <a:pt x="3393188" y="704878"/>
                  </a:lnTo>
                  <a:lnTo>
                    <a:pt x="3393188" y="704878"/>
                  </a:lnTo>
                  <a:lnTo>
                    <a:pt x="3398661" y="704878"/>
                  </a:lnTo>
                  <a:lnTo>
                    <a:pt x="3398661" y="704878"/>
                  </a:lnTo>
                  <a:lnTo>
                    <a:pt x="3404134" y="704878"/>
                  </a:lnTo>
                  <a:lnTo>
                    <a:pt x="3404134" y="704878"/>
                  </a:lnTo>
                  <a:lnTo>
                    <a:pt x="3409607" y="704878"/>
                  </a:lnTo>
                  <a:lnTo>
                    <a:pt x="3409607" y="686878"/>
                  </a:lnTo>
                  <a:lnTo>
                    <a:pt x="3415080" y="686878"/>
                  </a:lnTo>
                  <a:lnTo>
                    <a:pt x="3415080" y="686878"/>
                  </a:lnTo>
                  <a:lnTo>
                    <a:pt x="3420553" y="686878"/>
                  </a:lnTo>
                  <a:lnTo>
                    <a:pt x="3420553" y="686878"/>
                  </a:lnTo>
                  <a:lnTo>
                    <a:pt x="3426026" y="686878"/>
                  </a:lnTo>
                  <a:lnTo>
                    <a:pt x="3426026" y="686878"/>
                  </a:lnTo>
                  <a:lnTo>
                    <a:pt x="3431499" y="686878"/>
                  </a:lnTo>
                  <a:lnTo>
                    <a:pt x="3431499" y="686878"/>
                  </a:lnTo>
                  <a:lnTo>
                    <a:pt x="3436972" y="686878"/>
                  </a:lnTo>
                  <a:lnTo>
                    <a:pt x="3436972" y="686878"/>
                  </a:lnTo>
                  <a:lnTo>
                    <a:pt x="3442444" y="686878"/>
                  </a:lnTo>
                  <a:lnTo>
                    <a:pt x="3442444" y="668793"/>
                  </a:lnTo>
                  <a:lnTo>
                    <a:pt x="3447917" y="668793"/>
                  </a:lnTo>
                  <a:lnTo>
                    <a:pt x="3447917" y="668793"/>
                  </a:lnTo>
                  <a:lnTo>
                    <a:pt x="3453390" y="668793"/>
                  </a:lnTo>
                  <a:lnTo>
                    <a:pt x="3453390" y="668793"/>
                  </a:lnTo>
                  <a:lnTo>
                    <a:pt x="3458863" y="668793"/>
                  </a:lnTo>
                  <a:lnTo>
                    <a:pt x="3458863" y="668793"/>
                  </a:lnTo>
                  <a:lnTo>
                    <a:pt x="3464336" y="668793"/>
                  </a:lnTo>
                  <a:lnTo>
                    <a:pt x="3464336" y="668793"/>
                  </a:lnTo>
                  <a:lnTo>
                    <a:pt x="3469809" y="668793"/>
                  </a:lnTo>
                  <a:lnTo>
                    <a:pt x="3469809" y="668793"/>
                  </a:lnTo>
                  <a:lnTo>
                    <a:pt x="3475282" y="668793"/>
                  </a:lnTo>
                  <a:lnTo>
                    <a:pt x="3475282" y="668793"/>
                  </a:lnTo>
                  <a:lnTo>
                    <a:pt x="3480755" y="668793"/>
                  </a:lnTo>
                  <a:lnTo>
                    <a:pt x="3480755" y="668793"/>
                  </a:lnTo>
                  <a:lnTo>
                    <a:pt x="3486228" y="668793"/>
                  </a:lnTo>
                  <a:lnTo>
                    <a:pt x="3486228" y="668793"/>
                  </a:lnTo>
                  <a:lnTo>
                    <a:pt x="3491700" y="668793"/>
                  </a:lnTo>
                  <a:lnTo>
                    <a:pt x="3491700" y="650651"/>
                  </a:lnTo>
                  <a:lnTo>
                    <a:pt x="3497173" y="650651"/>
                  </a:lnTo>
                  <a:lnTo>
                    <a:pt x="3497173" y="650651"/>
                  </a:lnTo>
                  <a:lnTo>
                    <a:pt x="3502646" y="650651"/>
                  </a:lnTo>
                  <a:lnTo>
                    <a:pt x="3502646" y="650651"/>
                  </a:lnTo>
                  <a:lnTo>
                    <a:pt x="3508119" y="650651"/>
                  </a:lnTo>
                  <a:lnTo>
                    <a:pt x="3508119" y="650651"/>
                  </a:lnTo>
                  <a:lnTo>
                    <a:pt x="3513592" y="650651"/>
                  </a:lnTo>
                  <a:lnTo>
                    <a:pt x="3513592" y="650651"/>
                  </a:lnTo>
                  <a:lnTo>
                    <a:pt x="3519065" y="650651"/>
                  </a:lnTo>
                  <a:lnTo>
                    <a:pt x="3519065" y="650651"/>
                  </a:lnTo>
                  <a:lnTo>
                    <a:pt x="3524538" y="650651"/>
                  </a:lnTo>
                  <a:lnTo>
                    <a:pt x="3524538" y="650651"/>
                  </a:lnTo>
                  <a:lnTo>
                    <a:pt x="3530011" y="650651"/>
                  </a:lnTo>
                  <a:lnTo>
                    <a:pt x="3530011" y="632392"/>
                  </a:lnTo>
                  <a:lnTo>
                    <a:pt x="3535483" y="632392"/>
                  </a:lnTo>
                  <a:lnTo>
                    <a:pt x="3535483" y="632392"/>
                  </a:lnTo>
                  <a:lnTo>
                    <a:pt x="3540956" y="632392"/>
                  </a:lnTo>
                  <a:lnTo>
                    <a:pt x="3540956" y="632392"/>
                  </a:lnTo>
                  <a:lnTo>
                    <a:pt x="3546429" y="632392"/>
                  </a:lnTo>
                  <a:lnTo>
                    <a:pt x="3546429" y="632392"/>
                  </a:lnTo>
                  <a:lnTo>
                    <a:pt x="3551902" y="632392"/>
                  </a:lnTo>
                  <a:lnTo>
                    <a:pt x="3551902" y="632392"/>
                  </a:lnTo>
                  <a:lnTo>
                    <a:pt x="3557375" y="632392"/>
                  </a:lnTo>
                  <a:lnTo>
                    <a:pt x="3557375" y="632392"/>
                  </a:lnTo>
                  <a:lnTo>
                    <a:pt x="3562848" y="632392"/>
                  </a:lnTo>
                  <a:lnTo>
                    <a:pt x="3562848" y="632392"/>
                  </a:lnTo>
                  <a:lnTo>
                    <a:pt x="3568321" y="632392"/>
                  </a:lnTo>
                  <a:lnTo>
                    <a:pt x="3568321" y="632392"/>
                  </a:lnTo>
                  <a:lnTo>
                    <a:pt x="3573794" y="632392"/>
                  </a:lnTo>
                  <a:lnTo>
                    <a:pt x="3573794" y="632392"/>
                  </a:lnTo>
                  <a:lnTo>
                    <a:pt x="3579267" y="632392"/>
                  </a:lnTo>
                  <a:lnTo>
                    <a:pt x="3579267" y="632392"/>
                  </a:lnTo>
                  <a:lnTo>
                    <a:pt x="3584739" y="632392"/>
                  </a:lnTo>
                  <a:lnTo>
                    <a:pt x="3584739" y="632392"/>
                  </a:lnTo>
                  <a:lnTo>
                    <a:pt x="3590212" y="632392"/>
                  </a:lnTo>
                  <a:lnTo>
                    <a:pt x="3590212" y="614012"/>
                  </a:lnTo>
                  <a:lnTo>
                    <a:pt x="3595685" y="614012"/>
                  </a:lnTo>
                  <a:lnTo>
                    <a:pt x="3595685" y="614012"/>
                  </a:lnTo>
                  <a:lnTo>
                    <a:pt x="3601158" y="614012"/>
                  </a:lnTo>
                  <a:lnTo>
                    <a:pt x="3601158" y="614012"/>
                  </a:lnTo>
                  <a:lnTo>
                    <a:pt x="3606631" y="614012"/>
                  </a:lnTo>
                  <a:lnTo>
                    <a:pt x="3606631" y="614012"/>
                  </a:lnTo>
                  <a:lnTo>
                    <a:pt x="3612104" y="614012"/>
                  </a:lnTo>
                  <a:lnTo>
                    <a:pt x="3612104" y="614012"/>
                  </a:lnTo>
                  <a:lnTo>
                    <a:pt x="3617577" y="614012"/>
                  </a:lnTo>
                  <a:lnTo>
                    <a:pt x="3617577" y="614012"/>
                  </a:lnTo>
                  <a:lnTo>
                    <a:pt x="3623050" y="614012"/>
                  </a:lnTo>
                  <a:lnTo>
                    <a:pt x="3623050" y="614012"/>
                  </a:lnTo>
                  <a:lnTo>
                    <a:pt x="3628523" y="614012"/>
                  </a:lnTo>
                  <a:lnTo>
                    <a:pt x="3628523" y="614012"/>
                  </a:lnTo>
                  <a:lnTo>
                    <a:pt x="3633995" y="614012"/>
                  </a:lnTo>
                  <a:lnTo>
                    <a:pt x="3633995" y="614012"/>
                  </a:lnTo>
                  <a:lnTo>
                    <a:pt x="3639468" y="614012"/>
                  </a:lnTo>
                  <a:lnTo>
                    <a:pt x="3639468" y="614012"/>
                  </a:lnTo>
                  <a:lnTo>
                    <a:pt x="3644941" y="614012"/>
                  </a:lnTo>
                  <a:lnTo>
                    <a:pt x="3644941" y="614012"/>
                  </a:lnTo>
                  <a:lnTo>
                    <a:pt x="3650414" y="614012"/>
                  </a:lnTo>
                  <a:lnTo>
                    <a:pt x="3650414" y="614012"/>
                  </a:lnTo>
                  <a:lnTo>
                    <a:pt x="3655887" y="614012"/>
                  </a:lnTo>
                  <a:lnTo>
                    <a:pt x="3655887" y="614012"/>
                  </a:lnTo>
                  <a:lnTo>
                    <a:pt x="3661360" y="614012"/>
                  </a:lnTo>
                  <a:lnTo>
                    <a:pt x="3661360" y="614012"/>
                  </a:lnTo>
                  <a:lnTo>
                    <a:pt x="3666833" y="614012"/>
                  </a:lnTo>
                  <a:lnTo>
                    <a:pt x="3666833" y="614012"/>
                  </a:lnTo>
                  <a:lnTo>
                    <a:pt x="3672306" y="614012"/>
                  </a:lnTo>
                  <a:lnTo>
                    <a:pt x="3672306" y="614012"/>
                  </a:lnTo>
                  <a:lnTo>
                    <a:pt x="3677779" y="614012"/>
                  </a:lnTo>
                  <a:lnTo>
                    <a:pt x="3677779" y="614012"/>
                  </a:lnTo>
                  <a:lnTo>
                    <a:pt x="3683251" y="614012"/>
                  </a:lnTo>
                  <a:lnTo>
                    <a:pt x="3683251" y="614012"/>
                  </a:lnTo>
                  <a:lnTo>
                    <a:pt x="3688724" y="614012"/>
                  </a:lnTo>
                  <a:lnTo>
                    <a:pt x="3688724" y="614012"/>
                  </a:lnTo>
                  <a:lnTo>
                    <a:pt x="3694197" y="614012"/>
                  </a:lnTo>
                  <a:lnTo>
                    <a:pt x="3694197" y="614012"/>
                  </a:lnTo>
                  <a:lnTo>
                    <a:pt x="3699670" y="614012"/>
                  </a:lnTo>
                  <a:lnTo>
                    <a:pt x="3699670" y="614012"/>
                  </a:lnTo>
                  <a:lnTo>
                    <a:pt x="3705143" y="614012"/>
                  </a:lnTo>
                  <a:lnTo>
                    <a:pt x="3705143" y="614012"/>
                  </a:lnTo>
                  <a:lnTo>
                    <a:pt x="3710616" y="614012"/>
                  </a:lnTo>
                  <a:lnTo>
                    <a:pt x="3710616" y="614012"/>
                  </a:lnTo>
                  <a:lnTo>
                    <a:pt x="3716089" y="614012"/>
                  </a:lnTo>
                  <a:lnTo>
                    <a:pt x="3716089" y="595092"/>
                  </a:lnTo>
                  <a:lnTo>
                    <a:pt x="3721562" y="595092"/>
                  </a:lnTo>
                  <a:lnTo>
                    <a:pt x="3721562" y="595092"/>
                  </a:lnTo>
                  <a:lnTo>
                    <a:pt x="3727034" y="595092"/>
                  </a:lnTo>
                  <a:lnTo>
                    <a:pt x="3727034" y="595092"/>
                  </a:lnTo>
                  <a:lnTo>
                    <a:pt x="3732507" y="595092"/>
                  </a:lnTo>
                  <a:lnTo>
                    <a:pt x="3732507" y="595092"/>
                  </a:lnTo>
                  <a:lnTo>
                    <a:pt x="3737980" y="595092"/>
                  </a:lnTo>
                  <a:lnTo>
                    <a:pt x="3737980" y="595092"/>
                  </a:lnTo>
                  <a:lnTo>
                    <a:pt x="3743453" y="595092"/>
                  </a:lnTo>
                  <a:lnTo>
                    <a:pt x="3743453" y="595092"/>
                  </a:lnTo>
                  <a:lnTo>
                    <a:pt x="3748926" y="595092"/>
                  </a:lnTo>
                  <a:lnTo>
                    <a:pt x="3748926" y="595092"/>
                  </a:lnTo>
                  <a:lnTo>
                    <a:pt x="3754399" y="595092"/>
                  </a:lnTo>
                  <a:lnTo>
                    <a:pt x="3754399" y="595092"/>
                  </a:lnTo>
                  <a:lnTo>
                    <a:pt x="3759872" y="595092"/>
                  </a:lnTo>
                  <a:lnTo>
                    <a:pt x="3759872" y="595092"/>
                  </a:lnTo>
                  <a:lnTo>
                    <a:pt x="3765345" y="595092"/>
                  </a:lnTo>
                  <a:lnTo>
                    <a:pt x="3765345" y="595092"/>
                  </a:lnTo>
                  <a:lnTo>
                    <a:pt x="3770818" y="595092"/>
                  </a:lnTo>
                  <a:lnTo>
                    <a:pt x="3770818" y="595092"/>
                  </a:lnTo>
                  <a:lnTo>
                    <a:pt x="3776290" y="595092"/>
                  </a:lnTo>
                  <a:lnTo>
                    <a:pt x="3776290" y="595092"/>
                  </a:lnTo>
                  <a:lnTo>
                    <a:pt x="3781763" y="595092"/>
                  </a:lnTo>
                  <a:lnTo>
                    <a:pt x="3781763" y="595092"/>
                  </a:lnTo>
                  <a:lnTo>
                    <a:pt x="3787236" y="595092"/>
                  </a:lnTo>
                  <a:lnTo>
                    <a:pt x="3787236" y="595092"/>
                  </a:lnTo>
                  <a:lnTo>
                    <a:pt x="3792709" y="595092"/>
                  </a:lnTo>
                  <a:lnTo>
                    <a:pt x="3792709" y="595092"/>
                  </a:lnTo>
                  <a:lnTo>
                    <a:pt x="3798182" y="595092"/>
                  </a:lnTo>
                  <a:lnTo>
                    <a:pt x="3798182" y="595092"/>
                  </a:lnTo>
                  <a:lnTo>
                    <a:pt x="3803655" y="595092"/>
                  </a:lnTo>
                  <a:lnTo>
                    <a:pt x="3803655" y="595092"/>
                  </a:lnTo>
                  <a:lnTo>
                    <a:pt x="3809128" y="595092"/>
                  </a:lnTo>
                  <a:lnTo>
                    <a:pt x="3809128" y="595092"/>
                  </a:lnTo>
                  <a:lnTo>
                    <a:pt x="3814601" y="595092"/>
                  </a:lnTo>
                  <a:lnTo>
                    <a:pt x="3814601" y="595092"/>
                  </a:lnTo>
                  <a:lnTo>
                    <a:pt x="3820074" y="595092"/>
                  </a:lnTo>
                  <a:lnTo>
                    <a:pt x="3820074" y="595092"/>
                  </a:lnTo>
                  <a:lnTo>
                    <a:pt x="3825546" y="595092"/>
                  </a:lnTo>
                  <a:lnTo>
                    <a:pt x="3825546" y="595092"/>
                  </a:lnTo>
                  <a:lnTo>
                    <a:pt x="3831019" y="595092"/>
                  </a:lnTo>
                  <a:lnTo>
                    <a:pt x="3831019" y="595092"/>
                  </a:lnTo>
                  <a:lnTo>
                    <a:pt x="3836492" y="595092"/>
                  </a:lnTo>
                  <a:lnTo>
                    <a:pt x="3836492" y="595092"/>
                  </a:lnTo>
                  <a:lnTo>
                    <a:pt x="3841965" y="595092"/>
                  </a:lnTo>
                  <a:lnTo>
                    <a:pt x="3841965" y="595092"/>
                  </a:lnTo>
                  <a:lnTo>
                    <a:pt x="3847438" y="595092"/>
                  </a:lnTo>
                  <a:lnTo>
                    <a:pt x="3847438" y="595092"/>
                  </a:lnTo>
                  <a:lnTo>
                    <a:pt x="3852911" y="595092"/>
                  </a:lnTo>
                  <a:lnTo>
                    <a:pt x="3852911" y="595092"/>
                  </a:lnTo>
                  <a:lnTo>
                    <a:pt x="3858384" y="595092"/>
                  </a:lnTo>
                  <a:lnTo>
                    <a:pt x="3858384" y="595092"/>
                  </a:lnTo>
                  <a:lnTo>
                    <a:pt x="3863857" y="595092"/>
                  </a:lnTo>
                  <a:lnTo>
                    <a:pt x="3863857" y="595092"/>
                  </a:lnTo>
                  <a:lnTo>
                    <a:pt x="3869329" y="595092"/>
                  </a:lnTo>
                  <a:lnTo>
                    <a:pt x="3869329" y="595092"/>
                  </a:lnTo>
                  <a:lnTo>
                    <a:pt x="3874802" y="595092"/>
                  </a:lnTo>
                  <a:lnTo>
                    <a:pt x="3874802" y="595092"/>
                  </a:lnTo>
                  <a:lnTo>
                    <a:pt x="3880275" y="595092"/>
                  </a:lnTo>
                  <a:lnTo>
                    <a:pt x="3880275" y="595092"/>
                  </a:lnTo>
                  <a:lnTo>
                    <a:pt x="3885748" y="595092"/>
                  </a:lnTo>
                  <a:lnTo>
                    <a:pt x="3885748" y="595092"/>
                  </a:lnTo>
                  <a:lnTo>
                    <a:pt x="3891221" y="595092"/>
                  </a:lnTo>
                  <a:lnTo>
                    <a:pt x="3891221" y="595092"/>
                  </a:lnTo>
                  <a:lnTo>
                    <a:pt x="3896694" y="595092"/>
                  </a:lnTo>
                  <a:lnTo>
                    <a:pt x="3896694" y="595092"/>
                  </a:lnTo>
                  <a:lnTo>
                    <a:pt x="3902167" y="595092"/>
                  </a:lnTo>
                  <a:lnTo>
                    <a:pt x="3902167" y="595092"/>
                  </a:lnTo>
                  <a:lnTo>
                    <a:pt x="3907640" y="595092"/>
                  </a:lnTo>
                  <a:lnTo>
                    <a:pt x="3907640" y="595092"/>
                  </a:lnTo>
                  <a:lnTo>
                    <a:pt x="3913113" y="595092"/>
                  </a:lnTo>
                  <a:lnTo>
                    <a:pt x="3913113" y="595092"/>
                  </a:lnTo>
                  <a:lnTo>
                    <a:pt x="3918585" y="595092"/>
                  </a:lnTo>
                  <a:lnTo>
                    <a:pt x="3918585" y="595092"/>
                  </a:lnTo>
                  <a:lnTo>
                    <a:pt x="3924058" y="595092"/>
                  </a:lnTo>
                  <a:lnTo>
                    <a:pt x="3924058" y="595092"/>
                  </a:lnTo>
                  <a:lnTo>
                    <a:pt x="3929531" y="595092"/>
                  </a:lnTo>
                  <a:lnTo>
                    <a:pt x="3929531" y="595092"/>
                  </a:lnTo>
                  <a:lnTo>
                    <a:pt x="3935004" y="595092"/>
                  </a:lnTo>
                  <a:lnTo>
                    <a:pt x="3935004" y="595092"/>
                  </a:lnTo>
                  <a:lnTo>
                    <a:pt x="3940477" y="595092"/>
                  </a:lnTo>
                  <a:lnTo>
                    <a:pt x="3940477" y="595092"/>
                  </a:lnTo>
                  <a:lnTo>
                    <a:pt x="3945950" y="595092"/>
                  </a:lnTo>
                  <a:lnTo>
                    <a:pt x="3945950" y="595092"/>
                  </a:lnTo>
                  <a:lnTo>
                    <a:pt x="3951423" y="595092"/>
                  </a:lnTo>
                  <a:lnTo>
                    <a:pt x="3951423" y="595092"/>
                  </a:lnTo>
                  <a:lnTo>
                    <a:pt x="3956896" y="595092"/>
                  </a:lnTo>
                  <a:lnTo>
                    <a:pt x="3956896" y="574764"/>
                  </a:lnTo>
                  <a:lnTo>
                    <a:pt x="3962369" y="574764"/>
                  </a:lnTo>
                  <a:lnTo>
                    <a:pt x="3962369" y="574764"/>
                  </a:lnTo>
                  <a:lnTo>
                    <a:pt x="3967841" y="574764"/>
                  </a:lnTo>
                  <a:lnTo>
                    <a:pt x="3967841" y="574764"/>
                  </a:lnTo>
                  <a:lnTo>
                    <a:pt x="3973314" y="574764"/>
                  </a:lnTo>
                  <a:lnTo>
                    <a:pt x="3973314" y="574764"/>
                  </a:lnTo>
                  <a:lnTo>
                    <a:pt x="3978787" y="574764"/>
                  </a:lnTo>
                  <a:lnTo>
                    <a:pt x="3978787" y="574764"/>
                  </a:lnTo>
                  <a:lnTo>
                    <a:pt x="3984260" y="574764"/>
                  </a:lnTo>
                  <a:lnTo>
                    <a:pt x="3984260" y="574764"/>
                  </a:lnTo>
                  <a:lnTo>
                    <a:pt x="3989733" y="574764"/>
                  </a:lnTo>
                  <a:lnTo>
                    <a:pt x="3989733" y="574764"/>
                  </a:lnTo>
                  <a:lnTo>
                    <a:pt x="3995206" y="574764"/>
                  </a:lnTo>
                  <a:lnTo>
                    <a:pt x="3995206" y="574764"/>
                  </a:lnTo>
                  <a:lnTo>
                    <a:pt x="4000679" y="574764"/>
                  </a:lnTo>
                  <a:lnTo>
                    <a:pt x="4000679" y="574764"/>
                  </a:lnTo>
                  <a:lnTo>
                    <a:pt x="4006152" y="574764"/>
                  </a:lnTo>
                  <a:lnTo>
                    <a:pt x="4006152" y="554191"/>
                  </a:lnTo>
                  <a:lnTo>
                    <a:pt x="4011625" y="554191"/>
                  </a:lnTo>
                  <a:lnTo>
                    <a:pt x="4011625" y="554191"/>
                  </a:lnTo>
                  <a:lnTo>
                    <a:pt x="4017097" y="554191"/>
                  </a:lnTo>
                  <a:lnTo>
                    <a:pt x="4017097" y="554191"/>
                  </a:lnTo>
                  <a:lnTo>
                    <a:pt x="4022570" y="554191"/>
                  </a:lnTo>
                  <a:lnTo>
                    <a:pt x="4022570" y="554191"/>
                  </a:lnTo>
                  <a:lnTo>
                    <a:pt x="4028043" y="554191"/>
                  </a:lnTo>
                  <a:lnTo>
                    <a:pt x="4028043" y="554191"/>
                  </a:lnTo>
                  <a:lnTo>
                    <a:pt x="4033516" y="554191"/>
                  </a:lnTo>
                  <a:lnTo>
                    <a:pt x="4033516" y="554191"/>
                  </a:lnTo>
                  <a:lnTo>
                    <a:pt x="4038989" y="554191"/>
                  </a:lnTo>
                  <a:lnTo>
                    <a:pt x="4038989" y="554191"/>
                  </a:lnTo>
                  <a:lnTo>
                    <a:pt x="4044462" y="554191"/>
                  </a:lnTo>
                  <a:lnTo>
                    <a:pt x="4044462" y="554191"/>
                  </a:lnTo>
                  <a:lnTo>
                    <a:pt x="4049935" y="554191"/>
                  </a:lnTo>
                  <a:lnTo>
                    <a:pt x="4049935" y="554191"/>
                  </a:lnTo>
                  <a:lnTo>
                    <a:pt x="4055408" y="554191"/>
                  </a:lnTo>
                  <a:lnTo>
                    <a:pt x="4055408" y="554191"/>
                  </a:lnTo>
                  <a:lnTo>
                    <a:pt x="4060880" y="554191"/>
                  </a:lnTo>
                  <a:lnTo>
                    <a:pt x="4060880" y="554191"/>
                  </a:lnTo>
                  <a:lnTo>
                    <a:pt x="4066353" y="554191"/>
                  </a:lnTo>
                  <a:lnTo>
                    <a:pt x="4066353" y="554191"/>
                  </a:lnTo>
                  <a:lnTo>
                    <a:pt x="4071826" y="554191"/>
                  </a:lnTo>
                  <a:lnTo>
                    <a:pt x="4071826" y="554191"/>
                  </a:lnTo>
                  <a:lnTo>
                    <a:pt x="4077299" y="554191"/>
                  </a:lnTo>
                  <a:lnTo>
                    <a:pt x="4077299" y="554191"/>
                  </a:lnTo>
                  <a:lnTo>
                    <a:pt x="4082772" y="554191"/>
                  </a:lnTo>
                  <a:lnTo>
                    <a:pt x="4082772" y="554191"/>
                  </a:lnTo>
                  <a:lnTo>
                    <a:pt x="4088245" y="554191"/>
                  </a:lnTo>
                  <a:lnTo>
                    <a:pt x="4088245" y="554191"/>
                  </a:lnTo>
                  <a:lnTo>
                    <a:pt x="4093718" y="554191"/>
                  </a:lnTo>
                  <a:lnTo>
                    <a:pt x="4093718" y="554191"/>
                  </a:lnTo>
                  <a:lnTo>
                    <a:pt x="4099191" y="554191"/>
                  </a:lnTo>
                  <a:lnTo>
                    <a:pt x="4099191" y="533192"/>
                  </a:lnTo>
                  <a:lnTo>
                    <a:pt x="4104664" y="533192"/>
                  </a:lnTo>
                  <a:lnTo>
                    <a:pt x="4104664" y="533192"/>
                  </a:lnTo>
                  <a:lnTo>
                    <a:pt x="4110136" y="533192"/>
                  </a:lnTo>
                  <a:lnTo>
                    <a:pt x="4110136" y="533192"/>
                  </a:lnTo>
                  <a:lnTo>
                    <a:pt x="4115609" y="533192"/>
                  </a:lnTo>
                  <a:lnTo>
                    <a:pt x="4115609" y="533192"/>
                  </a:lnTo>
                  <a:lnTo>
                    <a:pt x="4121082" y="533192"/>
                  </a:lnTo>
                  <a:lnTo>
                    <a:pt x="4121082" y="533192"/>
                  </a:lnTo>
                  <a:lnTo>
                    <a:pt x="4126555" y="533192"/>
                  </a:lnTo>
                  <a:lnTo>
                    <a:pt x="4126555" y="533192"/>
                  </a:lnTo>
                  <a:lnTo>
                    <a:pt x="4132028" y="533192"/>
                  </a:lnTo>
                  <a:lnTo>
                    <a:pt x="4132028" y="533192"/>
                  </a:lnTo>
                  <a:lnTo>
                    <a:pt x="4137501" y="533192"/>
                  </a:lnTo>
                  <a:lnTo>
                    <a:pt x="4137501" y="533192"/>
                  </a:lnTo>
                  <a:lnTo>
                    <a:pt x="4142974" y="533192"/>
                  </a:lnTo>
                  <a:lnTo>
                    <a:pt x="4142974" y="533192"/>
                  </a:lnTo>
                  <a:lnTo>
                    <a:pt x="4148447" y="533192"/>
                  </a:lnTo>
                  <a:lnTo>
                    <a:pt x="4148447" y="533192"/>
                  </a:lnTo>
                  <a:lnTo>
                    <a:pt x="4153920" y="533192"/>
                  </a:lnTo>
                  <a:lnTo>
                    <a:pt x="4153920" y="533192"/>
                  </a:lnTo>
                  <a:lnTo>
                    <a:pt x="4159392" y="533192"/>
                  </a:lnTo>
                  <a:lnTo>
                    <a:pt x="4159392" y="533192"/>
                  </a:lnTo>
                  <a:lnTo>
                    <a:pt x="4164865" y="533192"/>
                  </a:lnTo>
                  <a:lnTo>
                    <a:pt x="4164865" y="533192"/>
                  </a:lnTo>
                  <a:lnTo>
                    <a:pt x="4170338" y="533192"/>
                  </a:lnTo>
                  <a:lnTo>
                    <a:pt x="4170338" y="533192"/>
                  </a:lnTo>
                  <a:lnTo>
                    <a:pt x="4175811" y="533192"/>
                  </a:lnTo>
                  <a:lnTo>
                    <a:pt x="4175811" y="533192"/>
                  </a:lnTo>
                  <a:lnTo>
                    <a:pt x="4181284" y="533192"/>
                  </a:lnTo>
                  <a:lnTo>
                    <a:pt x="4181284" y="533192"/>
                  </a:lnTo>
                  <a:lnTo>
                    <a:pt x="4186757" y="533192"/>
                  </a:lnTo>
                  <a:lnTo>
                    <a:pt x="4186757" y="533192"/>
                  </a:lnTo>
                  <a:lnTo>
                    <a:pt x="4192230" y="533192"/>
                  </a:lnTo>
                  <a:lnTo>
                    <a:pt x="4192230" y="533192"/>
                  </a:lnTo>
                  <a:lnTo>
                    <a:pt x="4197703" y="533192"/>
                  </a:lnTo>
                  <a:lnTo>
                    <a:pt x="4197703" y="533192"/>
                  </a:lnTo>
                  <a:lnTo>
                    <a:pt x="4203176" y="533192"/>
                  </a:lnTo>
                  <a:lnTo>
                    <a:pt x="4203176" y="533192"/>
                  </a:lnTo>
                  <a:lnTo>
                    <a:pt x="4208648" y="533192"/>
                  </a:lnTo>
                  <a:lnTo>
                    <a:pt x="4208648" y="533192"/>
                  </a:lnTo>
                  <a:lnTo>
                    <a:pt x="4214121" y="533192"/>
                  </a:lnTo>
                  <a:lnTo>
                    <a:pt x="4214121" y="533192"/>
                  </a:lnTo>
                  <a:lnTo>
                    <a:pt x="4219594" y="533192"/>
                  </a:lnTo>
                  <a:lnTo>
                    <a:pt x="4219594" y="533192"/>
                  </a:lnTo>
                  <a:lnTo>
                    <a:pt x="4225067" y="533192"/>
                  </a:lnTo>
                  <a:lnTo>
                    <a:pt x="4225067" y="533192"/>
                  </a:lnTo>
                  <a:lnTo>
                    <a:pt x="4230540" y="533192"/>
                  </a:lnTo>
                  <a:lnTo>
                    <a:pt x="4230540" y="533192"/>
                  </a:lnTo>
                  <a:lnTo>
                    <a:pt x="4236013" y="533192"/>
                  </a:lnTo>
                  <a:lnTo>
                    <a:pt x="4236013" y="533192"/>
                  </a:lnTo>
                  <a:lnTo>
                    <a:pt x="4241486" y="533192"/>
                  </a:lnTo>
                  <a:lnTo>
                    <a:pt x="4241486" y="533192"/>
                  </a:lnTo>
                  <a:lnTo>
                    <a:pt x="4246959" y="533192"/>
                  </a:lnTo>
                  <a:lnTo>
                    <a:pt x="4246959" y="533192"/>
                  </a:lnTo>
                  <a:lnTo>
                    <a:pt x="4252431" y="533192"/>
                  </a:lnTo>
                  <a:lnTo>
                    <a:pt x="4252431" y="533192"/>
                  </a:lnTo>
                  <a:lnTo>
                    <a:pt x="4257904" y="533192"/>
                  </a:lnTo>
                  <a:lnTo>
                    <a:pt x="4257904" y="533192"/>
                  </a:lnTo>
                  <a:lnTo>
                    <a:pt x="4263377" y="533192"/>
                  </a:lnTo>
                  <a:lnTo>
                    <a:pt x="4263377" y="533192"/>
                  </a:lnTo>
                  <a:lnTo>
                    <a:pt x="4268850" y="533192"/>
                  </a:lnTo>
                  <a:lnTo>
                    <a:pt x="4268850" y="533192"/>
                  </a:lnTo>
                  <a:lnTo>
                    <a:pt x="4274323" y="533192"/>
                  </a:lnTo>
                  <a:lnTo>
                    <a:pt x="4274323" y="533192"/>
                  </a:lnTo>
                  <a:lnTo>
                    <a:pt x="4279796" y="533192"/>
                  </a:lnTo>
                  <a:lnTo>
                    <a:pt x="4279796" y="533192"/>
                  </a:lnTo>
                  <a:lnTo>
                    <a:pt x="4285269" y="533192"/>
                  </a:lnTo>
                  <a:lnTo>
                    <a:pt x="4285269" y="533192"/>
                  </a:lnTo>
                  <a:lnTo>
                    <a:pt x="4290742" y="533192"/>
                  </a:lnTo>
                  <a:lnTo>
                    <a:pt x="4290742" y="533192"/>
                  </a:lnTo>
                  <a:lnTo>
                    <a:pt x="4296215" y="533192"/>
                  </a:lnTo>
                  <a:lnTo>
                    <a:pt x="4296215" y="533192"/>
                  </a:lnTo>
                  <a:lnTo>
                    <a:pt x="4301687" y="533192"/>
                  </a:lnTo>
                  <a:lnTo>
                    <a:pt x="4301687" y="533192"/>
                  </a:lnTo>
                  <a:lnTo>
                    <a:pt x="4307160" y="533192"/>
                  </a:lnTo>
                  <a:lnTo>
                    <a:pt x="4307160" y="533192"/>
                  </a:lnTo>
                  <a:lnTo>
                    <a:pt x="4312633" y="533192"/>
                  </a:lnTo>
                  <a:lnTo>
                    <a:pt x="4312633" y="533192"/>
                  </a:lnTo>
                  <a:lnTo>
                    <a:pt x="4318106" y="533192"/>
                  </a:lnTo>
                  <a:lnTo>
                    <a:pt x="4318106" y="533192"/>
                  </a:lnTo>
                  <a:lnTo>
                    <a:pt x="4323579" y="533192"/>
                  </a:lnTo>
                  <a:lnTo>
                    <a:pt x="4323579" y="533192"/>
                  </a:lnTo>
                  <a:lnTo>
                    <a:pt x="4329052" y="533192"/>
                  </a:lnTo>
                  <a:lnTo>
                    <a:pt x="4329052" y="533192"/>
                  </a:lnTo>
                  <a:lnTo>
                    <a:pt x="4334525" y="533192"/>
                  </a:lnTo>
                  <a:lnTo>
                    <a:pt x="4334525" y="533192"/>
                  </a:lnTo>
                  <a:lnTo>
                    <a:pt x="4339998" y="533192"/>
                  </a:lnTo>
                  <a:lnTo>
                    <a:pt x="4339998" y="533192"/>
                  </a:lnTo>
                  <a:lnTo>
                    <a:pt x="4345471" y="533192"/>
                  </a:lnTo>
                  <a:lnTo>
                    <a:pt x="4345471" y="533192"/>
                  </a:lnTo>
                  <a:lnTo>
                    <a:pt x="4350943" y="533192"/>
                  </a:lnTo>
                  <a:lnTo>
                    <a:pt x="4350943" y="533192"/>
                  </a:lnTo>
                  <a:lnTo>
                    <a:pt x="4356416" y="533192"/>
                  </a:lnTo>
                  <a:lnTo>
                    <a:pt x="4356416" y="533192"/>
                  </a:lnTo>
                  <a:lnTo>
                    <a:pt x="4361889" y="533192"/>
                  </a:lnTo>
                  <a:lnTo>
                    <a:pt x="4361889" y="533192"/>
                  </a:lnTo>
                  <a:lnTo>
                    <a:pt x="4367362" y="533192"/>
                  </a:lnTo>
                  <a:lnTo>
                    <a:pt x="4367362" y="533192"/>
                  </a:lnTo>
                  <a:lnTo>
                    <a:pt x="4372835" y="533192"/>
                  </a:lnTo>
                  <a:lnTo>
                    <a:pt x="4372835" y="533192"/>
                  </a:lnTo>
                  <a:lnTo>
                    <a:pt x="4378308" y="533192"/>
                  </a:lnTo>
                  <a:lnTo>
                    <a:pt x="4378308" y="533192"/>
                  </a:lnTo>
                  <a:lnTo>
                    <a:pt x="4383781" y="533192"/>
                  </a:lnTo>
                  <a:lnTo>
                    <a:pt x="4383781" y="533192"/>
                  </a:lnTo>
                  <a:lnTo>
                    <a:pt x="4389254" y="533192"/>
                  </a:lnTo>
                  <a:lnTo>
                    <a:pt x="4389254" y="533192"/>
                  </a:lnTo>
                  <a:lnTo>
                    <a:pt x="4394726" y="533192"/>
                  </a:lnTo>
                  <a:lnTo>
                    <a:pt x="4394726" y="511006"/>
                  </a:lnTo>
                  <a:lnTo>
                    <a:pt x="4400199" y="511006"/>
                  </a:lnTo>
                  <a:lnTo>
                    <a:pt x="4400199" y="511006"/>
                  </a:lnTo>
                  <a:lnTo>
                    <a:pt x="4405672" y="511006"/>
                  </a:lnTo>
                  <a:lnTo>
                    <a:pt x="4405672" y="488819"/>
                  </a:lnTo>
                  <a:lnTo>
                    <a:pt x="4411145" y="488819"/>
                  </a:lnTo>
                  <a:lnTo>
                    <a:pt x="4411145" y="488819"/>
                  </a:lnTo>
                  <a:lnTo>
                    <a:pt x="4416618" y="488819"/>
                  </a:lnTo>
                  <a:lnTo>
                    <a:pt x="4416618" y="488819"/>
                  </a:lnTo>
                  <a:lnTo>
                    <a:pt x="4422091" y="488819"/>
                  </a:lnTo>
                  <a:lnTo>
                    <a:pt x="4422091" y="488819"/>
                  </a:lnTo>
                  <a:lnTo>
                    <a:pt x="4427564" y="488819"/>
                  </a:lnTo>
                  <a:lnTo>
                    <a:pt x="4427564" y="488819"/>
                  </a:lnTo>
                  <a:lnTo>
                    <a:pt x="4433037" y="488819"/>
                  </a:lnTo>
                  <a:lnTo>
                    <a:pt x="4433037" y="488819"/>
                  </a:lnTo>
                  <a:lnTo>
                    <a:pt x="4438510" y="488819"/>
                  </a:lnTo>
                  <a:lnTo>
                    <a:pt x="4438510" y="488819"/>
                  </a:lnTo>
                  <a:lnTo>
                    <a:pt x="4443982" y="488819"/>
                  </a:lnTo>
                  <a:lnTo>
                    <a:pt x="4443982" y="488819"/>
                  </a:lnTo>
                  <a:lnTo>
                    <a:pt x="4449455" y="488819"/>
                  </a:lnTo>
                  <a:lnTo>
                    <a:pt x="4449455" y="488819"/>
                  </a:lnTo>
                  <a:lnTo>
                    <a:pt x="4454928" y="488819"/>
                  </a:lnTo>
                  <a:lnTo>
                    <a:pt x="4454928" y="488819"/>
                  </a:lnTo>
                  <a:lnTo>
                    <a:pt x="4460401" y="488819"/>
                  </a:lnTo>
                  <a:lnTo>
                    <a:pt x="4460401" y="488819"/>
                  </a:lnTo>
                  <a:lnTo>
                    <a:pt x="4465874" y="488819"/>
                  </a:lnTo>
                  <a:lnTo>
                    <a:pt x="4465874" y="488819"/>
                  </a:lnTo>
                  <a:lnTo>
                    <a:pt x="4471347" y="488819"/>
                  </a:lnTo>
                  <a:lnTo>
                    <a:pt x="4471347" y="488819"/>
                  </a:lnTo>
                  <a:lnTo>
                    <a:pt x="4476820" y="488819"/>
                  </a:lnTo>
                  <a:lnTo>
                    <a:pt x="4476820" y="488819"/>
                  </a:lnTo>
                  <a:lnTo>
                    <a:pt x="4482293" y="488819"/>
                  </a:lnTo>
                  <a:lnTo>
                    <a:pt x="4482293" y="488819"/>
                  </a:lnTo>
                  <a:lnTo>
                    <a:pt x="4487766" y="488819"/>
                  </a:lnTo>
                  <a:lnTo>
                    <a:pt x="4487766" y="488819"/>
                  </a:lnTo>
                  <a:lnTo>
                    <a:pt x="4493238" y="488819"/>
                  </a:lnTo>
                  <a:lnTo>
                    <a:pt x="4493238" y="488819"/>
                  </a:lnTo>
                  <a:lnTo>
                    <a:pt x="4498711" y="488819"/>
                  </a:lnTo>
                  <a:lnTo>
                    <a:pt x="4498711" y="488819"/>
                  </a:lnTo>
                  <a:lnTo>
                    <a:pt x="4504184" y="488819"/>
                  </a:lnTo>
                  <a:lnTo>
                    <a:pt x="4504184" y="488819"/>
                  </a:lnTo>
                  <a:lnTo>
                    <a:pt x="4509657" y="488819"/>
                  </a:lnTo>
                  <a:lnTo>
                    <a:pt x="4509657" y="488819"/>
                  </a:lnTo>
                  <a:lnTo>
                    <a:pt x="4515130" y="488819"/>
                  </a:lnTo>
                  <a:lnTo>
                    <a:pt x="4515130" y="488819"/>
                  </a:lnTo>
                  <a:lnTo>
                    <a:pt x="4520603" y="488819"/>
                  </a:lnTo>
                  <a:lnTo>
                    <a:pt x="4520603" y="465988"/>
                  </a:lnTo>
                  <a:lnTo>
                    <a:pt x="4526076" y="465988"/>
                  </a:lnTo>
                  <a:lnTo>
                    <a:pt x="4526076" y="465988"/>
                  </a:lnTo>
                  <a:lnTo>
                    <a:pt x="4531549" y="465988"/>
                  </a:lnTo>
                  <a:lnTo>
                    <a:pt x="4531549" y="465988"/>
                  </a:lnTo>
                  <a:lnTo>
                    <a:pt x="4537022" y="465988"/>
                  </a:lnTo>
                  <a:lnTo>
                    <a:pt x="4537022" y="443100"/>
                  </a:lnTo>
                  <a:lnTo>
                    <a:pt x="4542494" y="443100"/>
                  </a:lnTo>
                  <a:lnTo>
                    <a:pt x="4542494" y="443100"/>
                  </a:lnTo>
                  <a:lnTo>
                    <a:pt x="4547967" y="443100"/>
                  </a:lnTo>
                  <a:lnTo>
                    <a:pt x="4547967" y="443100"/>
                  </a:lnTo>
                  <a:lnTo>
                    <a:pt x="4553440" y="443100"/>
                  </a:lnTo>
                  <a:lnTo>
                    <a:pt x="4553440" y="443100"/>
                  </a:lnTo>
                  <a:lnTo>
                    <a:pt x="4558913" y="443100"/>
                  </a:lnTo>
                  <a:lnTo>
                    <a:pt x="4558913" y="443100"/>
                  </a:lnTo>
                  <a:lnTo>
                    <a:pt x="4564386" y="443100"/>
                  </a:lnTo>
                  <a:lnTo>
                    <a:pt x="4564386" y="443100"/>
                  </a:lnTo>
                  <a:lnTo>
                    <a:pt x="4569859" y="443100"/>
                  </a:lnTo>
                  <a:lnTo>
                    <a:pt x="4569859" y="443100"/>
                  </a:lnTo>
                  <a:lnTo>
                    <a:pt x="4575332" y="443100"/>
                  </a:lnTo>
                  <a:lnTo>
                    <a:pt x="4575332" y="443100"/>
                  </a:lnTo>
                  <a:lnTo>
                    <a:pt x="4580805" y="443100"/>
                  </a:lnTo>
                  <a:lnTo>
                    <a:pt x="4580805" y="443100"/>
                  </a:lnTo>
                  <a:lnTo>
                    <a:pt x="4586277" y="443100"/>
                  </a:lnTo>
                  <a:lnTo>
                    <a:pt x="4586277" y="443100"/>
                  </a:lnTo>
                  <a:lnTo>
                    <a:pt x="4591750" y="443100"/>
                  </a:lnTo>
                  <a:lnTo>
                    <a:pt x="4591750" y="443100"/>
                  </a:lnTo>
                  <a:lnTo>
                    <a:pt x="4597223" y="443100"/>
                  </a:lnTo>
                  <a:lnTo>
                    <a:pt x="4597223" y="443100"/>
                  </a:lnTo>
                  <a:lnTo>
                    <a:pt x="4602696" y="443100"/>
                  </a:lnTo>
                  <a:lnTo>
                    <a:pt x="4602696" y="443100"/>
                  </a:lnTo>
                  <a:lnTo>
                    <a:pt x="4608169" y="443100"/>
                  </a:lnTo>
                  <a:lnTo>
                    <a:pt x="4608169" y="443100"/>
                  </a:lnTo>
                  <a:lnTo>
                    <a:pt x="4613642" y="443100"/>
                  </a:lnTo>
                  <a:lnTo>
                    <a:pt x="4613642" y="443100"/>
                  </a:lnTo>
                  <a:lnTo>
                    <a:pt x="4619115" y="443100"/>
                  </a:lnTo>
                  <a:lnTo>
                    <a:pt x="4619115" y="443100"/>
                  </a:lnTo>
                  <a:lnTo>
                    <a:pt x="4624588" y="443100"/>
                  </a:lnTo>
                  <a:lnTo>
                    <a:pt x="4624588" y="443100"/>
                  </a:lnTo>
                  <a:lnTo>
                    <a:pt x="4630061" y="443100"/>
                  </a:lnTo>
                  <a:lnTo>
                    <a:pt x="4630061" y="443100"/>
                  </a:lnTo>
                  <a:lnTo>
                    <a:pt x="4635533" y="443100"/>
                  </a:lnTo>
                  <a:lnTo>
                    <a:pt x="4635533" y="443100"/>
                  </a:lnTo>
                  <a:lnTo>
                    <a:pt x="4641006" y="443100"/>
                  </a:lnTo>
                  <a:lnTo>
                    <a:pt x="4641006" y="443100"/>
                  </a:lnTo>
                  <a:lnTo>
                    <a:pt x="4646479" y="443100"/>
                  </a:lnTo>
                  <a:lnTo>
                    <a:pt x="4646479" y="443100"/>
                  </a:lnTo>
                  <a:lnTo>
                    <a:pt x="4651952" y="443100"/>
                  </a:lnTo>
                  <a:lnTo>
                    <a:pt x="4651952" y="443100"/>
                  </a:lnTo>
                  <a:lnTo>
                    <a:pt x="4657425" y="443100"/>
                  </a:lnTo>
                  <a:lnTo>
                    <a:pt x="4657425" y="443100"/>
                  </a:lnTo>
                  <a:lnTo>
                    <a:pt x="4662898" y="443100"/>
                  </a:lnTo>
                  <a:lnTo>
                    <a:pt x="4662898" y="443100"/>
                  </a:lnTo>
                  <a:lnTo>
                    <a:pt x="4668371" y="443100"/>
                  </a:lnTo>
                  <a:lnTo>
                    <a:pt x="4668371" y="443100"/>
                  </a:lnTo>
                  <a:lnTo>
                    <a:pt x="4673844" y="443100"/>
                  </a:lnTo>
                  <a:lnTo>
                    <a:pt x="4673844" y="443100"/>
                  </a:lnTo>
                  <a:lnTo>
                    <a:pt x="4679317" y="443100"/>
                  </a:lnTo>
                  <a:lnTo>
                    <a:pt x="4679317" y="443100"/>
                  </a:lnTo>
                  <a:lnTo>
                    <a:pt x="4684789" y="443100"/>
                  </a:lnTo>
                  <a:lnTo>
                    <a:pt x="4684789" y="443100"/>
                  </a:lnTo>
                  <a:lnTo>
                    <a:pt x="4690262" y="443100"/>
                  </a:lnTo>
                  <a:lnTo>
                    <a:pt x="4690262" y="443100"/>
                  </a:lnTo>
                  <a:lnTo>
                    <a:pt x="4695735" y="443100"/>
                  </a:lnTo>
                  <a:lnTo>
                    <a:pt x="4695735" y="443100"/>
                  </a:lnTo>
                  <a:lnTo>
                    <a:pt x="4701208" y="443100"/>
                  </a:lnTo>
                  <a:lnTo>
                    <a:pt x="4701208" y="443100"/>
                  </a:lnTo>
                  <a:lnTo>
                    <a:pt x="4706681" y="443100"/>
                  </a:lnTo>
                  <a:lnTo>
                    <a:pt x="4706681" y="443100"/>
                  </a:lnTo>
                  <a:lnTo>
                    <a:pt x="4712154" y="443100"/>
                  </a:lnTo>
                  <a:lnTo>
                    <a:pt x="4712154" y="443100"/>
                  </a:lnTo>
                  <a:lnTo>
                    <a:pt x="4717627" y="443100"/>
                  </a:lnTo>
                  <a:lnTo>
                    <a:pt x="4717627" y="443100"/>
                  </a:lnTo>
                  <a:lnTo>
                    <a:pt x="4723100" y="443100"/>
                  </a:lnTo>
                  <a:lnTo>
                    <a:pt x="4723100" y="443100"/>
                  </a:lnTo>
                  <a:lnTo>
                    <a:pt x="4728573" y="443100"/>
                  </a:lnTo>
                  <a:lnTo>
                    <a:pt x="4728573" y="443100"/>
                  </a:lnTo>
                  <a:lnTo>
                    <a:pt x="4734045" y="443100"/>
                  </a:lnTo>
                  <a:lnTo>
                    <a:pt x="4734045" y="443100"/>
                  </a:lnTo>
                  <a:lnTo>
                    <a:pt x="4739518" y="443100"/>
                  </a:lnTo>
                  <a:lnTo>
                    <a:pt x="4739518" y="443100"/>
                  </a:lnTo>
                  <a:lnTo>
                    <a:pt x="4744991" y="443100"/>
                  </a:lnTo>
                  <a:lnTo>
                    <a:pt x="4744991" y="443100"/>
                  </a:lnTo>
                  <a:lnTo>
                    <a:pt x="4750464" y="443100"/>
                  </a:lnTo>
                  <a:lnTo>
                    <a:pt x="4750464" y="443100"/>
                  </a:lnTo>
                  <a:lnTo>
                    <a:pt x="4755937" y="443100"/>
                  </a:lnTo>
                  <a:lnTo>
                    <a:pt x="4755937" y="443100"/>
                  </a:lnTo>
                  <a:lnTo>
                    <a:pt x="4761410" y="443100"/>
                  </a:lnTo>
                  <a:lnTo>
                    <a:pt x="4761410" y="443100"/>
                  </a:lnTo>
                  <a:lnTo>
                    <a:pt x="4766883" y="443100"/>
                  </a:lnTo>
                  <a:lnTo>
                    <a:pt x="4766883" y="443100"/>
                  </a:lnTo>
                  <a:lnTo>
                    <a:pt x="4772356" y="443100"/>
                  </a:lnTo>
                  <a:lnTo>
                    <a:pt x="4772356" y="443100"/>
                  </a:lnTo>
                  <a:lnTo>
                    <a:pt x="4777828" y="443100"/>
                  </a:lnTo>
                  <a:lnTo>
                    <a:pt x="4777828" y="443100"/>
                  </a:lnTo>
                  <a:lnTo>
                    <a:pt x="4783301" y="443100"/>
                  </a:lnTo>
                  <a:lnTo>
                    <a:pt x="4783301" y="443100"/>
                  </a:lnTo>
                  <a:lnTo>
                    <a:pt x="4788774" y="443100"/>
                  </a:lnTo>
                  <a:lnTo>
                    <a:pt x="4788774" y="443100"/>
                  </a:lnTo>
                  <a:lnTo>
                    <a:pt x="4794247" y="443100"/>
                  </a:lnTo>
                  <a:lnTo>
                    <a:pt x="4794247" y="443100"/>
                  </a:lnTo>
                  <a:lnTo>
                    <a:pt x="4799720" y="443100"/>
                  </a:lnTo>
                  <a:lnTo>
                    <a:pt x="4799720" y="443100"/>
                  </a:lnTo>
                  <a:lnTo>
                    <a:pt x="4805193" y="443100"/>
                  </a:lnTo>
                  <a:lnTo>
                    <a:pt x="4805193" y="443100"/>
                  </a:lnTo>
                  <a:lnTo>
                    <a:pt x="4810666" y="443100"/>
                  </a:lnTo>
                  <a:lnTo>
                    <a:pt x="4810666" y="443100"/>
                  </a:lnTo>
                  <a:lnTo>
                    <a:pt x="4816139" y="443100"/>
                  </a:lnTo>
                  <a:lnTo>
                    <a:pt x="4816139" y="443100"/>
                  </a:lnTo>
                  <a:lnTo>
                    <a:pt x="4821612" y="443100"/>
                  </a:lnTo>
                  <a:lnTo>
                    <a:pt x="4821612" y="443100"/>
                  </a:lnTo>
                  <a:lnTo>
                    <a:pt x="4827084" y="443100"/>
                  </a:lnTo>
                  <a:lnTo>
                    <a:pt x="4827084" y="443100"/>
                  </a:lnTo>
                  <a:lnTo>
                    <a:pt x="4832557" y="443100"/>
                  </a:lnTo>
                  <a:lnTo>
                    <a:pt x="4832557" y="418862"/>
                  </a:lnTo>
                  <a:lnTo>
                    <a:pt x="4838030" y="418862"/>
                  </a:lnTo>
                  <a:lnTo>
                    <a:pt x="4838030" y="418862"/>
                  </a:lnTo>
                  <a:lnTo>
                    <a:pt x="4843503" y="418862"/>
                  </a:lnTo>
                  <a:lnTo>
                    <a:pt x="4843503" y="418862"/>
                  </a:lnTo>
                  <a:lnTo>
                    <a:pt x="4848976" y="418862"/>
                  </a:lnTo>
                  <a:lnTo>
                    <a:pt x="4848976" y="418862"/>
                  </a:lnTo>
                  <a:lnTo>
                    <a:pt x="4854449" y="418862"/>
                  </a:lnTo>
                  <a:lnTo>
                    <a:pt x="4854449" y="418862"/>
                  </a:lnTo>
                  <a:lnTo>
                    <a:pt x="4859922" y="418862"/>
                  </a:lnTo>
                  <a:lnTo>
                    <a:pt x="4859922" y="418862"/>
                  </a:lnTo>
                  <a:lnTo>
                    <a:pt x="4865395" y="418862"/>
                  </a:lnTo>
                  <a:lnTo>
                    <a:pt x="4865395" y="418862"/>
                  </a:lnTo>
                  <a:lnTo>
                    <a:pt x="4870868" y="418862"/>
                  </a:lnTo>
                  <a:lnTo>
                    <a:pt x="4870868" y="418862"/>
                  </a:lnTo>
                  <a:lnTo>
                    <a:pt x="4876340" y="418862"/>
                  </a:lnTo>
                  <a:lnTo>
                    <a:pt x="4876340" y="418862"/>
                  </a:lnTo>
                  <a:lnTo>
                    <a:pt x="4881813" y="418862"/>
                  </a:lnTo>
                  <a:lnTo>
                    <a:pt x="4881813" y="418862"/>
                  </a:lnTo>
                  <a:lnTo>
                    <a:pt x="4887286" y="418862"/>
                  </a:lnTo>
                  <a:lnTo>
                    <a:pt x="4887286" y="418862"/>
                  </a:lnTo>
                  <a:lnTo>
                    <a:pt x="4892759" y="418862"/>
                  </a:lnTo>
                  <a:lnTo>
                    <a:pt x="4892759" y="418862"/>
                  </a:lnTo>
                  <a:lnTo>
                    <a:pt x="4898232" y="418862"/>
                  </a:lnTo>
                  <a:lnTo>
                    <a:pt x="4898232" y="418862"/>
                  </a:lnTo>
                  <a:lnTo>
                    <a:pt x="4903705" y="418862"/>
                  </a:lnTo>
                  <a:lnTo>
                    <a:pt x="4903705" y="418862"/>
                  </a:lnTo>
                  <a:lnTo>
                    <a:pt x="4909178" y="418862"/>
                  </a:lnTo>
                  <a:lnTo>
                    <a:pt x="4909178" y="418862"/>
                  </a:lnTo>
                  <a:lnTo>
                    <a:pt x="4914651" y="418862"/>
                  </a:lnTo>
                  <a:lnTo>
                    <a:pt x="4914651" y="418862"/>
                  </a:lnTo>
                  <a:lnTo>
                    <a:pt x="4920123" y="418862"/>
                  </a:lnTo>
                  <a:lnTo>
                    <a:pt x="4920123" y="418862"/>
                  </a:lnTo>
                  <a:lnTo>
                    <a:pt x="4925596" y="418862"/>
                  </a:lnTo>
                  <a:lnTo>
                    <a:pt x="4925596" y="394284"/>
                  </a:lnTo>
                  <a:lnTo>
                    <a:pt x="4931069" y="394284"/>
                  </a:lnTo>
                  <a:lnTo>
                    <a:pt x="4931069" y="394284"/>
                  </a:lnTo>
                  <a:lnTo>
                    <a:pt x="4936542" y="394284"/>
                  </a:lnTo>
                  <a:lnTo>
                    <a:pt x="4936542" y="394284"/>
                  </a:lnTo>
                  <a:lnTo>
                    <a:pt x="4942015" y="394284"/>
                  </a:lnTo>
                  <a:lnTo>
                    <a:pt x="4942015" y="369706"/>
                  </a:lnTo>
                  <a:lnTo>
                    <a:pt x="4947488" y="369706"/>
                  </a:lnTo>
                  <a:lnTo>
                    <a:pt x="4947488" y="369706"/>
                  </a:lnTo>
                  <a:lnTo>
                    <a:pt x="4952961" y="369706"/>
                  </a:lnTo>
                  <a:lnTo>
                    <a:pt x="4952961" y="369706"/>
                  </a:lnTo>
                  <a:lnTo>
                    <a:pt x="4958434" y="369706"/>
                  </a:lnTo>
                  <a:lnTo>
                    <a:pt x="4958434" y="369706"/>
                  </a:lnTo>
                  <a:lnTo>
                    <a:pt x="4963907" y="369706"/>
                  </a:lnTo>
                  <a:lnTo>
                    <a:pt x="4963907" y="369706"/>
                  </a:lnTo>
                  <a:lnTo>
                    <a:pt x="4969379" y="369706"/>
                  </a:lnTo>
                  <a:lnTo>
                    <a:pt x="4969379" y="369706"/>
                  </a:lnTo>
                  <a:lnTo>
                    <a:pt x="4974852" y="369706"/>
                  </a:lnTo>
                  <a:lnTo>
                    <a:pt x="4974852" y="369706"/>
                  </a:lnTo>
                  <a:lnTo>
                    <a:pt x="4980325" y="369706"/>
                  </a:lnTo>
                  <a:lnTo>
                    <a:pt x="4980325" y="369706"/>
                  </a:lnTo>
                  <a:lnTo>
                    <a:pt x="4985798" y="369706"/>
                  </a:lnTo>
                  <a:lnTo>
                    <a:pt x="4985798" y="369706"/>
                  </a:lnTo>
                  <a:lnTo>
                    <a:pt x="4991271" y="369706"/>
                  </a:lnTo>
                  <a:lnTo>
                    <a:pt x="4991271" y="369706"/>
                  </a:lnTo>
                  <a:lnTo>
                    <a:pt x="4996744" y="369706"/>
                  </a:lnTo>
                  <a:lnTo>
                    <a:pt x="4996744" y="369706"/>
                  </a:lnTo>
                  <a:lnTo>
                    <a:pt x="5002217" y="369706"/>
                  </a:lnTo>
                  <a:lnTo>
                    <a:pt x="5002217" y="369706"/>
                  </a:lnTo>
                  <a:lnTo>
                    <a:pt x="5007690" y="369706"/>
                  </a:lnTo>
                  <a:lnTo>
                    <a:pt x="5007690" y="369706"/>
                  </a:lnTo>
                  <a:lnTo>
                    <a:pt x="5013163" y="369706"/>
                  </a:lnTo>
                  <a:lnTo>
                    <a:pt x="5013163" y="344986"/>
                  </a:lnTo>
                  <a:lnTo>
                    <a:pt x="5018635" y="344986"/>
                  </a:lnTo>
                  <a:lnTo>
                    <a:pt x="5018635" y="344986"/>
                  </a:lnTo>
                  <a:lnTo>
                    <a:pt x="5024108" y="344986"/>
                  </a:lnTo>
                  <a:lnTo>
                    <a:pt x="5024108" y="344986"/>
                  </a:lnTo>
                  <a:lnTo>
                    <a:pt x="5029581" y="344986"/>
                  </a:lnTo>
                  <a:lnTo>
                    <a:pt x="5029581" y="344986"/>
                  </a:lnTo>
                  <a:lnTo>
                    <a:pt x="5035054" y="344986"/>
                  </a:lnTo>
                  <a:lnTo>
                    <a:pt x="5035054" y="344986"/>
                  </a:lnTo>
                  <a:lnTo>
                    <a:pt x="5040527" y="344986"/>
                  </a:lnTo>
                  <a:lnTo>
                    <a:pt x="5040527" y="344986"/>
                  </a:lnTo>
                  <a:lnTo>
                    <a:pt x="5046000" y="344986"/>
                  </a:lnTo>
                  <a:lnTo>
                    <a:pt x="5046000" y="344986"/>
                  </a:lnTo>
                  <a:lnTo>
                    <a:pt x="5051473" y="344986"/>
                  </a:lnTo>
                  <a:lnTo>
                    <a:pt x="5051473" y="344986"/>
                  </a:lnTo>
                  <a:lnTo>
                    <a:pt x="5056946" y="344986"/>
                  </a:lnTo>
                  <a:lnTo>
                    <a:pt x="5056946" y="344986"/>
                  </a:lnTo>
                  <a:lnTo>
                    <a:pt x="5062419" y="344986"/>
                  </a:lnTo>
                  <a:lnTo>
                    <a:pt x="5062419" y="344986"/>
                  </a:lnTo>
                  <a:lnTo>
                    <a:pt x="5067891" y="344986"/>
                  </a:lnTo>
                  <a:lnTo>
                    <a:pt x="5067891" y="344986"/>
                  </a:lnTo>
                  <a:lnTo>
                    <a:pt x="5073364" y="344986"/>
                  </a:lnTo>
                  <a:lnTo>
                    <a:pt x="5073364" y="344986"/>
                  </a:lnTo>
                  <a:lnTo>
                    <a:pt x="5078837" y="344986"/>
                  </a:lnTo>
                  <a:lnTo>
                    <a:pt x="5078837" y="344986"/>
                  </a:lnTo>
                  <a:lnTo>
                    <a:pt x="5084310" y="344986"/>
                  </a:lnTo>
                  <a:lnTo>
                    <a:pt x="5084310" y="344986"/>
                  </a:lnTo>
                  <a:lnTo>
                    <a:pt x="5089783" y="344986"/>
                  </a:lnTo>
                  <a:lnTo>
                    <a:pt x="5089783" y="344986"/>
                  </a:lnTo>
                  <a:lnTo>
                    <a:pt x="5095256" y="344986"/>
                  </a:lnTo>
                  <a:lnTo>
                    <a:pt x="5095256" y="344986"/>
                  </a:lnTo>
                  <a:lnTo>
                    <a:pt x="5100729" y="344986"/>
                  </a:lnTo>
                  <a:lnTo>
                    <a:pt x="5100729" y="344986"/>
                  </a:lnTo>
                  <a:lnTo>
                    <a:pt x="5106202" y="344986"/>
                  </a:lnTo>
                  <a:lnTo>
                    <a:pt x="5106202" y="344986"/>
                  </a:lnTo>
                  <a:lnTo>
                    <a:pt x="5111674" y="344986"/>
                  </a:lnTo>
                  <a:lnTo>
                    <a:pt x="5111674" y="344986"/>
                  </a:lnTo>
                  <a:lnTo>
                    <a:pt x="5117147" y="344986"/>
                  </a:lnTo>
                  <a:lnTo>
                    <a:pt x="5117147" y="344986"/>
                  </a:lnTo>
                  <a:lnTo>
                    <a:pt x="5122620" y="344986"/>
                  </a:lnTo>
                  <a:lnTo>
                    <a:pt x="5122620" y="344986"/>
                  </a:lnTo>
                  <a:lnTo>
                    <a:pt x="5128093" y="344986"/>
                  </a:lnTo>
                  <a:lnTo>
                    <a:pt x="5128093" y="344986"/>
                  </a:lnTo>
                  <a:lnTo>
                    <a:pt x="5133566" y="344986"/>
                  </a:lnTo>
                  <a:lnTo>
                    <a:pt x="5133566" y="344986"/>
                  </a:lnTo>
                  <a:lnTo>
                    <a:pt x="5139039" y="344986"/>
                  </a:lnTo>
                  <a:lnTo>
                    <a:pt x="5139039" y="344986"/>
                  </a:lnTo>
                  <a:lnTo>
                    <a:pt x="5144512" y="344986"/>
                  </a:lnTo>
                  <a:lnTo>
                    <a:pt x="5144512" y="344986"/>
                  </a:lnTo>
                  <a:lnTo>
                    <a:pt x="5149985" y="344986"/>
                  </a:lnTo>
                  <a:lnTo>
                    <a:pt x="5149985" y="344986"/>
                  </a:lnTo>
                  <a:lnTo>
                    <a:pt x="5155458" y="344986"/>
                  </a:lnTo>
                  <a:lnTo>
                    <a:pt x="5155458" y="344986"/>
                  </a:lnTo>
                  <a:lnTo>
                    <a:pt x="5160930" y="344986"/>
                  </a:lnTo>
                  <a:lnTo>
                    <a:pt x="5160930" y="344986"/>
                  </a:lnTo>
                  <a:lnTo>
                    <a:pt x="5166403" y="344986"/>
                  </a:lnTo>
                  <a:lnTo>
                    <a:pt x="5166403" y="344986"/>
                  </a:lnTo>
                  <a:lnTo>
                    <a:pt x="5171876" y="344986"/>
                  </a:lnTo>
                  <a:lnTo>
                    <a:pt x="5171876" y="344986"/>
                  </a:lnTo>
                  <a:lnTo>
                    <a:pt x="5177349" y="344986"/>
                  </a:lnTo>
                  <a:lnTo>
                    <a:pt x="5177349" y="344986"/>
                  </a:lnTo>
                  <a:lnTo>
                    <a:pt x="5182822" y="344986"/>
                  </a:lnTo>
                  <a:lnTo>
                    <a:pt x="5182822" y="344986"/>
                  </a:lnTo>
                  <a:lnTo>
                    <a:pt x="5188295" y="344986"/>
                  </a:lnTo>
                  <a:lnTo>
                    <a:pt x="5188295" y="344986"/>
                  </a:lnTo>
                  <a:lnTo>
                    <a:pt x="5193768" y="344986"/>
                  </a:lnTo>
                  <a:lnTo>
                    <a:pt x="5193768" y="344986"/>
                  </a:lnTo>
                  <a:lnTo>
                    <a:pt x="5199241" y="344986"/>
                  </a:lnTo>
                  <a:lnTo>
                    <a:pt x="5199241" y="344986"/>
                  </a:lnTo>
                  <a:lnTo>
                    <a:pt x="5204714" y="344986"/>
                  </a:lnTo>
                  <a:lnTo>
                    <a:pt x="5204714" y="344986"/>
                  </a:lnTo>
                  <a:lnTo>
                    <a:pt x="5210186" y="344986"/>
                  </a:lnTo>
                  <a:lnTo>
                    <a:pt x="5210186" y="344986"/>
                  </a:lnTo>
                  <a:lnTo>
                    <a:pt x="5215659" y="344986"/>
                  </a:lnTo>
                  <a:lnTo>
                    <a:pt x="5215659" y="344986"/>
                  </a:lnTo>
                  <a:lnTo>
                    <a:pt x="5221132" y="344986"/>
                  </a:lnTo>
                  <a:lnTo>
                    <a:pt x="5221132" y="344986"/>
                  </a:lnTo>
                  <a:lnTo>
                    <a:pt x="5226605" y="344986"/>
                  </a:lnTo>
                  <a:lnTo>
                    <a:pt x="5226605" y="344986"/>
                  </a:lnTo>
                  <a:lnTo>
                    <a:pt x="5232078" y="344986"/>
                  </a:lnTo>
                  <a:lnTo>
                    <a:pt x="5232078" y="344986"/>
                  </a:lnTo>
                  <a:lnTo>
                    <a:pt x="5237551" y="344986"/>
                  </a:lnTo>
                  <a:lnTo>
                    <a:pt x="5237551" y="344986"/>
                  </a:lnTo>
                  <a:lnTo>
                    <a:pt x="5243024" y="344986"/>
                  </a:lnTo>
                  <a:lnTo>
                    <a:pt x="5243024" y="344986"/>
                  </a:lnTo>
                  <a:lnTo>
                    <a:pt x="5248497" y="344986"/>
                  </a:lnTo>
                  <a:lnTo>
                    <a:pt x="5248497" y="344986"/>
                  </a:lnTo>
                  <a:lnTo>
                    <a:pt x="5253970" y="344986"/>
                  </a:lnTo>
                  <a:lnTo>
                    <a:pt x="5253970" y="344986"/>
                  </a:lnTo>
                  <a:lnTo>
                    <a:pt x="5259442" y="344986"/>
                  </a:lnTo>
                  <a:lnTo>
                    <a:pt x="5259442" y="344986"/>
                  </a:lnTo>
                  <a:lnTo>
                    <a:pt x="5264915" y="344986"/>
                  </a:lnTo>
                  <a:lnTo>
                    <a:pt x="5264915" y="344986"/>
                  </a:lnTo>
                  <a:lnTo>
                    <a:pt x="5270388" y="344986"/>
                  </a:lnTo>
                  <a:lnTo>
                    <a:pt x="5270388" y="344986"/>
                  </a:lnTo>
                  <a:lnTo>
                    <a:pt x="5275861" y="344986"/>
                  </a:lnTo>
                  <a:lnTo>
                    <a:pt x="5275861" y="344986"/>
                  </a:lnTo>
                  <a:lnTo>
                    <a:pt x="5281334" y="344986"/>
                  </a:lnTo>
                  <a:lnTo>
                    <a:pt x="5281334" y="344986"/>
                  </a:lnTo>
                  <a:lnTo>
                    <a:pt x="5286807" y="344986"/>
                  </a:lnTo>
                  <a:lnTo>
                    <a:pt x="5286807" y="344986"/>
                  </a:lnTo>
                  <a:lnTo>
                    <a:pt x="5292280" y="344986"/>
                  </a:lnTo>
                  <a:lnTo>
                    <a:pt x="5292280" y="344986"/>
                  </a:lnTo>
                  <a:lnTo>
                    <a:pt x="5297753" y="344986"/>
                  </a:lnTo>
                  <a:lnTo>
                    <a:pt x="5297753" y="344986"/>
                  </a:lnTo>
                  <a:lnTo>
                    <a:pt x="5303225" y="344986"/>
                  </a:lnTo>
                  <a:lnTo>
                    <a:pt x="5303225" y="344986"/>
                  </a:lnTo>
                  <a:lnTo>
                    <a:pt x="5308698" y="344986"/>
                  </a:lnTo>
                  <a:lnTo>
                    <a:pt x="5308698" y="344986"/>
                  </a:lnTo>
                  <a:lnTo>
                    <a:pt x="5314171" y="344986"/>
                  </a:lnTo>
                  <a:lnTo>
                    <a:pt x="5314171" y="344986"/>
                  </a:lnTo>
                  <a:lnTo>
                    <a:pt x="5319644" y="344986"/>
                  </a:lnTo>
                  <a:lnTo>
                    <a:pt x="5319644" y="344986"/>
                  </a:lnTo>
                  <a:lnTo>
                    <a:pt x="5325117" y="344986"/>
                  </a:lnTo>
                  <a:lnTo>
                    <a:pt x="5325117" y="344986"/>
                  </a:lnTo>
                  <a:lnTo>
                    <a:pt x="5330590" y="344986"/>
                  </a:lnTo>
                  <a:lnTo>
                    <a:pt x="5330590" y="344986"/>
                  </a:lnTo>
                  <a:lnTo>
                    <a:pt x="5336063" y="344986"/>
                  </a:lnTo>
                  <a:lnTo>
                    <a:pt x="5336063" y="344986"/>
                  </a:lnTo>
                  <a:lnTo>
                    <a:pt x="5341536" y="344986"/>
                  </a:lnTo>
                  <a:lnTo>
                    <a:pt x="5341536" y="344986"/>
                  </a:lnTo>
                  <a:lnTo>
                    <a:pt x="5347009" y="344986"/>
                  </a:lnTo>
                  <a:lnTo>
                    <a:pt x="5347009" y="344986"/>
                  </a:lnTo>
                  <a:lnTo>
                    <a:pt x="5352481" y="344986"/>
                  </a:lnTo>
                  <a:lnTo>
                    <a:pt x="5352481" y="344986"/>
                  </a:lnTo>
                  <a:lnTo>
                    <a:pt x="5357954" y="344986"/>
                  </a:lnTo>
                  <a:lnTo>
                    <a:pt x="5357954" y="344986"/>
                  </a:lnTo>
                  <a:lnTo>
                    <a:pt x="5363427" y="344986"/>
                  </a:lnTo>
                  <a:lnTo>
                    <a:pt x="5363427" y="344986"/>
                  </a:lnTo>
                  <a:lnTo>
                    <a:pt x="5368900" y="344986"/>
                  </a:lnTo>
                  <a:lnTo>
                    <a:pt x="5368900" y="344986"/>
                  </a:lnTo>
                  <a:lnTo>
                    <a:pt x="5374373" y="344986"/>
                  </a:lnTo>
                  <a:lnTo>
                    <a:pt x="5374373" y="344986"/>
                  </a:lnTo>
                  <a:lnTo>
                    <a:pt x="5379846" y="344986"/>
                  </a:lnTo>
                  <a:lnTo>
                    <a:pt x="5379846" y="344986"/>
                  </a:lnTo>
                  <a:lnTo>
                    <a:pt x="5385319" y="344986"/>
                  </a:lnTo>
                  <a:lnTo>
                    <a:pt x="5385319" y="344986"/>
                  </a:lnTo>
                  <a:lnTo>
                    <a:pt x="5390792" y="344986"/>
                  </a:lnTo>
                  <a:lnTo>
                    <a:pt x="5390792" y="344986"/>
                  </a:lnTo>
                  <a:lnTo>
                    <a:pt x="5396265" y="344986"/>
                  </a:lnTo>
                  <a:lnTo>
                    <a:pt x="5396265" y="344986"/>
                  </a:lnTo>
                  <a:lnTo>
                    <a:pt x="5401737" y="344986"/>
                  </a:lnTo>
                  <a:lnTo>
                    <a:pt x="5401737" y="344986"/>
                  </a:lnTo>
                  <a:lnTo>
                    <a:pt x="5407210" y="344986"/>
                  </a:lnTo>
                  <a:lnTo>
                    <a:pt x="5407210" y="344986"/>
                  </a:lnTo>
                  <a:lnTo>
                    <a:pt x="5412683" y="344986"/>
                  </a:lnTo>
                  <a:lnTo>
                    <a:pt x="5412683" y="344986"/>
                  </a:lnTo>
                  <a:lnTo>
                    <a:pt x="5418156" y="344986"/>
                  </a:lnTo>
                  <a:lnTo>
                    <a:pt x="5418156" y="344986"/>
                  </a:lnTo>
                  <a:lnTo>
                    <a:pt x="5423629" y="344986"/>
                  </a:lnTo>
                  <a:lnTo>
                    <a:pt x="5423629" y="344986"/>
                  </a:lnTo>
                  <a:lnTo>
                    <a:pt x="5429102" y="344986"/>
                  </a:lnTo>
                  <a:lnTo>
                    <a:pt x="5429102" y="344986"/>
                  </a:lnTo>
                  <a:lnTo>
                    <a:pt x="5434575" y="344986"/>
                  </a:lnTo>
                  <a:lnTo>
                    <a:pt x="5434575" y="344986"/>
                  </a:lnTo>
                  <a:lnTo>
                    <a:pt x="5440048" y="344986"/>
                  </a:lnTo>
                  <a:lnTo>
                    <a:pt x="5440048" y="344986"/>
                  </a:lnTo>
                  <a:lnTo>
                    <a:pt x="5445520" y="344986"/>
                  </a:lnTo>
                  <a:lnTo>
                    <a:pt x="5445520" y="344986"/>
                  </a:lnTo>
                  <a:lnTo>
                    <a:pt x="5450993" y="344986"/>
                  </a:lnTo>
                  <a:lnTo>
                    <a:pt x="5450993" y="344986"/>
                  </a:lnTo>
                  <a:lnTo>
                    <a:pt x="5456466" y="344986"/>
                  </a:lnTo>
                  <a:lnTo>
                    <a:pt x="5456466" y="344986"/>
                  </a:lnTo>
                  <a:lnTo>
                    <a:pt x="5461939" y="344986"/>
                  </a:lnTo>
                  <a:lnTo>
                    <a:pt x="5461939" y="344986"/>
                  </a:lnTo>
                  <a:lnTo>
                    <a:pt x="5467412" y="344986"/>
                  </a:lnTo>
                  <a:lnTo>
                    <a:pt x="5467412" y="344986"/>
                  </a:lnTo>
                  <a:lnTo>
                    <a:pt x="5472885" y="344986"/>
                  </a:lnTo>
                  <a:lnTo>
                    <a:pt x="5472885" y="344986"/>
                  </a:lnTo>
                  <a:lnTo>
                    <a:pt x="5478358" y="344986"/>
                  </a:lnTo>
                  <a:lnTo>
                    <a:pt x="5478358" y="344986"/>
                  </a:lnTo>
                  <a:lnTo>
                    <a:pt x="5483831" y="344986"/>
                  </a:lnTo>
                  <a:lnTo>
                    <a:pt x="5483831" y="344986"/>
                  </a:lnTo>
                  <a:lnTo>
                    <a:pt x="5489304" y="344986"/>
                  </a:lnTo>
                  <a:lnTo>
                    <a:pt x="5489304" y="344986"/>
                  </a:lnTo>
                  <a:lnTo>
                    <a:pt x="5494776" y="344986"/>
                  </a:lnTo>
                  <a:lnTo>
                    <a:pt x="5494776" y="344986"/>
                  </a:lnTo>
                  <a:lnTo>
                    <a:pt x="5500249" y="344986"/>
                  </a:lnTo>
                  <a:lnTo>
                    <a:pt x="5500249" y="344986"/>
                  </a:lnTo>
                  <a:lnTo>
                    <a:pt x="5505722" y="344986"/>
                  </a:lnTo>
                  <a:lnTo>
                    <a:pt x="5505722" y="344986"/>
                  </a:lnTo>
                  <a:lnTo>
                    <a:pt x="5511195" y="344986"/>
                  </a:lnTo>
                  <a:lnTo>
                    <a:pt x="5511195" y="344986"/>
                  </a:lnTo>
                  <a:lnTo>
                    <a:pt x="5516668" y="344986"/>
                  </a:lnTo>
                  <a:lnTo>
                    <a:pt x="5516668" y="344986"/>
                  </a:lnTo>
                  <a:lnTo>
                    <a:pt x="5522141" y="344986"/>
                  </a:lnTo>
                  <a:lnTo>
                    <a:pt x="5522141" y="344986"/>
                  </a:lnTo>
                  <a:lnTo>
                    <a:pt x="5527614" y="344986"/>
                  </a:lnTo>
                  <a:lnTo>
                    <a:pt x="5527614" y="344986"/>
                  </a:lnTo>
                  <a:lnTo>
                    <a:pt x="5533087" y="344986"/>
                  </a:lnTo>
                  <a:lnTo>
                    <a:pt x="5533087" y="344986"/>
                  </a:lnTo>
                  <a:lnTo>
                    <a:pt x="5538560" y="344986"/>
                  </a:lnTo>
                  <a:lnTo>
                    <a:pt x="5538560" y="344986"/>
                  </a:lnTo>
                  <a:lnTo>
                    <a:pt x="5544032" y="344986"/>
                  </a:lnTo>
                  <a:lnTo>
                    <a:pt x="5544032" y="344986"/>
                  </a:lnTo>
                  <a:lnTo>
                    <a:pt x="5549505" y="344986"/>
                  </a:lnTo>
                  <a:lnTo>
                    <a:pt x="5549505" y="344986"/>
                  </a:lnTo>
                  <a:lnTo>
                    <a:pt x="5554978" y="344986"/>
                  </a:lnTo>
                  <a:lnTo>
                    <a:pt x="5554978" y="344986"/>
                  </a:lnTo>
                  <a:lnTo>
                    <a:pt x="5560451" y="344986"/>
                  </a:lnTo>
                  <a:lnTo>
                    <a:pt x="5560451" y="344986"/>
                  </a:lnTo>
                  <a:lnTo>
                    <a:pt x="5565924" y="344986"/>
                  </a:lnTo>
                  <a:lnTo>
                    <a:pt x="5565924" y="344986"/>
                  </a:lnTo>
                  <a:lnTo>
                    <a:pt x="5571397" y="344986"/>
                  </a:lnTo>
                  <a:lnTo>
                    <a:pt x="5571397" y="344986"/>
                  </a:lnTo>
                  <a:lnTo>
                    <a:pt x="5576870" y="344986"/>
                  </a:lnTo>
                  <a:lnTo>
                    <a:pt x="5576870" y="344986"/>
                  </a:lnTo>
                  <a:lnTo>
                    <a:pt x="5582343" y="344986"/>
                  </a:lnTo>
                  <a:lnTo>
                    <a:pt x="5582343" y="344986"/>
                  </a:lnTo>
                  <a:lnTo>
                    <a:pt x="5587816" y="344986"/>
                  </a:lnTo>
                  <a:lnTo>
                    <a:pt x="5587816" y="344986"/>
                  </a:lnTo>
                  <a:lnTo>
                    <a:pt x="5593288" y="344986"/>
                  </a:lnTo>
                  <a:lnTo>
                    <a:pt x="5593288" y="344986"/>
                  </a:lnTo>
                  <a:lnTo>
                    <a:pt x="5598761" y="344986"/>
                  </a:lnTo>
                  <a:lnTo>
                    <a:pt x="5598761" y="344986"/>
                  </a:lnTo>
                  <a:lnTo>
                    <a:pt x="5604234" y="344986"/>
                  </a:lnTo>
                  <a:lnTo>
                    <a:pt x="5604234" y="344986"/>
                  </a:lnTo>
                  <a:lnTo>
                    <a:pt x="5609707" y="344986"/>
                  </a:lnTo>
                  <a:lnTo>
                    <a:pt x="5609707" y="344986"/>
                  </a:lnTo>
                  <a:lnTo>
                    <a:pt x="5615180" y="344986"/>
                  </a:lnTo>
                  <a:lnTo>
                    <a:pt x="5615180" y="344986"/>
                  </a:lnTo>
                  <a:lnTo>
                    <a:pt x="5620653" y="344986"/>
                  </a:lnTo>
                  <a:lnTo>
                    <a:pt x="5620653" y="344986"/>
                  </a:lnTo>
                  <a:lnTo>
                    <a:pt x="5626126" y="344986"/>
                  </a:lnTo>
                  <a:lnTo>
                    <a:pt x="5626126" y="344986"/>
                  </a:lnTo>
                  <a:lnTo>
                    <a:pt x="5631599" y="344986"/>
                  </a:lnTo>
                  <a:lnTo>
                    <a:pt x="5631599" y="344986"/>
                  </a:lnTo>
                  <a:lnTo>
                    <a:pt x="5637071" y="344986"/>
                  </a:lnTo>
                  <a:lnTo>
                    <a:pt x="5637071" y="344986"/>
                  </a:lnTo>
                  <a:lnTo>
                    <a:pt x="5642544" y="344986"/>
                  </a:lnTo>
                  <a:lnTo>
                    <a:pt x="5642544" y="344986"/>
                  </a:lnTo>
                  <a:lnTo>
                    <a:pt x="5648017" y="344986"/>
                  </a:lnTo>
                  <a:lnTo>
                    <a:pt x="5648017" y="344986"/>
                  </a:lnTo>
                  <a:lnTo>
                    <a:pt x="5653490" y="344986"/>
                  </a:lnTo>
                  <a:lnTo>
                    <a:pt x="5653490" y="344986"/>
                  </a:lnTo>
                  <a:lnTo>
                    <a:pt x="5658963" y="344986"/>
                  </a:lnTo>
                  <a:lnTo>
                    <a:pt x="5658963" y="344986"/>
                  </a:lnTo>
                  <a:lnTo>
                    <a:pt x="5664436" y="344986"/>
                  </a:lnTo>
                  <a:lnTo>
                    <a:pt x="5664436" y="344986"/>
                  </a:lnTo>
                  <a:lnTo>
                    <a:pt x="5669909" y="344986"/>
                  </a:lnTo>
                  <a:lnTo>
                    <a:pt x="5669909" y="344986"/>
                  </a:lnTo>
                  <a:lnTo>
                    <a:pt x="5675382" y="344986"/>
                  </a:lnTo>
                  <a:lnTo>
                    <a:pt x="5675382" y="344986"/>
                  </a:lnTo>
                  <a:lnTo>
                    <a:pt x="5680855" y="344986"/>
                  </a:lnTo>
                  <a:lnTo>
                    <a:pt x="5680855" y="344986"/>
                  </a:lnTo>
                  <a:lnTo>
                    <a:pt x="5686327" y="344986"/>
                  </a:lnTo>
                  <a:lnTo>
                    <a:pt x="5686327" y="344986"/>
                  </a:lnTo>
                  <a:lnTo>
                    <a:pt x="5691800" y="344986"/>
                  </a:lnTo>
                  <a:lnTo>
                    <a:pt x="5691800" y="344986"/>
                  </a:lnTo>
                  <a:lnTo>
                    <a:pt x="5697273" y="344986"/>
                  </a:lnTo>
                  <a:lnTo>
                    <a:pt x="5697273" y="344986"/>
                  </a:lnTo>
                  <a:lnTo>
                    <a:pt x="5702746" y="344986"/>
                  </a:lnTo>
                  <a:lnTo>
                    <a:pt x="5702746" y="344986"/>
                  </a:lnTo>
                  <a:lnTo>
                    <a:pt x="5708219" y="344986"/>
                  </a:lnTo>
                  <a:lnTo>
                    <a:pt x="5708219" y="344986"/>
                  </a:lnTo>
                  <a:lnTo>
                    <a:pt x="5713692" y="344986"/>
                  </a:lnTo>
                  <a:lnTo>
                    <a:pt x="5713692" y="344986"/>
                  </a:lnTo>
                  <a:lnTo>
                    <a:pt x="5719165" y="344986"/>
                  </a:lnTo>
                  <a:lnTo>
                    <a:pt x="5719165" y="344986"/>
                  </a:lnTo>
                  <a:lnTo>
                    <a:pt x="5724638" y="344986"/>
                  </a:lnTo>
                  <a:lnTo>
                    <a:pt x="5724638" y="344986"/>
                  </a:lnTo>
                  <a:lnTo>
                    <a:pt x="5730111" y="344986"/>
                  </a:lnTo>
                  <a:lnTo>
                    <a:pt x="5730111" y="344986"/>
                  </a:lnTo>
                  <a:lnTo>
                    <a:pt x="5735583" y="344986"/>
                  </a:lnTo>
                  <a:lnTo>
                    <a:pt x="5735583" y="344986"/>
                  </a:lnTo>
                  <a:lnTo>
                    <a:pt x="5741056" y="344986"/>
                  </a:lnTo>
                  <a:lnTo>
                    <a:pt x="5741056" y="344986"/>
                  </a:lnTo>
                  <a:lnTo>
                    <a:pt x="5746529" y="344986"/>
                  </a:lnTo>
                  <a:lnTo>
                    <a:pt x="5746529" y="344986"/>
                  </a:lnTo>
                  <a:lnTo>
                    <a:pt x="5752002" y="344986"/>
                  </a:lnTo>
                  <a:lnTo>
                    <a:pt x="5752002" y="344986"/>
                  </a:lnTo>
                  <a:lnTo>
                    <a:pt x="5757475" y="344986"/>
                  </a:lnTo>
                  <a:lnTo>
                    <a:pt x="5757475" y="344986"/>
                  </a:lnTo>
                  <a:lnTo>
                    <a:pt x="5762948" y="344986"/>
                  </a:lnTo>
                  <a:lnTo>
                    <a:pt x="5762948" y="344986"/>
                  </a:lnTo>
                  <a:lnTo>
                    <a:pt x="5768421" y="344986"/>
                  </a:lnTo>
                  <a:lnTo>
                    <a:pt x="5768421" y="344986"/>
                  </a:lnTo>
                  <a:lnTo>
                    <a:pt x="5773894" y="344986"/>
                  </a:lnTo>
                  <a:lnTo>
                    <a:pt x="5773894" y="344986"/>
                  </a:lnTo>
                  <a:lnTo>
                    <a:pt x="5779367" y="344986"/>
                  </a:lnTo>
                  <a:lnTo>
                    <a:pt x="5779367" y="344986"/>
                  </a:lnTo>
                  <a:lnTo>
                    <a:pt x="5784839" y="344986"/>
                  </a:lnTo>
                  <a:lnTo>
                    <a:pt x="5784839" y="344986"/>
                  </a:lnTo>
                  <a:lnTo>
                    <a:pt x="5790312" y="344986"/>
                  </a:lnTo>
                  <a:lnTo>
                    <a:pt x="5790312" y="344986"/>
                  </a:lnTo>
                  <a:lnTo>
                    <a:pt x="5795785" y="344986"/>
                  </a:lnTo>
                  <a:lnTo>
                    <a:pt x="5795785" y="344986"/>
                  </a:lnTo>
                  <a:lnTo>
                    <a:pt x="5801258" y="344986"/>
                  </a:lnTo>
                  <a:lnTo>
                    <a:pt x="5801258" y="344986"/>
                  </a:lnTo>
                  <a:lnTo>
                    <a:pt x="5806731" y="344986"/>
                  </a:lnTo>
                  <a:lnTo>
                    <a:pt x="5806731" y="344986"/>
                  </a:lnTo>
                  <a:lnTo>
                    <a:pt x="5812204" y="344986"/>
                  </a:lnTo>
                  <a:lnTo>
                    <a:pt x="5812204" y="344986"/>
                  </a:lnTo>
                  <a:lnTo>
                    <a:pt x="5817677" y="344986"/>
                  </a:lnTo>
                  <a:lnTo>
                    <a:pt x="5817677" y="344986"/>
                  </a:lnTo>
                  <a:lnTo>
                    <a:pt x="5823150" y="344986"/>
                  </a:lnTo>
                  <a:lnTo>
                    <a:pt x="5823150" y="315546"/>
                  </a:lnTo>
                  <a:lnTo>
                    <a:pt x="5828622" y="315546"/>
                  </a:lnTo>
                  <a:lnTo>
                    <a:pt x="5828622" y="315546"/>
                  </a:lnTo>
                  <a:lnTo>
                    <a:pt x="5834095" y="315546"/>
                  </a:lnTo>
                  <a:lnTo>
                    <a:pt x="5834095" y="315546"/>
                  </a:lnTo>
                  <a:lnTo>
                    <a:pt x="5839568" y="315546"/>
                  </a:lnTo>
                  <a:lnTo>
                    <a:pt x="5839568" y="315546"/>
                  </a:lnTo>
                  <a:lnTo>
                    <a:pt x="5845041" y="315546"/>
                  </a:lnTo>
                  <a:lnTo>
                    <a:pt x="5845041" y="315546"/>
                  </a:lnTo>
                  <a:lnTo>
                    <a:pt x="5850514" y="315546"/>
                  </a:lnTo>
                  <a:lnTo>
                    <a:pt x="5850514" y="315546"/>
                  </a:lnTo>
                  <a:lnTo>
                    <a:pt x="5855987" y="315546"/>
                  </a:lnTo>
                  <a:lnTo>
                    <a:pt x="5855987" y="315546"/>
                  </a:lnTo>
                  <a:lnTo>
                    <a:pt x="5861460" y="315546"/>
                  </a:lnTo>
                  <a:lnTo>
                    <a:pt x="5861460" y="315546"/>
                  </a:lnTo>
                  <a:lnTo>
                    <a:pt x="5866933" y="315546"/>
                  </a:lnTo>
                  <a:lnTo>
                    <a:pt x="5866933" y="315546"/>
                  </a:lnTo>
                  <a:lnTo>
                    <a:pt x="5872406" y="315546"/>
                  </a:lnTo>
                  <a:lnTo>
                    <a:pt x="5872406" y="315546"/>
                  </a:lnTo>
                  <a:lnTo>
                    <a:pt x="5877878" y="315546"/>
                  </a:lnTo>
                  <a:lnTo>
                    <a:pt x="5877878" y="315546"/>
                  </a:lnTo>
                  <a:lnTo>
                    <a:pt x="5883351" y="315546"/>
                  </a:lnTo>
                  <a:lnTo>
                    <a:pt x="5883351" y="315546"/>
                  </a:lnTo>
                  <a:lnTo>
                    <a:pt x="5888824" y="315546"/>
                  </a:lnTo>
                  <a:lnTo>
                    <a:pt x="5888824" y="315546"/>
                  </a:lnTo>
                  <a:lnTo>
                    <a:pt x="5894297" y="315546"/>
                  </a:lnTo>
                  <a:lnTo>
                    <a:pt x="5894297" y="315546"/>
                  </a:lnTo>
                  <a:lnTo>
                    <a:pt x="5899770" y="315546"/>
                  </a:lnTo>
                  <a:lnTo>
                    <a:pt x="5899770" y="315546"/>
                  </a:lnTo>
                  <a:lnTo>
                    <a:pt x="5905243" y="315546"/>
                  </a:lnTo>
                  <a:lnTo>
                    <a:pt x="5905243" y="315546"/>
                  </a:lnTo>
                  <a:lnTo>
                    <a:pt x="5910716" y="315546"/>
                  </a:lnTo>
                  <a:lnTo>
                    <a:pt x="5910716" y="315546"/>
                  </a:lnTo>
                  <a:lnTo>
                    <a:pt x="5916189" y="315546"/>
                  </a:lnTo>
                  <a:lnTo>
                    <a:pt x="5916189" y="315546"/>
                  </a:lnTo>
                  <a:lnTo>
                    <a:pt x="5921662" y="315546"/>
                  </a:lnTo>
                  <a:lnTo>
                    <a:pt x="5921662" y="315546"/>
                  </a:lnTo>
                  <a:lnTo>
                    <a:pt x="5927134" y="315546"/>
                  </a:lnTo>
                  <a:lnTo>
                    <a:pt x="5927134" y="315546"/>
                  </a:lnTo>
                  <a:lnTo>
                    <a:pt x="5932607" y="315546"/>
                  </a:lnTo>
                  <a:lnTo>
                    <a:pt x="5932607" y="315546"/>
                  </a:lnTo>
                  <a:lnTo>
                    <a:pt x="5938080" y="315546"/>
                  </a:lnTo>
                  <a:lnTo>
                    <a:pt x="5938080" y="315546"/>
                  </a:lnTo>
                  <a:lnTo>
                    <a:pt x="5943553" y="315546"/>
                  </a:lnTo>
                  <a:lnTo>
                    <a:pt x="5943553" y="315546"/>
                  </a:lnTo>
                  <a:lnTo>
                    <a:pt x="5949026" y="315546"/>
                  </a:lnTo>
                  <a:lnTo>
                    <a:pt x="5949026" y="315546"/>
                  </a:lnTo>
                  <a:lnTo>
                    <a:pt x="5954499" y="315546"/>
                  </a:lnTo>
                  <a:lnTo>
                    <a:pt x="5954499" y="315546"/>
                  </a:lnTo>
                  <a:lnTo>
                    <a:pt x="5959972" y="315546"/>
                  </a:lnTo>
                  <a:lnTo>
                    <a:pt x="5959972" y="315546"/>
                  </a:lnTo>
                  <a:lnTo>
                    <a:pt x="5965445" y="315546"/>
                  </a:lnTo>
                  <a:lnTo>
                    <a:pt x="5965445" y="315546"/>
                  </a:lnTo>
                  <a:lnTo>
                    <a:pt x="5970918" y="315546"/>
                  </a:lnTo>
                  <a:lnTo>
                    <a:pt x="5970918" y="315546"/>
                  </a:lnTo>
                  <a:lnTo>
                    <a:pt x="5976390" y="315546"/>
                  </a:lnTo>
                  <a:lnTo>
                    <a:pt x="5976390" y="315546"/>
                  </a:lnTo>
                  <a:lnTo>
                    <a:pt x="5981863" y="315546"/>
                  </a:lnTo>
                  <a:lnTo>
                    <a:pt x="5981863" y="315546"/>
                  </a:lnTo>
                  <a:lnTo>
                    <a:pt x="5987336" y="315546"/>
                  </a:lnTo>
                  <a:lnTo>
                    <a:pt x="5987336" y="315546"/>
                  </a:lnTo>
                  <a:lnTo>
                    <a:pt x="5992809" y="315546"/>
                  </a:lnTo>
                  <a:lnTo>
                    <a:pt x="5992809" y="315546"/>
                  </a:lnTo>
                  <a:lnTo>
                    <a:pt x="5998282" y="315546"/>
                  </a:lnTo>
                  <a:lnTo>
                    <a:pt x="5998282" y="315546"/>
                  </a:lnTo>
                  <a:lnTo>
                    <a:pt x="6003755" y="315546"/>
                  </a:lnTo>
                  <a:lnTo>
                    <a:pt x="6003755" y="315546"/>
                  </a:lnTo>
                  <a:lnTo>
                    <a:pt x="6009228" y="315546"/>
                  </a:lnTo>
                  <a:lnTo>
                    <a:pt x="6009228" y="315546"/>
                  </a:lnTo>
                  <a:lnTo>
                    <a:pt x="6014701" y="315546"/>
                  </a:lnTo>
                  <a:lnTo>
                    <a:pt x="6014701" y="315546"/>
                  </a:lnTo>
                  <a:lnTo>
                    <a:pt x="6020173" y="315546"/>
                  </a:lnTo>
                  <a:lnTo>
                    <a:pt x="6020173" y="315546"/>
                  </a:lnTo>
                  <a:lnTo>
                    <a:pt x="6025646" y="315546"/>
                  </a:lnTo>
                  <a:lnTo>
                    <a:pt x="6025646" y="315546"/>
                  </a:lnTo>
                  <a:lnTo>
                    <a:pt x="6031119" y="315546"/>
                  </a:lnTo>
                  <a:lnTo>
                    <a:pt x="6031119" y="315546"/>
                  </a:lnTo>
                  <a:lnTo>
                    <a:pt x="6036592" y="315546"/>
                  </a:lnTo>
                  <a:lnTo>
                    <a:pt x="6036592" y="315546"/>
                  </a:lnTo>
                  <a:lnTo>
                    <a:pt x="6042065" y="315546"/>
                  </a:lnTo>
                  <a:lnTo>
                    <a:pt x="6042065" y="315546"/>
                  </a:lnTo>
                  <a:lnTo>
                    <a:pt x="6047538" y="315546"/>
                  </a:lnTo>
                  <a:lnTo>
                    <a:pt x="6047538" y="315546"/>
                  </a:lnTo>
                  <a:lnTo>
                    <a:pt x="6053011" y="315546"/>
                  </a:lnTo>
                  <a:lnTo>
                    <a:pt x="6053011" y="315546"/>
                  </a:lnTo>
                  <a:lnTo>
                    <a:pt x="6058484" y="315546"/>
                  </a:lnTo>
                  <a:lnTo>
                    <a:pt x="6058484" y="315546"/>
                  </a:lnTo>
                  <a:lnTo>
                    <a:pt x="6063957" y="315546"/>
                  </a:lnTo>
                  <a:lnTo>
                    <a:pt x="6063957" y="315546"/>
                  </a:lnTo>
                  <a:lnTo>
                    <a:pt x="6069429" y="315546"/>
                  </a:lnTo>
                  <a:lnTo>
                    <a:pt x="6069429" y="315546"/>
                  </a:lnTo>
                  <a:lnTo>
                    <a:pt x="6074902" y="315546"/>
                  </a:lnTo>
                  <a:lnTo>
                    <a:pt x="6074902" y="315546"/>
                  </a:lnTo>
                  <a:lnTo>
                    <a:pt x="6080375" y="315546"/>
                  </a:lnTo>
                  <a:lnTo>
                    <a:pt x="6080375" y="315546"/>
                  </a:lnTo>
                  <a:lnTo>
                    <a:pt x="6085848" y="315546"/>
                  </a:lnTo>
                  <a:lnTo>
                    <a:pt x="6085848" y="315546"/>
                  </a:lnTo>
                  <a:lnTo>
                    <a:pt x="6091321" y="315546"/>
                  </a:lnTo>
                  <a:lnTo>
                    <a:pt x="6091321" y="315546"/>
                  </a:lnTo>
                  <a:lnTo>
                    <a:pt x="6096794" y="315546"/>
                  </a:lnTo>
                  <a:lnTo>
                    <a:pt x="6096794" y="315546"/>
                  </a:lnTo>
                  <a:lnTo>
                    <a:pt x="6102267" y="315546"/>
                  </a:lnTo>
                  <a:lnTo>
                    <a:pt x="6102267" y="315546"/>
                  </a:lnTo>
                  <a:lnTo>
                    <a:pt x="6107740" y="315546"/>
                  </a:lnTo>
                  <a:lnTo>
                    <a:pt x="6107740" y="315546"/>
                  </a:lnTo>
                  <a:lnTo>
                    <a:pt x="6113213" y="315546"/>
                  </a:lnTo>
                  <a:lnTo>
                    <a:pt x="6113213" y="315546"/>
                  </a:lnTo>
                  <a:lnTo>
                    <a:pt x="6118685" y="315546"/>
                  </a:lnTo>
                  <a:lnTo>
                    <a:pt x="6118685" y="315546"/>
                  </a:lnTo>
                  <a:lnTo>
                    <a:pt x="6124158" y="315546"/>
                  </a:lnTo>
                  <a:lnTo>
                    <a:pt x="6124158" y="315546"/>
                  </a:lnTo>
                  <a:lnTo>
                    <a:pt x="6129631" y="315546"/>
                  </a:lnTo>
                  <a:lnTo>
                    <a:pt x="6129631" y="315546"/>
                  </a:lnTo>
                  <a:lnTo>
                    <a:pt x="6135104" y="315546"/>
                  </a:lnTo>
                  <a:lnTo>
                    <a:pt x="6135104" y="315546"/>
                  </a:lnTo>
                  <a:lnTo>
                    <a:pt x="6140577" y="315546"/>
                  </a:lnTo>
                  <a:lnTo>
                    <a:pt x="6140577" y="315546"/>
                  </a:lnTo>
                  <a:lnTo>
                    <a:pt x="6146050" y="315546"/>
                  </a:lnTo>
                  <a:lnTo>
                    <a:pt x="6146050" y="315546"/>
                  </a:lnTo>
                  <a:lnTo>
                    <a:pt x="6151523" y="315546"/>
                  </a:lnTo>
                  <a:lnTo>
                    <a:pt x="6151523" y="315546"/>
                  </a:lnTo>
                  <a:lnTo>
                    <a:pt x="6156996" y="315546"/>
                  </a:lnTo>
                  <a:lnTo>
                    <a:pt x="6156996" y="315546"/>
                  </a:lnTo>
                  <a:lnTo>
                    <a:pt x="6162468" y="315546"/>
                  </a:lnTo>
                  <a:lnTo>
                    <a:pt x="6162468" y="315546"/>
                  </a:lnTo>
                  <a:lnTo>
                    <a:pt x="6167941" y="315546"/>
                  </a:lnTo>
                  <a:lnTo>
                    <a:pt x="6167941" y="315546"/>
                  </a:lnTo>
                  <a:lnTo>
                    <a:pt x="6173414" y="315546"/>
                  </a:lnTo>
                  <a:lnTo>
                    <a:pt x="6173414" y="315546"/>
                  </a:lnTo>
                  <a:lnTo>
                    <a:pt x="6178887" y="315546"/>
                  </a:lnTo>
                  <a:lnTo>
                    <a:pt x="6178887" y="315546"/>
                  </a:lnTo>
                  <a:lnTo>
                    <a:pt x="6184360" y="315546"/>
                  </a:lnTo>
                  <a:lnTo>
                    <a:pt x="6184360" y="315546"/>
                  </a:lnTo>
                  <a:lnTo>
                    <a:pt x="6189833" y="315546"/>
                  </a:lnTo>
                  <a:lnTo>
                    <a:pt x="6189833" y="315546"/>
                  </a:lnTo>
                  <a:lnTo>
                    <a:pt x="6195306" y="315546"/>
                  </a:lnTo>
                  <a:lnTo>
                    <a:pt x="6195306" y="315546"/>
                  </a:lnTo>
                  <a:lnTo>
                    <a:pt x="6200779" y="315546"/>
                  </a:lnTo>
                  <a:lnTo>
                    <a:pt x="6200779" y="315546"/>
                  </a:lnTo>
                  <a:lnTo>
                    <a:pt x="6206252" y="315546"/>
                  </a:lnTo>
                  <a:lnTo>
                    <a:pt x="6206252" y="315546"/>
                  </a:lnTo>
                  <a:lnTo>
                    <a:pt x="6211724" y="315546"/>
                  </a:lnTo>
                  <a:lnTo>
                    <a:pt x="6211724" y="315546"/>
                  </a:lnTo>
                  <a:lnTo>
                    <a:pt x="6217197" y="315546"/>
                  </a:lnTo>
                  <a:lnTo>
                    <a:pt x="6217197" y="315546"/>
                  </a:lnTo>
                  <a:lnTo>
                    <a:pt x="6222670" y="315546"/>
                  </a:lnTo>
                  <a:lnTo>
                    <a:pt x="6222670" y="315546"/>
                  </a:lnTo>
                  <a:lnTo>
                    <a:pt x="6228143" y="315546"/>
                  </a:lnTo>
                  <a:lnTo>
                    <a:pt x="6228143" y="315546"/>
                  </a:lnTo>
                  <a:lnTo>
                    <a:pt x="6233616" y="315546"/>
                  </a:lnTo>
                  <a:lnTo>
                    <a:pt x="6233616" y="315546"/>
                  </a:lnTo>
                  <a:lnTo>
                    <a:pt x="6239089" y="315546"/>
                  </a:lnTo>
                  <a:lnTo>
                    <a:pt x="6239089" y="315546"/>
                  </a:lnTo>
                  <a:lnTo>
                    <a:pt x="6244562" y="315546"/>
                  </a:lnTo>
                  <a:lnTo>
                    <a:pt x="6244562" y="315546"/>
                  </a:lnTo>
                  <a:lnTo>
                    <a:pt x="6250035" y="315546"/>
                  </a:lnTo>
                  <a:lnTo>
                    <a:pt x="6250035" y="315546"/>
                  </a:lnTo>
                  <a:lnTo>
                    <a:pt x="6255508" y="315546"/>
                  </a:lnTo>
                  <a:lnTo>
                    <a:pt x="6255508" y="315546"/>
                  </a:lnTo>
                  <a:lnTo>
                    <a:pt x="6260980" y="315546"/>
                  </a:lnTo>
                  <a:lnTo>
                    <a:pt x="6260980" y="315546"/>
                  </a:lnTo>
                  <a:lnTo>
                    <a:pt x="6266453" y="315546"/>
                  </a:lnTo>
                  <a:lnTo>
                    <a:pt x="6266453" y="315546"/>
                  </a:lnTo>
                  <a:lnTo>
                    <a:pt x="6271926" y="315546"/>
                  </a:lnTo>
                  <a:lnTo>
                    <a:pt x="6271926" y="315546"/>
                  </a:lnTo>
                  <a:lnTo>
                    <a:pt x="6277399" y="315546"/>
                  </a:lnTo>
                  <a:lnTo>
                    <a:pt x="6277399" y="315546"/>
                  </a:lnTo>
                  <a:lnTo>
                    <a:pt x="6282872" y="315546"/>
                  </a:lnTo>
                  <a:lnTo>
                    <a:pt x="6282872" y="315546"/>
                  </a:lnTo>
                  <a:lnTo>
                    <a:pt x="6288345" y="315546"/>
                  </a:lnTo>
                  <a:lnTo>
                    <a:pt x="6288345" y="315546"/>
                  </a:lnTo>
                  <a:lnTo>
                    <a:pt x="6299291" y="315546"/>
                  </a:lnTo>
                  <a:lnTo>
                    <a:pt x="6299291" y="315546"/>
                  </a:lnTo>
                  <a:lnTo>
                    <a:pt x="6304764" y="315546"/>
                  </a:lnTo>
                  <a:lnTo>
                    <a:pt x="6304764" y="315546"/>
                  </a:lnTo>
                  <a:lnTo>
                    <a:pt x="6310236" y="315546"/>
                  </a:lnTo>
                  <a:lnTo>
                    <a:pt x="6310236" y="315546"/>
                  </a:lnTo>
                  <a:lnTo>
                    <a:pt x="6315709" y="315546"/>
                  </a:lnTo>
                  <a:lnTo>
                    <a:pt x="6315709" y="315546"/>
                  </a:lnTo>
                  <a:lnTo>
                    <a:pt x="6321182" y="315546"/>
                  </a:lnTo>
                  <a:lnTo>
                    <a:pt x="6321182" y="315546"/>
                  </a:lnTo>
                  <a:lnTo>
                    <a:pt x="6326655" y="315546"/>
                  </a:lnTo>
                  <a:lnTo>
                    <a:pt x="6326655" y="315546"/>
                  </a:lnTo>
                  <a:lnTo>
                    <a:pt x="6332128" y="315546"/>
                  </a:lnTo>
                  <a:lnTo>
                    <a:pt x="6332128" y="315546"/>
                  </a:lnTo>
                  <a:lnTo>
                    <a:pt x="6337601" y="315546"/>
                  </a:lnTo>
                  <a:lnTo>
                    <a:pt x="6337601" y="315546"/>
                  </a:lnTo>
                  <a:lnTo>
                    <a:pt x="6343074" y="315546"/>
                  </a:lnTo>
                  <a:lnTo>
                    <a:pt x="6343074" y="315546"/>
                  </a:lnTo>
                  <a:lnTo>
                    <a:pt x="6348547" y="315546"/>
                  </a:lnTo>
                  <a:lnTo>
                    <a:pt x="6348547" y="315546"/>
                  </a:lnTo>
                  <a:lnTo>
                    <a:pt x="6354019" y="315546"/>
                  </a:lnTo>
                  <a:lnTo>
                    <a:pt x="6354019" y="315546"/>
                  </a:lnTo>
                  <a:lnTo>
                    <a:pt x="6359492" y="315546"/>
                  </a:lnTo>
                  <a:lnTo>
                    <a:pt x="6359492" y="315546"/>
                  </a:lnTo>
                  <a:lnTo>
                    <a:pt x="6364965" y="315546"/>
                  </a:lnTo>
                  <a:lnTo>
                    <a:pt x="6364965" y="282181"/>
                  </a:lnTo>
                  <a:lnTo>
                    <a:pt x="6370438" y="282181"/>
                  </a:lnTo>
                  <a:lnTo>
                    <a:pt x="6370438" y="282181"/>
                  </a:lnTo>
                  <a:lnTo>
                    <a:pt x="6375911" y="282181"/>
                  </a:lnTo>
                  <a:lnTo>
                    <a:pt x="6375911" y="282181"/>
                  </a:lnTo>
                  <a:lnTo>
                    <a:pt x="6381384" y="282181"/>
                  </a:lnTo>
                  <a:lnTo>
                    <a:pt x="6381384" y="282181"/>
                  </a:lnTo>
                  <a:lnTo>
                    <a:pt x="6392330" y="282181"/>
                  </a:lnTo>
                  <a:lnTo>
                    <a:pt x="6392330" y="282181"/>
                  </a:lnTo>
                  <a:lnTo>
                    <a:pt x="6397803" y="282181"/>
                  </a:lnTo>
                  <a:lnTo>
                    <a:pt x="6397803" y="282181"/>
                  </a:lnTo>
                  <a:lnTo>
                    <a:pt x="6403275" y="282181"/>
                  </a:lnTo>
                  <a:lnTo>
                    <a:pt x="6403275" y="282181"/>
                  </a:lnTo>
                  <a:lnTo>
                    <a:pt x="6408748" y="282181"/>
                  </a:lnTo>
                  <a:lnTo>
                    <a:pt x="6408748" y="282181"/>
                  </a:lnTo>
                  <a:lnTo>
                    <a:pt x="6414221" y="282181"/>
                  </a:lnTo>
                  <a:lnTo>
                    <a:pt x="6414221" y="282181"/>
                  </a:lnTo>
                  <a:lnTo>
                    <a:pt x="6419694" y="282181"/>
                  </a:lnTo>
                  <a:lnTo>
                    <a:pt x="6419694" y="282181"/>
                  </a:lnTo>
                  <a:lnTo>
                    <a:pt x="6425167" y="282181"/>
                  </a:lnTo>
                  <a:lnTo>
                    <a:pt x="6425167" y="282181"/>
                  </a:lnTo>
                  <a:lnTo>
                    <a:pt x="6430640" y="282181"/>
                  </a:lnTo>
                  <a:lnTo>
                    <a:pt x="6430640" y="282181"/>
                  </a:lnTo>
                  <a:lnTo>
                    <a:pt x="6436113" y="282181"/>
                  </a:lnTo>
                  <a:lnTo>
                    <a:pt x="6436113" y="282181"/>
                  </a:lnTo>
                  <a:lnTo>
                    <a:pt x="6441586" y="282181"/>
                  </a:lnTo>
                  <a:lnTo>
                    <a:pt x="6441586" y="282181"/>
                  </a:lnTo>
                  <a:lnTo>
                    <a:pt x="6447059" y="282181"/>
                  </a:lnTo>
                  <a:lnTo>
                    <a:pt x="6447059" y="282181"/>
                  </a:lnTo>
                  <a:lnTo>
                    <a:pt x="6452531" y="282181"/>
                  </a:lnTo>
                  <a:lnTo>
                    <a:pt x="6452531" y="282181"/>
                  </a:lnTo>
                  <a:lnTo>
                    <a:pt x="6458004" y="282181"/>
                  </a:lnTo>
                  <a:lnTo>
                    <a:pt x="6458004" y="282181"/>
                  </a:lnTo>
                  <a:lnTo>
                    <a:pt x="6463477" y="282181"/>
                  </a:lnTo>
                  <a:lnTo>
                    <a:pt x="6463477" y="282181"/>
                  </a:lnTo>
                  <a:lnTo>
                    <a:pt x="6468950" y="282181"/>
                  </a:lnTo>
                  <a:lnTo>
                    <a:pt x="6468950" y="282181"/>
                  </a:lnTo>
                  <a:lnTo>
                    <a:pt x="6474423" y="282181"/>
                  </a:lnTo>
                  <a:lnTo>
                    <a:pt x="6474423" y="282181"/>
                  </a:lnTo>
                  <a:lnTo>
                    <a:pt x="6479896" y="282181"/>
                  </a:lnTo>
                  <a:lnTo>
                    <a:pt x="6479896" y="282181"/>
                  </a:lnTo>
                  <a:lnTo>
                    <a:pt x="6485369" y="282181"/>
                  </a:lnTo>
                  <a:lnTo>
                    <a:pt x="6485369" y="282181"/>
                  </a:lnTo>
                  <a:lnTo>
                    <a:pt x="6490842" y="282181"/>
                  </a:lnTo>
                  <a:lnTo>
                    <a:pt x="6490842" y="282181"/>
                  </a:lnTo>
                  <a:lnTo>
                    <a:pt x="6496315" y="282181"/>
                  </a:lnTo>
                  <a:lnTo>
                    <a:pt x="6496315" y="282181"/>
                  </a:lnTo>
                  <a:lnTo>
                    <a:pt x="6501787" y="282181"/>
                  </a:lnTo>
                  <a:lnTo>
                    <a:pt x="6501787" y="282181"/>
                  </a:lnTo>
                  <a:lnTo>
                    <a:pt x="6507260" y="282181"/>
                  </a:lnTo>
                  <a:lnTo>
                    <a:pt x="6507260" y="282181"/>
                  </a:lnTo>
                  <a:lnTo>
                    <a:pt x="6512733" y="282181"/>
                  </a:lnTo>
                  <a:lnTo>
                    <a:pt x="6512733" y="282181"/>
                  </a:lnTo>
                  <a:lnTo>
                    <a:pt x="6518206" y="282181"/>
                  </a:lnTo>
                  <a:lnTo>
                    <a:pt x="6518206" y="282181"/>
                  </a:lnTo>
                  <a:lnTo>
                    <a:pt x="6523679" y="282181"/>
                  </a:lnTo>
                  <a:lnTo>
                    <a:pt x="6523679" y="282181"/>
                  </a:lnTo>
                  <a:lnTo>
                    <a:pt x="6529152" y="282181"/>
                  </a:lnTo>
                  <a:lnTo>
                    <a:pt x="6529152" y="282181"/>
                  </a:lnTo>
                  <a:lnTo>
                    <a:pt x="6534625" y="282181"/>
                  </a:lnTo>
                  <a:lnTo>
                    <a:pt x="6534625" y="282181"/>
                  </a:lnTo>
                  <a:lnTo>
                    <a:pt x="6540098" y="282181"/>
                  </a:lnTo>
                  <a:lnTo>
                    <a:pt x="6540098" y="282181"/>
                  </a:lnTo>
                  <a:lnTo>
                    <a:pt x="6545570" y="282181"/>
                  </a:lnTo>
                  <a:lnTo>
                    <a:pt x="6545570" y="282181"/>
                  </a:lnTo>
                  <a:lnTo>
                    <a:pt x="6551043" y="282181"/>
                  </a:lnTo>
                  <a:lnTo>
                    <a:pt x="6551043" y="282181"/>
                  </a:lnTo>
                  <a:lnTo>
                    <a:pt x="6556516" y="282181"/>
                  </a:lnTo>
                  <a:lnTo>
                    <a:pt x="6556516" y="282181"/>
                  </a:lnTo>
                  <a:lnTo>
                    <a:pt x="6561989" y="282181"/>
                  </a:lnTo>
                  <a:lnTo>
                    <a:pt x="6561989" y="282181"/>
                  </a:lnTo>
                  <a:lnTo>
                    <a:pt x="6567462" y="282181"/>
                  </a:lnTo>
                  <a:lnTo>
                    <a:pt x="6567462" y="282181"/>
                  </a:lnTo>
                  <a:lnTo>
                    <a:pt x="6578408" y="282181"/>
                  </a:lnTo>
                  <a:lnTo>
                    <a:pt x="6578408" y="282181"/>
                  </a:lnTo>
                  <a:lnTo>
                    <a:pt x="6589354" y="282181"/>
                  </a:lnTo>
                  <a:lnTo>
                    <a:pt x="6589354" y="282181"/>
                  </a:lnTo>
                  <a:lnTo>
                    <a:pt x="6594826" y="282181"/>
                  </a:lnTo>
                  <a:lnTo>
                    <a:pt x="6594826" y="282181"/>
                  </a:lnTo>
                  <a:lnTo>
                    <a:pt x="6600299" y="282181"/>
                  </a:lnTo>
                  <a:lnTo>
                    <a:pt x="6600299" y="282181"/>
                  </a:lnTo>
                  <a:lnTo>
                    <a:pt x="6605772" y="282181"/>
                  </a:lnTo>
                  <a:lnTo>
                    <a:pt x="6605772" y="282181"/>
                  </a:lnTo>
                  <a:lnTo>
                    <a:pt x="6611245" y="282181"/>
                  </a:lnTo>
                  <a:lnTo>
                    <a:pt x="6611245" y="282181"/>
                  </a:lnTo>
                  <a:lnTo>
                    <a:pt x="6616718" y="282181"/>
                  </a:lnTo>
                  <a:lnTo>
                    <a:pt x="6616718" y="282181"/>
                  </a:lnTo>
                  <a:lnTo>
                    <a:pt x="6622191" y="282181"/>
                  </a:lnTo>
                  <a:lnTo>
                    <a:pt x="6622191" y="282181"/>
                  </a:lnTo>
                  <a:lnTo>
                    <a:pt x="6627664" y="282181"/>
                  </a:lnTo>
                  <a:lnTo>
                    <a:pt x="6627664" y="282181"/>
                  </a:lnTo>
                  <a:lnTo>
                    <a:pt x="6633137" y="282181"/>
                  </a:lnTo>
                  <a:lnTo>
                    <a:pt x="6633137" y="282181"/>
                  </a:lnTo>
                  <a:lnTo>
                    <a:pt x="6638610" y="282181"/>
                  </a:lnTo>
                  <a:lnTo>
                    <a:pt x="6638610" y="282181"/>
                  </a:lnTo>
                  <a:lnTo>
                    <a:pt x="6644082" y="282181"/>
                  </a:lnTo>
                  <a:lnTo>
                    <a:pt x="6644082" y="282181"/>
                  </a:lnTo>
                  <a:lnTo>
                    <a:pt x="6649555" y="282181"/>
                  </a:lnTo>
                  <a:lnTo>
                    <a:pt x="6649555" y="282181"/>
                  </a:lnTo>
                  <a:lnTo>
                    <a:pt x="6655028" y="282181"/>
                  </a:lnTo>
                  <a:lnTo>
                    <a:pt x="6655028" y="282181"/>
                  </a:lnTo>
                  <a:lnTo>
                    <a:pt x="6660501" y="282181"/>
                  </a:lnTo>
                  <a:lnTo>
                    <a:pt x="6660501" y="282181"/>
                  </a:lnTo>
                  <a:lnTo>
                    <a:pt x="6665974" y="282181"/>
                  </a:lnTo>
                  <a:lnTo>
                    <a:pt x="6665974" y="282181"/>
                  </a:lnTo>
                  <a:lnTo>
                    <a:pt x="6671447" y="282181"/>
                  </a:lnTo>
                  <a:lnTo>
                    <a:pt x="6671447" y="282181"/>
                  </a:lnTo>
                  <a:lnTo>
                    <a:pt x="6676920" y="282181"/>
                  </a:lnTo>
                  <a:lnTo>
                    <a:pt x="6676920" y="282181"/>
                  </a:lnTo>
                  <a:lnTo>
                    <a:pt x="6682393" y="282181"/>
                  </a:lnTo>
                  <a:lnTo>
                    <a:pt x="6682393" y="247616"/>
                  </a:lnTo>
                  <a:lnTo>
                    <a:pt x="6687865" y="247616"/>
                  </a:lnTo>
                  <a:lnTo>
                    <a:pt x="6687865" y="247616"/>
                  </a:lnTo>
                  <a:lnTo>
                    <a:pt x="6693338" y="247616"/>
                  </a:lnTo>
                  <a:lnTo>
                    <a:pt x="6693338" y="247616"/>
                  </a:lnTo>
                  <a:lnTo>
                    <a:pt x="6698811" y="247616"/>
                  </a:lnTo>
                  <a:lnTo>
                    <a:pt x="6698811" y="247616"/>
                  </a:lnTo>
                  <a:lnTo>
                    <a:pt x="6704284" y="247616"/>
                  </a:lnTo>
                  <a:lnTo>
                    <a:pt x="6704284" y="247616"/>
                  </a:lnTo>
                  <a:lnTo>
                    <a:pt x="6709757" y="247616"/>
                  </a:lnTo>
                  <a:lnTo>
                    <a:pt x="6709757" y="247616"/>
                  </a:lnTo>
                  <a:lnTo>
                    <a:pt x="6715230" y="247616"/>
                  </a:lnTo>
                  <a:lnTo>
                    <a:pt x="6715230" y="247616"/>
                  </a:lnTo>
                  <a:lnTo>
                    <a:pt x="6720703" y="247616"/>
                  </a:lnTo>
                  <a:lnTo>
                    <a:pt x="6720703" y="247616"/>
                  </a:lnTo>
                  <a:lnTo>
                    <a:pt x="6726176" y="247616"/>
                  </a:lnTo>
                  <a:lnTo>
                    <a:pt x="6726176" y="247616"/>
                  </a:lnTo>
                  <a:lnTo>
                    <a:pt x="6731649" y="247616"/>
                  </a:lnTo>
                  <a:lnTo>
                    <a:pt x="6731649" y="247616"/>
                  </a:lnTo>
                  <a:lnTo>
                    <a:pt x="6737121" y="247616"/>
                  </a:lnTo>
                  <a:lnTo>
                    <a:pt x="6737121" y="247616"/>
                  </a:lnTo>
                  <a:lnTo>
                    <a:pt x="6742594" y="247616"/>
                  </a:lnTo>
                  <a:lnTo>
                    <a:pt x="6742594" y="247616"/>
                  </a:lnTo>
                  <a:lnTo>
                    <a:pt x="6748067" y="247616"/>
                  </a:lnTo>
                  <a:lnTo>
                    <a:pt x="6748067" y="247616"/>
                  </a:lnTo>
                  <a:lnTo>
                    <a:pt x="6753540" y="247616"/>
                  </a:lnTo>
                  <a:lnTo>
                    <a:pt x="6753540" y="247616"/>
                  </a:lnTo>
                  <a:lnTo>
                    <a:pt x="6759013" y="247616"/>
                  </a:lnTo>
                  <a:lnTo>
                    <a:pt x="6759013" y="247616"/>
                  </a:lnTo>
                  <a:lnTo>
                    <a:pt x="6764486" y="247616"/>
                  </a:lnTo>
                  <a:lnTo>
                    <a:pt x="6764486" y="247616"/>
                  </a:lnTo>
                  <a:lnTo>
                    <a:pt x="6769959" y="247616"/>
                  </a:lnTo>
                  <a:lnTo>
                    <a:pt x="6769959" y="247616"/>
                  </a:lnTo>
                  <a:lnTo>
                    <a:pt x="6775432" y="247616"/>
                  </a:lnTo>
                  <a:lnTo>
                    <a:pt x="6775432" y="247616"/>
                  </a:lnTo>
                  <a:lnTo>
                    <a:pt x="6780905" y="247616"/>
                  </a:lnTo>
                  <a:lnTo>
                    <a:pt x="6780905" y="247616"/>
                  </a:lnTo>
                  <a:lnTo>
                    <a:pt x="6786377" y="247616"/>
                  </a:lnTo>
                  <a:lnTo>
                    <a:pt x="6786377" y="247616"/>
                  </a:lnTo>
                  <a:lnTo>
                    <a:pt x="6791850" y="247616"/>
                  </a:lnTo>
                  <a:lnTo>
                    <a:pt x="6791850" y="247616"/>
                  </a:lnTo>
                  <a:lnTo>
                    <a:pt x="6797323" y="247616"/>
                  </a:lnTo>
                  <a:lnTo>
                    <a:pt x="6797323" y="247616"/>
                  </a:lnTo>
                  <a:lnTo>
                    <a:pt x="6802796" y="247616"/>
                  </a:lnTo>
                  <a:lnTo>
                    <a:pt x="6802796" y="247616"/>
                  </a:lnTo>
                  <a:lnTo>
                    <a:pt x="6808269" y="247616"/>
                  </a:lnTo>
                  <a:lnTo>
                    <a:pt x="6808269" y="247616"/>
                  </a:lnTo>
                  <a:lnTo>
                    <a:pt x="6813742" y="247616"/>
                  </a:lnTo>
                  <a:lnTo>
                    <a:pt x="6813742" y="247616"/>
                  </a:lnTo>
                  <a:lnTo>
                    <a:pt x="6819215" y="247616"/>
                  </a:lnTo>
                  <a:lnTo>
                    <a:pt x="6819215" y="247616"/>
                  </a:lnTo>
                  <a:lnTo>
                    <a:pt x="6824688" y="247616"/>
                  </a:lnTo>
                  <a:lnTo>
                    <a:pt x="6824688" y="247616"/>
                  </a:lnTo>
                  <a:lnTo>
                    <a:pt x="6830161" y="247616"/>
                  </a:lnTo>
                  <a:lnTo>
                    <a:pt x="6830161" y="247616"/>
                  </a:lnTo>
                  <a:lnTo>
                    <a:pt x="6835633" y="247616"/>
                  </a:lnTo>
                  <a:lnTo>
                    <a:pt x="6835633" y="247616"/>
                  </a:lnTo>
                  <a:lnTo>
                    <a:pt x="6846579" y="247616"/>
                  </a:lnTo>
                  <a:lnTo>
                    <a:pt x="6846579" y="247616"/>
                  </a:lnTo>
                  <a:lnTo>
                    <a:pt x="6852052" y="247616"/>
                  </a:lnTo>
                  <a:lnTo>
                    <a:pt x="6852052" y="247616"/>
                  </a:lnTo>
                  <a:lnTo>
                    <a:pt x="6857525" y="247616"/>
                  </a:lnTo>
                  <a:lnTo>
                    <a:pt x="6857525" y="247616"/>
                  </a:lnTo>
                  <a:lnTo>
                    <a:pt x="6862998" y="247616"/>
                  </a:lnTo>
                  <a:lnTo>
                    <a:pt x="6862998" y="247616"/>
                  </a:lnTo>
                  <a:lnTo>
                    <a:pt x="6868471" y="247616"/>
                  </a:lnTo>
                  <a:lnTo>
                    <a:pt x="6868471" y="247616"/>
                  </a:lnTo>
                  <a:lnTo>
                    <a:pt x="6873944" y="247616"/>
                  </a:lnTo>
                  <a:lnTo>
                    <a:pt x="6873944" y="247616"/>
                  </a:lnTo>
                  <a:lnTo>
                    <a:pt x="6879416" y="247616"/>
                  </a:lnTo>
                  <a:lnTo>
                    <a:pt x="6879416" y="247616"/>
                  </a:lnTo>
                  <a:lnTo>
                    <a:pt x="6884889" y="247616"/>
                  </a:lnTo>
                  <a:lnTo>
                    <a:pt x="6884889" y="247616"/>
                  </a:lnTo>
                  <a:lnTo>
                    <a:pt x="6890362" y="247616"/>
                  </a:lnTo>
                  <a:lnTo>
                    <a:pt x="6890362" y="247616"/>
                  </a:lnTo>
                  <a:lnTo>
                    <a:pt x="6895835" y="247616"/>
                  </a:lnTo>
                  <a:lnTo>
                    <a:pt x="6895835" y="247616"/>
                  </a:lnTo>
                  <a:lnTo>
                    <a:pt x="6901308" y="247616"/>
                  </a:lnTo>
                  <a:lnTo>
                    <a:pt x="6901308" y="247616"/>
                  </a:lnTo>
                  <a:lnTo>
                    <a:pt x="6906781" y="247616"/>
                  </a:lnTo>
                  <a:lnTo>
                    <a:pt x="6906781" y="247616"/>
                  </a:lnTo>
                  <a:lnTo>
                    <a:pt x="6912254" y="247616"/>
                  </a:lnTo>
                  <a:lnTo>
                    <a:pt x="6912254" y="247616"/>
                  </a:lnTo>
                  <a:lnTo>
                    <a:pt x="6917727" y="247616"/>
                  </a:lnTo>
                  <a:lnTo>
                    <a:pt x="6917727" y="247616"/>
                  </a:lnTo>
                  <a:lnTo>
                    <a:pt x="6923200" y="247616"/>
                  </a:lnTo>
                  <a:lnTo>
                    <a:pt x="6923200" y="247616"/>
                  </a:lnTo>
                  <a:lnTo>
                    <a:pt x="6928672" y="247616"/>
                  </a:lnTo>
                  <a:lnTo>
                    <a:pt x="6928672" y="247616"/>
                  </a:lnTo>
                  <a:lnTo>
                    <a:pt x="6934145" y="247616"/>
                  </a:lnTo>
                  <a:lnTo>
                    <a:pt x="6934145" y="247616"/>
                  </a:lnTo>
                  <a:lnTo>
                    <a:pt x="6939618" y="247616"/>
                  </a:lnTo>
                  <a:lnTo>
                    <a:pt x="6939618" y="247616"/>
                  </a:lnTo>
                  <a:lnTo>
                    <a:pt x="6945091" y="247616"/>
                  </a:lnTo>
                  <a:lnTo>
                    <a:pt x="6945091" y="247616"/>
                  </a:lnTo>
                  <a:lnTo>
                    <a:pt x="6950564" y="247616"/>
                  </a:lnTo>
                  <a:lnTo>
                    <a:pt x="6950564" y="247616"/>
                  </a:lnTo>
                  <a:lnTo>
                    <a:pt x="6956037" y="247616"/>
                  </a:lnTo>
                  <a:lnTo>
                    <a:pt x="6956037" y="247616"/>
                  </a:lnTo>
                  <a:lnTo>
                    <a:pt x="6961510" y="247616"/>
                  </a:lnTo>
                  <a:lnTo>
                    <a:pt x="6961510" y="247616"/>
                  </a:lnTo>
                  <a:lnTo>
                    <a:pt x="6966983" y="247616"/>
                  </a:lnTo>
                  <a:lnTo>
                    <a:pt x="6966983" y="247616"/>
                  </a:lnTo>
                  <a:lnTo>
                    <a:pt x="6972456" y="247616"/>
                  </a:lnTo>
                  <a:lnTo>
                    <a:pt x="6972456" y="247616"/>
                  </a:lnTo>
                  <a:lnTo>
                    <a:pt x="6977928" y="247616"/>
                  </a:lnTo>
                  <a:lnTo>
                    <a:pt x="6977928" y="247616"/>
                  </a:lnTo>
                  <a:lnTo>
                    <a:pt x="6983401" y="247616"/>
                  </a:lnTo>
                  <a:lnTo>
                    <a:pt x="6983401" y="247616"/>
                  </a:lnTo>
                  <a:lnTo>
                    <a:pt x="6988874" y="247616"/>
                  </a:lnTo>
                  <a:lnTo>
                    <a:pt x="6988874" y="247616"/>
                  </a:lnTo>
                  <a:lnTo>
                    <a:pt x="6994347" y="247616"/>
                  </a:lnTo>
                  <a:lnTo>
                    <a:pt x="6994347" y="247616"/>
                  </a:lnTo>
                  <a:lnTo>
                    <a:pt x="6999820" y="247616"/>
                  </a:lnTo>
                  <a:lnTo>
                    <a:pt x="6999820" y="247616"/>
                  </a:lnTo>
                  <a:lnTo>
                    <a:pt x="7005293" y="247616"/>
                  </a:lnTo>
                  <a:lnTo>
                    <a:pt x="7005293" y="247616"/>
                  </a:lnTo>
                  <a:lnTo>
                    <a:pt x="7010766" y="247616"/>
                  </a:lnTo>
                  <a:lnTo>
                    <a:pt x="7010766" y="247616"/>
                  </a:lnTo>
                  <a:lnTo>
                    <a:pt x="7016239" y="247616"/>
                  </a:lnTo>
                  <a:lnTo>
                    <a:pt x="7016239" y="247616"/>
                  </a:lnTo>
                  <a:lnTo>
                    <a:pt x="7021712" y="247616"/>
                  </a:lnTo>
                  <a:lnTo>
                    <a:pt x="7021712" y="247616"/>
                  </a:lnTo>
                  <a:lnTo>
                    <a:pt x="7027184" y="247616"/>
                  </a:lnTo>
                  <a:lnTo>
                    <a:pt x="7027184" y="247616"/>
                  </a:lnTo>
                  <a:lnTo>
                    <a:pt x="7032657" y="247616"/>
                  </a:lnTo>
                  <a:lnTo>
                    <a:pt x="7032657" y="247616"/>
                  </a:lnTo>
                  <a:lnTo>
                    <a:pt x="7038130" y="247616"/>
                  </a:lnTo>
                  <a:lnTo>
                    <a:pt x="7038130" y="247616"/>
                  </a:lnTo>
                  <a:lnTo>
                    <a:pt x="7043603" y="247616"/>
                  </a:lnTo>
                  <a:lnTo>
                    <a:pt x="7043603" y="247616"/>
                  </a:lnTo>
                  <a:lnTo>
                    <a:pt x="7049076" y="247616"/>
                  </a:lnTo>
                  <a:lnTo>
                    <a:pt x="7049076" y="247616"/>
                  </a:lnTo>
                  <a:lnTo>
                    <a:pt x="7054549" y="247616"/>
                  </a:lnTo>
                  <a:lnTo>
                    <a:pt x="7054549" y="247616"/>
                  </a:lnTo>
                  <a:lnTo>
                    <a:pt x="7060022" y="247616"/>
                  </a:lnTo>
                  <a:lnTo>
                    <a:pt x="7060022" y="247616"/>
                  </a:lnTo>
                  <a:lnTo>
                    <a:pt x="7065495" y="247616"/>
                  </a:lnTo>
                  <a:lnTo>
                    <a:pt x="7065495" y="247616"/>
                  </a:lnTo>
                  <a:lnTo>
                    <a:pt x="7070967" y="247616"/>
                  </a:lnTo>
                  <a:lnTo>
                    <a:pt x="7070967" y="247616"/>
                  </a:lnTo>
                  <a:lnTo>
                    <a:pt x="7076440" y="247616"/>
                  </a:lnTo>
                  <a:lnTo>
                    <a:pt x="7076440" y="247616"/>
                  </a:lnTo>
                  <a:lnTo>
                    <a:pt x="7081913" y="247616"/>
                  </a:lnTo>
                  <a:lnTo>
                    <a:pt x="7081913" y="247616"/>
                  </a:lnTo>
                  <a:lnTo>
                    <a:pt x="7087386" y="247616"/>
                  </a:lnTo>
                  <a:lnTo>
                    <a:pt x="7087386" y="247616"/>
                  </a:lnTo>
                  <a:lnTo>
                    <a:pt x="7092859" y="247616"/>
                  </a:lnTo>
                  <a:lnTo>
                    <a:pt x="7092859" y="247616"/>
                  </a:lnTo>
                  <a:lnTo>
                    <a:pt x="7098332" y="247616"/>
                  </a:lnTo>
                  <a:lnTo>
                    <a:pt x="7098332" y="247616"/>
                  </a:lnTo>
                  <a:lnTo>
                    <a:pt x="7103805" y="247616"/>
                  </a:lnTo>
                  <a:lnTo>
                    <a:pt x="7103805" y="247616"/>
                  </a:lnTo>
                  <a:lnTo>
                    <a:pt x="7109278" y="247616"/>
                  </a:lnTo>
                  <a:lnTo>
                    <a:pt x="7109278" y="247616"/>
                  </a:lnTo>
                  <a:lnTo>
                    <a:pt x="7120223" y="247616"/>
                  </a:lnTo>
                  <a:lnTo>
                    <a:pt x="7120223" y="247616"/>
                  </a:lnTo>
                  <a:lnTo>
                    <a:pt x="7125696" y="247616"/>
                  </a:lnTo>
                  <a:lnTo>
                    <a:pt x="7125696" y="247616"/>
                  </a:lnTo>
                  <a:lnTo>
                    <a:pt x="7131169" y="247616"/>
                  </a:lnTo>
                  <a:lnTo>
                    <a:pt x="7131169" y="247616"/>
                  </a:lnTo>
                  <a:lnTo>
                    <a:pt x="7136642" y="247616"/>
                  </a:lnTo>
                  <a:lnTo>
                    <a:pt x="7136642" y="247616"/>
                  </a:lnTo>
                  <a:lnTo>
                    <a:pt x="7142115" y="247616"/>
                  </a:lnTo>
                  <a:lnTo>
                    <a:pt x="7142115" y="247616"/>
                  </a:lnTo>
                  <a:lnTo>
                    <a:pt x="7147588" y="247616"/>
                  </a:lnTo>
                  <a:lnTo>
                    <a:pt x="7147588" y="247616"/>
                  </a:lnTo>
                  <a:lnTo>
                    <a:pt x="7153061" y="247616"/>
                  </a:lnTo>
                  <a:lnTo>
                    <a:pt x="7153061" y="247616"/>
                  </a:lnTo>
                  <a:lnTo>
                    <a:pt x="7158534" y="247616"/>
                  </a:lnTo>
                  <a:lnTo>
                    <a:pt x="7158534" y="247616"/>
                  </a:lnTo>
                  <a:lnTo>
                    <a:pt x="7164007" y="247616"/>
                  </a:lnTo>
                  <a:lnTo>
                    <a:pt x="7164007" y="247616"/>
                  </a:lnTo>
                  <a:lnTo>
                    <a:pt x="7169479" y="247616"/>
                  </a:lnTo>
                  <a:lnTo>
                    <a:pt x="7169479" y="247616"/>
                  </a:lnTo>
                  <a:lnTo>
                    <a:pt x="7174952" y="247616"/>
                  </a:lnTo>
                  <a:lnTo>
                    <a:pt x="7174952" y="247616"/>
                  </a:lnTo>
                  <a:lnTo>
                    <a:pt x="7180425" y="247616"/>
                  </a:lnTo>
                  <a:lnTo>
                    <a:pt x="7180425" y="247616"/>
                  </a:lnTo>
                  <a:lnTo>
                    <a:pt x="7185898" y="247616"/>
                  </a:lnTo>
                  <a:lnTo>
                    <a:pt x="7185898" y="247616"/>
                  </a:lnTo>
                  <a:lnTo>
                    <a:pt x="7191371" y="247616"/>
                  </a:lnTo>
                  <a:lnTo>
                    <a:pt x="7191371" y="247616"/>
                  </a:lnTo>
                  <a:lnTo>
                    <a:pt x="7196844" y="247616"/>
                  </a:lnTo>
                  <a:lnTo>
                    <a:pt x="7196844" y="247616"/>
                  </a:lnTo>
                  <a:lnTo>
                    <a:pt x="7202317" y="247616"/>
                  </a:lnTo>
                  <a:lnTo>
                    <a:pt x="7202317" y="247616"/>
                  </a:lnTo>
                  <a:lnTo>
                    <a:pt x="7207790" y="247616"/>
                  </a:lnTo>
                  <a:lnTo>
                    <a:pt x="7207790" y="247616"/>
                  </a:lnTo>
                  <a:lnTo>
                    <a:pt x="7213262" y="247616"/>
                  </a:lnTo>
                  <a:lnTo>
                    <a:pt x="7213262" y="247616"/>
                  </a:lnTo>
                  <a:lnTo>
                    <a:pt x="7218735" y="247616"/>
                  </a:lnTo>
                  <a:lnTo>
                    <a:pt x="7218735" y="247616"/>
                  </a:lnTo>
                  <a:lnTo>
                    <a:pt x="7224208" y="247616"/>
                  </a:lnTo>
                  <a:lnTo>
                    <a:pt x="7224208" y="247616"/>
                  </a:lnTo>
                  <a:lnTo>
                    <a:pt x="7229681" y="247616"/>
                  </a:lnTo>
                  <a:lnTo>
                    <a:pt x="7229681" y="247616"/>
                  </a:lnTo>
                  <a:lnTo>
                    <a:pt x="7235154" y="247616"/>
                  </a:lnTo>
                  <a:lnTo>
                    <a:pt x="7235154" y="247616"/>
                  </a:lnTo>
                  <a:lnTo>
                    <a:pt x="7240627" y="247616"/>
                  </a:lnTo>
                  <a:lnTo>
                    <a:pt x="7240627" y="247616"/>
                  </a:lnTo>
                  <a:lnTo>
                    <a:pt x="7246100" y="247616"/>
                  </a:lnTo>
                  <a:lnTo>
                    <a:pt x="7246100" y="247616"/>
                  </a:lnTo>
                  <a:lnTo>
                    <a:pt x="7251573" y="247616"/>
                  </a:lnTo>
                  <a:lnTo>
                    <a:pt x="7251573" y="247616"/>
                  </a:lnTo>
                  <a:lnTo>
                    <a:pt x="7257046" y="247616"/>
                  </a:lnTo>
                  <a:lnTo>
                    <a:pt x="7257046" y="247616"/>
                  </a:lnTo>
                  <a:lnTo>
                    <a:pt x="7262518" y="247616"/>
                  </a:lnTo>
                  <a:lnTo>
                    <a:pt x="7262518" y="247616"/>
                  </a:lnTo>
                  <a:lnTo>
                    <a:pt x="7267991" y="247616"/>
                  </a:lnTo>
                  <a:lnTo>
                    <a:pt x="7267991" y="247616"/>
                  </a:lnTo>
                  <a:lnTo>
                    <a:pt x="7278937" y="247616"/>
                  </a:lnTo>
                  <a:lnTo>
                    <a:pt x="7278937" y="247616"/>
                  </a:lnTo>
                  <a:lnTo>
                    <a:pt x="7284410" y="247616"/>
                  </a:lnTo>
                  <a:lnTo>
                    <a:pt x="7284410" y="247616"/>
                  </a:lnTo>
                  <a:lnTo>
                    <a:pt x="7289883" y="247616"/>
                  </a:lnTo>
                  <a:lnTo>
                    <a:pt x="7289883" y="247616"/>
                  </a:lnTo>
                  <a:lnTo>
                    <a:pt x="7295356" y="247616"/>
                  </a:lnTo>
                  <a:lnTo>
                    <a:pt x="7295356" y="247616"/>
                  </a:lnTo>
                  <a:lnTo>
                    <a:pt x="7300829" y="247616"/>
                  </a:lnTo>
                  <a:lnTo>
                    <a:pt x="7300829" y="247616"/>
                  </a:lnTo>
                  <a:lnTo>
                    <a:pt x="7306302" y="247616"/>
                  </a:lnTo>
                  <a:lnTo>
                    <a:pt x="7306302" y="247616"/>
                  </a:lnTo>
                  <a:lnTo>
                    <a:pt x="7311774" y="247616"/>
                  </a:lnTo>
                  <a:lnTo>
                    <a:pt x="7311774" y="247616"/>
                  </a:lnTo>
                  <a:lnTo>
                    <a:pt x="7317247" y="247616"/>
                  </a:lnTo>
                  <a:lnTo>
                    <a:pt x="7317247" y="247616"/>
                  </a:lnTo>
                  <a:lnTo>
                    <a:pt x="7322720" y="247616"/>
                  </a:lnTo>
                  <a:lnTo>
                    <a:pt x="7322720" y="247616"/>
                  </a:lnTo>
                  <a:lnTo>
                    <a:pt x="7328193" y="247616"/>
                  </a:lnTo>
                  <a:lnTo>
                    <a:pt x="7328193" y="247616"/>
                  </a:lnTo>
                  <a:lnTo>
                    <a:pt x="7333666" y="247616"/>
                  </a:lnTo>
                  <a:lnTo>
                    <a:pt x="7333666" y="247616"/>
                  </a:lnTo>
                  <a:lnTo>
                    <a:pt x="7339139" y="247616"/>
                  </a:lnTo>
                  <a:lnTo>
                    <a:pt x="7339139" y="247616"/>
                  </a:lnTo>
                  <a:lnTo>
                    <a:pt x="7344612" y="247616"/>
                  </a:lnTo>
                  <a:lnTo>
                    <a:pt x="7344612" y="247616"/>
                  </a:lnTo>
                  <a:lnTo>
                    <a:pt x="7350085" y="247616"/>
                  </a:lnTo>
                  <a:lnTo>
                    <a:pt x="7350085" y="247616"/>
                  </a:lnTo>
                  <a:lnTo>
                    <a:pt x="7355558" y="247616"/>
                  </a:lnTo>
                  <a:lnTo>
                    <a:pt x="7355558" y="247616"/>
                  </a:lnTo>
                  <a:lnTo>
                    <a:pt x="7361030" y="247616"/>
                  </a:lnTo>
                  <a:lnTo>
                    <a:pt x="7361030" y="247616"/>
                  </a:lnTo>
                  <a:lnTo>
                    <a:pt x="7366503" y="247616"/>
                  </a:lnTo>
                  <a:lnTo>
                    <a:pt x="7366503" y="247616"/>
                  </a:lnTo>
                  <a:lnTo>
                    <a:pt x="7371976" y="247616"/>
                  </a:lnTo>
                  <a:lnTo>
                    <a:pt x="7371976" y="247616"/>
                  </a:lnTo>
                  <a:lnTo>
                    <a:pt x="7377449" y="247616"/>
                  </a:lnTo>
                  <a:lnTo>
                    <a:pt x="7377449" y="247616"/>
                  </a:lnTo>
                  <a:lnTo>
                    <a:pt x="7382922" y="247616"/>
                  </a:lnTo>
                  <a:lnTo>
                    <a:pt x="7382922" y="247616"/>
                  </a:lnTo>
                  <a:lnTo>
                    <a:pt x="7388395" y="247616"/>
                  </a:lnTo>
                  <a:lnTo>
                    <a:pt x="7388395" y="247616"/>
                  </a:lnTo>
                  <a:lnTo>
                    <a:pt x="7393868" y="247616"/>
                  </a:lnTo>
                  <a:lnTo>
                    <a:pt x="7393868" y="247616"/>
                  </a:lnTo>
                  <a:lnTo>
                    <a:pt x="7399341" y="247616"/>
                  </a:lnTo>
                  <a:lnTo>
                    <a:pt x="7399341" y="247616"/>
                  </a:lnTo>
                  <a:lnTo>
                    <a:pt x="7404813" y="247616"/>
                  </a:lnTo>
                  <a:lnTo>
                    <a:pt x="7404813" y="247616"/>
                  </a:lnTo>
                  <a:lnTo>
                    <a:pt x="7410286" y="247616"/>
                  </a:lnTo>
                  <a:lnTo>
                    <a:pt x="7410286" y="247616"/>
                  </a:lnTo>
                  <a:lnTo>
                    <a:pt x="7415759" y="247616"/>
                  </a:lnTo>
                  <a:lnTo>
                    <a:pt x="7415759" y="247616"/>
                  </a:lnTo>
                  <a:lnTo>
                    <a:pt x="7421232" y="247616"/>
                  </a:lnTo>
                  <a:lnTo>
                    <a:pt x="7421232" y="247616"/>
                  </a:lnTo>
                  <a:lnTo>
                    <a:pt x="7426705" y="247616"/>
                  </a:lnTo>
                  <a:lnTo>
                    <a:pt x="7426705" y="247616"/>
                  </a:lnTo>
                  <a:lnTo>
                    <a:pt x="7432178" y="247616"/>
                  </a:lnTo>
                  <a:lnTo>
                    <a:pt x="7432178" y="247616"/>
                  </a:lnTo>
                  <a:lnTo>
                    <a:pt x="7437651" y="247616"/>
                  </a:lnTo>
                  <a:lnTo>
                    <a:pt x="7437651" y="247616"/>
                  </a:lnTo>
                  <a:lnTo>
                    <a:pt x="7443124" y="247616"/>
                  </a:lnTo>
                  <a:lnTo>
                    <a:pt x="7443124" y="247616"/>
                  </a:lnTo>
                  <a:lnTo>
                    <a:pt x="7448597" y="247616"/>
                  </a:lnTo>
                  <a:lnTo>
                    <a:pt x="7448597" y="247616"/>
                  </a:lnTo>
                  <a:lnTo>
                    <a:pt x="7454069" y="247616"/>
                  </a:lnTo>
                  <a:lnTo>
                    <a:pt x="7454069" y="247616"/>
                  </a:lnTo>
                  <a:lnTo>
                    <a:pt x="7459542" y="247616"/>
                  </a:lnTo>
                  <a:lnTo>
                    <a:pt x="7459542" y="247616"/>
                  </a:lnTo>
                  <a:lnTo>
                    <a:pt x="7465015" y="247616"/>
                  </a:lnTo>
                  <a:lnTo>
                    <a:pt x="7465015" y="247616"/>
                  </a:lnTo>
                  <a:lnTo>
                    <a:pt x="7470488" y="247616"/>
                  </a:lnTo>
                  <a:lnTo>
                    <a:pt x="7470488" y="247616"/>
                  </a:lnTo>
                  <a:lnTo>
                    <a:pt x="7475961" y="247616"/>
                  </a:lnTo>
                  <a:lnTo>
                    <a:pt x="7475961" y="247616"/>
                  </a:lnTo>
                  <a:lnTo>
                    <a:pt x="7481434" y="247616"/>
                  </a:lnTo>
                  <a:lnTo>
                    <a:pt x="7481434" y="247616"/>
                  </a:lnTo>
                  <a:lnTo>
                    <a:pt x="7486907" y="247616"/>
                  </a:lnTo>
                  <a:lnTo>
                    <a:pt x="7486907" y="247616"/>
                  </a:lnTo>
                  <a:lnTo>
                    <a:pt x="7492380" y="247616"/>
                  </a:lnTo>
                  <a:lnTo>
                    <a:pt x="7492380" y="247616"/>
                  </a:lnTo>
                  <a:lnTo>
                    <a:pt x="7497853" y="247616"/>
                  </a:lnTo>
                  <a:lnTo>
                    <a:pt x="7497853" y="247616"/>
                  </a:lnTo>
                  <a:lnTo>
                    <a:pt x="7503325" y="247616"/>
                  </a:lnTo>
                  <a:lnTo>
                    <a:pt x="7503325" y="247616"/>
                  </a:lnTo>
                  <a:lnTo>
                    <a:pt x="7508798" y="247616"/>
                  </a:lnTo>
                  <a:lnTo>
                    <a:pt x="7508798" y="247616"/>
                  </a:lnTo>
                  <a:lnTo>
                    <a:pt x="7514271" y="247616"/>
                  </a:lnTo>
                  <a:lnTo>
                    <a:pt x="7514271" y="247616"/>
                  </a:lnTo>
                  <a:lnTo>
                    <a:pt x="7519744" y="247616"/>
                  </a:lnTo>
                  <a:lnTo>
                    <a:pt x="7519744" y="247616"/>
                  </a:lnTo>
                  <a:lnTo>
                    <a:pt x="7525217" y="247616"/>
                  </a:lnTo>
                  <a:lnTo>
                    <a:pt x="7525217" y="247616"/>
                  </a:lnTo>
                  <a:lnTo>
                    <a:pt x="7530690" y="247616"/>
                  </a:lnTo>
                  <a:lnTo>
                    <a:pt x="7530690" y="247616"/>
                  </a:lnTo>
                  <a:lnTo>
                    <a:pt x="7541636" y="247616"/>
                  </a:lnTo>
                  <a:lnTo>
                    <a:pt x="7541636" y="247616"/>
                  </a:lnTo>
                  <a:lnTo>
                    <a:pt x="7547109" y="247616"/>
                  </a:lnTo>
                  <a:lnTo>
                    <a:pt x="7547109" y="247616"/>
                  </a:lnTo>
                  <a:lnTo>
                    <a:pt x="7552581" y="247616"/>
                  </a:lnTo>
                  <a:lnTo>
                    <a:pt x="7552581" y="247616"/>
                  </a:lnTo>
                  <a:lnTo>
                    <a:pt x="7558054" y="247616"/>
                  </a:lnTo>
                  <a:lnTo>
                    <a:pt x="7558054" y="247616"/>
                  </a:lnTo>
                  <a:lnTo>
                    <a:pt x="7563527" y="247616"/>
                  </a:lnTo>
                  <a:lnTo>
                    <a:pt x="7563527" y="247616"/>
                  </a:lnTo>
                  <a:lnTo>
                    <a:pt x="7569000" y="247616"/>
                  </a:lnTo>
                  <a:lnTo>
                    <a:pt x="7569000" y="247616"/>
                  </a:lnTo>
                  <a:lnTo>
                    <a:pt x="7574473" y="247616"/>
                  </a:lnTo>
                  <a:lnTo>
                    <a:pt x="7574473" y="247616"/>
                  </a:lnTo>
                  <a:lnTo>
                    <a:pt x="7579946" y="247616"/>
                  </a:lnTo>
                  <a:lnTo>
                    <a:pt x="7579946" y="247616"/>
                  </a:lnTo>
                  <a:lnTo>
                    <a:pt x="7585419" y="247616"/>
                  </a:lnTo>
                  <a:lnTo>
                    <a:pt x="7585419" y="247616"/>
                  </a:lnTo>
                  <a:lnTo>
                    <a:pt x="7596364" y="247616"/>
                  </a:lnTo>
                  <a:lnTo>
                    <a:pt x="7596364" y="247616"/>
                  </a:lnTo>
                  <a:lnTo>
                    <a:pt x="7601837" y="247616"/>
                  </a:lnTo>
                  <a:lnTo>
                    <a:pt x="7601837" y="247616"/>
                  </a:lnTo>
                  <a:lnTo>
                    <a:pt x="7607310" y="247616"/>
                  </a:lnTo>
                  <a:lnTo>
                    <a:pt x="7607310" y="247616"/>
                  </a:lnTo>
                  <a:lnTo>
                    <a:pt x="7618256" y="247616"/>
                  </a:lnTo>
                  <a:lnTo>
                    <a:pt x="7618256" y="247616"/>
                  </a:lnTo>
                  <a:lnTo>
                    <a:pt x="7623729" y="247616"/>
                  </a:lnTo>
                  <a:lnTo>
                    <a:pt x="7623729" y="247616"/>
                  </a:lnTo>
                  <a:lnTo>
                    <a:pt x="7629202" y="247616"/>
                  </a:lnTo>
                  <a:lnTo>
                    <a:pt x="7629202" y="247616"/>
                  </a:lnTo>
                  <a:lnTo>
                    <a:pt x="7640148" y="247616"/>
                  </a:lnTo>
                  <a:lnTo>
                    <a:pt x="7640148" y="247616"/>
                  </a:lnTo>
                  <a:lnTo>
                    <a:pt x="7645620" y="247616"/>
                  </a:lnTo>
                  <a:lnTo>
                    <a:pt x="7645620" y="247616"/>
                  </a:lnTo>
                  <a:lnTo>
                    <a:pt x="7651093" y="247616"/>
                  </a:lnTo>
                  <a:lnTo>
                    <a:pt x="7651093" y="247616"/>
                  </a:lnTo>
                  <a:lnTo>
                    <a:pt x="7656566" y="247616"/>
                  </a:lnTo>
                  <a:lnTo>
                    <a:pt x="7656566" y="247616"/>
                  </a:lnTo>
                  <a:lnTo>
                    <a:pt x="7662039" y="247616"/>
                  </a:lnTo>
                  <a:lnTo>
                    <a:pt x="7662039" y="247616"/>
                  </a:lnTo>
                  <a:lnTo>
                    <a:pt x="7667512" y="247616"/>
                  </a:lnTo>
                  <a:lnTo>
                    <a:pt x="7667512" y="247616"/>
                  </a:lnTo>
                  <a:lnTo>
                    <a:pt x="7672985" y="247616"/>
                  </a:lnTo>
                  <a:lnTo>
                    <a:pt x="7672985" y="247616"/>
                  </a:lnTo>
                  <a:lnTo>
                    <a:pt x="7678458" y="247616"/>
                  </a:lnTo>
                  <a:lnTo>
                    <a:pt x="7678458" y="247616"/>
                  </a:lnTo>
                  <a:lnTo>
                    <a:pt x="7683931" y="247616"/>
                  </a:lnTo>
                  <a:lnTo>
                    <a:pt x="7683931" y="247616"/>
                  </a:lnTo>
                  <a:lnTo>
                    <a:pt x="7689404" y="247616"/>
                  </a:lnTo>
                  <a:lnTo>
                    <a:pt x="7689404" y="247616"/>
                  </a:lnTo>
                  <a:lnTo>
                    <a:pt x="7694876" y="247616"/>
                  </a:lnTo>
                  <a:lnTo>
                    <a:pt x="7694876" y="247616"/>
                  </a:lnTo>
                  <a:lnTo>
                    <a:pt x="7700349" y="247616"/>
                  </a:lnTo>
                  <a:lnTo>
                    <a:pt x="7700349" y="247616"/>
                  </a:lnTo>
                  <a:lnTo>
                    <a:pt x="7705822" y="247616"/>
                  </a:lnTo>
                  <a:lnTo>
                    <a:pt x="7705822" y="247616"/>
                  </a:lnTo>
                  <a:lnTo>
                    <a:pt x="7711295" y="247616"/>
                  </a:lnTo>
                  <a:lnTo>
                    <a:pt x="7711295" y="247616"/>
                  </a:lnTo>
                  <a:lnTo>
                    <a:pt x="7716768" y="247616"/>
                  </a:lnTo>
                  <a:lnTo>
                    <a:pt x="7716768" y="247616"/>
                  </a:lnTo>
                  <a:lnTo>
                    <a:pt x="7722241" y="247616"/>
                  </a:lnTo>
                  <a:lnTo>
                    <a:pt x="7722241" y="247616"/>
                  </a:lnTo>
                  <a:lnTo>
                    <a:pt x="7727714" y="247616"/>
                  </a:lnTo>
                  <a:lnTo>
                    <a:pt x="7727714" y="247616"/>
                  </a:lnTo>
                  <a:lnTo>
                    <a:pt x="7733187" y="247616"/>
                  </a:lnTo>
                  <a:lnTo>
                    <a:pt x="7733187" y="247616"/>
                  </a:lnTo>
                  <a:lnTo>
                    <a:pt x="7738659" y="247616"/>
                  </a:lnTo>
                  <a:lnTo>
                    <a:pt x="7738659" y="247616"/>
                  </a:lnTo>
                  <a:lnTo>
                    <a:pt x="7744132" y="247616"/>
                  </a:lnTo>
                  <a:lnTo>
                    <a:pt x="7744132" y="247616"/>
                  </a:lnTo>
                  <a:lnTo>
                    <a:pt x="7749605" y="247616"/>
                  </a:lnTo>
                  <a:lnTo>
                    <a:pt x="7749605" y="247616"/>
                  </a:lnTo>
                  <a:lnTo>
                    <a:pt x="7755078" y="247616"/>
                  </a:lnTo>
                  <a:lnTo>
                    <a:pt x="7755078" y="247616"/>
                  </a:lnTo>
                  <a:lnTo>
                    <a:pt x="7760551" y="247616"/>
                  </a:lnTo>
                  <a:lnTo>
                    <a:pt x="7760551" y="247616"/>
                  </a:lnTo>
                  <a:lnTo>
                    <a:pt x="7766024" y="247616"/>
                  </a:lnTo>
                  <a:lnTo>
                    <a:pt x="7766024" y="247616"/>
                  </a:lnTo>
                  <a:lnTo>
                    <a:pt x="7771497" y="247616"/>
                  </a:lnTo>
                  <a:lnTo>
                    <a:pt x="7771497" y="247616"/>
                  </a:lnTo>
                  <a:lnTo>
                    <a:pt x="7776970" y="247616"/>
                  </a:lnTo>
                  <a:lnTo>
                    <a:pt x="7776970" y="247616"/>
                  </a:lnTo>
                  <a:lnTo>
                    <a:pt x="7782443" y="247616"/>
                  </a:lnTo>
                  <a:lnTo>
                    <a:pt x="7782443" y="247616"/>
                  </a:lnTo>
                  <a:lnTo>
                    <a:pt x="7787915" y="247616"/>
                  </a:lnTo>
                  <a:lnTo>
                    <a:pt x="7787915" y="247616"/>
                  </a:lnTo>
                  <a:lnTo>
                    <a:pt x="7793388" y="247616"/>
                  </a:lnTo>
                  <a:lnTo>
                    <a:pt x="7793388" y="247616"/>
                  </a:lnTo>
                  <a:lnTo>
                    <a:pt x="7798861" y="247616"/>
                  </a:lnTo>
                  <a:lnTo>
                    <a:pt x="7798861" y="247616"/>
                  </a:lnTo>
                  <a:lnTo>
                    <a:pt x="7804334" y="247616"/>
                  </a:lnTo>
                  <a:lnTo>
                    <a:pt x="7804334" y="247616"/>
                  </a:lnTo>
                  <a:lnTo>
                    <a:pt x="7809807" y="247616"/>
                  </a:lnTo>
                  <a:lnTo>
                    <a:pt x="7809807" y="247616"/>
                  </a:lnTo>
                  <a:lnTo>
                    <a:pt x="7826226" y="247616"/>
                  </a:lnTo>
                  <a:lnTo>
                    <a:pt x="7826226" y="247616"/>
                  </a:lnTo>
                  <a:lnTo>
                    <a:pt x="7831699" y="247616"/>
                  </a:lnTo>
                  <a:lnTo>
                    <a:pt x="7831699" y="247616"/>
                  </a:lnTo>
                  <a:lnTo>
                    <a:pt x="7837171" y="247616"/>
                  </a:lnTo>
                  <a:lnTo>
                    <a:pt x="7837171" y="247616"/>
                  </a:lnTo>
                  <a:lnTo>
                    <a:pt x="7842644" y="247616"/>
                  </a:lnTo>
                  <a:lnTo>
                    <a:pt x="7842644" y="247616"/>
                  </a:lnTo>
                  <a:lnTo>
                    <a:pt x="7848117" y="247616"/>
                  </a:lnTo>
                  <a:lnTo>
                    <a:pt x="7848117" y="247616"/>
                  </a:lnTo>
                  <a:lnTo>
                    <a:pt x="7853590" y="247616"/>
                  </a:lnTo>
                  <a:lnTo>
                    <a:pt x="7853590" y="247616"/>
                  </a:lnTo>
                  <a:lnTo>
                    <a:pt x="7859063" y="247616"/>
                  </a:lnTo>
                  <a:lnTo>
                    <a:pt x="7859063" y="247616"/>
                  </a:lnTo>
                  <a:lnTo>
                    <a:pt x="7864536" y="247616"/>
                  </a:lnTo>
                  <a:lnTo>
                    <a:pt x="7864536" y="247616"/>
                  </a:lnTo>
                  <a:lnTo>
                    <a:pt x="7870009" y="247616"/>
                  </a:lnTo>
                  <a:lnTo>
                    <a:pt x="7870009" y="247616"/>
                  </a:lnTo>
                  <a:lnTo>
                    <a:pt x="7880955" y="247616"/>
                  </a:lnTo>
                  <a:lnTo>
                    <a:pt x="7880955" y="247616"/>
                  </a:lnTo>
                  <a:lnTo>
                    <a:pt x="7886427" y="247616"/>
                  </a:lnTo>
                  <a:lnTo>
                    <a:pt x="7886427" y="247616"/>
                  </a:lnTo>
                  <a:lnTo>
                    <a:pt x="7891900" y="247616"/>
                  </a:lnTo>
                  <a:lnTo>
                    <a:pt x="7891900" y="247616"/>
                  </a:lnTo>
                  <a:lnTo>
                    <a:pt x="7897373" y="247616"/>
                  </a:lnTo>
                  <a:lnTo>
                    <a:pt x="7897373" y="247616"/>
                  </a:lnTo>
                  <a:lnTo>
                    <a:pt x="7902846" y="247616"/>
                  </a:lnTo>
                  <a:lnTo>
                    <a:pt x="7902846" y="247616"/>
                  </a:lnTo>
                  <a:lnTo>
                    <a:pt x="7908319" y="247616"/>
                  </a:lnTo>
                  <a:lnTo>
                    <a:pt x="7908319" y="247616"/>
                  </a:lnTo>
                  <a:lnTo>
                    <a:pt x="7913792" y="247616"/>
                  </a:lnTo>
                  <a:lnTo>
                    <a:pt x="7913792" y="247616"/>
                  </a:lnTo>
                  <a:lnTo>
                    <a:pt x="7919265" y="247616"/>
                  </a:lnTo>
                  <a:lnTo>
                    <a:pt x="7919265" y="247616"/>
                  </a:lnTo>
                  <a:lnTo>
                    <a:pt x="7924738" y="247616"/>
                  </a:lnTo>
                  <a:lnTo>
                    <a:pt x="7924738" y="247616"/>
                  </a:lnTo>
                  <a:lnTo>
                    <a:pt x="7930210" y="247616"/>
                  </a:lnTo>
                  <a:lnTo>
                    <a:pt x="7930210" y="247616"/>
                  </a:lnTo>
                  <a:lnTo>
                    <a:pt x="7935683" y="247616"/>
                  </a:lnTo>
                  <a:lnTo>
                    <a:pt x="7935683" y="247616"/>
                  </a:lnTo>
                  <a:lnTo>
                    <a:pt x="7941156" y="247616"/>
                  </a:lnTo>
                  <a:lnTo>
                    <a:pt x="7941156" y="247616"/>
                  </a:lnTo>
                  <a:lnTo>
                    <a:pt x="7946629" y="247616"/>
                  </a:lnTo>
                  <a:lnTo>
                    <a:pt x="7946629" y="247616"/>
                  </a:lnTo>
                  <a:lnTo>
                    <a:pt x="7952102" y="247616"/>
                  </a:lnTo>
                  <a:lnTo>
                    <a:pt x="7952102" y="247616"/>
                  </a:lnTo>
                  <a:lnTo>
                    <a:pt x="7957575" y="247616"/>
                  </a:lnTo>
                  <a:lnTo>
                    <a:pt x="7957575" y="247616"/>
                  </a:lnTo>
                  <a:lnTo>
                    <a:pt x="7963048" y="247616"/>
                  </a:lnTo>
                  <a:lnTo>
                    <a:pt x="7963048" y="202532"/>
                  </a:lnTo>
                  <a:lnTo>
                    <a:pt x="7968521" y="202532"/>
                  </a:lnTo>
                  <a:lnTo>
                    <a:pt x="7968521" y="202532"/>
                  </a:lnTo>
                  <a:lnTo>
                    <a:pt x="7973994" y="202532"/>
                  </a:lnTo>
                  <a:lnTo>
                    <a:pt x="7973994" y="202532"/>
                  </a:lnTo>
                  <a:lnTo>
                    <a:pt x="7979466" y="202532"/>
                  </a:lnTo>
                  <a:lnTo>
                    <a:pt x="7979466" y="202532"/>
                  </a:lnTo>
                  <a:lnTo>
                    <a:pt x="7984939" y="202532"/>
                  </a:lnTo>
                  <a:lnTo>
                    <a:pt x="7984939" y="202532"/>
                  </a:lnTo>
                  <a:lnTo>
                    <a:pt x="7990412" y="202532"/>
                  </a:lnTo>
                  <a:lnTo>
                    <a:pt x="7990412" y="202532"/>
                  </a:lnTo>
                  <a:lnTo>
                    <a:pt x="7995885" y="202532"/>
                  </a:lnTo>
                  <a:lnTo>
                    <a:pt x="7995885" y="202532"/>
                  </a:lnTo>
                  <a:lnTo>
                    <a:pt x="8006831" y="202532"/>
                  </a:lnTo>
                  <a:lnTo>
                    <a:pt x="8006831" y="202532"/>
                  </a:lnTo>
                  <a:lnTo>
                    <a:pt x="8012304" y="202532"/>
                  </a:lnTo>
                  <a:lnTo>
                    <a:pt x="8012304" y="202532"/>
                  </a:lnTo>
                  <a:lnTo>
                    <a:pt x="8017777" y="202532"/>
                  </a:lnTo>
                  <a:lnTo>
                    <a:pt x="8017777" y="202532"/>
                  </a:lnTo>
                  <a:lnTo>
                    <a:pt x="8023250" y="202532"/>
                  </a:lnTo>
                  <a:lnTo>
                    <a:pt x="8023250" y="202532"/>
                  </a:lnTo>
                  <a:lnTo>
                    <a:pt x="8034195" y="202532"/>
                  </a:lnTo>
                  <a:lnTo>
                    <a:pt x="8034195" y="202532"/>
                  </a:lnTo>
                  <a:lnTo>
                    <a:pt x="8039668" y="202532"/>
                  </a:lnTo>
                  <a:lnTo>
                    <a:pt x="8039668" y="202532"/>
                  </a:lnTo>
                  <a:lnTo>
                    <a:pt x="8045141" y="202532"/>
                  </a:lnTo>
                  <a:lnTo>
                    <a:pt x="8045141" y="202532"/>
                  </a:lnTo>
                  <a:lnTo>
                    <a:pt x="8050614" y="202532"/>
                  </a:lnTo>
                  <a:lnTo>
                    <a:pt x="8050614" y="202532"/>
                  </a:lnTo>
                  <a:lnTo>
                    <a:pt x="8056087" y="202532"/>
                  </a:lnTo>
                  <a:lnTo>
                    <a:pt x="8056087" y="202532"/>
                  </a:lnTo>
                  <a:lnTo>
                    <a:pt x="8061560" y="202532"/>
                  </a:lnTo>
                  <a:lnTo>
                    <a:pt x="8061560" y="202532"/>
                  </a:lnTo>
                  <a:lnTo>
                    <a:pt x="8072506" y="202532"/>
                  </a:lnTo>
                  <a:lnTo>
                    <a:pt x="8072506" y="202532"/>
                  </a:lnTo>
                  <a:lnTo>
                    <a:pt x="8077978" y="202532"/>
                  </a:lnTo>
                  <a:lnTo>
                    <a:pt x="8077978" y="202532"/>
                  </a:lnTo>
                  <a:lnTo>
                    <a:pt x="8083451" y="202532"/>
                  </a:lnTo>
                  <a:lnTo>
                    <a:pt x="8083451" y="202532"/>
                  </a:lnTo>
                  <a:lnTo>
                    <a:pt x="8088924" y="202532"/>
                  </a:lnTo>
                  <a:lnTo>
                    <a:pt x="8088924" y="202532"/>
                  </a:lnTo>
                  <a:lnTo>
                    <a:pt x="8094397" y="202532"/>
                  </a:lnTo>
                  <a:lnTo>
                    <a:pt x="8094397" y="202532"/>
                  </a:lnTo>
                  <a:lnTo>
                    <a:pt x="8099870" y="202532"/>
                  </a:lnTo>
                  <a:lnTo>
                    <a:pt x="8099870" y="202532"/>
                  </a:lnTo>
                  <a:lnTo>
                    <a:pt x="8105343" y="202532"/>
                  </a:lnTo>
                  <a:lnTo>
                    <a:pt x="8105343" y="202532"/>
                  </a:lnTo>
                  <a:lnTo>
                    <a:pt x="8110816" y="202532"/>
                  </a:lnTo>
                  <a:lnTo>
                    <a:pt x="8110816" y="202532"/>
                  </a:lnTo>
                  <a:lnTo>
                    <a:pt x="8116289" y="202532"/>
                  </a:lnTo>
                  <a:lnTo>
                    <a:pt x="8116289" y="202532"/>
                  </a:lnTo>
                  <a:lnTo>
                    <a:pt x="8121761" y="202532"/>
                  </a:lnTo>
                  <a:lnTo>
                    <a:pt x="8121761" y="202532"/>
                  </a:lnTo>
                  <a:lnTo>
                    <a:pt x="8127234" y="202532"/>
                  </a:lnTo>
                  <a:lnTo>
                    <a:pt x="8127234" y="202532"/>
                  </a:lnTo>
                  <a:lnTo>
                    <a:pt x="8132707" y="202532"/>
                  </a:lnTo>
                  <a:lnTo>
                    <a:pt x="8132707" y="202532"/>
                  </a:lnTo>
                  <a:lnTo>
                    <a:pt x="8138180" y="202532"/>
                  </a:lnTo>
                  <a:lnTo>
                    <a:pt x="8138180" y="202532"/>
                  </a:lnTo>
                  <a:lnTo>
                    <a:pt x="8154599" y="202532"/>
                  </a:lnTo>
                  <a:lnTo>
                    <a:pt x="8154599" y="202532"/>
                  </a:lnTo>
                  <a:lnTo>
                    <a:pt x="8160072" y="202532"/>
                  </a:lnTo>
                  <a:lnTo>
                    <a:pt x="8160072" y="202532"/>
                  </a:lnTo>
                  <a:lnTo>
                    <a:pt x="8171017" y="202532"/>
                  </a:lnTo>
                  <a:lnTo>
                    <a:pt x="8171017" y="202532"/>
                  </a:lnTo>
                  <a:lnTo>
                    <a:pt x="8176490" y="202532"/>
                  </a:lnTo>
                  <a:lnTo>
                    <a:pt x="8176490" y="202532"/>
                  </a:lnTo>
                  <a:lnTo>
                    <a:pt x="8181963" y="202532"/>
                  </a:lnTo>
                  <a:lnTo>
                    <a:pt x="8181963" y="202532"/>
                  </a:lnTo>
                  <a:lnTo>
                    <a:pt x="8187436" y="202532"/>
                  </a:lnTo>
                  <a:lnTo>
                    <a:pt x="8187436" y="202532"/>
                  </a:lnTo>
                  <a:lnTo>
                    <a:pt x="8192909" y="202532"/>
                  </a:lnTo>
                  <a:lnTo>
                    <a:pt x="8192909" y="202532"/>
                  </a:lnTo>
                  <a:lnTo>
                    <a:pt x="8198382" y="202532"/>
                  </a:lnTo>
                  <a:lnTo>
                    <a:pt x="8198382" y="202532"/>
                  </a:lnTo>
                  <a:lnTo>
                    <a:pt x="8203855" y="202532"/>
                  </a:lnTo>
                  <a:lnTo>
                    <a:pt x="8203855" y="202532"/>
                  </a:lnTo>
                  <a:lnTo>
                    <a:pt x="8209328" y="202532"/>
                  </a:lnTo>
                  <a:lnTo>
                    <a:pt x="8209328" y="202532"/>
                  </a:lnTo>
                  <a:lnTo>
                    <a:pt x="8214801" y="202532"/>
                  </a:lnTo>
                  <a:lnTo>
                    <a:pt x="8214801" y="202532"/>
                  </a:lnTo>
                  <a:lnTo>
                    <a:pt x="8220273" y="202532"/>
                  </a:lnTo>
                  <a:lnTo>
                    <a:pt x="8220273" y="202532"/>
                  </a:lnTo>
                  <a:lnTo>
                    <a:pt x="8225746" y="202532"/>
                  </a:lnTo>
                  <a:lnTo>
                    <a:pt x="8225746" y="202532"/>
                  </a:lnTo>
                  <a:lnTo>
                    <a:pt x="8231219" y="202532"/>
                  </a:lnTo>
                  <a:lnTo>
                    <a:pt x="8231219" y="202532"/>
                  </a:lnTo>
                  <a:lnTo>
                    <a:pt x="8236692" y="202532"/>
                  </a:lnTo>
                  <a:lnTo>
                    <a:pt x="8236692" y="202532"/>
                  </a:lnTo>
                  <a:lnTo>
                    <a:pt x="8242165" y="202532"/>
                  </a:lnTo>
                  <a:lnTo>
                    <a:pt x="8242165" y="202532"/>
                  </a:lnTo>
                  <a:lnTo>
                    <a:pt x="8247638" y="202532"/>
                  </a:lnTo>
                  <a:lnTo>
                    <a:pt x="8247638" y="202532"/>
                  </a:lnTo>
                  <a:lnTo>
                    <a:pt x="8253111" y="202532"/>
                  </a:lnTo>
                  <a:lnTo>
                    <a:pt x="8253111" y="202532"/>
                  </a:lnTo>
                  <a:lnTo>
                    <a:pt x="8258584" y="202532"/>
                  </a:lnTo>
                  <a:lnTo>
                    <a:pt x="8258584" y="202532"/>
                  </a:lnTo>
                  <a:lnTo>
                    <a:pt x="8264056" y="202532"/>
                  </a:lnTo>
                  <a:lnTo>
                    <a:pt x="8264056" y="202532"/>
                  </a:lnTo>
                  <a:lnTo>
                    <a:pt x="8269529" y="202532"/>
                  </a:lnTo>
                  <a:lnTo>
                    <a:pt x="8269529" y="202532"/>
                  </a:lnTo>
                  <a:lnTo>
                    <a:pt x="8275002" y="202532"/>
                  </a:lnTo>
                  <a:lnTo>
                    <a:pt x="8275002" y="202532"/>
                  </a:lnTo>
                  <a:lnTo>
                    <a:pt x="8280475" y="202532"/>
                  </a:lnTo>
                  <a:lnTo>
                    <a:pt x="8280475" y="202532"/>
                  </a:lnTo>
                  <a:lnTo>
                    <a:pt x="8285948" y="202532"/>
                  </a:lnTo>
                  <a:lnTo>
                    <a:pt x="8285948" y="202532"/>
                  </a:lnTo>
                  <a:lnTo>
                    <a:pt x="8291421" y="202532"/>
                  </a:lnTo>
                  <a:lnTo>
                    <a:pt x="8291421" y="202532"/>
                  </a:lnTo>
                  <a:lnTo>
                    <a:pt x="8296894" y="202532"/>
                  </a:lnTo>
                  <a:lnTo>
                    <a:pt x="8296894" y="202532"/>
                  </a:lnTo>
                  <a:lnTo>
                    <a:pt x="8307840" y="202532"/>
                  </a:lnTo>
                  <a:lnTo>
                    <a:pt x="8307840" y="202532"/>
                  </a:lnTo>
                  <a:lnTo>
                    <a:pt x="8313312" y="202532"/>
                  </a:lnTo>
                  <a:lnTo>
                    <a:pt x="8313312" y="202532"/>
                  </a:lnTo>
                  <a:lnTo>
                    <a:pt x="8318785" y="202532"/>
                  </a:lnTo>
                  <a:lnTo>
                    <a:pt x="8318785" y="202532"/>
                  </a:lnTo>
                  <a:lnTo>
                    <a:pt x="8324258" y="202532"/>
                  </a:lnTo>
                  <a:lnTo>
                    <a:pt x="8324258" y="202532"/>
                  </a:lnTo>
                  <a:lnTo>
                    <a:pt x="8329731" y="202532"/>
                  </a:lnTo>
                  <a:lnTo>
                    <a:pt x="8329731" y="202532"/>
                  </a:lnTo>
                  <a:lnTo>
                    <a:pt x="8335204" y="202532"/>
                  </a:lnTo>
                  <a:lnTo>
                    <a:pt x="8335204" y="202532"/>
                  </a:lnTo>
                  <a:lnTo>
                    <a:pt x="8340677" y="202532"/>
                  </a:lnTo>
                  <a:lnTo>
                    <a:pt x="8340677" y="202532"/>
                  </a:lnTo>
                  <a:lnTo>
                    <a:pt x="8346150" y="202532"/>
                  </a:lnTo>
                  <a:lnTo>
                    <a:pt x="8346150" y="202532"/>
                  </a:lnTo>
                  <a:lnTo>
                    <a:pt x="8351623" y="202532"/>
                  </a:lnTo>
                  <a:lnTo>
                    <a:pt x="8351623" y="202532"/>
                  </a:lnTo>
                  <a:lnTo>
                    <a:pt x="8357096" y="202532"/>
                  </a:lnTo>
                  <a:lnTo>
                    <a:pt x="8357096" y="202532"/>
                  </a:lnTo>
                  <a:lnTo>
                    <a:pt x="8362568" y="202532"/>
                  </a:lnTo>
                  <a:lnTo>
                    <a:pt x="8362568" y="202532"/>
                  </a:lnTo>
                  <a:lnTo>
                    <a:pt x="8368041" y="202532"/>
                  </a:lnTo>
                  <a:lnTo>
                    <a:pt x="8368041" y="202532"/>
                  </a:lnTo>
                  <a:lnTo>
                    <a:pt x="8373514" y="202532"/>
                  </a:lnTo>
                  <a:lnTo>
                    <a:pt x="8373514" y="202532"/>
                  </a:lnTo>
                  <a:lnTo>
                    <a:pt x="8378987" y="202532"/>
                  </a:lnTo>
                  <a:lnTo>
                    <a:pt x="8378987" y="202532"/>
                  </a:lnTo>
                  <a:lnTo>
                    <a:pt x="8384460" y="202532"/>
                  </a:lnTo>
                  <a:lnTo>
                    <a:pt x="8384460" y="202532"/>
                  </a:lnTo>
                  <a:lnTo>
                    <a:pt x="8389933" y="202532"/>
                  </a:lnTo>
                  <a:lnTo>
                    <a:pt x="8389933" y="202532"/>
                  </a:lnTo>
                  <a:lnTo>
                    <a:pt x="8400879" y="202532"/>
                  </a:lnTo>
                  <a:lnTo>
                    <a:pt x="8400879" y="202532"/>
                  </a:lnTo>
                  <a:lnTo>
                    <a:pt x="8406352" y="202532"/>
                  </a:lnTo>
                  <a:lnTo>
                    <a:pt x="8406352" y="202532"/>
                  </a:lnTo>
                  <a:lnTo>
                    <a:pt x="8411824" y="202532"/>
                  </a:lnTo>
                  <a:lnTo>
                    <a:pt x="8411824" y="202532"/>
                  </a:lnTo>
                  <a:lnTo>
                    <a:pt x="8417297" y="202532"/>
                  </a:lnTo>
                  <a:lnTo>
                    <a:pt x="8417297" y="202532"/>
                  </a:lnTo>
                  <a:lnTo>
                    <a:pt x="8422770" y="202532"/>
                  </a:lnTo>
                  <a:lnTo>
                    <a:pt x="8422770" y="202532"/>
                  </a:lnTo>
                  <a:lnTo>
                    <a:pt x="8428243" y="202532"/>
                  </a:lnTo>
                  <a:lnTo>
                    <a:pt x="8428243" y="202532"/>
                  </a:lnTo>
                  <a:lnTo>
                    <a:pt x="8433716" y="202532"/>
                  </a:lnTo>
                  <a:lnTo>
                    <a:pt x="8433716" y="202532"/>
                  </a:lnTo>
                  <a:lnTo>
                    <a:pt x="8439189" y="202532"/>
                  </a:lnTo>
                  <a:lnTo>
                    <a:pt x="8439189" y="202532"/>
                  </a:lnTo>
                  <a:lnTo>
                    <a:pt x="8444662" y="202532"/>
                  </a:lnTo>
                  <a:lnTo>
                    <a:pt x="8444662" y="202532"/>
                  </a:lnTo>
                  <a:lnTo>
                    <a:pt x="8450135" y="202532"/>
                  </a:lnTo>
                  <a:lnTo>
                    <a:pt x="8450135" y="202532"/>
                  </a:lnTo>
                  <a:lnTo>
                    <a:pt x="8455607" y="202532"/>
                  </a:lnTo>
                  <a:lnTo>
                    <a:pt x="8455607" y="202532"/>
                  </a:lnTo>
                  <a:lnTo>
                    <a:pt x="8461080" y="202532"/>
                  </a:lnTo>
                  <a:lnTo>
                    <a:pt x="8461080" y="202532"/>
                  </a:lnTo>
                  <a:lnTo>
                    <a:pt x="8466553" y="202532"/>
                  </a:lnTo>
                  <a:lnTo>
                    <a:pt x="8466553" y="202532"/>
                  </a:lnTo>
                  <a:lnTo>
                    <a:pt x="8472026" y="202532"/>
                  </a:lnTo>
                  <a:lnTo>
                    <a:pt x="8472026" y="202532"/>
                  </a:lnTo>
                  <a:lnTo>
                    <a:pt x="8482972" y="202532"/>
                  </a:lnTo>
                  <a:lnTo>
                    <a:pt x="8482972" y="202532"/>
                  </a:lnTo>
                  <a:lnTo>
                    <a:pt x="8488445" y="202532"/>
                  </a:lnTo>
                  <a:lnTo>
                    <a:pt x="8488445" y="202532"/>
                  </a:lnTo>
                  <a:lnTo>
                    <a:pt x="8493918" y="202532"/>
                  </a:lnTo>
                  <a:lnTo>
                    <a:pt x="8493918" y="202532"/>
                  </a:lnTo>
                  <a:lnTo>
                    <a:pt x="8499391" y="202532"/>
                  </a:lnTo>
                  <a:lnTo>
                    <a:pt x="8499391" y="202532"/>
                  </a:lnTo>
                  <a:lnTo>
                    <a:pt x="8504863" y="202532"/>
                  </a:lnTo>
                  <a:lnTo>
                    <a:pt x="8504863" y="202532"/>
                  </a:lnTo>
                  <a:lnTo>
                    <a:pt x="8510336" y="202532"/>
                  </a:lnTo>
                  <a:lnTo>
                    <a:pt x="8510336" y="202532"/>
                  </a:lnTo>
                  <a:lnTo>
                    <a:pt x="8515809" y="202532"/>
                  </a:lnTo>
                  <a:lnTo>
                    <a:pt x="8515809" y="202532"/>
                  </a:lnTo>
                  <a:lnTo>
                    <a:pt x="8526755" y="202532"/>
                  </a:lnTo>
                  <a:lnTo>
                    <a:pt x="8526755" y="202532"/>
                  </a:lnTo>
                  <a:lnTo>
                    <a:pt x="8532228" y="202532"/>
                  </a:lnTo>
                  <a:lnTo>
                    <a:pt x="8532228" y="202532"/>
                  </a:lnTo>
                  <a:lnTo>
                    <a:pt x="8537701" y="202532"/>
                  </a:lnTo>
                  <a:lnTo>
                    <a:pt x="8537701" y="202532"/>
                  </a:lnTo>
                  <a:lnTo>
                    <a:pt x="8543174" y="202532"/>
                  </a:lnTo>
                  <a:lnTo>
                    <a:pt x="8543174" y="202532"/>
                  </a:lnTo>
                  <a:lnTo>
                    <a:pt x="8548647" y="202532"/>
                  </a:lnTo>
                  <a:lnTo>
                    <a:pt x="8548647" y="202532"/>
                  </a:lnTo>
                  <a:lnTo>
                    <a:pt x="8554119" y="202532"/>
                  </a:lnTo>
                  <a:lnTo>
                    <a:pt x="8554119" y="202532"/>
                  </a:lnTo>
                  <a:lnTo>
                    <a:pt x="8559592" y="202532"/>
                  </a:lnTo>
                  <a:lnTo>
                    <a:pt x="8559592" y="202532"/>
                  </a:lnTo>
                  <a:lnTo>
                    <a:pt x="8565065" y="202532"/>
                  </a:lnTo>
                  <a:lnTo>
                    <a:pt x="8565065" y="202532"/>
                  </a:lnTo>
                  <a:lnTo>
                    <a:pt x="8570538" y="202532"/>
                  </a:lnTo>
                  <a:lnTo>
                    <a:pt x="8570538" y="202532"/>
                  </a:lnTo>
                  <a:lnTo>
                    <a:pt x="8576011" y="202532"/>
                  </a:lnTo>
                  <a:lnTo>
                    <a:pt x="8576011" y="202532"/>
                  </a:lnTo>
                  <a:lnTo>
                    <a:pt x="8581484" y="202532"/>
                  </a:lnTo>
                  <a:lnTo>
                    <a:pt x="8581484" y="202532"/>
                  </a:lnTo>
                  <a:lnTo>
                    <a:pt x="8586957" y="202532"/>
                  </a:lnTo>
                  <a:lnTo>
                    <a:pt x="8586957" y="202532"/>
                  </a:lnTo>
                  <a:lnTo>
                    <a:pt x="8592430" y="202532"/>
                  </a:lnTo>
                  <a:lnTo>
                    <a:pt x="8592430" y="202532"/>
                  </a:lnTo>
                  <a:lnTo>
                    <a:pt x="8597903" y="202532"/>
                  </a:lnTo>
                  <a:lnTo>
                    <a:pt x="8597903" y="202532"/>
                  </a:lnTo>
                  <a:lnTo>
                    <a:pt x="8603375" y="202532"/>
                  </a:lnTo>
                  <a:lnTo>
                    <a:pt x="8603375" y="202532"/>
                  </a:lnTo>
                  <a:lnTo>
                    <a:pt x="8614321" y="202532"/>
                  </a:lnTo>
                  <a:lnTo>
                    <a:pt x="8614321" y="202532"/>
                  </a:lnTo>
                  <a:lnTo>
                    <a:pt x="8619794" y="202532"/>
                  </a:lnTo>
                  <a:lnTo>
                    <a:pt x="8619794" y="202532"/>
                  </a:lnTo>
                  <a:lnTo>
                    <a:pt x="8625267" y="202532"/>
                  </a:lnTo>
                  <a:lnTo>
                    <a:pt x="8625267" y="202532"/>
                  </a:lnTo>
                  <a:lnTo>
                    <a:pt x="8630740" y="202532"/>
                  </a:lnTo>
                  <a:lnTo>
                    <a:pt x="8630740" y="202532"/>
                  </a:lnTo>
                  <a:lnTo>
                    <a:pt x="8641686" y="202532"/>
                  </a:lnTo>
                  <a:lnTo>
                    <a:pt x="8641686" y="202532"/>
                  </a:lnTo>
                  <a:lnTo>
                    <a:pt x="8647158" y="202532"/>
                  </a:lnTo>
                  <a:lnTo>
                    <a:pt x="8647158" y="202532"/>
                  </a:lnTo>
                  <a:lnTo>
                    <a:pt x="8652631" y="202532"/>
                  </a:lnTo>
                  <a:lnTo>
                    <a:pt x="8652631" y="202532"/>
                  </a:lnTo>
                  <a:lnTo>
                    <a:pt x="8658104" y="202532"/>
                  </a:lnTo>
                  <a:lnTo>
                    <a:pt x="8658104" y="202532"/>
                  </a:lnTo>
                  <a:lnTo>
                    <a:pt x="8669050" y="202532"/>
                  </a:lnTo>
                  <a:lnTo>
                    <a:pt x="8669050" y="202532"/>
                  </a:lnTo>
                  <a:lnTo>
                    <a:pt x="8674523" y="202532"/>
                  </a:lnTo>
                  <a:lnTo>
                    <a:pt x="8674523" y="202532"/>
                  </a:lnTo>
                  <a:lnTo>
                    <a:pt x="8679996" y="202532"/>
                  </a:lnTo>
                  <a:lnTo>
                    <a:pt x="8679996" y="202532"/>
                  </a:lnTo>
                  <a:lnTo>
                    <a:pt x="8685469" y="202532"/>
                  </a:lnTo>
                  <a:lnTo>
                    <a:pt x="8685469" y="202532"/>
                  </a:lnTo>
                  <a:lnTo>
                    <a:pt x="8690942" y="202532"/>
                  </a:lnTo>
                  <a:lnTo>
                    <a:pt x="8690942" y="202532"/>
                  </a:lnTo>
                  <a:lnTo>
                    <a:pt x="8696414" y="202532"/>
                  </a:lnTo>
                  <a:lnTo>
                    <a:pt x="8696414" y="202532"/>
                  </a:lnTo>
                  <a:lnTo>
                    <a:pt x="8707360" y="202532"/>
                  </a:lnTo>
                  <a:lnTo>
                    <a:pt x="8707360" y="202532"/>
                  </a:lnTo>
                  <a:lnTo>
                    <a:pt x="8712833" y="202532"/>
                  </a:lnTo>
                  <a:lnTo>
                    <a:pt x="8712833" y="202532"/>
                  </a:lnTo>
                  <a:lnTo>
                    <a:pt x="8723779" y="202532"/>
                  </a:lnTo>
                  <a:lnTo>
                    <a:pt x="8723779" y="202532"/>
                  </a:lnTo>
                  <a:lnTo>
                    <a:pt x="8729252" y="202532"/>
                  </a:lnTo>
                  <a:lnTo>
                    <a:pt x="8729252" y="202532"/>
                  </a:lnTo>
                  <a:lnTo>
                    <a:pt x="8734725" y="202532"/>
                  </a:lnTo>
                  <a:lnTo>
                    <a:pt x="8734725" y="202532"/>
                  </a:lnTo>
                  <a:lnTo>
                    <a:pt x="8740198" y="202532"/>
                  </a:lnTo>
                  <a:lnTo>
                    <a:pt x="8740198" y="202532"/>
                  </a:lnTo>
                  <a:lnTo>
                    <a:pt x="8745670" y="202532"/>
                  </a:lnTo>
                  <a:lnTo>
                    <a:pt x="8745670" y="202532"/>
                  </a:lnTo>
                  <a:lnTo>
                    <a:pt x="8751143" y="202532"/>
                  </a:lnTo>
                  <a:lnTo>
                    <a:pt x="8751143" y="202532"/>
                  </a:lnTo>
                  <a:lnTo>
                    <a:pt x="8756616" y="202532"/>
                  </a:lnTo>
                  <a:lnTo>
                    <a:pt x="8756616" y="202532"/>
                  </a:lnTo>
                  <a:lnTo>
                    <a:pt x="8767562" y="202532"/>
                  </a:lnTo>
                  <a:lnTo>
                    <a:pt x="8767562" y="202532"/>
                  </a:lnTo>
                  <a:lnTo>
                    <a:pt x="8773035" y="202532"/>
                  </a:lnTo>
                  <a:lnTo>
                    <a:pt x="8773035" y="202532"/>
                  </a:lnTo>
                  <a:lnTo>
                    <a:pt x="8778508" y="202532"/>
                  </a:lnTo>
                  <a:lnTo>
                    <a:pt x="8778508" y="202532"/>
                  </a:lnTo>
                  <a:lnTo>
                    <a:pt x="8783981" y="202532"/>
                  </a:lnTo>
                  <a:lnTo>
                    <a:pt x="8783981" y="202532"/>
                  </a:lnTo>
                  <a:lnTo>
                    <a:pt x="8789453" y="202532"/>
                  </a:lnTo>
                  <a:lnTo>
                    <a:pt x="8789453" y="202532"/>
                  </a:lnTo>
                  <a:lnTo>
                    <a:pt x="8794926" y="202532"/>
                  </a:lnTo>
                  <a:lnTo>
                    <a:pt x="8794926" y="202532"/>
                  </a:lnTo>
                  <a:lnTo>
                    <a:pt x="8800399" y="202532"/>
                  </a:lnTo>
                  <a:lnTo>
                    <a:pt x="8800399" y="202532"/>
                  </a:lnTo>
                  <a:lnTo>
                    <a:pt x="8805872" y="202532"/>
                  </a:lnTo>
                  <a:lnTo>
                    <a:pt x="8805872" y="202532"/>
                  </a:lnTo>
                  <a:lnTo>
                    <a:pt x="8811345" y="202532"/>
                  </a:lnTo>
                  <a:lnTo>
                    <a:pt x="8811345" y="202532"/>
                  </a:lnTo>
                  <a:lnTo>
                    <a:pt x="8816818" y="202532"/>
                  </a:lnTo>
                  <a:lnTo>
                    <a:pt x="8816818" y="202532"/>
                  </a:lnTo>
                  <a:lnTo>
                    <a:pt x="8822291" y="202532"/>
                  </a:lnTo>
                  <a:lnTo>
                    <a:pt x="8822291" y="202532"/>
                  </a:lnTo>
                  <a:lnTo>
                    <a:pt x="8827764" y="202532"/>
                  </a:lnTo>
                  <a:lnTo>
                    <a:pt x="8827764" y="202532"/>
                  </a:lnTo>
                  <a:lnTo>
                    <a:pt x="8833237" y="202532"/>
                  </a:lnTo>
                  <a:lnTo>
                    <a:pt x="8833237" y="202532"/>
                  </a:lnTo>
                  <a:lnTo>
                    <a:pt x="8838709" y="202532"/>
                  </a:lnTo>
                  <a:lnTo>
                    <a:pt x="8838709" y="202532"/>
                  </a:lnTo>
                  <a:lnTo>
                    <a:pt x="8849655" y="202532"/>
                  </a:lnTo>
                  <a:lnTo>
                    <a:pt x="8849655" y="202532"/>
                  </a:lnTo>
                  <a:lnTo>
                    <a:pt x="8855128" y="202532"/>
                  </a:lnTo>
                  <a:lnTo>
                    <a:pt x="8855128" y="202532"/>
                  </a:lnTo>
                  <a:lnTo>
                    <a:pt x="8866074" y="202532"/>
                  </a:lnTo>
                  <a:lnTo>
                    <a:pt x="8866074" y="202532"/>
                  </a:lnTo>
                  <a:lnTo>
                    <a:pt x="8871547" y="202532"/>
                  </a:lnTo>
                  <a:lnTo>
                    <a:pt x="8871547" y="202532"/>
                  </a:lnTo>
                  <a:lnTo>
                    <a:pt x="8877020" y="202532"/>
                  </a:lnTo>
                  <a:lnTo>
                    <a:pt x="8877020" y="202532"/>
                  </a:lnTo>
                  <a:lnTo>
                    <a:pt x="8882493" y="202532"/>
                  </a:lnTo>
                  <a:lnTo>
                    <a:pt x="8882493" y="202532"/>
                  </a:lnTo>
                  <a:lnTo>
                    <a:pt x="8887965" y="202532"/>
                  </a:lnTo>
                  <a:lnTo>
                    <a:pt x="8887965" y="138462"/>
                  </a:lnTo>
                  <a:lnTo>
                    <a:pt x="8893438" y="138462"/>
                  </a:lnTo>
                  <a:lnTo>
                    <a:pt x="8893438" y="138462"/>
                  </a:lnTo>
                  <a:lnTo>
                    <a:pt x="8904384" y="138462"/>
                  </a:lnTo>
                  <a:lnTo>
                    <a:pt x="8904384" y="138462"/>
                  </a:lnTo>
                  <a:lnTo>
                    <a:pt x="8909857" y="138462"/>
                  </a:lnTo>
                  <a:lnTo>
                    <a:pt x="8909857" y="138462"/>
                  </a:lnTo>
                  <a:lnTo>
                    <a:pt x="8915330" y="138462"/>
                  </a:lnTo>
                  <a:lnTo>
                    <a:pt x="8915330" y="138462"/>
                  </a:lnTo>
                  <a:lnTo>
                    <a:pt x="8926276" y="138462"/>
                  </a:lnTo>
                  <a:lnTo>
                    <a:pt x="8926276" y="138462"/>
                  </a:lnTo>
                  <a:lnTo>
                    <a:pt x="8931749" y="138462"/>
                  </a:lnTo>
                  <a:lnTo>
                    <a:pt x="8931749" y="138462"/>
                  </a:lnTo>
                  <a:lnTo>
                    <a:pt x="8937221" y="138462"/>
                  </a:lnTo>
                  <a:lnTo>
                    <a:pt x="8937221" y="138462"/>
                  </a:lnTo>
                  <a:lnTo>
                    <a:pt x="8942694" y="138462"/>
                  </a:lnTo>
                  <a:lnTo>
                    <a:pt x="8942694" y="138462"/>
                  </a:lnTo>
                  <a:lnTo>
                    <a:pt x="8948167" y="138462"/>
                  </a:lnTo>
                  <a:lnTo>
                    <a:pt x="8948167" y="138462"/>
                  </a:lnTo>
                  <a:lnTo>
                    <a:pt x="8959113" y="138462"/>
                  </a:lnTo>
                  <a:lnTo>
                    <a:pt x="8959113" y="138462"/>
                  </a:lnTo>
                  <a:lnTo>
                    <a:pt x="8964586" y="138462"/>
                  </a:lnTo>
                  <a:lnTo>
                    <a:pt x="8964586" y="72683"/>
                  </a:lnTo>
                  <a:lnTo>
                    <a:pt x="8970059" y="72683"/>
                  </a:lnTo>
                  <a:lnTo>
                    <a:pt x="8970059" y="72683"/>
                  </a:lnTo>
                  <a:lnTo>
                    <a:pt x="8981004" y="72683"/>
                  </a:lnTo>
                  <a:lnTo>
                    <a:pt x="8981004" y="72683"/>
                  </a:lnTo>
                  <a:lnTo>
                    <a:pt x="8986477" y="72683"/>
                  </a:lnTo>
                  <a:lnTo>
                    <a:pt x="8986477" y="72683"/>
                  </a:lnTo>
                  <a:lnTo>
                    <a:pt x="8997423" y="72683"/>
                  </a:lnTo>
                  <a:lnTo>
                    <a:pt x="8997423" y="72683"/>
                  </a:lnTo>
                  <a:lnTo>
                    <a:pt x="9002896" y="72683"/>
                  </a:lnTo>
                  <a:lnTo>
                    <a:pt x="9002896" y="72683"/>
                  </a:lnTo>
                  <a:lnTo>
                    <a:pt x="9008369" y="72683"/>
                  </a:lnTo>
                  <a:lnTo>
                    <a:pt x="9008369" y="72683"/>
                  </a:lnTo>
                  <a:lnTo>
                    <a:pt x="9013842" y="72683"/>
                  </a:lnTo>
                  <a:lnTo>
                    <a:pt x="9013842" y="72683"/>
                  </a:lnTo>
                  <a:lnTo>
                    <a:pt x="9024788" y="72683"/>
                  </a:lnTo>
                  <a:lnTo>
                    <a:pt x="9024788" y="72683"/>
                  </a:lnTo>
                  <a:lnTo>
                    <a:pt x="9030260" y="72683"/>
                  </a:lnTo>
                  <a:lnTo>
                    <a:pt x="9030260" y="72683"/>
                  </a:lnTo>
                  <a:lnTo>
                    <a:pt x="9035733" y="72683"/>
                  </a:lnTo>
                  <a:lnTo>
                    <a:pt x="9035733" y="72683"/>
                  </a:lnTo>
                  <a:lnTo>
                    <a:pt x="9041206" y="72683"/>
                  </a:lnTo>
                  <a:lnTo>
                    <a:pt x="9041206" y="72683"/>
                  </a:lnTo>
                  <a:lnTo>
                    <a:pt x="9046679" y="72683"/>
                  </a:lnTo>
                  <a:lnTo>
                    <a:pt x="9046679" y="72683"/>
                  </a:lnTo>
                  <a:lnTo>
                    <a:pt x="9052152" y="72683"/>
                  </a:lnTo>
                  <a:lnTo>
                    <a:pt x="9052152" y="72683"/>
                  </a:lnTo>
                  <a:lnTo>
                    <a:pt x="9057625" y="72683"/>
                  </a:lnTo>
                  <a:lnTo>
                    <a:pt x="9057625" y="72683"/>
                  </a:lnTo>
                  <a:lnTo>
                    <a:pt x="9063098" y="72683"/>
                  </a:lnTo>
                  <a:lnTo>
                    <a:pt x="9063098" y="72683"/>
                  </a:lnTo>
                  <a:lnTo>
                    <a:pt x="9074044" y="72683"/>
                  </a:lnTo>
                  <a:lnTo>
                    <a:pt x="9074044" y="72683"/>
                  </a:lnTo>
                  <a:lnTo>
                    <a:pt x="9079516" y="72683"/>
                  </a:lnTo>
                  <a:lnTo>
                    <a:pt x="9079516" y="72683"/>
                  </a:lnTo>
                  <a:lnTo>
                    <a:pt x="9084989" y="72683"/>
                  </a:lnTo>
                  <a:lnTo>
                    <a:pt x="9084989" y="72683"/>
                  </a:lnTo>
                  <a:lnTo>
                    <a:pt x="9090462" y="72683"/>
                  </a:lnTo>
                  <a:lnTo>
                    <a:pt x="9090462" y="72683"/>
                  </a:lnTo>
                  <a:lnTo>
                    <a:pt x="9095935" y="72683"/>
                  </a:lnTo>
                  <a:lnTo>
                    <a:pt x="9095935" y="72683"/>
                  </a:lnTo>
                  <a:lnTo>
                    <a:pt x="9101408" y="72683"/>
                  </a:lnTo>
                  <a:lnTo>
                    <a:pt x="9101408" y="72683"/>
                  </a:lnTo>
                  <a:lnTo>
                    <a:pt x="9106881" y="72683"/>
                  </a:lnTo>
                  <a:lnTo>
                    <a:pt x="9106881" y="72683"/>
                  </a:lnTo>
                  <a:lnTo>
                    <a:pt x="9117827" y="72683"/>
                  </a:lnTo>
                  <a:lnTo>
                    <a:pt x="9117827" y="72683"/>
                  </a:lnTo>
                  <a:lnTo>
                    <a:pt x="9123300" y="72683"/>
                  </a:lnTo>
                  <a:lnTo>
                    <a:pt x="9123300" y="72683"/>
                  </a:lnTo>
                  <a:lnTo>
                    <a:pt x="9128772" y="72683"/>
                  </a:lnTo>
                  <a:lnTo>
                    <a:pt x="9128772" y="72683"/>
                  </a:lnTo>
                  <a:lnTo>
                    <a:pt x="9134245" y="72683"/>
                  </a:lnTo>
                  <a:lnTo>
                    <a:pt x="9134245" y="72683"/>
                  </a:lnTo>
                  <a:lnTo>
                    <a:pt x="9139718" y="72683"/>
                  </a:lnTo>
                  <a:lnTo>
                    <a:pt x="9139718" y="72683"/>
                  </a:lnTo>
                  <a:lnTo>
                    <a:pt x="9145191" y="72683"/>
                  </a:lnTo>
                  <a:lnTo>
                    <a:pt x="9145191" y="72683"/>
                  </a:lnTo>
                  <a:lnTo>
                    <a:pt x="9156137" y="72683"/>
                  </a:lnTo>
                  <a:lnTo>
                    <a:pt x="9156137" y="72683"/>
                  </a:lnTo>
                  <a:lnTo>
                    <a:pt x="9161610" y="72683"/>
                  </a:lnTo>
                  <a:lnTo>
                    <a:pt x="9161610" y="72683"/>
                  </a:lnTo>
                  <a:lnTo>
                    <a:pt x="9167083" y="72683"/>
                  </a:lnTo>
                  <a:lnTo>
                    <a:pt x="9167083" y="72683"/>
                  </a:lnTo>
                  <a:lnTo>
                    <a:pt x="9172555" y="72683"/>
                  </a:lnTo>
                  <a:lnTo>
                    <a:pt x="9172555" y="72683"/>
                  </a:lnTo>
                  <a:lnTo>
                    <a:pt x="9178028" y="72683"/>
                  </a:lnTo>
                  <a:lnTo>
                    <a:pt x="9178028" y="72683"/>
                  </a:lnTo>
                  <a:lnTo>
                    <a:pt x="9183501" y="72683"/>
                  </a:lnTo>
                  <a:lnTo>
                    <a:pt x="9183501" y="72683"/>
                  </a:lnTo>
                  <a:lnTo>
                    <a:pt x="9188974" y="72683"/>
                  </a:lnTo>
                  <a:lnTo>
                    <a:pt x="9188974" y="72683"/>
                  </a:lnTo>
                  <a:lnTo>
                    <a:pt x="9194447" y="72683"/>
                  </a:lnTo>
                  <a:lnTo>
                    <a:pt x="9194447" y="72683"/>
                  </a:lnTo>
                  <a:lnTo>
                    <a:pt x="9199920" y="72683"/>
                  </a:lnTo>
                  <a:lnTo>
                    <a:pt x="9199920" y="72683"/>
                  </a:lnTo>
                  <a:lnTo>
                    <a:pt x="9205393" y="72683"/>
                  </a:lnTo>
                  <a:lnTo>
                    <a:pt x="9205393" y="72683"/>
                  </a:lnTo>
                  <a:lnTo>
                    <a:pt x="9216339" y="72683"/>
                  </a:lnTo>
                  <a:lnTo>
                    <a:pt x="9216339" y="72683"/>
                  </a:lnTo>
                  <a:lnTo>
                    <a:pt x="9221811" y="72683"/>
                  </a:lnTo>
                  <a:lnTo>
                    <a:pt x="9221811" y="72683"/>
                  </a:lnTo>
                  <a:lnTo>
                    <a:pt x="9232757" y="72683"/>
                  </a:lnTo>
                  <a:lnTo>
                    <a:pt x="9232757" y="72683"/>
                  </a:lnTo>
                  <a:lnTo>
                    <a:pt x="9238230" y="72683"/>
                  </a:lnTo>
                  <a:lnTo>
                    <a:pt x="9238230" y="72683"/>
                  </a:lnTo>
                  <a:lnTo>
                    <a:pt x="9243703" y="72683"/>
                  </a:lnTo>
                  <a:lnTo>
                    <a:pt x="9243703" y="72683"/>
                  </a:lnTo>
                  <a:lnTo>
                    <a:pt x="9249176" y="72683"/>
                  </a:lnTo>
                  <a:lnTo>
                    <a:pt x="9249176" y="72683"/>
                  </a:lnTo>
                  <a:lnTo>
                    <a:pt x="9254649" y="72683"/>
                  </a:lnTo>
                  <a:lnTo>
                    <a:pt x="9254649" y="72683"/>
                  </a:lnTo>
                  <a:lnTo>
                    <a:pt x="9260122" y="72683"/>
                  </a:lnTo>
                  <a:lnTo>
                    <a:pt x="9260122" y="72683"/>
                  </a:lnTo>
                  <a:lnTo>
                    <a:pt x="9265595" y="72683"/>
                  </a:lnTo>
                  <a:lnTo>
                    <a:pt x="9265595" y="72683"/>
                  </a:lnTo>
                  <a:lnTo>
                    <a:pt x="9271067" y="72683"/>
                  </a:lnTo>
                  <a:lnTo>
                    <a:pt x="9271067" y="72683"/>
                  </a:lnTo>
                  <a:lnTo>
                    <a:pt x="9276540" y="72683"/>
                  </a:lnTo>
                  <a:lnTo>
                    <a:pt x="9276540" y="72683"/>
                  </a:lnTo>
                  <a:lnTo>
                    <a:pt x="9287486" y="72683"/>
                  </a:lnTo>
                  <a:lnTo>
                    <a:pt x="9287486" y="72683"/>
                  </a:lnTo>
                  <a:lnTo>
                    <a:pt x="9292959" y="72683"/>
                  </a:lnTo>
                  <a:lnTo>
                    <a:pt x="9292959" y="72683"/>
                  </a:lnTo>
                  <a:lnTo>
                    <a:pt x="9298432" y="72683"/>
                  </a:lnTo>
                  <a:lnTo>
                    <a:pt x="9298432" y="72683"/>
                  </a:lnTo>
                  <a:lnTo>
                    <a:pt x="9303905" y="72683"/>
                  </a:lnTo>
                  <a:lnTo>
                    <a:pt x="9303905" y="72683"/>
                  </a:lnTo>
                  <a:lnTo>
                    <a:pt x="9309378" y="72683"/>
                  </a:lnTo>
                  <a:lnTo>
                    <a:pt x="9309378" y="72683"/>
                  </a:lnTo>
                  <a:lnTo>
                    <a:pt x="9314850" y="72683"/>
                  </a:lnTo>
                  <a:lnTo>
                    <a:pt x="9314850" y="72683"/>
                  </a:lnTo>
                  <a:lnTo>
                    <a:pt x="9320323" y="72683"/>
                  </a:lnTo>
                  <a:lnTo>
                    <a:pt x="9320323" y="72683"/>
                  </a:lnTo>
                  <a:lnTo>
                    <a:pt x="9325796" y="72683"/>
                  </a:lnTo>
                  <a:lnTo>
                    <a:pt x="9325796" y="72683"/>
                  </a:lnTo>
                  <a:lnTo>
                    <a:pt x="9336742" y="72683"/>
                  </a:lnTo>
                  <a:lnTo>
                    <a:pt x="9336742" y="72683"/>
                  </a:lnTo>
                  <a:lnTo>
                    <a:pt x="9342215" y="72683"/>
                  </a:lnTo>
                  <a:lnTo>
                    <a:pt x="9342215" y="72683"/>
                  </a:lnTo>
                  <a:lnTo>
                    <a:pt x="9347688" y="72683"/>
                  </a:lnTo>
                  <a:lnTo>
                    <a:pt x="9347688" y="72683"/>
                  </a:lnTo>
                  <a:lnTo>
                    <a:pt x="9353161" y="72683"/>
                  </a:lnTo>
                  <a:lnTo>
                    <a:pt x="9353161" y="72683"/>
                  </a:lnTo>
                  <a:lnTo>
                    <a:pt x="9364106" y="72683"/>
                  </a:lnTo>
                  <a:lnTo>
                    <a:pt x="9364106" y="72683"/>
                  </a:lnTo>
                  <a:lnTo>
                    <a:pt x="9375052" y="72683"/>
                  </a:lnTo>
                  <a:lnTo>
                    <a:pt x="9375052" y="72683"/>
                  </a:lnTo>
                  <a:lnTo>
                    <a:pt x="9380525" y="72683"/>
                  </a:lnTo>
                  <a:lnTo>
                    <a:pt x="9380525" y="72683"/>
                  </a:lnTo>
                  <a:lnTo>
                    <a:pt x="9385998" y="72683"/>
                  </a:lnTo>
                  <a:lnTo>
                    <a:pt x="9385998" y="72683"/>
                  </a:lnTo>
                  <a:lnTo>
                    <a:pt x="9391471" y="72683"/>
                  </a:lnTo>
                  <a:lnTo>
                    <a:pt x="9391471" y="72683"/>
                  </a:lnTo>
                  <a:lnTo>
                    <a:pt x="9396944" y="72683"/>
                  </a:lnTo>
                  <a:lnTo>
                    <a:pt x="9396944" y="72683"/>
                  </a:lnTo>
                  <a:lnTo>
                    <a:pt x="9402417" y="72683"/>
                  </a:lnTo>
                  <a:lnTo>
                    <a:pt x="9402417" y="72683"/>
                  </a:lnTo>
                  <a:lnTo>
                    <a:pt x="9407890" y="72683"/>
                  </a:lnTo>
                  <a:lnTo>
                    <a:pt x="9407890" y="72683"/>
                  </a:lnTo>
                  <a:lnTo>
                    <a:pt x="9418835" y="72683"/>
                  </a:lnTo>
                  <a:lnTo>
                    <a:pt x="9418835" y="72683"/>
                  </a:lnTo>
                  <a:lnTo>
                    <a:pt x="9424308" y="72683"/>
                  </a:lnTo>
                  <a:lnTo>
                    <a:pt x="9424308" y="72683"/>
                  </a:lnTo>
                  <a:lnTo>
                    <a:pt x="9429781" y="72683"/>
                  </a:lnTo>
                  <a:lnTo>
                    <a:pt x="9429781" y="72683"/>
                  </a:lnTo>
                  <a:lnTo>
                    <a:pt x="9435254" y="72683"/>
                  </a:lnTo>
                  <a:lnTo>
                    <a:pt x="9435254" y="72683"/>
                  </a:lnTo>
                  <a:lnTo>
                    <a:pt x="9440727" y="72683"/>
                  </a:lnTo>
                  <a:lnTo>
                    <a:pt x="9440727" y="72683"/>
                  </a:lnTo>
                  <a:lnTo>
                    <a:pt x="9462618" y="72683"/>
                  </a:lnTo>
                  <a:lnTo>
                    <a:pt x="9462618" y="72683"/>
                  </a:lnTo>
                  <a:lnTo>
                    <a:pt x="9468091" y="72683"/>
                  </a:lnTo>
                  <a:lnTo>
                    <a:pt x="9468091" y="72683"/>
                  </a:lnTo>
                  <a:lnTo>
                    <a:pt x="9479037" y="72683"/>
                  </a:lnTo>
                  <a:lnTo>
                    <a:pt x="9479037" y="72683"/>
                  </a:lnTo>
                  <a:lnTo>
                    <a:pt x="9484510" y="72683"/>
                  </a:lnTo>
                  <a:lnTo>
                    <a:pt x="9484510" y="72683"/>
                  </a:lnTo>
                  <a:lnTo>
                    <a:pt x="9489983" y="72683"/>
                  </a:lnTo>
                  <a:lnTo>
                    <a:pt x="9489983" y="72683"/>
                  </a:lnTo>
                  <a:lnTo>
                    <a:pt x="9495456" y="72683"/>
                  </a:lnTo>
                  <a:lnTo>
                    <a:pt x="9495456" y="72683"/>
                  </a:lnTo>
                  <a:lnTo>
                    <a:pt x="9500929" y="72683"/>
                  </a:lnTo>
                  <a:lnTo>
                    <a:pt x="9500929" y="72683"/>
                  </a:lnTo>
                  <a:lnTo>
                    <a:pt x="9506401" y="72683"/>
                  </a:lnTo>
                  <a:lnTo>
                    <a:pt x="9506401" y="72683"/>
                  </a:lnTo>
                  <a:lnTo>
                    <a:pt x="9511874" y="72683"/>
                  </a:lnTo>
                  <a:lnTo>
                    <a:pt x="9511874" y="72683"/>
                  </a:lnTo>
                  <a:lnTo>
                    <a:pt x="9517347" y="72683"/>
                  </a:lnTo>
                  <a:lnTo>
                    <a:pt x="9517347" y="72683"/>
                  </a:lnTo>
                  <a:lnTo>
                    <a:pt x="9522820" y="72683"/>
                  </a:lnTo>
                  <a:lnTo>
                    <a:pt x="9522820" y="72683"/>
                  </a:lnTo>
                  <a:lnTo>
                    <a:pt x="9528293" y="72683"/>
                  </a:lnTo>
                  <a:lnTo>
                    <a:pt x="9528293" y="72683"/>
                  </a:lnTo>
                  <a:lnTo>
                    <a:pt x="9533766" y="72683"/>
                  </a:lnTo>
                  <a:lnTo>
                    <a:pt x="9533766" y="72683"/>
                  </a:lnTo>
                  <a:lnTo>
                    <a:pt x="9539239" y="72683"/>
                  </a:lnTo>
                  <a:lnTo>
                    <a:pt x="9539239" y="72683"/>
                  </a:lnTo>
                  <a:lnTo>
                    <a:pt x="9544712" y="72683"/>
                  </a:lnTo>
                  <a:lnTo>
                    <a:pt x="9544712" y="72683"/>
                  </a:lnTo>
                  <a:lnTo>
                    <a:pt x="9550185" y="72683"/>
                  </a:lnTo>
                  <a:lnTo>
                    <a:pt x="9550185" y="0"/>
                  </a:lnTo>
                  <a:lnTo>
                    <a:pt x="9555657" y="0"/>
                  </a:lnTo>
                  <a:lnTo>
                    <a:pt x="9555657" y="0"/>
                  </a:lnTo>
                  <a:lnTo>
                    <a:pt x="9561130" y="0"/>
                  </a:lnTo>
                  <a:lnTo>
                    <a:pt x="9561130" y="0"/>
                  </a:lnTo>
                  <a:lnTo>
                    <a:pt x="9566603" y="0"/>
                  </a:lnTo>
                  <a:lnTo>
                    <a:pt x="9566603" y="0"/>
                  </a:lnTo>
                  <a:lnTo>
                    <a:pt x="9572076" y="0"/>
                  </a:lnTo>
                  <a:lnTo>
                    <a:pt x="9572076" y="0"/>
                  </a:lnTo>
                  <a:lnTo>
                    <a:pt x="9577549" y="0"/>
                  </a:lnTo>
                  <a:lnTo>
                    <a:pt x="9577549" y="0"/>
                  </a:lnTo>
                  <a:lnTo>
                    <a:pt x="9583022" y="0"/>
                  </a:lnTo>
                  <a:lnTo>
                    <a:pt x="9583022" y="0"/>
                  </a:lnTo>
                  <a:lnTo>
                    <a:pt x="9593968" y="0"/>
                  </a:lnTo>
                  <a:lnTo>
                    <a:pt x="9593968" y="0"/>
                  </a:lnTo>
                  <a:lnTo>
                    <a:pt x="9610386" y="0"/>
                  </a:lnTo>
                  <a:lnTo>
                    <a:pt x="9610386" y="0"/>
                  </a:lnTo>
                  <a:lnTo>
                    <a:pt x="9615859" y="0"/>
                  </a:lnTo>
                  <a:lnTo>
                    <a:pt x="9615859" y="0"/>
                  </a:lnTo>
                  <a:lnTo>
                    <a:pt x="9621332" y="0"/>
                  </a:lnTo>
                  <a:lnTo>
                    <a:pt x="9621332" y="0"/>
                  </a:lnTo>
                  <a:lnTo>
                    <a:pt x="9626805" y="0"/>
                  </a:lnTo>
                  <a:lnTo>
                    <a:pt x="9626805" y="0"/>
                  </a:lnTo>
                  <a:lnTo>
                    <a:pt x="9632278" y="0"/>
                  </a:lnTo>
                  <a:lnTo>
                    <a:pt x="9632278" y="0"/>
                  </a:lnTo>
                  <a:lnTo>
                    <a:pt x="9637751" y="0"/>
                  </a:lnTo>
                  <a:lnTo>
                    <a:pt x="9637751" y="0"/>
                  </a:lnTo>
                  <a:lnTo>
                    <a:pt x="9643224" y="0"/>
                  </a:lnTo>
                  <a:lnTo>
                    <a:pt x="9643224" y="0"/>
                  </a:lnTo>
                  <a:lnTo>
                    <a:pt x="9648697" y="0"/>
                  </a:lnTo>
                  <a:lnTo>
                    <a:pt x="9648697" y="0"/>
                  </a:lnTo>
                  <a:lnTo>
                    <a:pt x="9654169" y="0"/>
                  </a:lnTo>
                  <a:lnTo>
                    <a:pt x="9654169" y="0"/>
                  </a:lnTo>
                  <a:lnTo>
                    <a:pt x="9665115" y="0"/>
                  </a:lnTo>
                  <a:lnTo>
                    <a:pt x="9665115" y="0"/>
                  </a:lnTo>
                  <a:lnTo>
                    <a:pt x="9681534" y="0"/>
                  </a:lnTo>
                  <a:lnTo>
                    <a:pt x="9681534" y="0"/>
                  </a:lnTo>
                  <a:lnTo>
                    <a:pt x="9687007" y="0"/>
                  </a:lnTo>
                  <a:lnTo>
                    <a:pt x="9687007" y="0"/>
                  </a:lnTo>
                  <a:lnTo>
                    <a:pt x="9692480" y="0"/>
                  </a:lnTo>
                  <a:lnTo>
                    <a:pt x="9692480" y="0"/>
                  </a:lnTo>
                  <a:lnTo>
                    <a:pt x="9708898" y="0"/>
                  </a:lnTo>
                  <a:lnTo>
                    <a:pt x="9708898" y="0"/>
                  </a:lnTo>
                  <a:lnTo>
                    <a:pt x="9714371" y="0"/>
                  </a:lnTo>
                  <a:lnTo>
                    <a:pt x="9714371" y="0"/>
                  </a:lnTo>
                  <a:lnTo>
                    <a:pt x="9719844" y="0"/>
                  </a:lnTo>
                  <a:lnTo>
                    <a:pt x="9719844" y="0"/>
                  </a:lnTo>
                  <a:lnTo>
                    <a:pt x="9725317" y="0"/>
                  </a:lnTo>
                  <a:lnTo>
                    <a:pt x="9725317" y="0"/>
                  </a:lnTo>
                  <a:lnTo>
                    <a:pt x="9730790" y="0"/>
                  </a:lnTo>
                  <a:lnTo>
                    <a:pt x="9730790" y="0"/>
                  </a:lnTo>
                  <a:lnTo>
                    <a:pt x="9741736" y="0"/>
                  </a:lnTo>
                  <a:lnTo>
                    <a:pt x="9741736" y="0"/>
                  </a:lnTo>
                  <a:lnTo>
                    <a:pt x="9747208" y="0"/>
                  </a:lnTo>
                  <a:lnTo>
                    <a:pt x="9747208" y="0"/>
                  </a:lnTo>
                  <a:lnTo>
                    <a:pt x="9752681" y="0"/>
                  </a:lnTo>
                  <a:lnTo>
                    <a:pt x="9752681" y="0"/>
                  </a:lnTo>
                  <a:lnTo>
                    <a:pt x="9758154" y="0"/>
                  </a:lnTo>
                  <a:lnTo>
                    <a:pt x="9758154" y="0"/>
                  </a:lnTo>
                  <a:lnTo>
                    <a:pt x="9763627" y="0"/>
                  </a:lnTo>
                  <a:lnTo>
                    <a:pt x="9763627" y="0"/>
                  </a:lnTo>
                  <a:lnTo>
                    <a:pt x="9769100" y="0"/>
                  </a:lnTo>
                  <a:lnTo>
                    <a:pt x="9769100" y="0"/>
                  </a:lnTo>
                  <a:lnTo>
                    <a:pt x="9774573" y="0"/>
                  </a:lnTo>
                  <a:lnTo>
                    <a:pt x="9774573" y="0"/>
                  </a:lnTo>
                  <a:lnTo>
                    <a:pt x="9790992" y="0"/>
                  </a:lnTo>
                  <a:lnTo>
                    <a:pt x="9790992" y="0"/>
                  </a:lnTo>
                  <a:lnTo>
                    <a:pt x="9796464" y="0"/>
                  </a:lnTo>
                  <a:lnTo>
                    <a:pt x="9796464" y="0"/>
                  </a:lnTo>
                  <a:lnTo>
                    <a:pt x="9801937" y="0"/>
                  </a:lnTo>
                  <a:lnTo>
                    <a:pt x="9801937" y="0"/>
                  </a:lnTo>
                  <a:lnTo>
                    <a:pt x="9807410" y="0"/>
                  </a:lnTo>
                  <a:lnTo>
                    <a:pt x="9807410" y="0"/>
                  </a:lnTo>
                  <a:lnTo>
                    <a:pt x="9812883" y="0"/>
                  </a:lnTo>
                  <a:lnTo>
                    <a:pt x="9812883" y="0"/>
                  </a:lnTo>
                  <a:lnTo>
                    <a:pt x="9818356" y="0"/>
                  </a:lnTo>
                  <a:lnTo>
                    <a:pt x="9818356" y="0"/>
                  </a:lnTo>
                  <a:lnTo>
                    <a:pt x="9829302" y="0"/>
                  </a:lnTo>
                  <a:lnTo>
                    <a:pt x="9829302" y="0"/>
                  </a:lnTo>
                  <a:lnTo>
                    <a:pt x="9834775" y="0"/>
                  </a:lnTo>
                  <a:lnTo>
                    <a:pt x="9834775" y="0"/>
                  </a:lnTo>
                  <a:lnTo>
                    <a:pt x="9840247" y="0"/>
                  </a:lnTo>
                  <a:lnTo>
                    <a:pt x="9840247" y="0"/>
                  </a:lnTo>
                  <a:lnTo>
                    <a:pt x="9845720" y="0"/>
                  </a:lnTo>
                  <a:lnTo>
                    <a:pt x="9845720" y="0"/>
                  </a:lnTo>
                  <a:lnTo>
                    <a:pt x="9851193" y="0"/>
                  </a:lnTo>
                  <a:lnTo>
                    <a:pt x="9851193" y="0"/>
                  </a:lnTo>
                  <a:lnTo>
                    <a:pt x="9856666" y="0"/>
                  </a:lnTo>
                  <a:lnTo>
                    <a:pt x="9856666" y="0"/>
                  </a:lnTo>
                  <a:lnTo>
                    <a:pt x="9862139" y="0"/>
                  </a:lnTo>
                  <a:lnTo>
                    <a:pt x="9862139" y="0"/>
                  </a:lnTo>
                  <a:lnTo>
                    <a:pt x="9867612" y="0"/>
                  </a:lnTo>
                  <a:lnTo>
                    <a:pt x="9867612" y="0"/>
                  </a:lnTo>
                  <a:lnTo>
                    <a:pt x="9873085" y="0"/>
                  </a:lnTo>
                  <a:lnTo>
                    <a:pt x="9873085" y="0"/>
                  </a:lnTo>
                  <a:lnTo>
                    <a:pt x="9884031" y="0"/>
                  </a:lnTo>
                  <a:lnTo>
                    <a:pt x="9884031" y="0"/>
                  </a:lnTo>
                  <a:lnTo>
                    <a:pt x="9889503" y="0"/>
                  </a:lnTo>
                  <a:lnTo>
                    <a:pt x="9889503" y="0"/>
                  </a:lnTo>
                  <a:lnTo>
                    <a:pt x="9905922" y="0"/>
                  </a:lnTo>
                  <a:lnTo>
                    <a:pt x="9905922" y="0"/>
                  </a:lnTo>
                  <a:lnTo>
                    <a:pt x="9911395" y="0"/>
                  </a:lnTo>
                  <a:lnTo>
                    <a:pt x="9911395" y="0"/>
                  </a:lnTo>
                  <a:lnTo>
                    <a:pt x="9916868" y="0"/>
                  </a:lnTo>
                  <a:lnTo>
                    <a:pt x="9916868" y="0"/>
                  </a:lnTo>
                  <a:lnTo>
                    <a:pt x="9927814" y="0"/>
                  </a:lnTo>
                  <a:lnTo>
                    <a:pt x="9927814" y="0"/>
                  </a:lnTo>
                  <a:lnTo>
                    <a:pt x="9933287" y="0"/>
                  </a:lnTo>
                  <a:lnTo>
                    <a:pt x="9933287" y="0"/>
                  </a:lnTo>
                  <a:lnTo>
                    <a:pt x="9938759" y="0"/>
                  </a:lnTo>
                  <a:lnTo>
                    <a:pt x="9938759" y="0"/>
                  </a:lnTo>
                  <a:lnTo>
                    <a:pt x="9949705" y="0"/>
                  </a:lnTo>
                  <a:lnTo>
                    <a:pt x="9949705" y="0"/>
                  </a:lnTo>
                  <a:lnTo>
                    <a:pt x="9955178" y="0"/>
                  </a:lnTo>
                  <a:lnTo>
                    <a:pt x="9955178" y="0"/>
                  </a:lnTo>
                  <a:lnTo>
                    <a:pt x="9960651" y="0"/>
                  </a:lnTo>
                  <a:lnTo>
                    <a:pt x="9960651" y="0"/>
                  </a:lnTo>
                  <a:lnTo>
                    <a:pt x="9966124" y="0"/>
                  </a:lnTo>
                  <a:lnTo>
                    <a:pt x="9966124" y="0"/>
                  </a:lnTo>
                  <a:lnTo>
                    <a:pt x="9977070" y="0"/>
                  </a:lnTo>
                  <a:lnTo>
                    <a:pt x="9977070" y="0"/>
                  </a:lnTo>
                  <a:lnTo>
                    <a:pt x="9988015" y="0"/>
                  </a:lnTo>
                  <a:lnTo>
                    <a:pt x="99880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4034" y="1511010"/>
              <a:ext cx="9988015" cy="4587036"/>
            </a:xfrm>
            <a:custGeom>
              <a:avLst/>
              <a:pathLst>
                <a:path w="9988015" h="4587036">
                  <a:moveTo>
                    <a:pt x="0" y="4587036"/>
                  </a:moveTo>
                  <a:lnTo>
                    <a:pt x="5472" y="4587036"/>
                  </a:lnTo>
                  <a:lnTo>
                    <a:pt x="5472" y="4587036"/>
                  </a:lnTo>
                  <a:lnTo>
                    <a:pt x="10945" y="4587036"/>
                  </a:lnTo>
                  <a:lnTo>
                    <a:pt x="10945" y="4587036"/>
                  </a:lnTo>
                  <a:lnTo>
                    <a:pt x="16418" y="4587036"/>
                  </a:lnTo>
                  <a:lnTo>
                    <a:pt x="16418" y="4587036"/>
                  </a:lnTo>
                  <a:lnTo>
                    <a:pt x="21891" y="4587036"/>
                  </a:lnTo>
                  <a:lnTo>
                    <a:pt x="21891" y="4587036"/>
                  </a:lnTo>
                  <a:lnTo>
                    <a:pt x="27364" y="4587036"/>
                  </a:lnTo>
                  <a:lnTo>
                    <a:pt x="27364" y="4587036"/>
                  </a:lnTo>
                  <a:lnTo>
                    <a:pt x="32837" y="4587036"/>
                  </a:lnTo>
                  <a:lnTo>
                    <a:pt x="32837" y="4587036"/>
                  </a:lnTo>
                  <a:lnTo>
                    <a:pt x="38310" y="4587036"/>
                  </a:lnTo>
                  <a:lnTo>
                    <a:pt x="38310" y="4587036"/>
                  </a:lnTo>
                  <a:lnTo>
                    <a:pt x="43783" y="4587036"/>
                  </a:lnTo>
                  <a:lnTo>
                    <a:pt x="43783" y="4587036"/>
                  </a:lnTo>
                  <a:lnTo>
                    <a:pt x="49255" y="4587036"/>
                  </a:lnTo>
                  <a:lnTo>
                    <a:pt x="49255" y="4587036"/>
                  </a:lnTo>
                  <a:lnTo>
                    <a:pt x="54728" y="4587036"/>
                  </a:lnTo>
                  <a:lnTo>
                    <a:pt x="54728" y="4587036"/>
                  </a:lnTo>
                  <a:lnTo>
                    <a:pt x="60201" y="4587036"/>
                  </a:lnTo>
                  <a:lnTo>
                    <a:pt x="60201" y="4587036"/>
                  </a:lnTo>
                  <a:lnTo>
                    <a:pt x="65674" y="4587036"/>
                  </a:lnTo>
                  <a:lnTo>
                    <a:pt x="65674" y="4551278"/>
                  </a:lnTo>
                  <a:lnTo>
                    <a:pt x="71147" y="4551278"/>
                  </a:lnTo>
                  <a:lnTo>
                    <a:pt x="71147" y="4551278"/>
                  </a:lnTo>
                  <a:lnTo>
                    <a:pt x="76620" y="4551278"/>
                  </a:lnTo>
                  <a:lnTo>
                    <a:pt x="76620" y="4551278"/>
                  </a:lnTo>
                  <a:lnTo>
                    <a:pt x="82093" y="4551278"/>
                  </a:lnTo>
                  <a:lnTo>
                    <a:pt x="82093" y="4551278"/>
                  </a:lnTo>
                  <a:lnTo>
                    <a:pt x="87566" y="4551278"/>
                  </a:lnTo>
                  <a:lnTo>
                    <a:pt x="87566" y="4551278"/>
                  </a:lnTo>
                  <a:lnTo>
                    <a:pt x="93039" y="4551278"/>
                  </a:lnTo>
                  <a:lnTo>
                    <a:pt x="93039" y="4551278"/>
                  </a:lnTo>
                  <a:lnTo>
                    <a:pt x="98511" y="4551278"/>
                  </a:lnTo>
                  <a:lnTo>
                    <a:pt x="98511" y="4551278"/>
                  </a:lnTo>
                  <a:lnTo>
                    <a:pt x="103984" y="4551278"/>
                  </a:lnTo>
                  <a:lnTo>
                    <a:pt x="103984" y="4551278"/>
                  </a:lnTo>
                  <a:lnTo>
                    <a:pt x="109457" y="4551278"/>
                  </a:lnTo>
                  <a:lnTo>
                    <a:pt x="109457" y="4551278"/>
                  </a:lnTo>
                  <a:lnTo>
                    <a:pt x="114930" y="4551278"/>
                  </a:lnTo>
                  <a:lnTo>
                    <a:pt x="114930" y="4497562"/>
                  </a:lnTo>
                  <a:lnTo>
                    <a:pt x="120403" y="4497562"/>
                  </a:lnTo>
                  <a:lnTo>
                    <a:pt x="120403" y="4497562"/>
                  </a:lnTo>
                  <a:lnTo>
                    <a:pt x="125876" y="4497562"/>
                  </a:lnTo>
                  <a:lnTo>
                    <a:pt x="125876" y="4497562"/>
                  </a:lnTo>
                  <a:lnTo>
                    <a:pt x="131349" y="4497562"/>
                  </a:lnTo>
                  <a:lnTo>
                    <a:pt x="131349" y="4497562"/>
                  </a:lnTo>
                  <a:lnTo>
                    <a:pt x="136822" y="4497562"/>
                  </a:lnTo>
                  <a:lnTo>
                    <a:pt x="136822" y="4497562"/>
                  </a:lnTo>
                  <a:lnTo>
                    <a:pt x="142295" y="4497562"/>
                  </a:lnTo>
                  <a:lnTo>
                    <a:pt x="142295" y="4497562"/>
                  </a:lnTo>
                  <a:lnTo>
                    <a:pt x="147767" y="4497562"/>
                  </a:lnTo>
                  <a:lnTo>
                    <a:pt x="147767" y="4497562"/>
                  </a:lnTo>
                  <a:lnTo>
                    <a:pt x="153240" y="4497562"/>
                  </a:lnTo>
                  <a:lnTo>
                    <a:pt x="153240" y="4479621"/>
                  </a:lnTo>
                  <a:lnTo>
                    <a:pt x="158713" y="4479621"/>
                  </a:lnTo>
                  <a:lnTo>
                    <a:pt x="158713" y="4479621"/>
                  </a:lnTo>
                  <a:lnTo>
                    <a:pt x="164186" y="4479621"/>
                  </a:lnTo>
                  <a:lnTo>
                    <a:pt x="164186" y="4479621"/>
                  </a:lnTo>
                  <a:lnTo>
                    <a:pt x="169659" y="4479621"/>
                  </a:lnTo>
                  <a:lnTo>
                    <a:pt x="169659" y="4479621"/>
                  </a:lnTo>
                  <a:lnTo>
                    <a:pt x="175132" y="4479621"/>
                  </a:lnTo>
                  <a:lnTo>
                    <a:pt x="175132" y="4479621"/>
                  </a:lnTo>
                  <a:lnTo>
                    <a:pt x="180605" y="4479621"/>
                  </a:lnTo>
                  <a:lnTo>
                    <a:pt x="180605" y="4479621"/>
                  </a:lnTo>
                  <a:lnTo>
                    <a:pt x="186078" y="4479621"/>
                  </a:lnTo>
                  <a:lnTo>
                    <a:pt x="186078" y="4461645"/>
                  </a:lnTo>
                  <a:lnTo>
                    <a:pt x="191550" y="4461645"/>
                  </a:lnTo>
                  <a:lnTo>
                    <a:pt x="191550" y="4443668"/>
                  </a:lnTo>
                  <a:lnTo>
                    <a:pt x="197023" y="4443668"/>
                  </a:lnTo>
                  <a:lnTo>
                    <a:pt x="197023" y="4443668"/>
                  </a:lnTo>
                  <a:lnTo>
                    <a:pt x="202496" y="4443668"/>
                  </a:lnTo>
                  <a:lnTo>
                    <a:pt x="202496" y="4443668"/>
                  </a:lnTo>
                  <a:lnTo>
                    <a:pt x="207969" y="4443668"/>
                  </a:lnTo>
                  <a:lnTo>
                    <a:pt x="207969" y="4443668"/>
                  </a:lnTo>
                  <a:lnTo>
                    <a:pt x="213442" y="4443668"/>
                  </a:lnTo>
                  <a:lnTo>
                    <a:pt x="213442" y="4443668"/>
                  </a:lnTo>
                  <a:lnTo>
                    <a:pt x="218915" y="4443668"/>
                  </a:lnTo>
                  <a:lnTo>
                    <a:pt x="218915" y="4425674"/>
                  </a:lnTo>
                  <a:lnTo>
                    <a:pt x="224388" y="4425674"/>
                  </a:lnTo>
                  <a:lnTo>
                    <a:pt x="224388" y="4425674"/>
                  </a:lnTo>
                  <a:lnTo>
                    <a:pt x="229861" y="4425674"/>
                  </a:lnTo>
                  <a:lnTo>
                    <a:pt x="229861" y="4407679"/>
                  </a:lnTo>
                  <a:lnTo>
                    <a:pt x="235334" y="4407679"/>
                  </a:lnTo>
                  <a:lnTo>
                    <a:pt x="235334" y="4407679"/>
                  </a:lnTo>
                  <a:lnTo>
                    <a:pt x="240806" y="4407679"/>
                  </a:lnTo>
                  <a:lnTo>
                    <a:pt x="240806" y="4407679"/>
                  </a:lnTo>
                  <a:lnTo>
                    <a:pt x="246279" y="4407679"/>
                  </a:lnTo>
                  <a:lnTo>
                    <a:pt x="246279" y="4407679"/>
                  </a:lnTo>
                  <a:lnTo>
                    <a:pt x="251752" y="4407679"/>
                  </a:lnTo>
                  <a:lnTo>
                    <a:pt x="251752" y="4407679"/>
                  </a:lnTo>
                  <a:lnTo>
                    <a:pt x="257225" y="4407679"/>
                  </a:lnTo>
                  <a:lnTo>
                    <a:pt x="257225" y="4389601"/>
                  </a:lnTo>
                  <a:lnTo>
                    <a:pt x="262698" y="4389601"/>
                  </a:lnTo>
                  <a:lnTo>
                    <a:pt x="262698" y="4371514"/>
                  </a:lnTo>
                  <a:lnTo>
                    <a:pt x="268171" y="4371514"/>
                  </a:lnTo>
                  <a:lnTo>
                    <a:pt x="268171" y="4371514"/>
                  </a:lnTo>
                  <a:lnTo>
                    <a:pt x="273644" y="4371514"/>
                  </a:lnTo>
                  <a:lnTo>
                    <a:pt x="273644" y="4371514"/>
                  </a:lnTo>
                  <a:lnTo>
                    <a:pt x="279117" y="4371514"/>
                  </a:lnTo>
                  <a:lnTo>
                    <a:pt x="279117" y="4371514"/>
                  </a:lnTo>
                  <a:lnTo>
                    <a:pt x="284590" y="4371514"/>
                  </a:lnTo>
                  <a:lnTo>
                    <a:pt x="284590" y="4371514"/>
                  </a:lnTo>
                  <a:lnTo>
                    <a:pt x="290062" y="4371514"/>
                  </a:lnTo>
                  <a:lnTo>
                    <a:pt x="290062" y="4353427"/>
                  </a:lnTo>
                  <a:lnTo>
                    <a:pt x="295535" y="4353427"/>
                  </a:lnTo>
                  <a:lnTo>
                    <a:pt x="295535" y="4353427"/>
                  </a:lnTo>
                  <a:lnTo>
                    <a:pt x="301008" y="4353427"/>
                  </a:lnTo>
                  <a:lnTo>
                    <a:pt x="301008" y="4335330"/>
                  </a:lnTo>
                  <a:lnTo>
                    <a:pt x="306481" y="4335330"/>
                  </a:lnTo>
                  <a:lnTo>
                    <a:pt x="306481" y="4317234"/>
                  </a:lnTo>
                  <a:lnTo>
                    <a:pt x="311954" y="4317234"/>
                  </a:lnTo>
                  <a:lnTo>
                    <a:pt x="311954" y="4317234"/>
                  </a:lnTo>
                  <a:lnTo>
                    <a:pt x="317427" y="4317234"/>
                  </a:lnTo>
                  <a:lnTo>
                    <a:pt x="317427" y="4317234"/>
                  </a:lnTo>
                  <a:lnTo>
                    <a:pt x="322900" y="4317234"/>
                  </a:lnTo>
                  <a:lnTo>
                    <a:pt x="322900" y="4317234"/>
                  </a:lnTo>
                  <a:lnTo>
                    <a:pt x="328373" y="4317234"/>
                  </a:lnTo>
                  <a:lnTo>
                    <a:pt x="328373" y="4317234"/>
                  </a:lnTo>
                  <a:lnTo>
                    <a:pt x="333846" y="4317234"/>
                  </a:lnTo>
                  <a:lnTo>
                    <a:pt x="333846" y="4317234"/>
                  </a:lnTo>
                  <a:lnTo>
                    <a:pt x="339318" y="4317234"/>
                  </a:lnTo>
                  <a:lnTo>
                    <a:pt x="339318" y="4317234"/>
                  </a:lnTo>
                  <a:lnTo>
                    <a:pt x="344791" y="4317234"/>
                  </a:lnTo>
                  <a:lnTo>
                    <a:pt x="344791" y="4317234"/>
                  </a:lnTo>
                  <a:lnTo>
                    <a:pt x="350264" y="4317234"/>
                  </a:lnTo>
                  <a:lnTo>
                    <a:pt x="350264" y="4317234"/>
                  </a:lnTo>
                  <a:lnTo>
                    <a:pt x="355737" y="4317234"/>
                  </a:lnTo>
                  <a:lnTo>
                    <a:pt x="355737" y="4299060"/>
                  </a:lnTo>
                  <a:lnTo>
                    <a:pt x="361210" y="4299060"/>
                  </a:lnTo>
                  <a:lnTo>
                    <a:pt x="361210" y="4299060"/>
                  </a:lnTo>
                  <a:lnTo>
                    <a:pt x="366683" y="4299060"/>
                  </a:lnTo>
                  <a:lnTo>
                    <a:pt x="366683" y="4299060"/>
                  </a:lnTo>
                  <a:lnTo>
                    <a:pt x="372156" y="4299060"/>
                  </a:lnTo>
                  <a:lnTo>
                    <a:pt x="372156" y="4299060"/>
                  </a:lnTo>
                  <a:lnTo>
                    <a:pt x="377629" y="4299060"/>
                  </a:lnTo>
                  <a:lnTo>
                    <a:pt x="377629" y="4299060"/>
                  </a:lnTo>
                  <a:lnTo>
                    <a:pt x="383101" y="4299060"/>
                  </a:lnTo>
                  <a:lnTo>
                    <a:pt x="383101" y="4262692"/>
                  </a:lnTo>
                  <a:lnTo>
                    <a:pt x="388574" y="4262692"/>
                  </a:lnTo>
                  <a:lnTo>
                    <a:pt x="388574" y="4244499"/>
                  </a:lnTo>
                  <a:lnTo>
                    <a:pt x="394047" y="4244499"/>
                  </a:lnTo>
                  <a:lnTo>
                    <a:pt x="394047" y="4244499"/>
                  </a:lnTo>
                  <a:lnTo>
                    <a:pt x="399520" y="4244499"/>
                  </a:lnTo>
                  <a:lnTo>
                    <a:pt x="399520" y="4226295"/>
                  </a:lnTo>
                  <a:lnTo>
                    <a:pt x="404993" y="4226295"/>
                  </a:lnTo>
                  <a:lnTo>
                    <a:pt x="404993" y="4226295"/>
                  </a:lnTo>
                  <a:lnTo>
                    <a:pt x="410466" y="4226295"/>
                  </a:lnTo>
                  <a:lnTo>
                    <a:pt x="410466" y="4226295"/>
                  </a:lnTo>
                  <a:lnTo>
                    <a:pt x="415939" y="4226295"/>
                  </a:lnTo>
                  <a:lnTo>
                    <a:pt x="415939" y="4226295"/>
                  </a:lnTo>
                  <a:lnTo>
                    <a:pt x="421412" y="4226295"/>
                  </a:lnTo>
                  <a:lnTo>
                    <a:pt x="421412" y="4208082"/>
                  </a:lnTo>
                  <a:lnTo>
                    <a:pt x="426885" y="4208082"/>
                  </a:lnTo>
                  <a:lnTo>
                    <a:pt x="426885" y="4208082"/>
                  </a:lnTo>
                  <a:lnTo>
                    <a:pt x="432357" y="4208082"/>
                  </a:lnTo>
                  <a:lnTo>
                    <a:pt x="432357" y="4208082"/>
                  </a:lnTo>
                  <a:lnTo>
                    <a:pt x="437830" y="4208082"/>
                  </a:lnTo>
                  <a:lnTo>
                    <a:pt x="437830" y="4208082"/>
                  </a:lnTo>
                  <a:lnTo>
                    <a:pt x="443303" y="4208082"/>
                  </a:lnTo>
                  <a:lnTo>
                    <a:pt x="443303" y="4189868"/>
                  </a:lnTo>
                  <a:lnTo>
                    <a:pt x="448776" y="4189868"/>
                  </a:lnTo>
                  <a:lnTo>
                    <a:pt x="448776" y="4189868"/>
                  </a:lnTo>
                  <a:lnTo>
                    <a:pt x="454249" y="4189868"/>
                  </a:lnTo>
                  <a:lnTo>
                    <a:pt x="454249" y="4189868"/>
                  </a:lnTo>
                  <a:lnTo>
                    <a:pt x="459722" y="4189868"/>
                  </a:lnTo>
                  <a:lnTo>
                    <a:pt x="459722" y="4098649"/>
                  </a:lnTo>
                  <a:lnTo>
                    <a:pt x="465195" y="4098649"/>
                  </a:lnTo>
                  <a:lnTo>
                    <a:pt x="465195" y="4098649"/>
                  </a:lnTo>
                  <a:lnTo>
                    <a:pt x="470668" y="4098649"/>
                  </a:lnTo>
                  <a:lnTo>
                    <a:pt x="470668" y="4098649"/>
                  </a:lnTo>
                  <a:lnTo>
                    <a:pt x="476141" y="4098649"/>
                  </a:lnTo>
                  <a:lnTo>
                    <a:pt x="476141" y="4098649"/>
                  </a:lnTo>
                  <a:lnTo>
                    <a:pt x="481613" y="4098649"/>
                  </a:lnTo>
                  <a:lnTo>
                    <a:pt x="481613" y="4098649"/>
                  </a:lnTo>
                  <a:lnTo>
                    <a:pt x="487086" y="4098649"/>
                  </a:lnTo>
                  <a:lnTo>
                    <a:pt x="487086" y="4098649"/>
                  </a:lnTo>
                  <a:lnTo>
                    <a:pt x="492559" y="4098649"/>
                  </a:lnTo>
                  <a:lnTo>
                    <a:pt x="492559" y="4098649"/>
                  </a:lnTo>
                  <a:lnTo>
                    <a:pt x="498032" y="4098649"/>
                  </a:lnTo>
                  <a:lnTo>
                    <a:pt x="498032" y="4098649"/>
                  </a:lnTo>
                  <a:lnTo>
                    <a:pt x="503505" y="4098649"/>
                  </a:lnTo>
                  <a:lnTo>
                    <a:pt x="503505" y="4098649"/>
                  </a:lnTo>
                  <a:lnTo>
                    <a:pt x="508978" y="4098649"/>
                  </a:lnTo>
                  <a:lnTo>
                    <a:pt x="508978" y="4098649"/>
                  </a:lnTo>
                  <a:lnTo>
                    <a:pt x="514451" y="4098649"/>
                  </a:lnTo>
                  <a:lnTo>
                    <a:pt x="514451" y="4098649"/>
                  </a:lnTo>
                  <a:lnTo>
                    <a:pt x="519924" y="4098649"/>
                  </a:lnTo>
                  <a:lnTo>
                    <a:pt x="519924" y="4098649"/>
                  </a:lnTo>
                  <a:lnTo>
                    <a:pt x="525397" y="4098649"/>
                  </a:lnTo>
                  <a:lnTo>
                    <a:pt x="525397" y="4098649"/>
                  </a:lnTo>
                  <a:lnTo>
                    <a:pt x="530869" y="4098649"/>
                  </a:lnTo>
                  <a:lnTo>
                    <a:pt x="530869" y="4098649"/>
                  </a:lnTo>
                  <a:lnTo>
                    <a:pt x="536342" y="4098649"/>
                  </a:lnTo>
                  <a:lnTo>
                    <a:pt x="536342" y="4098649"/>
                  </a:lnTo>
                  <a:lnTo>
                    <a:pt x="541815" y="4098649"/>
                  </a:lnTo>
                  <a:lnTo>
                    <a:pt x="541815" y="4098649"/>
                  </a:lnTo>
                  <a:lnTo>
                    <a:pt x="547288" y="4098649"/>
                  </a:lnTo>
                  <a:lnTo>
                    <a:pt x="547288" y="4098649"/>
                  </a:lnTo>
                  <a:lnTo>
                    <a:pt x="552761" y="4098649"/>
                  </a:lnTo>
                  <a:lnTo>
                    <a:pt x="552761" y="4080354"/>
                  </a:lnTo>
                  <a:lnTo>
                    <a:pt x="558234" y="4080354"/>
                  </a:lnTo>
                  <a:lnTo>
                    <a:pt x="558234" y="4080354"/>
                  </a:lnTo>
                  <a:lnTo>
                    <a:pt x="563707" y="4080354"/>
                  </a:lnTo>
                  <a:lnTo>
                    <a:pt x="563707" y="4080354"/>
                  </a:lnTo>
                  <a:lnTo>
                    <a:pt x="569180" y="4080354"/>
                  </a:lnTo>
                  <a:lnTo>
                    <a:pt x="569180" y="4080354"/>
                  </a:lnTo>
                  <a:lnTo>
                    <a:pt x="574652" y="4080354"/>
                  </a:lnTo>
                  <a:lnTo>
                    <a:pt x="574652" y="4062027"/>
                  </a:lnTo>
                  <a:lnTo>
                    <a:pt x="580125" y="4062027"/>
                  </a:lnTo>
                  <a:lnTo>
                    <a:pt x="580125" y="4062027"/>
                  </a:lnTo>
                  <a:lnTo>
                    <a:pt x="585598" y="4062027"/>
                  </a:lnTo>
                  <a:lnTo>
                    <a:pt x="585598" y="4062027"/>
                  </a:lnTo>
                  <a:lnTo>
                    <a:pt x="591071" y="4062027"/>
                  </a:lnTo>
                  <a:lnTo>
                    <a:pt x="591071" y="4062027"/>
                  </a:lnTo>
                  <a:lnTo>
                    <a:pt x="596544" y="4062027"/>
                  </a:lnTo>
                  <a:lnTo>
                    <a:pt x="596544" y="4062027"/>
                  </a:lnTo>
                  <a:lnTo>
                    <a:pt x="602017" y="4062027"/>
                  </a:lnTo>
                  <a:lnTo>
                    <a:pt x="602017" y="4062027"/>
                  </a:lnTo>
                  <a:lnTo>
                    <a:pt x="607490" y="4062027"/>
                  </a:lnTo>
                  <a:lnTo>
                    <a:pt x="607490" y="4025288"/>
                  </a:lnTo>
                  <a:lnTo>
                    <a:pt x="612963" y="4025288"/>
                  </a:lnTo>
                  <a:lnTo>
                    <a:pt x="612963" y="4025288"/>
                  </a:lnTo>
                  <a:lnTo>
                    <a:pt x="618436" y="4025288"/>
                  </a:lnTo>
                  <a:lnTo>
                    <a:pt x="618436" y="4025288"/>
                  </a:lnTo>
                  <a:lnTo>
                    <a:pt x="623908" y="4025288"/>
                  </a:lnTo>
                  <a:lnTo>
                    <a:pt x="623908" y="4025288"/>
                  </a:lnTo>
                  <a:lnTo>
                    <a:pt x="629381" y="4025288"/>
                  </a:lnTo>
                  <a:lnTo>
                    <a:pt x="629381" y="4025288"/>
                  </a:lnTo>
                  <a:lnTo>
                    <a:pt x="634854" y="4025288"/>
                  </a:lnTo>
                  <a:lnTo>
                    <a:pt x="634854" y="4025288"/>
                  </a:lnTo>
                  <a:lnTo>
                    <a:pt x="640327" y="4025288"/>
                  </a:lnTo>
                  <a:lnTo>
                    <a:pt x="640327" y="4025288"/>
                  </a:lnTo>
                  <a:lnTo>
                    <a:pt x="645800" y="4025288"/>
                  </a:lnTo>
                  <a:lnTo>
                    <a:pt x="645800" y="4025288"/>
                  </a:lnTo>
                  <a:lnTo>
                    <a:pt x="651273" y="4025288"/>
                  </a:lnTo>
                  <a:lnTo>
                    <a:pt x="651273" y="4025288"/>
                  </a:lnTo>
                  <a:lnTo>
                    <a:pt x="656746" y="4025288"/>
                  </a:lnTo>
                  <a:lnTo>
                    <a:pt x="656746" y="4025288"/>
                  </a:lnTo>
                  <a:lnTo>
                    <a:pt x="662219" y="4025288"/>
                  </a:lnTo>
                  <a:lnTo>
                    <a:pt x="662219" y="4025288"/>
                  </a:lnTo>
                  <a:lnTo>
                    <a:pt x="667692" y="4025288"/>
                  </a:lnTo>
                  <a:lnTo>
                    <a:pt x="667692" y="4025288"/>
                  </a:lnTo>
                  <a:lnTo>
                    <a:pt x="673164" y="4025288"/>
                  </a:lnTo>
                  <a:lnTo>
                    <a:pt x="673164" y="4006875"/>
                  </a:lnTo>
                  <a:lnTo>
                    <a:pt x="678637" y="4006875"/>
                  </a:lnTo>
                  <a:lnTo>
                    <a:pt x="678637" y="4006875"/>
                  </a:lnTo>
                  <a:lnTo>
                    <a:pt x="684110" y="4006875"/>
                  </a:lnTo>
                  <a:lnTo>
                    <a:pt x="684110" y="4006875"/>
                  </a:lnTo>
                  <a:lnTo>
                    <a:pt x="689583" y="4006875"/>
                  </a:lnTo>
                  <a:lnTo>
                    <a:pt x="689583" y="3970027"/>
                  </a:lnTo>
                  <a:lnTo>
                    <a:pt x="695056" y="3970027"/>
                  </a:lnTo>
                  <a:lnTo>
                    <a:pt x="695056" y="3951581"/>
                  </a:lnTo>
                  <a:lnTo>
                    <a:pt x="700529" y="3951581"/>
                  </a:lnTo>
                  <a:lnTo>
                    <a:pt x="700529" y="3951581"/>
                  </a:lnTo>
                  <a:lnTo>
                    <a:pt x="706002" y="3951581"/>
                  </a:lnTo>
                  <a:lnTo>
                    <a:pt x="706002" y="3951581"/>
                  </a:lnTo>
                  <a:lnTo>
                    <a:pt x="711475" y="3951581"/>
                  </a:lnTo>
                  <a:lnTo>
                    <a:pt x="711475" y="3951581"/>
                  </a:lnTo>
                  <a:lnTo>
                    <a:pt x="716947" y="3951581"/>
                  </a:lnTo>
                  <a:lnTo>
                    <a:pt x="716947" y="3951581"/>
                  </a:lnTo>
                  <a:lnTo>
                    <a:pt x="722420" y="3951581"/>
                  </a:lnTo>
                  <a:lnTo>
                    <a:pt x="722420" y="3933102"/>
                  </a:lnTo>
                  <a:lnTo>
                    <a:pt x="727893" y="3933102"/>
                  </a:lnTo>
                  <a:lnTo>
                    <a:pt x="727893" y="3933102"/>
                  </a:lnTo>
                  <a:lnTo>
                    <a:pt x="733366" y="3933102"/>
                  </a:lnTo>
                  <a:lnTo>
                    <a:pt x="733366" y="3896054"/>
                  </a:lnTo>
                  <a:lnTo>
                    <a:pt x="738839" y="3896054"/>
                  </a:lnTo>
                  <a:lnTo>
                    <a:pt x="738839" y="3896054"/>
                  </a:lnTo>
                  <a:lnTo>
                    <a:pt x="744312" y="3896054"/>
                  </a:lnTo>
                  <a:lnTo>
                    <a:pt x="744312" y="3896054"/>
                  </a:lnTo>
                  <a:lnTo>
                    <a:pt x="749785" y="3896054"/>
                  </a:lnTo>
                  <a:lnTo>
                    <a:pt x="749785" y="3877518"/>
                  </a:lnTo>
                  <a:lnTo>
                    <a:pt x="755258" y="3877518"/>
                  </a:lnTo>
                  <a:lnTo>
                    <a:pt x="755258" y="3858983"/>
                  </a:lnTo>
                  <a:lnTo>
                    <a:pt x="760731" y="3858983"/>
                  </a:lnTo>
                  <a:lnTo>
                    <a:pt x="760731" y="3840448"/>
                  </a:lnTo>
                  <a:lnTo>
                    <a:pt x="766203" y="3840448"/>
                  </a:lnTo>
                  <a:lnTo>
                    <a:pt x="766203" y="3840448"/>
                  </a:lnTo>
                  <a:lnTo>
                    <a:pt x="771676" y="3840448"/>
                  </a:lnTo>
                  <a:lnTo>
                    <a:pt x="771676" y="3840448"/>
                  </a:lnTo>
                  <a:lnTo>
                    <a:pt x="777149" y="3840448"/>
                  </a:lnTo>
                  <a:lnTo>
                    <a:pt x="777149" y="3821901"/>
                  </a:lnTo>
                  <a:lnTo>
                    <a:pt x="782622" y="3821901"/>
                  </a:lnTo>
                  <a:lnTo>
                    <a:pt x="782622" y="3821901"/>
                  </a:lnTo>
                  <a:lnTo>
                    <a:pt x="788095" y="3821901"/>
                  </a:lnTo>
                  <a:lnTo>
                    <a:pt x="788095" y="3821901"/>
                  </a:lnTo>
                  <a:lnTo>
                    <a:pt x="793568" y="3821901"/>
                  </a:lnTo>
                  <a:lnTo>
                    <a:pt x="793568" y="3821901"/>
                  </a:lnTo>
                  <a:lnTo>
                    <a:pt x="799041" y="3821901"/>
                  </a:lnTo>
                  <a:lnTo>
                    <a:pt x="799041" y="3821901"/>
                  </a:lnTo>
                  <a:lnTo>
                    <a:pt x="804514" y="3821901"/>
                  </a:lnTo>
                  <a:lnTo>
                    <a:pt x="804514" y="3784784"/>
                  </a:lnTo>
                  <a:lnTo>
                    <a:pt x="809987" y="3784784"/>
                  </a:lnTo>
                  <a:lnTo>
                    <a:pt x="809987" y="3784784"/>
                  </a:lnTo>
                  <a:lnTo>
                    <a:pt x="815459" y="3784784"/>
                  </a:lnTo>
                  <a:lnTo>
                    <a:pt x="815459" y="3766226"/>
                  </a:lnTo>
                  <a:lnTo>
                    <a:pt x="820932" y="3766226"/>
                  </a:lnTo>
                  <a:lnTo>
                    <a:pt x="820932" y="3766226"/>
                  </a:lnTo>
                  <a:lnTo>
                    <a:pt x="826405" y="3766226"/>
                  </a:lnTo>
                  <a:lnTo>
                    <a:pt x="826405" y="3747668"/>
                  </a:lnTo>
                  <a:lnTo>
                    <a:pt x="831878" y="3747668"/>
                  </a:lnTo>
                  <a:lnTo>
                    <a:pt x="831878" y="3747668"/>
                  </a:lnTo>
                  <a:lnTo>
                    <a:pt x="837351" y="3747668"/>
                  </a:lnTo>
                  <a:lnTo>
                    <a:pt x="837351" y="3729109"/>
                  </a:lnTo>
                  <a:lnTo>
                    <a:pt x="842824" y="3729109"/>
                  </a:lnTo>
                  <a:lnTo>
                    <a:pt x="842824" y="3710551"/>
                  </a:lnTo>
                  <a:lnTo>
                    <a:pt x="848297" y="3710551"/>
                  </a:lnTo>
                  <a:lnTo>
                    <a:pt x="848297" y="3710551"/>
                  </a:lnTo>
                  <a:lnTo>
                    <a:pt x="853770" y="3710551"/>
                  </a:lnTo>
                  <a:lnTo>
                    <a:pt x="853770" y="3710551"/>
                  </a:lnTo>
                  <a:lnTo>
                    <a:pt x="859243" y="3710551"/>
                  </a:lnTo>
                  <a:lnTo>
                    <a:pt x="859243" y="3710551"/>
                  </a:lnTo>
                  <a:lnTo>
                    <a:pt x="864715" y="3710551"/>
                  </a:lnTo>
                  <a:lnTo>
                    <a:pt x="864715" y="3710551"/>
                  </a:lnTo>
                  <a:lnTo>
                    <a:pt x="870188" y="3710551"/>
                  </a:lnTo>
                  <a:lnTo>
                    <a:pt x="870188" y="3710551"/>
                  </a:lnTo>
                  <a:lnTo>
                    <a:pt x="875661" y="3710551"/>
                  </a:lnTo>
                  <a:lnTo>
                    <a:pt x="875661" y="3710551"/>
                  </a:lnTo>
                  <a:lnTo>
                    <a:pt x="881134" y="3710551"/>
                  </a:lnTo>
                  <a:lnTo>
                    <a:pt x="881134" y="3710551"/>
                  </a:lnTo>
                  <a:lnTo>
                    <a:pt x="886607" y="3710551"/>
                  </a:lnTo>
                  <a:lnTo>
                    <a:pt x="886607" y="3710551"/>
                  </a:lnTo>
                  <a:lnTo>
                    <a:pt x="892080" y="3710551"/>
                  </a:lnTo>
                  <a:lnTo>
                    <a:pt x="892080" y="3710551"/>
                  </a:lnTo>
                  <a:lnTo>
                    <a:pt x="897553" y="3710551"/>
                  </a:lnTo>
                  <a:lnTo>
                    <a:pt x="897553" y="3691957"/>
                  </a:lnTo>
                  <a:lnTo>
                    <a:pt x="903026" y="3691957"/>
                  </a:lnTo>
                  <a:lnTo>
                    <a:pt x="903026" y="3691957"/>
                  </a:lnTo>
                  <a:lnTo>
                    <a:pt x="908498" y="3691957"/>
                  </a:lnTo>
                  <a:lnTo>
                    <a:pt x="908498" y="3673364"/>
                  </a:lnTo>
                  <a:lnTo>
                    <a:pt x="913971" y="3673364"/>
                  </a:lnTo>
                  <a:lnTo>
                    <a:pt x="913971" y="3673364"/>
                  </a:lnTo>
                  <a:lnTo>
                    <a:pt x="919444" y="3673364"/>
                  </a:lnTo>
                  <a:lnTo>
                    <a:pt x="919444" y="3617584"/>
                  </a:lnTo>
                  <a:lnTo>
                    <a:pt x="924917" y="3617584"/>
                  </a:lnTo>
                  <a:lnTo>
                    <a:pt x="924917" y="3598990"/>
                  </a:lnTo>
                  <a:lnTo>
                    <a:pt x="930390" y="3598990"/>
                  </a:lnTo>
                  <a:lnTo>
                    <a:pt x="930390" y="3598990"/>
                  </a:lnTo>
                  <a:lnTo>
                    <a:pt x="935863" y="3598990"/>
                  </a:lnTo>
                  <a:lnTo>
                    <a:pt x="935863" y="3598990"/>
                  </a:lnTo>
                  <a:lnTo>
                    <a:pt x="941336" y="3598990"/>
                  </a:lnTo>
                  <a:lnTo>
                    <a:pt x="941336" y="3598990"/>
                  </a:lnTo>
                  <a:lnTo>
                    <a:pt x="946809" y="3598990"/>
                  </a:lnTo>
                  <a:lnTo>
                    <a:pt x="946809" y="3580397"/>
                  </a:lnTo>
                  <a:lnTo>
                    <a:pt x="952282" y="3580397"/>
                  </a:lnTo>
                  <a:lnTo>
                    <a:pt x="952282" y="3580397"/>
                  </a:lnTo>
                  <a:lnTo>
                    <a:pt x="957754" y="3580397"/>
                  </a:lnTo>
                  <a:lnTo>
                    <a:pt x="957754" y="3580397"/>
                  </a:lnTo>
                  <a:lnTo>
                    <a:pt x="963227" y="3580397"/>
                  </a:lnTo>
                  <a:lnTo>
                    <a:pt x="963227" y="3580397"/>
                  </a:lnTo>
                  <a:lnTo>
                    <a:pt x="968700" y="3580397"/>
                  </a:lnTo>
                  <a:lnTo>
                    <a:pt x="968700" y="3580397"/>
                  </a:lnTo>
                  <a:lnTo>
                    <a:pt x="974173" y="3580397"/>
                  </a:lnTo>
                  <a:lnTo>
                    <a:pt x="974173" y="3580397"/>
                  </a:lnTo>
                  <a:lnTo>
                    <a:pt x="979646" y="3580397"/>
                  </a:lnTo>
                  <a:lnTo>
                    <a:pt x="979646" y="3580397"/>
                  </a:lnTo>
                  <a:lnTo>
                    <a:pt x="985119" y="3580397"/>
                  </a:lnTo>
                  <a:lnTo>
                    <a:pt x="985119" y="3561767"/>
                  </a:lnTo>
                  <a:lnTo>
                    <a:pt x="990592" y="3561767"/>
                  </a:lnTo>
                  <a:lnTo>
                    <a:pt x="990592" y="3561767"/>
                  </a:lnTo>
                  <a:lnTo>
                    <a:pt x="996065" y="3561767"/>
                  </a:lnTo>
                  <a:lnTo>
                    <a:pt x="996065" y="3524483"/>
                  </a:lnTo>
                  <a:lnTo>
                    <a:pt x="1001538" y="3524483"/>
                  </a:lnTo>
                  <a:lnTo>
                    <a:pt x="1001538" y="3505829"/>
                  </a:lnTo>
                  <a:lnTo>
                    <a:pt x="1007010" y="3505829"/>
                  </a:lnTo>
                  <a:lnTo>
                    <a:pt x="1007010" y="3505829"/>
                  </a:lnTo>
                  <a:lnTo>
                    <a:pt x="1012483" y="3505829"/>
                  </a:lnTo>
                  <a:lnTo>
                    <a:pt x="1012483" y="3505829"/>
                  </a:lnTo>
                  <a:lnTo>
                    <a:pt x="1017956" y="3505829"/>
                  </a:lnTo>
                  <a:lnTo>
                    <a:pt x="1017956" y="3505829"/>
                  </a:lnTo>
                  <a:lnTo>
                    <a:pt x="1023429" y="3505829"/>
                  </a:lnTo>
                  <a:lnTo>
                    <a:pt x="1023429" y="3505829"/>
                  </a:lnTo>
                  <a:lnTo>
                    <a:pt x="1028902" y="3505829"/>
                  </a:lnTo>
                  <a:lnTo>
                    <a:pt x="1028902" y="3505829"/>
                  </a:lnTo>
                  <a:lnTo>
                    <a:pt x="1034375" y="3505829"/>
                  </a:lnTo>
                  <a:lnTo>
                    <a:pt x="1034375" y="3505829"/>
                  </a:lnTo>
                  <a:lnTo>
                    <a:pt x="1039848" y="3505829"/>
                  </a:lnTo>
                  <a:lnTo>
                    <a:pt x="1039848" y="3505829"/>
                  </a:lnTo>
                  <a:lnTo>
                    <a:pt x="1045321" y="3505829"/>
                  </a:lnTo>
                  <a:lnTo>
                    <a:pt x="1045321" y="3505829"/>
                  </a:lnTo>
                  <a:lnTo>
                    <a:pt x="1050794" y="3505829"/>
                  </a:lnTo>
                  <a:lnTo>
                    <a:pt x="1050794" y="3505829"/>
                  </a:lnTo>
                  <a:lnTo>
                    <a:pt x="1056266" y="3505829"/>
                  </a:lnTo>
                  <a:lnTo>
                    <a:pt x="1056266" y="3487149"/>
                  </a:lnTo>
                  <a:lnTo>
                    <a:pt x="1061739" y="3487149"/>
                  </a:lnTo>
                  <a:lnTo>
                    <a:pt x="1061739" y="3487149"/>
                  </a:lnTo>
                  <a:lnTo>
                    <a:pt x="1067212" y="3487149"/>
                  </a:lnTo>
                  <a:lnTo>
                    <a:pt x="1067212" y="3487149"/>
                  </a:lnTo>
                  <a:lnTo>
                    <a:pt x="1072685" y="3487149"/>
                  </a:lnTo>
                  <a:lnTo>
                    <a:pt x="1072685" y="3468470"/>
                  </a:lnTo>
                  <a:lnTo>
                    <a:pt x="1078158" y="3468470"/>
                  </a:lnTo>
                  <a:lnTo>
                    <a:pt x="1078158" y="3468470"/>
                  </a:lnTo>
                  <a:lnTo>
                    <a:pt x="1083631" y="3468470"/>
                  </a:lnTo>
                  <a:lnTo>
                    <a:pt x="1083631" y="3449791"/>
                  </a:lnTo>
                  <a:lnTo>
                    <a:pt x="1089104" y="3449791"/>
                  </a:lnTo>
                  <a:lnTo>
                    <a:pt x="1089104" y="3449791"/>
                  </a:lnTo>
                  <a:lnTo>
                    <a:pt x="1094577" y="3449791"/>
                  </a:lnTo>
                  <a:lnTo>
                    <a:pt x="1094577" y="3431112"/>
                  </a:lnTo>
                  <a:lnTo>
                    <a:pt x="1100049" y="3431112"/>
                  </a:lnTo>
                  <a:lnTo>
                    <a:pt x="1100049" y="3431112"/>
                  </a:lnTo>
                  <a:lnTo>
                    <a:pt x="1105522" y="3431112"/>
                  </a:lnTo>
                  <a:lnTo>
                    <a:pt x="1105522" y="3431112"/>
                  </a:lnTo>
                  <a:lnTo>
                    <a:pt x="1110995" y="3431112"/>
                  </a:lnTo>
                  <a:lnTo>
                    <a:pt x="1110995" y="3431112"/>
                  </a:lnTo>
                  <a:lnTo>
                    <a:pt x="1116468" y="3431112"/>
                  </a:lnTo>
                  <a:lnTo>
                    <a:pt x="1116468" y="3412408"/>
                  </a:lnTo>
                  <a:lnTo>
                    <a:pt x="1121941" y="3412408"/>
                  </a:lnTo>
                  <a:lnTo>
                    <a:pt x="1121941" y="3412408"/>
                  </a:lnTo>
                  <a:lnTo>
                    <a:pt x="1127414" y="3412408"/>
                  </a:lnTo>
                  <a:lnTo>
                    <a:pt x="1127414" y="3412408"/>
                  </a:lnTo>
                  <a:lnTo>
                    <a:pt x="1132887" y="3412408"/>
                  </a:lnTo>
                  <a:lnTo>
                    <a:pt x="1132887" y="3393703"/>
                  </a:lnTo>
                  <a:lnTo>
                    <a:pt x="1138360" y="3393703"/>
                  </a:lnTo>
                  <a:lnTo>
                    <a:pt x="1138360" y="3393703"/>
                  </a:lnTo>
                  <a:lnTo>
                    <a:pt x="1143833" y="3393703"/>
                  </a:lnTo>
                  <a:lnTo>
                    <a:pt x="1143833" y="3393703"/>
                  </a:lnTo>
                  <a:lnTo>
                    <a:pt x="1149305" y="3393703"/>
                  </a:lnTo>
                  <a:lnTo>
                    <a:pt x="1149305" y="3356295"/>
                  </a:lnTo>
                  <a:lnTo>
                    <a:pt x="1154778" y="3356295"/>
                  </a:lnTo>
                  <a:lnTo>
                    <a:pt x="1154778" y="3337590"/>
                  </a:lnTo>
                  <a:lnTo>
                    <a:pt x="1160251" y="3337590"/>
                  </a:lnTo>
                  <a:lnTo>
                    <a:pt x="1160251" y="3337590"/>
                  </a:lnTo>
                  <a:lnTo>
                    <a:pt x="1165724" y="3337590"/>
                  </a:lnTo>
                  <a:lnTo>
                    <a:pt x="1165724" y="3337590"/>
                  </a:lnTo>
                  <a:lnTo>
                    <a:pt x="1171197" y="3337590"/>
                  </a:lnTo>
                  <a:lnTo>
                    <a:pt x="1171197" y="3337590"/>
                  </a:lnTo>
                  <a:lnTo>
                    <a:pt x="1176670" y="3337590"/>
                  </a:lnTo>
                  <a:lnTo>
                    <a:pt x="1176670" y="3318873"/>
                  </a:lnTo>
                  <a:lnTo>
                    <a:pt x="1182143" y="3318873"/>
                  </a:lnTo>
                  <a:lnTo>
                    <a:pt x="1182143" y="3318873"/>
                  </a:lnTo>
                  <a:lnTo>
                    <a:pt x="1187616" y="3318873"/>
                  </a:lnTo>
                  <a:lnTo>
                    <a:pt x="1187616" y="3300143"/>
                  </a:lnTo>
                  <a:lnTo>
                    <a:pt x="1193089" y="3300143"/>
                  </a:lnTo>
                  <a:lnTo>
                    <a:pt x="1193089" y="3300143"/>
                  </a:lnTo>
                  <a:lnTo>
                    <a:pt x="1198561" y="3300143"/>
                  </a:lnTo>
                  <a:lnTo>
                    <a:pt x="1198561" y="3300143"/>
                  </a:lnTo>
                  <a:lnTo>
                    <a:pt x="1204034" y="3300143"/>
                  </a:lnTo>
                  <a:lnTo>
                    <a:pt x="1204034" y="3300143"/>
                  </a:lnTo>
                  <a:lnTo>
                    <a:pt x="1209507" y="3300143"/>
                  </a:lnTo>
                  <a:lnTo>
                    <a:pt x="1209507" y="3300143"/>
                  </a:lnTo>
                  <a:lnTo>
                    <a:pt x="1214980" y="3300143"/>
                  </a:lnTo>
                  <a:lnTo>
                    <a:pt x="1214980" y="3300143"/>
                  </a:lnTo>
                  <a:lnTo>
                    <a:pt x="1220453" y="3300143"/>
                  </a:lnTo>
                  <a:lnTo>
                    <a:pt x="1220453" y="3300143"/>
                  </a:lnTo>
                  <a:lnTo>
                    <a:pt x="1225926" y="3300143"/>
                  </a:lnTo>
                  <a:lnTo>
                    <a:pt x="1225926" y="3300143"/>
                  </a:lnTo>
                  <a:lnTo>
                    <a:pt x="1231399" y="3300143"/>
                  </a:lnTo>
                  <a:lnTo>
                    <a:pt x="1231399" y="3300143"/>
                  </a:lnTo>
                  <a:lnTo>
                    <a:pt x="1236872" y="3300143"/>
                  </a:lnTo>
                  <a:lnTo>
                    <a:pt x="1236872" y="3300143"/>
                  </a:lnTo>
                  <a:lnTo>
                    <a:pt x="1242344" y="3300143"/>
                  </a:lnTo>
                  <a:lnTo>
                    <a:pt x="1242344" y="3300143"/>
                  </a:lnTo>
                  <a:lnTo>
                    <a:pt x="1247817" y="3300143"/>
                  </a:lnTo>
                  <a:lnTo>
                    <a:pt x="1247817" y="3300143"/>
                  </a:lnTo>
                  <a:lnTo>
                    <a:pt x="1253290" y="3300143"/>
                  </a:lnTo>
                  <a:lnTo>
                    <a:pt x="1253290" y="3300143"/>
                  </a:lnTo>
                  <a:lnTo>
                    <a:pt x="1258763" y="3300143"/>
                  </a:lnTo>
                  <a:lnTo>
                    <a:pt x="1258763" y="3300143"/>
                  </a:lnTo>
                  <a:lnTo>
                    <a:pt x="1264236" y="3300143"/>
                  </a:lnTo>
                  <a:lnTo>
                    <a:pt x="1264236" y="3300143"/>
                  </a:lnTo>
                  <a:lnTo>
                    <a:pt x="1269709" y="3300143"/>
                  </a:lnTo>
                  <a:lnTo>
                    <a:pt x="1269709" y="3300143"/>
                  </a:lnTo>
                  <a:lnTo>
                    <a:pt x="1275182" y="3300143"/>
                  </a:lnTo>
                  <a:lnTo>
                    <a:pt x="1275182" y="3300143"/>
                  </a:lnTo>
                  <a:lnTo>
                    <a:pt x="1280655" y="3300143"/>
                  </a:lnTo>
                  <a:lnTo>
                    <a:pt x="1280655" y="3300143"/>
                  </a:lnTo>
                  <a:lnTo>
                    <a:pt x="1286128" y="3300143"/>
                  </a:lnTo>
                  <a:lnTo>
                    <a:pt x="1286128" y="3300143"/>
                  </a:lnTo>
                  <a:lnTo>
                    <a:pt x="1291600" y="3300143"/>
                  </a:lnTo>
                  <a:lnTo>
                    <a:pt x="1291600" y="3300143"/>
                  </a:lnTo>
                  <a:lnTo>
                    <a:pt x="1297073" y="3300143"/>
                  </a:lnTo>
                  <a:lnTo>
                    <a:pt x="1297073" y="3281335"/>
                  </a:lnTo>
                  <a:lnTo>
                    <a:pt x="1302546" y="3281335"/>
                  </a:lnTo>
                  <a:lnTo>
                    <a:pt x="1302546" y="3281335"/>
                  </a:lnTo>
                  <a:lnTo>
                    <a:pt x="1308019" y="3281335"/>
                  </a:lnTo>
                  <a:lnTo>
                    <a:pt x="1308019" y="3281335"/>
                  </a:lnTo>
                  <a:lnTo>
                    <a:pt x="1313492" y="3281335"/>
                  </a:lnTo>
                  <a:lnTo>
                    <a:pt x="1313492" y="3281335"/>
                  </a:lnTo>
                  <a:lnTo>
                    <a:pt x="1318965" y="3281335"/>
                  </a:lnTo>
                  <a:lnTo>
                    <a:pt x="1318965" y="3281335"/>
                  </a:lnTo>
                  <a:lnTo>
                    <a:pt x="1324438" y="3281335"/>
                  </a:lnTo>
                  <a:lnTo>
                    <a:pt x="1324438" y="3281335"/>
                  </a:lnTo>
                  <a:lnTo>
                    <a:pt x="1329911" y="3281335"/>
                  </a:lnTo>
                  <a:lnTo>
                    <a:pt x="1329911" y="3281335"/>
                  </a:lnTo>
                  <a:lnTo>
                    <a:pt x="1335384" y="3281335"/>
                  </a:lnTo>
                  <a:lnTo>
                    <a:pt x="1335384" y="3281335"/>
                  </a:lnTo>
                  <a:lnTo>
                    <a:pt x="1340856" y="3281335"/>
                  </a:lnTo>
                  <a:lnTo>
                    <a:pt x="1340856" y="3262487"/>
                  </a:lnTo>
                  <a:lnTo>
                    <a:pt x="1346329" y="3262487"/>
                  </a:lnTo>
                  <a:lnTo>
                    <a:pt x="1346329" y="3262487"/>
                  </a:lnTo>
                  <a:lnTo>
                    <a:pt x="1351802" y="3262487"/>
                  </a:lnTo>
                  <a:lnTo>
                    <a:pt x="1351802" y="3262487"/>
                  </a:lnTo>
                  <a:lnTo>
                    <a:pt x="1357275" y="3262487"/>
                  </a:lnTo>
                  <a:lnTo>
                    <a:pt x="1357275" y="3243599"/>
                  </a:lnTo>
                  <a:lnTo>
                    <a:pt x="1362748" y="3243599"/>
                  </a:lnTo>
                  <a:lnTo>
                    <a:pt x="1362748" y="3243599"/>
                  </a:lnTo>
                  <a:lnTo>
                    <a:pt x="1368221" y="3243599"/>
                  </a:lnTo>
                  <a:lnTo>
                    <a:pt x="1368221" y="3243599"/>
                  </a:lnTo>
                  <a:lnTo>
                    <a:pt x="1373694" y="3243599"/>
                  </a:lnTo>
                  <a:lnTo>
                    <a:pt x="1373694" y="3243599"/>
                  </a:lnTo>
                  <a:lnTo>
                    <a:pt x="1379167" y="3243599"/>
                  </a:lnTo>
                  <a:lnTo>
                    <a:pt x="1379167" y="3224712"/>
                  </a:lnTo>
                  <a:lnTo>
                    <a:pt x="1384640" y="3224712"/>
                  </a:lnTo>
                  <a:lnTo>
                    <a:pt x="1384640" y="3224712"/>
                  </a:lnTo>
                  <a:lnTo>
                    <a:pt x="1390112" y="3224712"/>
                  </a:lnTo>
                  <a:lnTo>
                    <a:pt x="1390112" y="3224712"/>
                  </a:lnTo>
                  <a:lnTo>
                    <a:pt x="1395585" y="3224712"/>
                  </a:lnTo>
                  <a:lnTo>
                    <a:pt x="1395585" y="3224712"/>
                  </a:lnTo>
                  <a:lnTo>
                    <a:pt x="1401058" y="3224712"/>
                  </a:lnTo>
                  <a:lnTo>
                    <a:pt x="1401058" y="3224712"/>
                  </a:lnTo>
                  <a:lnTo>
                    <a:pt x="1406531" y="3224712"/>
                  </a:lnTo>
                  <a:lnTo>
                    <a:pt x="1406531" y="3224712"/>
                  </a:lnTo>
                  <a:lnTo>
                    <a:pt x="1412004" y="3224712"/>
                  </a:lnTo>
                  <a:lnTo>
                    <a:pt x="1412004" y="3224712"/>
                  </a:lnTo>
                  <a:lnTo>
                    <a:pt x="1417477" y="3224712"/>
                  </a:lnTo>
                  <a:lnTo>
                    <a:pt x="1417477" y="3186909"/>
                  </a:lnTo>
                  <a:lnTo>
                    <a:pt x="1422950" y="3186909"/>
                  </a:lnTo>
                  <a:lnTo>
                    <a:pt x="1422950" y="3186909"/>
                  </a:lnTo>
                  <a:lnTo>
                    <a:pt x="1428423" y="3186909"/>
                  </a:lnTo>
                  <a:lnTo>
                    <a:pt x="1428423" y="3186909"/>
                  </a:lnTo>
                  <a:lnTo>
                    <a:pt x="1433895" y="3186909"/>
                  </a:lnTo>
                  <a:lnTo>
                    <a:pt x="1433895" y="3186909"/>
                  </a:lnTo>
                  <a:lnTo>
                    <a:pt x="1439368" y="3186909"/>
                  </a:lnTo>
                  <a:lnTo>
                    <a:pt x="1439368" y="3186909"/>
                  </a:lnTo>
                  <a:lnTo>
                    <a:pt x="1444841" y="3186909"/>
                  </a:lnTo>
                  <a:lnTo>
                    <a:pt x="1444841" y="3186909"/>
                  </a:lnTo>
                  <a:lnTo>
                    <a:pt x="1450314" y="3186909"/>
                  </a:lnTo>
                  <a:lnTo>
                    <a:pt x="1450314" y="3186909"/>
                  </a:lnTo>
                  <a:lnTo>
                    <a:pt x="1455787" y="3186909"/>
                  </a:lnTo>
                  <a:lnTo>
                    <a:pt x="1455787" y="3186909"/>
                  </a:lnTo>
                  <a:lnTo>
                    <a:pt x="1461260" y="3186909"/>
                  </a:lnTo>
                  <a:lnTo>
                    <a:pt x="1461260" y="3186909"/>
                  </a:lnTo>
                  <a:lnTo>
                    <a:pt x="1466733" y="3186909"/>
                  </a:lnTo>
                  <a:lnTo>
                    <a:pt x="1466733" y="3186909"/>
                  </a:lnTo>
                  <a:lnTo>
                    <a:pt x="1472206" y="3186909"/>
                  </a:lnTo>
                  <a:lnTo>
                    <a:pt x="1472206" y="3186909"/>
                  </a:lnTo>
                  <a:lnTo>
                    <a:pt x="1477679" y="3186909"/>
                  </a:lnTo>
                  <a:lnTo>
                    <a:pt x="1477679" y="3186909"/>
                  </a:lnTo>
                  <a:lnTo>
                    <a:pt x="1483151" y="3186909"/>
                  </a:lnTo>
                  <a:lnTo>
                    <a:pt x="1483151" y="3186909"/>
                  </a:lnTo>
                  <a:lnTo>
                    <a:pt x="1488624" y="3186909"/>
                  </a:lnTo>
                  <a:lnTo>
                    <a:pt x="1488624" y="3186909"/>
                  </a:lnTo>
                  <a:lnTo>
                    <a:pt x="1494097" y="3186909"/>
                  </a:lnTo>
                  <a:lnTo>
                    <a:pt x="1494097" y="3186909"/>
                  </a:lnTo>
                  <a:lnTo>
                    <a:pt x="1499570" y="3186909"/>
                  </a:lnTo>
                  <a:lnTo>
                    <a:pt x="1499570" y="3186909"/>
                  </a:lnTo>
                  <a:lnTo>
                    <a:pt x="1505043" y="3186909"/>
                  </a:lnTo>
                  <a:lnTo>
                    <a:pt x="1505043" y="3186909"/>
                  </a:lnTo>
                  <a:lnTo>
                    <a:pt x="1510516" y="3186909"/>
                  </a:lnTo>
                  <a:lnTo>
                    <a:pt x="1510516" y="3186909"/>
                  </a:lnTo>
                  <a:lnTo>
                    <a:pt x="1515989" y="3186909"/>
                  </a:lnTo>
                  <a:lnTo>
                    <a:pt x="1515989" y="3186909"/>
                  </a:lnTo>
                  <a:lnTo>
                    <a:pt x="1521462" y="3186909"/>
                  </a:lnTo>
                  <a:lnTo>
                    <a:pt x="1521462" y="3186909"/>
                  </a:lnTo>
                  <a:lnTo>
                    <a:pt x="1526935" y="3186909"/>
                  </a:lnTo>
                  <a:lnTo>
                    <a:pt x="1526935" y="3186909"/>
                  </a:lnTo>
                  <a:lnTo>
                    <a:pt x="1532407" y="3186909"/>
                  </a:lnTo>
                  <a:lnTo>
                    <a:pt x="1532407" y="3186909"/>
                  </a:lnTo>
                  <a:lnTo>
                    <a:pt x="1537880" y="3186909"/>
                  </a:lnTo>
                  <a:lnTo>
                    <a:pt x="1537880" y="3186909"/>
                  </a:lnTo>
                  <a:lnTo>
                    <a:pt x="1543353" y="3186909"/>
                  </a:lnTo>
                  <a:lnTo>
                    <a:pt x="1543353" y="3186909"/>
                  </a:lnTo>
                  <a:lnTo>
                    <a:pt x="1548826" y="3186909"/>
                  </a:lnTo>
                  <a:lnTo>
                    <a:pt x="1548826" y="3186909"/>
                  </a:lnTo>
                  <a:lnTo>
                    <a:pt x="1554299" y="3186909"/>
                  </a:lnTo>
                  <a:lnTo>
                    <a:pt x="1554299" y="3186909"/>
                  </a:lnTo>
                  <a:lnTo>
                    <a:pt x="1559772" y="3186909"/>
                  </a:lnTo>
                  <a:lnTo>
                    <a:pt x="1559772" y="3186909"/>
                  </a:lnTo>
                  <a:lnTo>
                    <a:pt x="1565245" y="3186909"/>
                  </a:lnTo>
                  <a:lnTo>
                    <a:pt x="1565245" y="3186909"/>
                  </a:lnTo>
                  <a:lnTo>
                    <a:pt x="1570718" y="3186909"/>
                  </a:lnTo>
                  <a:lnTo>
                    <a:pt x="1570718" y="3186909"/>
                  </a:lnTo>
                  <a:lnTo>
                    <a:pt x="1576191" y="3186909"/>
                  </a:lnTo>
                  <a:lnTo>
                    <a:pt x="1576191" y="3186909"/>
                  </a:lnTo>
                  <a:lnTo>
                    <a:pt x="1581663" y="3186909"/>
                  </a:lnTo>
                  <a:lnTo>
                    <a:pt x="1581663" y="3186909"/>
                  </a:lnTo>
                  <a:lnTo>
                    <a:pt x="1587136" y="3186909"/>
                  </a:lnTo>
                  <a:lnTo>
                    <a:pt x="1587136" y="3167924"/>
                  </a:lnTo>
                  <a:lnTo>
                    <a:pt x="1592609" y="3167924"/>
                  </a:lnTo>
                  <a:lnTo>
                    <a:pt x="1592609" y="3167924"/>
                  </a:lnTo>
                  <a:lnTo>
                    <a:pt x="1598082" y="3167924"/>
                  </a:lnTo>
                  <a:lnTo>
                    <a:pt x="1598082" y="3148924"/>
                  </a:lnTo>
                  <a:lnTo>
                    <a:pt x="1603555" y="3148924"/>
                  </a:lnTo>
                  <a:lnTo>
                    <a:pt x="1603555" y="3148924"/>
                  </a:lnTo>
                  <a:lnTo>
                    <a:pt x="1609028" y="3148924"/>
                  </a:lnTo>
                  <a:lnTo>
                    <a:pt x="1609028" y="3148924"/>
                  </a:lnTo>
                  <a:lnTo>
                    <a:pt x="1614501" y="3148924"/>
                  </a:lnTo>
                  <a:lnTo>
                    <a:pt x="1614501" y="3148924"/>
                  </a:lnTo>
                  <a:lnTo>
                    <a:pt x="1619974" y="3148924"/>
                  </a:lnTo>
                  <a:lnTo>
                    <a:pt x="1619974" y="3148924"/>
                  </a:lnTo>
                  <a:lnTo>
                    <a:pt x="1625446" y="3148924"/>
                  </a:lnTo>
                  <a:lnTo>
                    <a:pt x="1625446" y="3148924"/>
                  </a:lnTo>
                  <a:lnTo>
                    <a:pt x="1630919" y="3148924"/>
                  </a:lnTo>
                  <a:lnTo>
                    <a:pt x="1630919" y="3148924"/>
                  </a:lnTo>
                  <a:lnTo>
                    <a:pt x="1636392" y="3148924"/>
                  </a:lnTo>
                  <a:lnTo>
                    <a:pt x="1636392" y="3148924"/>
                  </a:lnTo>
                  <a:lnTo>
                    <a:pt x="1641865" y="3148924"/>
                  </a:lnTo>
                  <a:lnTo>
                    <a:pt x="1641865" y="3148924"/>
                  </a:lnTo>
                  <a:lnTo>
                    <a:pt x="1647338" y="3148924"/>
                  </a:lnTo>
                  <a:lnTo>
                    <a:pt x="1647338" y="3129882"/>
                  </a:lnTo>
                  <a:lnTo>
                    <a:pt x="1652811" y="3129882"/>
                  </a:lnTo>
                  <a:lnTo>
                    <a:pt x="1652811" y="3110840"/>
                  </a:lnTo>
                  <a:lnTo>
                    <a:pt x="1658284" y="3110840"/>
                  </a:lnTo>
                  <a:lnTo>
                    <a:pt x="1658284" y="3110840"/>
                  </a:lnTo>
                  <a:lnTo>
                    <a:pt x="1663757" y="3110840"/>
                  </a:lnTo>
                  <a:lnTo>
                    <a:pt x="1663757" y="3110840"/>
                  </a:lnTo>
                  <a:lnTo>
                    <a:pt x="1669230" y="3110840"/>
                  </a:lnTo>
                  <a:lnTo>
                    <a:pt x="1669230" y="3091798"/>
                  </a:lnTo>
                  <a:lnTo>
                    <a:pt x="1674702" y="3091798"/>
                  </a:lnTo>
                  <a:lnTo>
                    <a:pt x="1674702" y="3091798"/>
                  </a:lnTo>
                  <a:lnTo>
                    <a:pt x="1680175" y="3091798"/>
                  </a:lnTo>
                  <a:lnTo>
                    <a:pt x="1680175" y="3091798"/>
                  </a:lnTo>
                  <a:lnTo>
                    <a:pt x="1685648" y="3091798"/>
                  </a:lnTo>
                  <a:lnTo>
                    <a:pt x="1685648" y="3091798"/>
                  </a:lnTo>
                  <a:lnTo>
                    <a:pt x="1691121" y="3091798"/>
                  </a:lnTo>
                  <a:lnTo>
                    <a:pt x="1691121" y="3091798"/>
                  </a:lnTo>
                  <a:lnTo>
                    <a:pt x="1696594" y="3091798"/>
                  </a:lnTo>
                  <a:lnTo>
                    <a:pt x="1696594" y="3091798"/>
                  </a:lnTo>
                  <a:lnTo>
                    <a:pt x="1702067" y="3091798"/>
                  </a:lnTo>
                  <a:lnTo>
                    <a:pt x="1702067" y="3091798"/>
                  </a:lnTo>
                  <a:lnTo>
                    <a:pt x="1707540" y="3091798"/>
                  </a:lnTo>
                  <a:lnTo>
                    <a:pt x="1707540" y="3091798"/>
                  </a:lnTo>
                  <a:lnTo>
                    <a:pt x="1713013" y="3091798"/>
                  </a:lnTo>
                  <a:lnTo>
                    <a:pt x="1713013" y="3091798"/>
                  </a:lnTo>
                  <a:lnTo>
                    <a:pt x="1718486" y="3091798"/>
                  </a:lnTo>
                  <a:lnTo>
                    <a:pt x="1718486" y="3072741"/>
                  </a:lnTo>
                  <a:lnTo>
                    <a:pt x="1723958" y="3072741"/>
                  </a:lnTo>
                  <a:lnTo>
                    <a:pt x="1723958" y="3072741"/>
                  </a:lnTo>
                  <a:lnTo>
                    <a:pt x="1729431" y="3072741"/>
                  </a:lnTo>
                  <a:lnTo>
                    <a:pt x="1729431" y="3072741"/>
                  </a:lnTo>
                  <a:lnTo>
                    <a:pt x="1734904" y="3072741"/>
                  </a:lnTo>
                  <a:lnTo>
                    <a:pt x="1734904" y="3072741"/>
                  </a:lnTo>
                  <a:lnTo>
                    <a:pt x="1740377" y="3072741"/>
                  </a:lnTo>
                  <a:lnTo>
                    <a:pt x="1740377" y="3072741"/>
                  </a:lnTo>
                  <a:lnTo>
                    <a:pt x="1745850" y="3072741"/>
                  </a:lnTo>
                  <a:lnTo>
                    <a:pt x="1745850" y="3072741"/>
                  </a:lnTo>
                  <a:lnTo>
                    <a:pt x="1751323" y="3072741"/>
                  </a:lnTo>
                  <a:lnTo>
                    <a:pt x="1751323" y="3072741"/>
                  </a:lnTo>
                  <a:lnTo>
                    <a:pt x="1756796" y="3072741"/>
                  </a:lnTo>
                  <a:lnTo>
                    <a:pt x="1756796" y="3072741"/>
                  </a:lnTo>
                  <a:lnTo>
                    <a:pt x="1762269" y="3072741"/>
                  </a:lnTo>
                  <a:lnTo>
                    <a:pt x="1762269" y="3072741"/>
                  </a:lnTo>
                  <a:lnTo>
                    <a:pt x="1767741" y="3072741"/>
                  </a:lnTo>
                  <a:lnTo>
                    <a:pt x="1767741" y="3072741"/>
                  </a:lnTo>
                  <a:lnTo>
                    <a:pt x="1773214" y="3072741"/>
                  </a:lnTo>
                  <a:lnTo>
                    <a:pt x="1773214" y="3072741"/>
                  </a:lnTo>
                  <a:lnTo>
                    <a:pt x="1778687" y="3072741"/>
                  </a:lnTo>
                  <a:lnTo>
                    <a:pt x="1778687" y="3053684"/>
                  </a:lnTo>
                  <a:lnTo>
                    <a:pt x="1784160" y="3053684"/>
                  </a:lnTo>
                  <a:lnTo>
                    <a:pt x="1784160" y="3053684"/>
                  </a:lnTo>
                  <a:lnTo>
                    <a:pt x="1789633" y="3053684"/>
                  </a:lnTo>
                  <a:lnTo>
                    <a:pt x="1789633" y="3053684"/>
                  </a:lnTo>
                  <a:lnTo>
                    <a:pt x="1795106" y="3053684"/>
                  </a:lnTo>
                  <a:lnTo>
                    <a:pt x="1795106" y="3053684"/>
                  </a:lnTo>
                  <a:lnTo>
                    <a:pt x="1800579" y="3053684"/>
                  </a:lnTo>
                  <a:lnTo>
                    <a:pt x="1800579" y="3053684"/>
                  </a:lnTo>
                  <a:lnTo>
                    <a:pt x="1806052" y="3053684"/>
                  </a:lnTo>
                  <a:lnTo>
                    <a:pt x="1806052" y="3034582"/>
                  </a:lnTo>
                  <a:lnTo>
                    <a:pt x="1811525" y="3034582"/>
                  </a:lnTo>
                  <a:lnTo>
                    <a:pt x="1811525" y="3015481"/>
                  </a:lnTo>
                  <a:lnTo>
                    <a:pt x="1816997" y="3015481"/>
                  </a:lnTo>
                  <a:lnTo>
                    <a:pt x="1816997" y="3015481"/>
                  </a:lnTo>
                  <a:lnTo>
                    <a:pt x="1822470" y="3015481"/>
                  </a:lnTo>
                  <a:lnTo>
                    <a:pt x="1822470" y="3015481"/>
                  </a:lnTo>
                  <a:lnTo>
                    <a:pt x="1827943" y="3015481"/>
                  </a:lnTo>
                  <a:lnTo>
                    <a:pt x="1827943" y="3015481"/>
                  </a:lnTo>
                  <a:lnTo>
                    <a:pt x="1833416" y="3015481"/>
                  </a:lnTo>
                  <a:lnTo>
                    <a:pt x="1833416" y="3015481"/>
                  </a:lnTo>
                  <a:lnTo>
                    <a:pt x="1838889" y="3015481"/>
                  </a:lnTo>
                  <a:lnTo>
                    <a:pt x="1838889" y="3015481"/>
                  </a:lnTo>
                  <a:lnTo>
                    <a:pt x="1844362" y="3015481"/>
                  </a:lnTo>
                  <a:lnTo>
                    <a:pt x="1844362" y="2996365"/>
                  </a:lnTo>
                  <a:lnTo>
                    <a:pt x="1849835" y="2996365"/>
                  </a:lnTo>
                  <a:lnTo>
                    <a:pt x="1849835" y="2996365"/>
                  </a:lnTo>
                  <a:lnTo>
                    <a:pt x="1855308" y="2996365"/>
                  </a:lnTo>
                  <a:lnTo>
                    <a:pt x="1855308" y="2996365"/>
                  </a:lnTo>
                  <a:lnTo>
                    <a:pt x="1860781" y="2996365"/>
                  </a:lnTo>
                  <a:lnTo>
                    <a:pt x="1860781" y="2996365"/>
                  </a:lnTo>
                  <a:lnTo>
                    <a:pt x="1866253" y="2996365"/>
                  </a:lnTo>
                  <a:lnTo>
                    <a:pt x="1866253" y="2996365"/>
                  </a:lnTo>
                  <a:lnTo>
                    <a:pt x="1871726" y="2996365"/>
                  </a:lnTo>
                  <a:lnTo>
                    <a:pt x="1871726" y="2996365"/>
                  </a:lnTo>
                  <a:lnTo>
                    <a:pt x="1877199" y="2996365"/>
                  </a:lnTo>
                  <a:lnTo>
                    <a:pt x="1877199" y="2977249"/>
                  </a:lnTo>
                  <a:lnTo>
                    <a:pt x="1882672" y="2977249"/>
                  </a:lnTo>
                  <a:lnTo>
                    <a:pt x="1882672" y="2977249"/>
                  </a:lnTo>
                  <a:lnTo>
                    <a:pt x="1888145" y="2977249"/>
                  </a:lnTo>
                  <a:lnTo>
                    <a:pt x="1888145" y="2977249"/>
                  </a:lnTo>
                  <a:lnTo>
                    <a:pt x="1893618" y="2977249"/>
                  </a:lnTo>
                  <a:lnTo>
                    <a:pt x="1893618" y="2958132"/>
                  </a:lnTo>
                  <a:lnTo>
                    <a:pt x="1899091" y="2958132"/>
                  </a:lnTo>
                  <a:lnTo>
                    <a:pt x="1899091" y="2958132"/>
                  </a:lnTo>
                  <a:lnTo>
                    <a:pt x="1904564" y="2958132"/>
                  </a:lnTo>
                  <a:lnTo>
                    <a:pt x="1904564" y="2958132"/>
                  </a:lnTo>
                  <a:lnTo>
                    <a:pt x="1910037" y="2958132"/>
                  </a:lnTo>
                  <a:lnTo>
                    <a:pt x="1910037" y="2958132"/>
                  </a:lnTo>
                  <a:lnTo>
                    <a:pt x="1915509" y="2958132"/>
                  </a:lnTo>
                  <a:lnTo>
                    <a:pt x="1915509" y="2958132"/>
                  </a:lnTo>
                  <a:lnTo>
                    <a:pt x="1920982" y="2958132"/>
                  </a:lnTo>
                  <a:lnTo>
                    <a:pt x="1920982" y="2958132"/>
                  </a:lnTo>
                  <a:lnTo>
                    <a:pt x="1926455" y="2958132"/>
                  </a:lnTo>
                  <a:lnTo>
                    <a:pt x="1926455" y="2958132"/>
                  </a:lnTo>
                  <a:lnTo>
                    <a:pt x="1931928" y="2958132"/>
                  </a:lnTo>
                  <a:lnTo>
                    <a:pt x="1931928" y="2958132"/>
                  </a:lnTo>
                  <a:lnTo>
                    <a:pt x="1937401" y="2958132"/>
                  </a:lnTo>
                  <a:lnTo>
                    <a:pt x="1937401" y="2958132"/>
                  </a:lnTo>
                  <a:lnTo>
                    <a:pt x="1942874" y="2958132"/>
                  </a:lnTo>
                  <a:lnTo>
                    <a:pt x="1942874" y="2958132"/>
                  </a:lnTo>
                  <a:lnTo>
                    <a:pt x="1948347" y="2958132"/>
                  </a:lnTo>
                  <a:lnTo>
                    <a:pt x="1948347" y="2958132"/>
                  </a:lnTo>
                  <a:lnTo>
                    <a:pt x="1953820" y="2958132"/>
                  </a:lnTo>
                  <a:lnTo>
                    <a:pt x="1953820" y="2938970"/>
                  </a:lnTo>
                  <a:lnTo>
                    <a:pt x="1959292" y="2938970"/>
                  </a:lnTo>
                  <a:lnTo>
                    <a:pt x="1959292" y="2938970"/>
                  </a:lnTo>
                  <a:lnTo>
                    <a:pt x="1964765" y="2938970"/>
                  </a:lnTo>
                  <a:lnTo>
                    <a:pt x="1964765" y="2938970"/>
                  </a:lnTo>
                  <a:lnTo>
                    <a:pt x="1970238" y="2938970"/>
                  </a:lnTo>
                  <a:lnTo>
                    <a:pt x="1970238" y="2938970"/>
                  </a:lnTo>
                  <a:lnTo>
                    <a:pt x="1975711" y="2938970"/>
                  </a:lnTo>
                  <a:lnTo>
                    <a:pt x="1975711" y="2938970"/>
                  </a:lnTo>
                  <a:lnTo>
                    <a:pt x="1981184" y="2938970"/>
                  </a:lnTo>
                  <a:lnTo>
                    <a:pt x="1981184" y="2938970"/>
                  </a:lnTo>
                  <a:lnTo>
                    <a:pt x="1986657" y="2938970"/>
                  </a:lnTo>
                  <a:lnTo>
                    <a:pt x="1986657" y="2938970"/>
                  </a:lnTo>
                  <a:lnTo>
                    <a:pt x="1992130" y="2938970"/>
                  </a:lnTo>
                  <a:lnTo>
                    <a:pt x="1992130" y="2919777"/>
                  </a:lnTo>
                  <a:lnTo>
                    <a:pt x="1997603" y="2919777"/>
                  </a:lnTo>
                  <a:lnTo>
                    <a:pt x="1997603" y="2919777"/>
                  </a:lnTo>
                  <a:lnTo>
                    <a:pt x="2003076" y="2919777"/>
                  </a:lnTo>
                  <a:lnTo>
                    <a:pt x="2003076" y="2919777"/>
                  </a:lnTo>
                  <a:lnTo>
                    <a:pt x="2008548" y="2919777"/>
                  </a:lnTo>
                  <a:lnTo>
                    <a:pt x="2008548" y="2919777"/>
                  </a:lnTo>
                  <a:lnTo>
                    <a:pt x="2014021" y="2919777"/>
                  </a:lnTo>
                  <a:lnTo>
                    <a:pt x="2014021" y="2919777"/>
                  </a:lnTo>
                  <a:lnTo>
                    <a:pt x="2019494" y="2919777"/>
                  </a:lnTo>
                  <a:lnTo>
                    <a:pt x="2019494" y="2919777"/>
                  </a:lnTo>
                  <a:lnTo>
                    <a:pt x="2024967" y="2919777"/>
                  </a:lnTo>
                  <a:lnTo>
                    <a:pt x="2024967" y="2919777"/>
                  </a:lnTo>
                  <a:lnTo>
                    <a:pt x="2030440" y="2919777"/>
                  </a:lnTo>
                  <a:lnTo>
                    <a:pt x="2030440" y="2919777"/>
                  </a:lnTo>
                  <a:lnTo>
                    <a:pt x="2035913" y="2919777"/>
                  </a:lnTo>
                  <a:lnTo>
                    <a:pt x="2035913" y="2919777"/>
                  </a:lnTo>
                  <a:lnTo>
                    <a:pt x="2041386" y="2919777"/>
                  </a:lnTo>
                  <a:lnTo>
                    <a:pt x="2041386" y="2919777"/>
                  </a:lnTo>
                  <a:lnTo>
                    <a:pt x="2046859" y="2919777"/>
                  </a:lnTo>
                  <a:lnTo>
                    <a:pt x="2046859" y="2900569"/>
                  </a:lnTo>
                  <a:lnTo>
                    <a:pt x="2052332" y="2900569"/>
                  </a:lnTo>
                  <a:lnTo>
                    <a:pt x="2052332" y="2900569"/>
                  </a:lnTo>
                  <a:lnTo>
                    <a:pt x="2057804" y="2900569"/>
                  </a:lnTo>
                  <a:lnTo>
                    <a:pt x="2057804" y="2900569"/>
                  </a:lnTo>
                  <a:lnTo>
                    <a:pt x="2063277" y="2900569"/>
                  </a:lnTo>
                  <a:lnTo>
                    <a:pt x="2063277" y="2900569"/>
                  </a:lnTo>
                  <a:lnTo>
                    <a:pt x="2068750" y="2900569"/>
                  </a:lnTo>
                  <a:lnTo>
                    <a:pt x="2068750" y="2900569"/>
                  </a:lnTo>
                  <a:lnTo>
                    <a:pt x="2074223" y="2900569"/>
                  </a:lnTo>
                  <a:lnTo>
                    <a:pt x="2074223" y="2900569"/>
                  </a:lnTo>
                  <a:lnTo>
                    <a:pt x="2079696" y="2900569"/>
                  </a:lnTo>
                  <a:lnTo>
                    <a:pt x="2079696" y="2900569"/>
                  </a:lnTo>
                  <a:lnTo>
                    <a:pt x="2085169" y="2900569"/>
                  </a:lnTo>
                  <a:lnTo>
                    <a:pt x="2085169" y="2900569"/>
                  </a:lnTo>
                  <a:lnTo>
                    <a:pt x="2090642" y="2900569"/>
                  </a:lnTo>
                  <a:lnTo>
                    <a:pt x="2090642" y="2900569"/>
                  </a:lnTo>
                  <a:lnTo>
                    <a:pt x="2096115" y="2900569"/>
                  </a:lnTo>
                  <a:lnTo>
                    <a:pt x="2096115" y="2900569"/>
                  </a:lnTo>
                  <a:lnTo>
                    <a:pt x="2101588" y="2900569"/>
                  </a:lnTo>
                  <a:lnTo>
                    <a:pt x="2101588" y="2900569"/>
                  </a:lnTo>
                  <a:lnTo>
                    <a:pt x="2107060" y="2900569"/>
                  </a:lnTo>
                  <a:lnTo>
                    <a:pt x="2107060" y="2881297"/>
                  </a:lnTo>
                  <a:lnTo>
                    <a:pt x="2112533" y="2881297"/>
                  </a:lnTo>
                  <a:lnTo>
                    <a:pt x="2112533" y="2881297"/>
                  </a:lnTo>
                  <a:lnTo>
                    <a:pt x="2118006" y="2881297"/>
                  </a:lnTo>
                  <a:lnTo>
                    <a:pt x="2118006" y="2881297"/>
                  </a:lnTo>
                  <a:lnTo>
                    <a:pt x="2123479" y="2881297"/>
                  </a:lnTo>
                  <a:lnTo>
                    <a:pt x="2123479" y="2881297"/>
                  </a:lnTo>
                  <a:lnTo>
                    <a:pt x="2128952" y="2881297"/>
                  </a:lnTo>
                  <a:lnTo>
                    <a:pt x="2128952" y="2862024"/>
                  </a:lnTo>
                  <a:lnTo>
                    <a:pt x="2134425" y="2862024"/>
                  </a:lnTo>
                  <a:lnTo>
                    <a:pt x="2134425" y="2862024"/>
                  </a:lnTo>
                  <a:lnTo>
                    <a:pt x="2139898" y="2862024"/>
                  </a:lnTo>
                  <a:lnTo>
                    <a:pt x="2139898" y="2842752"/>
                  </a:lnTo>
                  <a:lnTo>
                    <a:pt x="2145371" y="2842752"/>
                  </a:lnTo>
                  <a:lnTo>
                    <a:pt x="2145371" y="2842752"/>
                  </a:lnTo>
                  <a:lnTo>
                    <a:pt x="2150843" y="2842752"/>
                  </a:lnTo>
                  <a:lnTo>
                    <a:pt x="2150843" y="2842752"/>
                  </a:lnTo>
                  <a:lnTo>
                    <a:pt x="2156316" y="2842752"/>
                  </a:lnTo>
                  <a:lnTo>
                    <a:pt x="2156316" y="2842752"/>
                  </a:lnTo>
                  <a:lnTo>
                    <a:pt x="2161789" y="2842752"/>
                  </a:lnTo>
                  <a:lnTo>
                    <a:pt x="2161789" y="2842752"/>
                  </a:lnTo>
                  <a:lnTo>
                    <a:pt x="2167262" y="2842752"/>
                  </a:lnTo>
                  <a:lnTo>
                    <a:pt x="2167262" y="2842752"/>
                  </a:lnTo>
                  <a:lnTo>
                    <a:pt x="2172735" y="2842752"/>
                  </a:lnTo>
                  <a:lnTo>
                    <a:pt x="2172735" y="2842752"/>
                  </a:lnTo>
                  <a:lnTo>
                    <a:pt x="2178208" y="2842752"/>
                  </a:lnTo>
                  <a:lnTo>
                    <a:pt x="2178208" y="2823480"/>
                  </a:lnTo>
                  <a:lnTo>
                    <a:pt x="2183681" y="2823480"/>
                  </a:lnTo>
                  <a:lnTo>
                    <a:pt x="2183681" y="2823480"/>
                  </a:lnTo>
                  <a:lnTo>
                    <a:pt x="2189154" y="2823480"/>
                  </a:lnTo>
                  <a:lnTo>
                    <a:pt x="2189154" y="2823480"/>
                  </a:lnTo>
                  <a:lnTo>
                    <a:pt x="2194627" y="2823480"/>
                  </a:lnTo>
                  <a:lnTo>
                    <a:pt x="2194627" y="2823480"/>
                  </a:lnTo>
                  <a:lnTo>
                    <a:pt x="2200099" y="2823480"/>
                  </a:lnTo>
                  <a:lnTo>
                    <a:pt x="2200099" y="2823480"/>
                  </a:lnTo>
                  <a:lnTo>
                    <a:pt x="2205572" y="2823480"/>
                  </a:lnTo>
                  <a:lnTo>
                    <a:pt x="2205572" y="2804192"/>
                  </a:lnTo>
                  <a:lnTo>
                    <a:pt x="2211045" y="2804192"/>
                  </a:lnTo>
                  <a:lnTo>
                    <a:pt x="2211045" y="2804192"/>
                  </a:lnTo>
                  <a:lnTo>
                    <a:pt x="2216518" y="2804192"/>
                  </a:lnTo>
                  <a:lnTo>
                    <a:pt x="2216518" y="2804192"/>
                  </a:lnTo>
                  <a:lnTo>
                    <a:pt x="2221991" y="2804192"/>
                  </a:lnTo>
                  <a:lnTo>
                    <a:pt x="2221991" y="2804192"/>
                  </a:lnTo>
                  <a:lnTo>
                    <a:pt x="2227464" y="2804192"/>
                  </a:lnTo>
                  <a:lnTo>
                    <a:pt x="2227464" y="2804192"/>
                  </a:lnTo>
                  <a:lnTo>
                    <a:pt x="2232937" y="2804192"/>
                  </a:lnTo>
                  <a:lnTo>
                    <a:pt x="2232937" y="2804192"/>
                  </a:lnTo>
                  <a:lnTo>
                    <a:pt x="2238410" y="2804192"/>
                  </a:lnTo>
                  <a:lnTo>
                    <a:pt x="2238410" y="2804192"/>
                  </a:lnTo>
                  <a:lnTo>
                    <a:pt x="2243883" y="2804192"/>
                  </a:lnTo>
                  <a:lnTo>
                    <a:pt x="2243883" y="2804192"/>
                  </a:lnTo>
                  <a:lnTo>
                    <a:pt x="2249355" y="2804192"/>
                  </a:lnTo>
                  <a:lnTo>
                    <a:pt x="2249355" y="2804192"/>
                  </a:lnTo>
                  <a:lnTo>
                    <a:pt x="2254828" y="2804192"/>
                  </a:lnTo>
                  <a:lnTo>
                    <a:pt x="2254828" y="2804192"/>
                  </a:lnTo>
                  <a:lnTo>
                    <a:pt x="2260301" y="2804192"/>
                  </a:lnTo>
                  <a:lnTo>
                    <a:pt x="2260301" y="2784888"/>
                  </a:lnTo>
                  <a:lnTo>
                    <a:pt x="2265774" y="2784888"/>
                  </a:lnTo>
                  <a:lnTo>
                    <a:pt x="2265774" y="2784888"/>
                  </a:lnTo>
                  <a:lnTo>
                    <a:pt x="2271247" y="2784888"/>
                  </a:lnTo>
                  <a:lnTo>
                    <a:pt x="2271247" y="2784888"/>
                  </a:lnTo>
                  <a:lnTo>
                    <a:pt x="2276720" y="2784888"/>
                  </a:lnTo>
                  <a:lnTo>
                    <a:pt x="2276720" y="2784888"/>
                  </a:lnTo>
                  <a:lnTo>
                    <a:pt x="2282193" y="2784888"/>
                  </a:lnTo>
                  <a:lnTo>
                    <a:pt x="2282193" y="2784888"/>
                  </a:lnTo>
                  <a:lnTo>
                    <a:pt x="2287666" y="2784888"/>
                  </a:lnTo>
                  <a:lnTo>
                    <a:pt x="2287666" y="2784888"/>
                  </a:lnTo>
                  <a:lnTo>
                    <a:pt x="2293138" y="2784888"/>
                  </a:lnTo>
                  <a:lnTo>
                    <a:pt x="2293138" y="2784888"/>
                  </a:lnTo>
                  <a:lnTo>
                    <a:pt x="2298611" y="2784888"/>
                  </a:lnTo>
                  <a:lnTo>
                    <a:pt x="2298611" y="2765583"/>
                  </a:lnTo>
                  <a:lnTo>
                    <a:pt x="2304084" y="2765583"/>
                  </a:lnTo>
                  <a:lnTo>
                    <a:pt x="2304084" y="2765583"/>
                  </a:lnTo>
                  <a:lnTo>
                    <a:pt x="2309557" y="2765583"/>
                  </a:lnTo>
                  <a:lnTo>
                    <a:pt x="2309557" y="2746279"/>
                  </a:lnTo>
                  <a:lnTo>
                    <a:pt x="2315030" y="2746279"/>
                  </a:lnTo>
                  <a:lnTo>
                    <a:pt x="2315030" y="2746279"/>
                  </a:lnTo>
                  <a:lnTo>
                    <a:pt x="2320503" y="2746279"/>
                  </a:lnTo>
                  <a:lnTo>
                    <a:pt x="2320503" y="2746279"/>
                  </a:lnTo>
                  <a:lnTo>
                    <a:pt x="2325976" y="2746279"/>
                  </a:lnTo>
                  <a:lnTo>
                    <a:pt x="2325976" y="2746279"/>
                  </a:lnTo>
                  <a:lnTo>
                    <a:pt x="2331449" y="2746279"/>
                  </a:lnTo>
                  <a:lnTo>
                    <a:pt x="2331449" y="2746279"/>
                  </a:lnTo>
                  <a:lnTo>
                    <a:pt x="2336922" y="2746279"/>
                  </a:lnTo>
                  <a:lnTo>
                    <a:pt x="2336922" y="2707636"/>
                  </a:lnTo>
                  <a:lnTo>
                    <a:pt x="2342394" y="2707636"/>
                  </a:lnTo>
                  <a:lnTo>
                    <a:pt x="2342394" y="2707636"/>
                  </a:lnTo>
                  <a:lnTo>
                    <a:pt x="2347867" y="2707636"/>
                  </a:lnTo>
                  <a:lnTo>
                    <a:pt x="2347867" y="2707636"/>
                  </a:lnTo>
                  <a:lnTo>
                    <a:pt x="2353340" y="2707636"/>
                  </a:lnTo>
                  <a:lnTo>
                    <a:pt x="2353340" y="2707636"/>
                  </a:lnTo>
                  <a:lnTo>
                    <a:pt x="2358813" y="2707636"/>
                  </a:lnTo>
                  <a:lnTo>
                    <a:pt x="2358813" y="2707636"/>
                  </a:lnTo>
                  <a:lnTo>
                    <a:pt x="2364286" y="2707636"/>
                  </a:lnTo>
                  <a:lnTo>
                    <a:pt x="2364286" y="2707636"/>
                  </a:lnTo>
                  <a:lnTo>
                    <a:pt x="2369759" y="2707636"/>
                  </a:lnTo>
                  <a:lnTo>
                    <a:pt x="2369759" y="2707636"/>
                  </a:lnTo>
                  <a:lnTo>
                    <a:pt x="2375232" y="2707636"/>
                  </a:lnTo>
                  <a:lnTo>
                    <a:pt x="2375232" y="2707636"/>
                  </a:lnTo>
                  <a:lnTo>
                    <a:pt x="2380705" y="2707636"/>
                  </a:lnTo>
                  <a:lnTo>
                    <a:pt x="2380705" y="2707636"/>
                  </a:lnTo>
                  <a:lnTo>
                    <a:pt x="2386178" y="2707636"/>
                  </a:lnTo>
                  <a:lnTo>
                    <a:pt x="2386178" y="2707636"/>
                  </a:lnTo>
                  <a:lnTo>
                    <a:pt x="2391650" y="2707636"/>
                  </a:lnTo>
                  <a:lnTo>
                    <a:pt x="2391650" y="2707636"/>
                  </a:lnTo>
                  <a:lnTo>
                    <a:pt x="2397123" y="2707636"/>
                  </a:lnTo>
                  <a:lnTo>
                    <a:pt x="2397123" y="2707636"/>
                  </a:lnTo>
                  <a:lnTo>
                    <a:pt x="2402596" y="2707636"/>
                  </a:lnTo>
                  <a:lnTo>
                    <a:pt x="2402596" y="2707636"/>
                  </a:lnTo>
                  <a:lnTo>
                    <a:pt x="2408069" y="2707636"/>
                  </a:lnTo>
                  <a:lnTo>
                    <a:pt x="2408069" y="2707636"/>
                  </a:lnTo>
                  <a:lnTo>
                    <a:pt x="2413542" y="2707636"/>
                  </a:lnTo>
                  <a:lnTo>
                    <a:pt x="2413542" y="2688298"/>
                  </a:lnTo>
                  <a:lnTo>
                    <a:pt x="2419015" y="2688298"/>
                  </a:lnTo>
                  <a:lnTo>
                    <a:pt x="2419015" y="2688298"/>
                  </a:lnTo>
                  <a:lnTo>
                    <a:pt x="2424488" y="2688298"/>
                  </a:lnTo>
                  <a:lnTo>
                    <a:pt x="2424488" y="2688298"/>
                  </a:lnTo>
                  <a:lnTo>
                    <a:pt x="2429961" y="2688298"/>
                  </a:lnTo>
                  <a:lnTo>
                    <a:pt x="2429961" y="2688298"/>
                  </a:lnTo>
                  <a:lnTo>
                    <a:pt x="2435434" y="2688298"/>
                  </a:lnTo>
                  <a:lnTo>
                    <a:pt x="2435434" y="2688298"/>
                  </a:lnTo>
                  <a:lnTo>
                    <a:pt x="2440906" y="2688298"/>
                  </a:lnTo>
                  <a:lnTo>
                    <a:pt x="2440906" y="2688298"/>
                  </a:lnTo>
                  <a:lnTo>
                    <a:pt x="2446379" y="2688298"/>
                  </a:lnTo>
                  <a:lnTo>
                    <a:pt x="2446379" y="2688298"/>
                  </a:lnTo>
                  <a:lnTo>
                    <a:pt x="2451852" y="2688298"/>
                  </a:lnTo>
                  <a:lnTo>
                    <a:pt x="2451852" y="2688298"/>
                  </a:lnTo>
                  <a:lnTo>
                    <a:pt x="2457325" y="2688298"/>
                  </a:lnTo>
                  <a:lnTo>
                    <a:pt x="2457325" y="2688298"/>
                  </a:lnTo>
                  <a:lnTo>
                    <a:pt x="2462798" y="2688298"/>
                  </a:lnTo>
                  <a:lnTo>
                    <a:pt x="2462798" y="2688298"/>
                  </a:lnTo>
                  <a:lnTo>
                    <a:pt x="2468271" y="2688298"/>
                  </a:lnTo>
                  <a:lnTo>
                    <a:pt x="2468271" y="2688298"/>
                  </a:lnTo>
                  <a:lnTo>
                    <a:pt x="2473744" y="2688298"/>
                  </a:lnTo>
                  <a:lnTo>
                    <a:pt x="2473744" y="2668891"/>
                  </a:lnTo>
                  <a:lnTo>
                    <a:pt x="2479217" y="2668891"/>
                  </a:lnTo>
                  <a:lnTo>
                    <a:pt x="2479217" y="2668891"/>
                  </a:lnTo>
                  <a:lnTo>
                    <a:pt x="2484689" y="2668891"/>
                  </a:lnTo>
                  <a:lnTo>
                    <a:pt x="2484689" y="2668891"/>
                  </a:lnTo>
                  <a:lnTo>
                    <a:pt x="2490162" y="2668891"/>
                  </a:lnTo>
                  <a:lnTo>
                    <a:pt x="2490162" y="2668891"/>
                  </a:lnTo>
                  <a:lnTo>
                    <a:pt x="2495635" y="2668891"/>
                  </a:lnTo>
                  <a:lnTo>
                    <a:pt x="2495635" y="2668891"/>
                  </a:lnTo>
                  <a:lnTo>
                    <a:pt x="2501108" y="2668891"/>
                  </a:lnTo>
                  <a:lnTo>
                    <a:pt x="2501108" y="2649449"/>
                  </a:lnTo>
                  <a:lnTo>
                    <a:pt x="2506581" y="2649449"/>
                  </a:lnTo>
                  <a:lnTo>
                    <a:pt x="2506581" y="2649449"/>
                  </a:lnTo>
                  <a:lnTo>
                    <a:pt x="2512054" y="2649449"/>
                  </a:lnTo>
                  <a:lnTo>
                    <a:pt x="2512054" y="2649449"/>
                  </a:lnTo>
                  <a:lnTo>
                    <a:pt x="2517527" y="2649449"/>
                  </a:lnTo>
                  <a:lnTo>
                    <a:pt x="2517527" y="2649449"/>
                  </a:lnTo>
                  <a:lnTo>
                    <a:pt x="2523000" y="2649449"/>
                  </a:lnTo>
                  <a:lnTo>
                    <a:pt x="2523000" y="2630008"/>
                  </a:lnTo>
                  <a:lnTo>
                    <a:pt x="2528473" y="2630008"/>
                  </a:lnTo>
                  <a:lnTo>
                    <a:pt x="2528473" y="2630008"/>
                  </a:lnTo>
                  <a:lnTo>
                    <a:pt x="2533945" y="2630008"/>
                  </a:lnTo>
                  <a:lnTo>
                    <a:pt x="2533945" y="2630008"/>
                  </a:lnTo>
                  <a:lnTo>
                    <a:pt x="2539418" y="2630008"/>
                  </a:lnTo>
                  <a:lnTo>
                    <a:pt x="2539418" y="2630008"/>
                  </a:lnTo>
                  <a:lnTo>
                    <a:pt x="2544891" y="2630008"/>
                  </a:lnTo>
                  <a:lnTo>
                    <a:pt x="2544891" y="2630008"/>
                  </a:lnTo>
                  <a:lnTo>
                    <a:pt x="2550364" y="2630008"/>
                  </a:lnTo>
                  <a:lnTo>
                    <a:pt x="2550364" y="2630008"/>
                  </a:lnTo>
                  <a:lnTo>
                    <a:pt x="2555837" y="2630008"/>
                  </a:lnTo>
                  <a:lnTo>
                    <a:pt x="2555837" y="2630008"/>
                  </a:lnTo>
                  <a:lnTo>
                    <a:pt x="2561310" y="2630008"/>
                  </a:lnTo>
                  <a:lnTo>
                    <a:pt x="2561310" y="2630008"/>
                  </a:lnTo>
                  <a:lnTo>
                    <a:pt x="2566783" y="2630008"/>
                  </a:lnTo>
                  <a:lnTo>
                    <a:pt x="2566783" y="2610566"/>
                  </a:lnTo>
                  <a:lnTo>
                    <a:pt x="2572256" y="2610566"/>
                  </a:lnTo>
                  <a:lnTo>
                    <a:pt x="2572256" y="2591106"/>
                  </a:lnTo>
                  <a:lnTo>
                    <a:pt x="2577729" y="2591106"/>
                  </a:lnTo>
                  <a:lnTo>
                    <a:pt x="2577729" y="2591106"/>
                  </a:lnTo>
                  <a:lnTo>
                    <a:pt x="2583201" y="2591106"/>
                  </a:lnTo>
                  <a:lnTo>
                    <a:pt x="2583201" y="2591106"/>
                  </a:lnTo>
                  <a:lnTo>
                    <a:pt x="2588674" y="2591106"/>
                  </a:lnTo>
                  <a:lnTo>
                    <a:pt x="2588674" y="2591106"/>
                  </a:lnTo>
                  <a:lnTo>
                    <a:pt x="2594147" y="2591106"/>
                  </a:lnTo>
                  <a:lnTo>
                    <a:pt x="2594147" y="2571647"/>
                  </a:lnTo>
                  <a:lnTo>
                    <a:pt x="2599620" y="2571647"/>
                  </a:lnTo>
                  <a:lnTo>
                    <a:pt x="2599620" y="2571647"/>
                  </a:lnTo>
                  <a:lnTo>
                    <a:pt x="2605093" y="2571647"/>
                  </a:lnTo>
                  <a:lnTo>
                    <a:pt x="2605093" y="2571647"/>
                  </a:lnTo>
                  <a:lnTo>
                    <a:pt x="2610566" y="2571647"/>
                  </a:lnTo>
                  <a:lnTo>
                    <a:pt x="2610566" y="2552187"/>
                  </a:lnTo>
                  <a:lnTo>
                    <a:pt x="2616039" y="2552187"/>
                  </a:lnTo>
                  <a:lnTo>
                    <a:pt x="2616039" y="2552187"/>
                  </a:lnTo>
                  <a:lnTo>
                    <a:pt x="2621512" y="2552187"/>
                  </a:lnTo>
                  <a:lnTo>
                    <a:pt x="2621512" y="2552187"/>
                  </a:lnTo>
                  <a:lnTo>
                    <a:pt x="2626985" y="2552187"/>
                  </a:lnTo>
                  <a:lnTo>
                    <a:pt x="2626985" y="2552187"/>
                  </a:lnTo>
                  <a:lnTo>
                    <a:pt x="2632457" y="2552187"/>
                  </a:lnTo>
                  <a:lnTo>
                    <a:pt x="2632457" y="2552187"/>
                  </a:lnTo>
                  <a:lnTo>
                    <a:pt x="2637930" y="2552187"/>
                  </a:lnTo>
                  <a:lnTo>
                    <a:pt x="2637930" y="2532727"/>
                  </a:lnTo>
                  <a:lnTo>
                    <a:pt x="2643403" y="2532727"/>
                  </a:lnTo>
                  <a:lnTo>
                    <a:pt x="2643403" y="2532727"/>
                  </a:lnTo>
                  <a:lnTo>
                    <a:pt x="2648876" y="2532727"/>
                  </a:lnTo>
                  <a:lnTo>
                    <a:pt x="2648876" y="2532727"/>
                  </a:lnTo>
                  <a:lnTo>
                    <a:pt x="2654349" y="2532727"/>
                  </a:lnTo>
                  <a:lnTo>
                    <a:pt x="2654349" y="2532727"/>
                  </a:lnTo>
                  <a:lnTo>
                    <a:pt x="2659822" y="2532727"/>
                  </a:lnTo>
                  <a:lnTo>
                    <a:pt x="2659822" y="2532727"/>
                  </a:lnTo>
                  <a:lnTo>
                    <a:pt x="2665295" y="2532727"/>
                  </a:lnTo>
                  <a:lnTo>
                    <a:pt x="2665295" y="2532727"/>
                  </a:lnTo>
                  <a:lnTo>
                    <a:pt x="2670768" y="2532727"/>
                  </a:lnTo>
                  <a:lnTo>
                    <a:pt x="2670768" y="2532727"/>
                  </a:lnTo>
                  <a:lnTo>
                    <a:pt x="2676240" y="2532727"/>
                  </a:lnTo>
                  <a:lnTo>
                    <a:pt x="2676240" y="2493662"/>
                  </a:lnTo>
                  <a:lnTo>
                    <a:pt x="2681713" y="2493662"/>
                  </a:lnTo>
                  <a:lnTo>
                    <a:pt x="2681713" y="2493662"/>
                  </a:lnTo>
                  <a:lnTo>
                    <a:pt x="2687186" y="2493662"/>
                  </a:lnTo>
                  <a:lnTo>
                    <a:pt x="2687186" y="2493662"/>
                  </a:lnTo>
                  <a:lnTo>
                    <a:pt x="2692659" y="2493662"/>
                  </a:lnTo>
                  <a:lnTo>
                    <a:pt x="2692659" y="2493662"/>
                  </a:lnTo>
                  <a:lnTo>
                    <a:pt x="2698132" y="2493662"/>
                  </a:lnTo>
                  <a:lnTo>
                    <a:pt x="2698132" y="2474111"/>
                  </a:lnTo>
                  <a:lnTo>
                    <a:pt x="2703605" y="2474111"/>
                  </a:lnTo>
                  <a:lnTo>
                    <a:pt x="2703605" y="2454560"/>
                  </a:lnTo>
                  <a:lnTo>
                    <a:pt x="2709078" y="2454560"/>
                  </a:lnTo>
                  <a:lnTo>
                    <a:pt x="2709078" y="2454560"/>
                  </a:lnTo>
                  <a:lnTo>
                    <a:pt x="2714551" y="2454560"/>
                  </a:lnTo>
                  <a:lnTo>
                    <a:pt x="2714551" y="2454560"/>
                  </a:lnTo>
                  <a:lnTo>
                    <a:pt x="2720024" y="2454560"/>
                  </a:lnTo>
                  <a:lnTo>
                    <a:pt x="2720024" y="2454560"/>
                  </a:lnTo>
                  <a:lnTo>
                    <a:pt x="2725496" y="2454560"/>
                  </a:lnTo>
                  <a:lnTo>
                    <a:pt x="2725496" y="2454560"/>
                  </a:lnTo>
                  <a:lnTo>
                    <a:pt x="2730969" y="2454560"/>
                  </a:lnTo>
                  <a:lnTo>
                    <a:pt x="2730969" y="2454560"/>
                  </a:lnTo>
                  <a:lnTo>
                    <a:pt x="2736442" y="2454560"/>
                  </a:lnTo>
                  <a:lnTo>
                    <a:pt x="2736442" y="2454560"/>
                  </a:lnTo>
                  <a:lnTo>
                    <a:pt x="2741915" y="2454560"/>
                  </a:lnTo>
                  <a:lnTo>
                    <a:pt x="2741915" y="2434991"/>
                  </a:lnTo>
                  <a:lnTo>
                    <a:pt x="2747388" y="2434991"/>
                  </a:lnTo>
                  <a:lnTo>
                    <a:pt x="2747388" y="2434991"/>
                  </a:lnTo>
                  <a:lnTo>
                    <a:pt x="2752861" y="2434991"/>
                  </a:lnTo>
                  <a:lnTo>
                    <a:pt x="2752861" y="2434991"/>
                  </a:lnTo>
                  <a:lnTo>
                    <a:pt x="2758334" y="2434991"/>
                  </a:lnTo>
                  <a:lnTo>
                    <a:pt x="2758334" y="2395852"/>
                  </a:lnTo>
                  <a:lnTo>
                    <a:pt x="2763807" y="2395852"/>
                  </a:lnTo>
                  <a:lnTo>
                    <a:pt x="2763807" y="2395852"/>
                  </a:lnTo>
                  <a:lnTo>
                    <a:pt x="2769280" y="2395852"/>
                  </a:lnTo>
                  <a:lnTo>
                    <a:pt x="2769280" y="2395852"/>
                  </a:lnTo>
                  <a:lnTo>
                    <a:pt x="2774752" y="2395852"/>
                  </a:lnTo>
                  <a:lnTo>
                    <a:pt x="2774752" y="2395852"/>
                  </a:lnTo>
                  <a:lnTo>
                    <a:pt x="2780225" y="2395852"/>
                  </a:lnTo>
                  <a:lnTo>
                    <a:pt x="2780225" y="2395852"/>
                  </a:lnTo>
                  <a:lnTo>
                    <a:pt x="2785698" y="2395852"/>
                  </a:lnTo>
                  <a:lnTo>
                    <a:pt x="2785698" y="2395852"/>
                  </a:lnTo>
                  <a:lnTo>
                    <a:pt x="2791171" y="2395852"/>
                  </a:lnTo>
                  <a:lnTo>
                    <a:pt x="2791171" y="2395852"/>
                  </a:lnTo>
                  <a:lnTo>
                    <a:pt x="2796644" y="2395852"/>
                  </a:lnTo>
                  <a:lnTo>
                    <a:pt x="2796644" y="2395852"/>
                  </a:lnTo>
                  <a:lnTo>
                    <a:pt x="2802117" y="2395852"/>
                  </a:lnTo>
                  <a:lnTo>
                    <a:pt x="2802117" y="2356675"/>
                  </a:lnTo>
                  <a:lnTo>
                    <a:pt x="2807590" y="2356675"/>
                  </a:lnTo>
                  <a:lnTo>
                    <a:pt x="2807590" y="2356675"/>
                  </a:lnTo>
                  <a:lnTo>
                    <a:pt x="2813063" y="2356675"/>
                  </a:lnTo>
                  <a:lnTo>
                    <a:pt x="2813063" y="2356675"/>
                  </a:lnTo>
                  <a:lnTo>
                    <a:pt x="2818535" y="2356675"/>
                  </a:lnTo>
                  <a:lnTo>
                    <a:pt x="2818535" y="2356675"/>
                  </a:lnTo>
                  <a:lnTo>
                    <a:pt x="2824008" y="2356675"/>
                  </a:lnTo>
                  <a:lnTo>
                    <a:pt x="2824008" y="2337068"/>
                  </a:lnTo>
                  <a:lnTo>
                    <a:pt x="2829481" y="2337068"/>
                  </a:lnTo>
                  <a:lnTo>
                    <a:pt x="2829481" y="2337068"/>
                  </a:lnTo>
                  <a:lnTo>
                    <a:pt x="2834954" y="2337068"/>
                  </a:lnTo>
                  <a:lnTo>
                    <a:pt x="2834954" y="2337068"/>
                  </a:lnTo>
                  <a:lnTo>
                    <a:pt x="2840427" y="2337068"/>
                  </a:lnTo>
                  <a:lnTo>
                    <a:pt x="2840427" y="2337068"/>
                  </a:lnTo>
                  <a:lnTo>
                    <a:pt x="2845900" y="2337068"/>
                  </a:lnTo>
                  <a:lnTo>
                    <a:pt x="2845900" y="2317460"/>
                  </a:lnTo>
                  <a:lnTo>
                    <a:pt x="2851373" y="2317460"/>
                  </a:lnTo>
                  <a:lnTo>
                    <a:pt x="2851373" y="2317460"/>
                  </a:lnTo>
                  <a:lnTo>
                    <a:pt x="2856846" y="2317460"/>
                  </a:lnTo>
                  <a:lnTo>
                    <a:pt x="2856846" y="2317460"/>
                  </a:lnTo>
                  <a:lnTo>
                    <a:pt x="2862319" y="2317460"/>
                  </a:lnTo>
                  <a:lnTo>
                    <a:pt x="2862319" y="2297833"/>
                  </a:lnTo>
                  <a:lnTo>
                    <a:pt x="2867791" y="2297833"/>
                  </a:lnTo>
                  <a:lnTo>
                    <a:pt x="2867791" y="2278207"/>
                  </a:lnTo>
                  <a:lnTo>
                    <a:pt x="2873264" y="2278207"/>
                  </a:lnTo>
                  <a:lnTo>
                    <a:pt x="2873264" y="2278207"/>
                  </a:lnTo>
                  <a:lnTo>
                    <a:pt x="2878737" y="2278207"/>
                  </a:lnTo>
                  <a:lnTo>
                    <a:pt x="2878737" y="2278207"/>
                  </a:lnTo>
                  <a:lnTo>
                    <a:pt x="2884210" y="2278207"/>
                  </a:lnTo>
                  <a:lnTo>
                    <a:pt x="2884210" y="2278207"/>
                  </a:lnTo>
                  <a:lnTo>
                    <a:pt x="2889683" y="2278207"/>
                  </a:lnTo>
                  <a:lnTo>
                    <a:pt x="2889683" y="2278207"/>
                  </a:lnTo>
                  <a:lnTo>
                    <a:pt x="2895156" y="2278207"/>
                  </a:lnTo>
                  <a:lnTo>
                    <a:pt x="2895156" y="2278207"/>
                  </a:lnTo>
                  <a:lnTo>
                    <a:pt x="2900629" y="2278207"/>
                  </a:lnTo>
                  <a:lnTo>
                    <a:pt x="2900629" y="2278207"/>
                  </a:lnTo>
                  <a:lnTo>
                    <a:pt x="2906102" y="2278207"/>
                  </a:lnTo>
                  <a:lnTo>
                    <a:pt x="2906102" y="2278207"/>
                  </a:lnTo>
                  <a:lnTo>
                    <a:pt x="2911575" y="2278207"/>
                  </a:lnTo>
                  <a:lnTo>
                    <a:pt x="2911575" y="2278207"/>
                  </a:lnTo>
                  <a:lnTo>
                    <a:pt x="2917047" y="2278207"/>
                  </a:lnTo>
                  <a:lnTo>
                    <a:pt x="2917047" y="2258502"/>
                  </a:lnTo>
                  <a:lnTo>
                    <a:pt x="2922520" y="2258502"/>
                  </a:lnTo>
                  <a:lnTo>
                    <a:pt x="2922520" y="2258502"/>
                  </a:lnTo>
                  <a:lnTo>
                    <a:pt x="2927993" y="2258502"/>
                  </a:lnTo>
                  <a:lnTo>
                    <a:pt x="2927993" y="2238797"/>
                  </a:lnTo>
                  <a:lnTo>
                    <a:pt x="2933466" y="2238797"/>
                  </a:lnTo>
                  <a:lnTo>
                    <a:pt x="2933466" y="2238797"/>
                  </a:lnTo>
                  <a:lnTo>
                    <a:pt x="2938939" y="2238797"/>
                  </a:lnTo>
                  <a:lnTo>
                    <a:pt x="2938939" y="2238797"/>
                  </a:lnTo>
                  <a:lnTo>
                    <a:pt x="2944412" y="2238797"/>
                  </a:lnTo>
                  <a:lnTo>
                    <a:pt x="2944412" y="2219092"/>
                  </a:lnTo>
                  <a:lnTo>
                    <a:pt x="2949885" y="2219092"/>
                  </a:lnTo>
                  <a:lnTo>
                    <a:pt x="2949885" y="2219092"/>
                  </a:lnTo>
                  <a:lnTo>
                    <a:pt x="2955358" y="2219092"/>
                  </a:lnTo>
                  <a:lnTo>
                    <a:pt x="2955358" y="2219092"/>
                  </a:lnTo>
                  <a:lnTo>
                    <a:pt x="2960831" y="2219092"/>
                  </a:lnTo>
                  <a:lnTo>
                    <a:pt x="2960831" y="2219092"/>
                  </a:lnTo>
                  <a:lnTo>
                    <a:pt x="2966303" y="2219092"/>
                  </a:lnTo>
                  <a:lnTo>
                    <a:pt x="2966303" y="2219092"/>
                  </a:lnTo>
                  <a:lnTo>
                    <a:pt x="2971776" y="2219092"/>
                  </a:lnTo>
                  <a:lnTo>
                    <a:pt x="2971776" y="2199368"/>
                  </a:lnTo>
                  <a:lnTo>
                    <a:pt x="2977249" y="2199368"/>
                  </a:lnTo>
                  <a:lnTo>
                    <a:pt x="2977249" y="2199368"/>
                  </a:lnTo>
                  <a:lnTo>
                    <a:pt x="2982722" y="2199368"/>
                  </a:lnTo>
                  <a:lnTo>
                    <a:pt x="2982722" y="2199368"/>
                  </a:lnTo>
                  <a:lnTo>
                    <a:pt x="2988195" y="2199368"/>
                  </a:lnTo>
                  <a:lnTo>
                    <a:pt x="2988195" y="2179623"/>
                  </a:lnTo>
                  <a:lnTo>
                    <a:pt x="2993668" y="2179623"/>
                  </a:lnTo>
                  <a:lnTo>
                    <a:pt x="2993668" y="2179623"/>
                  </a:lnTo>
                  <a:lnTo>
                    <a:pt x="2999141" y="2179623"/>
                  </a:lnTo>
                  <a:lnTo>
                    <a:pt x="2999141" y="2179623"/>
                  </a:lnTo>
                  <a:lnTo>
                    <a:pt x="3004614" y="2179623"/>
                  </a:lnTo>
                  <a:lnTo>
                    <a:pt x="3004614" y="2179623"/>
                  </a:lnTo>
                  <a:lnTo>
                    <a:pt x="3010086" y="2179623"/>
                  </a:lnTo>
                  <a:lnTo>
                    <a:pt x="3010086" y="2159858"/>
                  </a:lnTo>
                  <a:lnTo>
                    <a:pt x="3015559" y="2159858"/>
                  </a:lnTo>
                  <a:lnTo>
                    <a:pt x="3015559" y="2140094"/>
                  </a:lnTo>
                  <a:lnTo>
                    <a:pt x="3021032" y="2140094"/>
                  </a:lnTo>
                  <a:lnTo>
                    <a:pt x="3021032" y="2140094"/>
                  </a:lnTo>
                  <a:lnTo>
                    <a:pt x="3026505" y="2140094"/>
                  </a:lnTo>
                  <a:lnTo>
                    <a:pt x="3026505" y="2140094"/>
                  </a:lnTo>
                  <a:lnTo>
                    <a:pt x="3031978" y="2140094"/>
                  </a:lnTo>
                  <a:lnTo>
                    <a:pt x="3031978" y="2140094"/>
                  </a:lnTo>
                  <a:lnTo>
                    <a:pt x="3037451" y="2140094"/>
                  </a:lnTo>
                  <a:lnTo>
                    <a:pt x="3037451" y="2140094"/>
                  </a:lnTo>
                  <a:lnTo>
                    <a:pt x="3042924" y="2140094"/>
                  </a:lnTo>
                  <a:lnTo>
                    <a:pt x="3042924" y="2120308"/>
                  </a:lnTo>
                  <a:lnTo>
                    <a:pt x="3048397" y="2120308"/>
                  </a:lnTo>
                  <a:lnTo>
                    <a:pt x="3048397" y="2120308"/>
                  </a:lnTo>
                  <a:lnTo>
                    <a:pt x="3053870" y="2120308"/>
                  </a:lnTo>
                  <a:lnTo>
                    <a:pt x="3053870" y="2120308"/>
                  </a:lnTo>
                  <a:lnTo>
                    <a:pt x="3059342" y="2120308"/>
                  </a:lnTo>
                  <a:lnTo>
                    <a:pt x="3059342" y="2120308"/>
                  </a:lnTo>
                  <a:lnTo>
                    <a:pt x="3064815" y="2120308"/>
                  </a:lnTo>
                  <a:lnTo>
                    <a:pt x="3064815" y="2120308"/>
                  </a:lnTo>
                  <a:lnTo>
                    <a:pt x="3070288" y="2120308"/>
                  </a:lnTo>
                  <a:lnTo>
                    <a:pt x="3070288" y="2120308"/>
                  </a:lnTo>
                  <a:lnTo>
                    <a:pt x="3075761" y="2120308"/>
                  </a:lnTo>
                  <a:lnTo>
                    <a:pt x="3075761" y="2120308"/>
                  </a:lnTo>
                  <a:lnTo>
                    <a:pt x="3081234" y="2120308"/>
                  </a:lnTo>
                  <a:lnTo>
                    <a:pt x="3081234" y="2120308"/>
                  </a:lnTo>
                  <a:lnTo>
                    <a:pt x="3086707" y="2120308"/>
                  </a:lnTo>
                  <a:lnTo>
                    <a:pt x="3086707" y="2120308"/>
                  </a:lnTo>
                  <a:lnTo>
                    <a:pt x="3092180" y="2120308"/>
                  </a:lnTo>
                  <a:lnTo>
                    <a:pt x="3092180" y="2120308"/>
                  </a:lnTo>
                  <a:lnTo>
                    <a:pt x="3097653" y="2120308"/>
                  </a:lnTo>
                  <a:lnTo>
                    <a:pt x="3097653" y="2120308"/>
                  </a:lnTo>
                  <a:lnTo>
                    <a:pt x="3103126" y="2120308"/>
                  </a:lnTo>
                  <a:lnTo>
                    <a:pt x="3103126" y="2120308"/>
                  </a:lnTo>
                  <a:lnTo>
                    <a:pt x="3108598" y="2120308"/>
                  </a:lnTo>
                  <a:lnTo>
                    <a:pt x="3108598" y="2100483"/>
                  </a:lnTo>
                  <a:lnTo>
                    <a:pt x="3114071" y="2100483"/>
                  </a:lnTo>
                  <a:lnTo>
                    <a:pt x="3114071" y="2100483"/>
                  </a:lnTo>
                  <a:lnTo>
                    <a:pt x="3119544" y="2100483"/>
                  </a:lnTo>
                  <a:lnTo>
                    <a:pt x="3119544" y="2100483"/>
                  </a:lnTo>
                  <a:lnTo>
                    <a:pt x="3125017" y="2100483"/>
                  </a:lnTo>
                  <a:lnTo>
                    <a:pt x="3125017" y="2100483"/>
                  </a:lnTo>
                  <a:lnTo>
                    <a:pt x="3130490" y="2100483"/>
                  </a:lnTo>
                  <a:lnTo>
                    <a:pt x="3130490" y="2100483"/>
                  </a:lnTo>
                  <a:lnTo>
                    <a:pt x="3135963" y="2100483"/>
                  </a:lnTo>
                  <a:lnTo>
                    <a:pt x="3135963" y="2100483"/>
                  </a:lnTo>
                  <a:lnTo>
                    <a:pt x="3141436" y="2100483"/>
                  </a:lnTo>
                  <a:lnTo>
                    <a:pt x="3141436" y="2100483"/>
                  </a:lnTo>
                  <a:lnTo>
                    <a:pt x="3146909" y="2100483"/>
                  </a:lnTo>
                  <a:lnTo>
                    <a:pt x="3146909" y="2100483"/>
                  </a:lnTo>
                  <a:lnTo>
                    <a:pt x="3152382" y="2100483"/>
                  </a:lnTo>
                  <a:lnTo>
                    <a:pt x="3152382" y="2100483"/>
                  </a:lnTo>
                  <a:lnTo>
                    <a:pt x="3157854" y="2100483"/>
                  </a:lnTo>
                  <a:lnTo>
                    <a:pt x="3157854" y="2100483"/>
                  </a:lnTo>
                  <a:lnTo>
                    <a:pt x="3163327" y="2100483"/>
                  </a:lnTo>
                  <a:lnTo>
                    <a:pt x="3163327" y="2100483"/>
                  </a:lnTo>
                  <a:lnTo>
                    <a:pt x="3168800" y="2100483"/>
                  </a:lnTo>
                  <a:lnTo>
                    <a:pt x="3168800" y="2100483"/>
                  </a:lnTo>
                  <a:lnTo>
                    <a:pt x="3174273" y="2100483"/>
                  </a:lnTo>
                  <a:lnTo>
                    <a:pt x="3174273" y="2100483"/>
                  </a:lnTo>
                  <a:lnTo>
                    <a:pt x="3179746" y="2100483"/>
                  </a:lnTo>
                  <a:lnTo>
                    <a:pt x="3179746" y="2100483"/>
                  </a:lnTo>
                  <a:lnTo>
                    <a:pt x="3185219" y="2100483"/>
                  </a:lnTo>
                  <a:lnTo>
                    <a:pt x="3185219" y="2080615"/>
                  </a:lnTo>
                  <a:lnTo>
                    <a:pt x="3190692" y="2080615"/>
                  </a:lnTo>
                  <a:lnTo>
                    <a:pt x="3190692" y="2060727"/>
                  </a:lnTo>
                  <a:lnTo>
                    <a:pt x="3196165" y="2060727"/>
                  </a:lnTo>
                  <a:lnTo>
                    <a:pt x="3196165" y="2060727"/>
                  </a:lnTo>
                  <a:lnTo>
                    <a:pt x="3201637" y="2060727"/>
                  </a:lnTo>
                  <a:lnTo>
                    <a:pt x="3201637" y="2060727"/>
                  </a:lnTo>
                  <a:lnTo>
                    <a:pt x="3207110" y="2060727"/>
                  </a:lnTo>
                  <a:lnTo>
                    <a:pt x="3207110" y="2060727"/>
                  </a:lnTo>
                  <a:lnTo>
                    <a:pt x="3212583" y="2060727"/>
                  </a:lnTo>
                  <a:lnTo>
                    <a:pt x="3212583" y="2060727"/>
                  </a:lnTo>
                  <a:lnTo>
                    <a:pt x="3218056" y="2060727"/>
                  </a:lnTo>
                  <a:lnTo>
                    <a:pt x="3218056" y="2060727"/>
                  </a:lnTo>
                  <a:lnTo>
                    <a:pt x="3223529" y="2060727"/>
                  </a:lnTo>
                  <a:lnTo>
                    <a:pt x="3223529" y="2060727"/>
                  </a:lnTo>
                  <a:lnTo>
                    <a:pt x="3229002" y="2060727"/>
                  </a:lnTo>
                  <a:lnTo>
                    <a:pt x="3229002" y="2060727"/>
                  </a:lnTo>
                  <a:lnTo>
                    <a:pt x="3234475" y="2060727"/>
                  </a:lnTo>
                  <a:lnTo>
                    <a:pt x="3234475" y="2060727"/>
                  </a:lnTo>
                  <a:lnTo>
                    <a:pt x="3239948" y="2060727"/>
                  </a:lnTo>
                  <a:lnTo>
                    <a:pt x="3239948" y="2060727"/>
                  </a:lnTo>
                  <a:lnTo>
                    <a:pt x="3245421" y="2060727"/>
                  </a:lnTo>
                  <a:lnTo>
                    <a:pt x="3245421" y="2060727"/>
                  </a:lnTo>
                  <a:lnTo>
                    <a:pt x="3250893" y="2060727"/>
                  </a:lnTo>
                  <a:lnTo>
                    <a:pt x="3250893" y="2040648"/>
                  </a:lnTo>
                  <a:lnTo>
                    <a:pt x="3256366" y="2040648"/>
                  </a:lnTo>
                  <a:lnTo>
                    <a:pt x="3256366" y="2040648"/>
                  </a:lnTo>
                  <a:lnTo>
                    <a:pt x="3261839" y="2040648"/>
                  </a:lnTo>
                  <a:lnTo>
                    <a:pt x="3261839" y="2040648"/>
                  </a:lnTo>
                  <a:lnTo>
                    <a:pt x="3267312" y="2040648"/>
                  </a:lnTo>
                  <a:lnTo>
                    <a:pt x="3267312" y="2040648"/>
                  </a:lnTo>
                  <a:lnTo>
                    <a:pt x="3272785" y="2040648"/>
                  </a:lnTo>
                  <a:lnTo>
                    <a:pt x="3272785" y="2020461"/>
                  </a:lnTo>
                  <a:lnTo>
                    <a:pt x="3278258" y="2020461"/>
                  </a:lnTo>
                  <a:lnTo>
                    <a:pt x="3278258" y="2020461"/>
                  </a:lnTo>
                  <a:lnTo>
                    <a:pt x="3283731" y="2020461"/>
                  </a:lnTo>
                  <a:lnTo>
                    <a:pt x="3283731" y="2020461"/>
                  </a:lnTo>
                  <a:lnTo>
                    <a:pt x="3289204" y="2020461"/>
                  </a:lnTo>
                  <a:lnTo>
                    <a:pt x="3289204" y="2020461"/>
                  </a:lnTo>
                  <a:lnTo>
                    <a:pt x="3294677" y="2020461"/>
                  </a:lnTo>
                  <a:lnTo>
                    <a:pt x="3294677" y="2020461"/>
                  </a:lnTo>
                  <a:lnTo>
                    <a:pt x="3300149" y="2020461"/>
                  </a:lnTo>
                  <a:lnTo>
                    <a:pt x="3300149" y="2020461"/>
                  </a:lnTo>
                  <a:lnTo>
                    <a:pt x="3305622" y="2020461"/>
                  </a:lnTo>
                  <a:lnTo>
                    <a:pt x="3305622" y="2000230"/>
                  </a:lnTo>
                  <a:lnTo>
                    <a:pt x="3311095" y="2000230"/>
                  </a:lnTo>
                  <a:lnTo>
                    <a:pt x="3311095" y="2000230"/>
                  </a:lnTo>
                  <a:lnTo>
                    <a:pt x="3316568" y="2000230"/>
                  </a:lnTo>
                  <a:lnTo>
                    <a:pt x="3316568" y="2000230"/>
                  </a:lnTo>
                  <a:lnTo>
                    <a:pt x="3322041" y="2000230"/>
                  </a:lnTo>
                  <a:lnTo>
                    <a:pt x="3322041" y="1979955"/>
                  </a:lnTo>
                  <a:lnTo>
                    <a:pt x="3327514" y="1979955"/>
                  </a:lnTo>
                  <a:lnTo>
                    <a:pt x="3327514" y="1979955"/>
                  </a:lnTo>
                  <a:lnTo>
                    <a:pt x="3332987" y="1979955"/>
                  </a:lnTo>
                  <a:lnTo>
                    <a:pt x="3332987" y="1979955"/>
                  </a:lnTo>
                  <a:lnTo>
                    <a:pt x="3338460" y="1979955"/>
                  </a:lnTo>
                  <a:lnTo>
                    <a:pt x="3338460" y="1979955"/>
                  </a:lnTo>
                  <a:lnTo>
                    <a:pt x="3343932" y="1979955"/>
                  </a:lnTo>
                  <a:lnTo>
                    <a:pt x="3343932" y="1979955"/>
                  </a:lnTo>
                  <a:lnTo>
                    <a:pt x="3349405" y="1979955"/>
                  </a:lnTo>
                  <a:lnTo>
                    <a:pt x="3349405" y="1979955"/>
                  </a:lnTo>
                  <a:lnTo>
                    <a:pt x="3354878" y="1979955"/>
                  </a:lnTo>
                  <a:lnTo>
                    <a:pt x="3354878" y="1959590"/>
                  </a:lnTo>
                  <a:lnTo>
                    <a:pt x="3360351" y="1959590"/>
                  </a:lnTo>
                  <a:lnTo>
                    <a:pt x="3360351" y="1959590"/>
                  </a:lnTo>
                  <a:lnTo>
                    <a:pt x="3365824" y="1959590"/>
                  </a:lnTo>
                  <a:lnTo>
                    <a:pt x="3365824" y="1959590"/>
                  </a:lnTo>
                  <a:lnTo>
                    <a:pt x="3371297" y="1959590"/>
                  </a:lnTo>
                  <a:lnTo>
                    <a:pt x="3371297" y="1959590"/>
                  </a:lnTo>
                  <a:lnTo>
                    <a:pt x="3376770" y="1959590"/>
                  </a:lnTo>
                  <a:lnTo>
                    <a:pt x="3376770" y="1959590"/>
                  </a:lnTo>
                  <a:lnTo>
                    <a:pt x="3382243" y="1959590"/>
                  </a:lnTo>
                  <a:lnTo>
                    <a:pt x="3382243" y="1959590"/>
                  </a:lnTo>
                  <a:lnTo>
                    <a:pt x="3387716" y="1959590"/>
                  </a:lnTo>
                  <a:lnTo>
                    <a:pt x="3387716" y="1959590"/>
                  </a:lnTo>
                  <a:lnTo>
                    <a:pt x="3393188" y="1959590"/>
                  </a:lnTo>
                  <a:lnTo>
                    <a:pt x="3393188" y="1959590"/>
                  </a:lnTo>
                  <a:lnTo>
                    <a:pt x="3398661" y="1959590"/>
                  </a:lnTo>
                  <a:lnTo>
                    <a:pt x="3398661" y="1959590"/>
                  </a:lnTo>
                  <a:lnTo>
                    <a:pt x="3404134" y="1959590"/>
                  </a:lnTo>
                  <a:lnTo>
                    <a:pt x="3404134" y="1959590"/>
                  </a:lnTo>
                  <a:lnTo>
                    <a:pt x="3409607" y="1959590"/>
                  </a:lnTo>
                  <a:lnTo>
                    <a:pt x="3409607" y="1959590"/>
                  </a:lnTo>
                  <a:lnTo>
                    <a:pt x="3415080" y="1959590"/>
                  </a:lnTo>
                  <a:lnTo>
                    <a:pt x="3415080" y="1959590"/>
                  </a:lnTo>
                  <a:lnTo>
                    <a:pt x="3420553" y="1959590"/>
                  </a:lnTo>
                  <a:lnTo>
                    <a:pt x="3420553" y="1959590"/>
                  </a:lnTo>
                  <a:lnTo>
                    <a:pt x="3426026" y="1959590"/>
                  </a:lnTo>
                  <a:lnTo>
                    <a:pt x="3426026" y="1959590"/>
                  </a:lnTo>
                  <a:lnTo>
                    <a:pt x="3431499" y="1959590"/>
                  </a:lnTo>
                  <a:lnTo>
                    <a:pt x="3431499" y="1959590"/>
                  </a:lnTo>
                  <a:lnTo>
                    <a:pt x="3436972" y="1959590"/>
                  </a:lnTo>
                  <a:lnTo>
                    <a:pt x="3436972" y="1959590"/>
                  </a:lnTo>
                  <a:lnTo>
                    <a:pt x="3442444" y="1959590"/>
                  </a:lnTo>
                  <a:lnTo>
                    <a:pt x="3442444" y="1959590"/>
                  </a:lnTo>
                  <a:lnTo>
                    <a:pt x="3447917" y="1959590"/>
                  </a:lnTo>
                  <a:lnTo>
                    <a:pt x="3447917" y="1959590"/>
                  </a:lnTo>
                  <a:lnTo>
                    <a:pt x="3453390" y="1959590"/>
                  </a:lnTo>
                  <a:lnTo>
                    <a:pt x="3453390" y="1959590"/>
                  </a:lnTo>
                  <a:lnTo>
                    <a:pt x="3458863" y="1959590"/>
                  </a:lnTo>
                  <a:lnTo>
                    <a:pt x="3458863" y="1959590"/>
                  </a:lnTo>
                  <a:lnTo>
                    <a:pt x="3464336" y="1959590"/>
                  </a:lnTo>
                  <a:lnTo>
                    <a:pt x="3464336" y="1959590"/>
                  </a:lnTo>
                  <a:lnTo>
                    <a:pt x="3469809" y="1959590"/>
                  </a:lnTo>
                  <a:lnTo>
                    <a:pt x="3469809" y="1959590"/>
                  </a:lnTo>
                  <a:lnTo>
                    <a:pt x="3475282" y="1959590"/>
                  </a:lnTo>
                  <a:lnTo>
                    <a:pt x="3475282" y="1959590"/>
                  </a:lnTo>
                  <a:lnTo>
                    <a:pt x="3480755" y="1959590"/>
                  </a:lnTo>
                  <a:lnTo>
                    <a:pt x="3480755" y="1938994"/>
                  </a:lnTo>
                  <a:lnTo>
                    <a:pt x="3486228" y="1938994"/>
                  </a:lnTo>
                  <a:lnTo>
                    <a:pt x="3486228" y="1918375"/>
                  </a:lnTo>
                  <a:lnTo>
                    <a:pt x="3491700" y="1918375"/>
                  </a:lnTo>
                  <a:lnTo>
                    <a:pt x="3491700" y="1897732"/>
                  </a:lnTo>
                  <a:lnTo>
                    <a:pt x="3497173" y="1897732"/>
                  </a:lnTo>
                  <a:lnTo>
                    <a:pt x="3497173" y="1897732"/>
                  </a:lnTo>
                  <a:lnTo>
                    <a:pt x="3502646" y="1897732"/>
                  </a:lnTo>
                  <a:lnTo>
                    <a:pt x="3502646" y="1897732"/>
                  </a:lnTo>
                  <a:lnTo>
                    <a:pt x="3508119" y="1897732"/>
                  </a:lnTo>
                  <a:lnTo>
                    <a:pt x="3508119" y="1877090"/>
                  </a:lnTo>
                  <a:lnTo>
                    <a:pt x="3513592" y="1877090"/>
                  </a:lnTo>
                  <a:lnTo>
                    <a:pt x="3513592" y="1877090"/>
                  </a:lnTo>
                  <a:lnTo>
                    <a:pt x="3519065" y="1877090"/>
                  </a:lnTo>
                  <a:lnTo>
                    <a:pt x="3519065" y="1877090"/>
                  </a:lnTo>
                  <a:lnTo>
                    <a:pt x="3524538" y="1877090"/>
                  </a:lnTo>
                  <a:lnTo>
                    <a:pt x="3524538" y="1877090"/>
                  </a:lnTo>
                  <a:lnTo>
                    <a:pt x="3530011" y="1877090"/>
                  </a:lnTo>
                  <a:lnTo>
                    <a:pt x="3530011" y="1877090"/>
                  </a:lnTo>
                  <a:lnTo>
                    <a:pt x="3535483" y="1877090"/>
                  </a:lnTo>
                  <a:lnTo>
                    <a:pt x="3535483" y="1877090"/>
                  </a:lnTo>
                  <a:lnTo>
                    <a:pt x="3540956" y="1877090"/>
                  </a:lnTo>
                  <a:lnTo>
                    <a:pt x="3540956" y="1877090"/>
                  </a:lnTo>
                  <a:lnTo>
                    <a:pt x="3546429" y="1877090"/>
                  </a:lnTo>
                  <a:lnTo>
                    <a:pt x="3546429" y="1877090"/>
                  </a:lnTo>
                  <a:lnTo>
                    <a:pt x="3551902" y="1877090"/>
                  </a:lnTo>
                  <a:lnTo>
                    <a:pt x="3551902" y="1877090"/>
                  </a:lnTo>
                  <a:lnTo>
                    <a:pt x="3557375" y="1877090"/>
                  </a:lnTo>
                  <a:lnTo>
                    <a:pt x="3557375" y="1877090"/>
                  </a:lnTo>
                  <a:lnTo>
                    <a:pt x="3562848" y="1877090"/>
                  </a:lnTo>
                  <a:lnTo>
                    <a:pt x="3562848" y="1877090"/>
                  </a:lnTo>
                  <a:lnTo>
                    <a:pt x="3568321" y="1877090"/>
                  </a:lnTo>
                  <a:lnTo>
                    <a:pt x="3568321" y="1877090"/>
                  </a:lnTo>
                  <a:lnTo>
                    <a:pt x="3573794" y="1877090"/>
                  </a:lnTo>
                  <a:lnTo>
                    <a:pt x="3573794" y="1877090"/>
                  </a:lnTo>
                  <a:lnTo>
                    <a:pt x="3579267" y="1877090"/>
                  </a:lnTo>
                  <a:lnTo>
                    <a:pt x="3579267" y="1877090"/>
                  </a:lnTo>
                  <a:lnTo>
                    <a:pt x="3584739" y="1877090"/>
                  </a:lnTo>
                  <a:lnTo>
                    <a:pt x="3584739" y="1877090"/>
                  </a:lnTo>
                  <a:lnTo>
                    <a:pt x="3590212" y="1877090"/>
                  </a:lnTo>
                  <a:lnTo>
                    <a:pt x="3590212" y="1877090"/>
                  </a:lnTo>
                  <a:lnTo>
                    <a:pt x="3595685" y="1877090"/>
                  </a:lnTo>
                  <a:lnTo>
                    <a:pt x="3595685" y="1877090"/>
                  </a:lnTo>
                  <a:lnTo>
                    <a:pt x="3601158" y="1877090"/>
                  </a:lnTo>
                  <a:lnTo>
                    <a:pt x="3601158" y="1856130"/>
                  </a:lnTo>
                  <a:lnTo>
                    <a:pt x="3606631" y="1856130"/>
                  </a:lnTo>
                  <a:lnTo>
                    <a:pt x="3606631" y="1856130"/>
                  </a:lnTo>
                  <a:lnTo>
                    <a:pt x="3612104" y="1856130"/>
                  </a:lnTo>
                  <a:lnTo>
                    <a:pt x="3612104" y="1856130"/>
                  </a:lnTo>
                  <a:lnTo>
                    <a:pt x="3617577" y="1856130"/>
                  </a:lnTo>
                  <a:lnTo>
                    <a:pt x="3617577" y="1856130"/>
                  </a:lnTo>
                  <a:lnTo>
                    <a:pt x="3623050" y="1856130"/>
                  </a:lnTo>
                  <a:lnTo>
                    <a:pt x="3623050" y="1856130"/>
                  </a:lnTo>
                  <a:lnTo>
                    <a:pt x="3628523" y="1856130"/>
                  </a:lnTo>
                  <a:lnTo>
                    <a:pt x="3628523" y="1856130"/>
                  </a:lnTo>
                  <a:lnTo>
                    <a:pt x="3633995" y="1856130"/>
                  </a:lnTo>
                  <a:lnTo>
                    <a:pt x="3633995" y="1856130"/>
                  </a:lnTo>
                  <a:lnTo>
                    <a:pt x="3639468" y="1856130"/>
                  </a:lnTo>
                  <a:lnTo>
                    <a:pt x="3639468" y="1856130"/>
                  </a:lnTo>
                  <a:lnTo>
                    <a:pt x="3644941" y="1856130"/>
                  </a:lnTo>
                  <a:lnTo>
                    <a:pt x="3644941" y="1856130"/>
                  </a:lnTo>
                  <a:lnTo>
                    <a:pt x="3650414" y="1856130"/>
                  </a:lnTo>
                  <a:lnTo>
                    <a:pt x="3650414" y="1856130"/>
                  </a:lnTo>
                  <a:lnTo>
                    <a:pt x="3655887" y="1856130"/>
                  </a:lnTo>
                  <a:lnTo>
                    <a:pt x="3655887" y="1834995"/>
                  </a:lnTo>
                  <a:lnTo>
                    <a:pt x="3661360" y="1834995"/>
                  </a:lnTo>
                  <a:lnTo>
                    <a:pt x="3661360" y="1834995"/>
                  </a:lnTo>
                  <a:lnTo>
                    <a:pt x="3666833" y="1834995"/>
                  </a:lnTo>
                  <a:lnTo>
                    <a:pt x="3666833" y="1834995"/>
                  </a:lnTo>
                  <a:lnTo>
                    <a:pt x="3672306" y="1834995"/>
                  </a:lnTo>
                  <a:lnTo>
                    <a:pt x="3672306" y="1834995"/>
                  </a:lnTo>
                  <a:lnTo>
                    <a:pt x="3677779" y="1834995"/>
                  </a:lnTo>
                  <a:lnTo>
                    <a:pt x="3677779" y="1834995"/>
                  </a:lnTo>
                  <a:lnTo>
                    <a:pt x="3683251" y="1834995"/>
                  </a:lnTo>
                  <a:lnTo>
                    <a:pt x="3683251" y="1834995"/>
                  </a:lnTo>
                  <a:lnTo>
                    <a:pt x="3688724" y="1834995"/>
                  </a:lnTo>
                  <a:lnTo>
                    <a:pt x="3688724" y="1834995"/>
                  </a:lnTo>
                  <a:lnTo>
                    <a:pt x="3694197" y="1834995"/>
                  </a:lnTo>
                  <a:lnTo>
                    <a:pt x="3694197" y="1834995"/>
                  </a:lnTo>
                  <a:lnTo>
                    <a:pt x="3699670" y="1834995"/>
                  </a:lnTo>
                  <a:lnTo>
                    <a:pt x="3699670" y="1834995"/>
                  </a:lnTo>
                  <a:lnTo>
                    <a:pt x="3705143" y="1834995"/>
                  </a:lnTo>
                  <a:lnTo>
                    <a:pt x="3705143" y="1834995"/>
                  </a:lnTo>
                  <a:lnTo>
                    <a:pt x="3710616" y="1834995"/>
                  </a:lnTo>
                  <a:lnTo>
                    <a:pt x="3710616" y="1834995"/>
                  </a:lnTo>
                  <a:lnTo>
                    <a:pt x="3716089" y="1834995"/>
                  </a:lnTo>
                  <a:lnTo>
                    <a:pt x="3716089" y="1834995"/>
                  </a:lnTo>
                  <a:lnTo>
                    <a:pt x="3721562" y="1834995"/>
                  </a:lnTo>
                  <a:lnTo>
                    <a:pt x="3721562" y="1834995"/>
                  </a:lnTo>
                  <a:lnTo>
                    <a:pt x="3727034" y="1834995"/>
                  </a:lnTo>
                  <a:lnTo>
                    <a:pt x="3727034" y="1834995"/>
                  </a:lnTo>
                  <a:lnTo>
                    <a:pt x="3732507" y="1834995"/>
                  </a:lnTo>
                  <a:lnTo>
                    <a:pt x="3732507" y="1834995"/>
                  </a:lnTo>
                  <a:lnTo>
                    <a:pt x="3737980" y="1834995"/>
                  </a:lnTo>
                  <a:lnTo>
                    <a:pt x="3737980" y="1834995"/>
                  </a:lnTo>
                  <a:lnTo>
                    <a:pt x="3743453" y="1834995"/>
                  </a:lnTo>
                  <a:lnTo>
                    <a:pt x="3743453" y="1834995"/>
                  </a:lnTo>
                  <a:lnTo>
                    <a:pt x="3748926" y="1834995"/>
                  </a:lnTo>
                  <a:lnTo>
                    <a:pt x="3748926" y="1813732"/>
                  </a:lnTo>
                  <a:lnTo>
                    <a:pt x="3754399" y="1813732"/>
                  </a:lnTo>
                  <a:lnTo>
                    <a:pt x="3754399" y="1792416"/>
                  </a:lnTo>
                  <a:lnTo>
                    <a:pt x="3759872" y="1792416"/>
                  </a:lnTo>
                  <a:lnTo>
                    <a:pt x="3759872" y="1792416"/>
                  </a:lnTo>
                  <a:lnTo>
                    <a:pt x="3765345" y="1792416"/>
                  </a:lnTo>
                  <a:lnTo>
                    <a:pt x="3765345" y="1792416"/>
                  </a:lnTo>
                  <a:lnTo>
                    <a:pt x="3770818" y="1792416"/>
                  </a:lnTo>
                  <a:lnTo>
                    <a:pt x="3770818" y="1792416"/>
                  </a:lnTo>
                  <a:lnTo>
                    <a:pt x="3776290" y="1792416"/>
                  </a:lnTo>
                  <a:lnTo>
                    <a:pt x="3776290" y="1792416"/>
                  </a:lnTo>
                  <a:lnTo>
                    <a:pt x="3781763" y="1792416"/>
                  </a:lnTo>
                  <a:lnTo>
                    <a:pt x="3781763" y="1792416"/>
                  </a:lnTo>
                  <a:lnTo>
                    <a:pt x="3787236" y="1792416"/>
                  </a:lnTo>
                  <a:lnTo>
                    <a:pt x="3787236" y="1792416"/>
                  </a:lnTo>
                  <a:lnTo>
                    <a:pt x="3792709" y="1792416"/>
                  </a:lnTo>
                  <a:lnTo>
                    <a:pt x="3792709" y="1792416"/>
                  </a:lnTo>
                  <a:lnTo>
                    <a:pt x="3798182" y="1792416"/>
                  </a:lnTo>
                  <a:lnTo>
                    <a:pt x="3798182" y="1792416"/>
                  </a:lnTo>
                  <a:lnTo>
                    <a:pt x="3803655" y="1792416"/>
                  </a:lnTo>
                  <a:lnTo>
                    <a:pt x="3803655" y="1792416"/>
                  </a:lnTo>
                  <a:lnTo>
                    <a:pt x="3809128" y="1792416"/>
                  </a:lnTo>
                  <a:lnTo>
                    <a:pt x="3809128" y="1792416"/>
                  </a:lnTo>
                  <a:lnTo>
                    <a:pt x="3814601" y="1792416"/>
                  </a:lnTo>
                  <a:lnTo>
                    <a:pt x="3814601" y="1770968"/>
                  </a:lnTo>
                  <a:lnTo>
                    <a:pt x="3820074" y="1770968"/>
                  </a:lnTo>
                  <a:lnTo>
                    <a:pt x="3820074" y="1770968"/>
                  </a:lnTo>
                  <a:lnTo>
                    <a:pt x="3825546" y="1770968"/>
                  </a:lnTo>
                  <a:lnTo>
                    <a:pt x="3825546" y="1770968"/>
                  </a:lnTo>
                  <a:lnTo>
                    <a:pt x="3831019" y="1770968"/>
                  </a:lnTo>
                  <a:lnTo>
                    <a:pt x="3831019" y="1770968"/>
                  </a:lnTo>
                  <a:lnTo>
                    <a:pt x="3836492" y="1770968"/>
                  </a:lnTo>
                  <a:lnTo>
                    <a:pt x="3836492" y="1770968"/>
                  </a:lnTo>
                  <a:lnTo>
                    <a:pt x="3841965" y="1770968"/>
                  </a:lnTo>
                  <a:lnTo>
                    <a:pt x="3841965" y="1770968"/>
                  </a:lnTo>
                  <a:lnTo>
                    <a:pt x="3847438" y="1770968"/>
                  </a:lnTo>
                  <a:lnTo>
                    <a:pt x="3847438" y="1770968"/>
                  </a:lnTo>
                  <a:lnTo>
                    <a:pt x="3852911" y="1770968"/>
                  </a:lnTo>
                  <a:lnTo>
                    <a:pt x="3852911" y="1770968"/>
                  </a:lnTo>
                  <a:lnTo>
                    <a:pt x="3858384" y="1770968"/>
                  </a:lnTo>
                  <a:lnTo>
                    <a:pt x="3858384" y="1770968"/>
                  </a:lnTo>
                  <a:lnTo>
                    <a:pt x="3863857" y="1770968"/>
                  </a:lnTo>
                  <a:lnTo>
                    <a:pt x="3863857" y="1770968"/>
                  </a:lnTo>
                  <a:lnTo>
                    <a:pt x="3869329" y="1770968"/>
                  </a:lnTo>
                  <a:lnTo>
                    <a:pt x="3869329" y="1770968"/>
                  </a:lnTo>
                  <a:lnTo>
                    <a:pt x="3874802" y="1770968"/>
                  </a:lnTo>
                  <a:lnTo>
                    <a:pt x="3874802" y="1770968"/>
                  </a:lnTo>
                  <a:lnTo>
                    <a:pt x="3880275" y="1770968"/>
                  </a:lnTo>
                  <a:lnTo>
                    <a:pt x="3880275" y="1770968"/>
                  </a:lnTo>
                  <a:lnTo>
                    <a:pt x="3885748" y="1770968"/>
                  </a:lnTo>
                  <a:lnTo>
                    <a:pt x="3885748" y="1770968"/>
                  </a:lnTo>
                  <a:lnTo>
                    <a:pt x="3891221" y="1770968"/>
                  </a:lnTo>
                  <a:lnTo>
                    <a:pt x="3891221" y="1770968"/>
                  </a:lnTo>
                  <a:lnTo>
                    <a:pt x="3896694" y="1770968"/>
                  </a:lnTo>
                  <a:lnTo>
                    <a:pt x="3896694" y="1770968"/>
                  </a:lnTo>
                  <a:lnTo>
                    <a:pt x="3902167" y="1770968"/>
                  </a:lnTo>
                  <a:lnTo>
                    <a:pt x="3902167" y="1770968"/>
                  </a:lnTo>
                  <a:lnTo>
                    <a:pt x="3907640" y="1770968"/>
                  </a:lnTo>
                  <a:lnTo>
                    <a:pt x="3907640" y="1770968"/>
                  </a:lnTo>
                  <a:lnTo>
                    <a:pt x="3913113" y="1770968"/>
                  </a:lnTo>
                  <a:lnTo>
                    <a:pt x="3913113" y="1770968"/>
                  </a:lnTo>
                  <a:lnTo>
                    <a:pt x="3918585" y="1770968"/>
                  </a:lnTo>
                  <a:lnTo>
                    <a:pt x="3918585" y="1770968"/>
                  </a:lnTo>
                  <a:lnTo>
                    <a:pt x="3924058" y="1770968"/>
                  </a:lnTo>
                  <a:lnTo>
                    <a:pt x="3924058" y="1770968"/>
                  </a:lnTo>
                  <a:lnTo>
                    <a:pt x="3929531" y="1770968"/>
                  </a:lnTo>
                  <a:lnTo>
                    <a:pt x="3929531" y="1749166"/>
                  </a:lnTo>
                  <a:lnTo>
                    <a:pt x="3935004" y="1749166"/>
                  </a:lnTo>
                  <a:lnTo>
                    <a:pt x="3935004" y="1749166"/>
                  </a:lnTo>
                  <a:lnTo>
                    <a:pt x="3940477" y="1749166"/>
                  </a:lnTo>
                  <a:lnTo>
                    <a:pt x="3940477" y="1749166"/>
                  </a:lnTo>
                  <a:lnTo>
                    <a:pt x="3945950" y="1749166"/>
                  </a:lnTo>
                  <a:lnTo>
                    <a:pt x="3945950" y="1749166"/>
                  </a:lnTo>
                  <a:lnTo>
                    <a:pt x="3951423" y="1749166"/>
                  </a:lnTo>
                  <a:lnTo>
                    <a:pt x="3951423" y="1749166"/>
                  </a:lnTo>
                  <a:lnTo>
                    <a:pt x="3956896" y="1749166"/>
                  </a:lnTo>
                  <a:lnTo>
                    <a:pt x="3956896" y="1749166"/>
                  </a:lnTo>
                  <a:lnTo>
                    <a:pt x="3962369" y="1749166"/>
                  </a:lnTo>
                  <a:lnTo>
                    <a:pt x="3962369" y="1749166"/>
                  </a:lnTo>
                  <a:lnTo>
                    <a:pt x="3967841" y="1749166"/>
                  </a:lnTo>
                  <a:lnTo>
                    <a:pt x="3967841" y="1749166"/>
                  </a:lnTo>
                  <a:lnTo>
                    <a:pt x="3973314" y="1749166"/>
                  </a:lnTo>
                  <a:lnTo>
                    <a:pt x="3973314" y="1749166"/>
                  </a:lnTo>
                  <a:lnTo>
                    <a:pt x="3978787" y="1749166"/>
                  </a:lnTo>
                  <a:lnTo>
                    <a:pt x="3978787" y="1749166"/>
                  </a:lnTo>
                  <a:lnTo>
                    <a:pt x="3984260" y="1749166"/>
                  </a:lnTo>
                  <a:lnTo>
                    <a:pt x="3984260" y="1749166"/>
                  </a:lnTo>
                  <a:lnTo>
                    <a:pt x="3989733" y="1749166"/>
                  </a:lnTo>
                  <a:lnTo>
                    <a:pt x="3989733" y="1749166"/>
                  </a:lnTo>
                  <a:lnTo>
                    <a:pt x="3995206" y="1749166"/>
                  </a:lnTo>
                  <a:lnTo>
                    <a:pt x="3995206" y="1749166"/>
                  </a:lnTo>
                  <a:lnTo>
                    <a:pt x="4000679" y="1749166"/>
                  </a:lnTo>
                  <a:lnTo>
                    <a:pt x="4000679" y="1749166"/>
                  </a:lnTo>
                  <a:lnTo>
                    <a:pt x="4006152" y="1749166"/>
                  </a:lnTo>
                  <a:lnTo>
                    <a:pt x="4006152" y="1727308"/>
                  </a:lnTo>
                  <a:lnTo>
                    <a:pt x="4011625" y="1727308"/>
                  </a:lnTo>
                  <a:lnTo>
                    <a:pt x="4011625" y="1727308"/>
                  </a:lnTo>
                  <a:lnTo>
                    <a:pt x="4017097" y="1727308"/>
                  </a:lnTo>
                  <a:lnTo>
                    <a:pt x="4017097" y="1727308"/>
                  </a:lnTo>
                  <a:lnTo>
                    <a:pt x="4022570" y="1727308"/>
                  </a:lnTo>
                  <a:lnTo>
                    <a:pt x="4022570" y="1705393"/>
                  </a:lnTo>
                  <a:lnTo>
                    <a:pt x="4028043" y="1705393"/>
                  </a:lnTo>
                  <a:lnTo>
                    <a:pt x="4028043" y="1705393"/>
                  </a:lnTo>
                  <a:lnTo>
                    <a:pt x="4033516" y="1705393"/>
                  </a:lnTo>
                  <a:lnTo>
                    <a:pt x="4033516" y="1705393"/>
                  </a:lnTo>
                  <a:lnTo>
                    <a:pt x="4038989" y="1705393"/>
                  </a:lnTo>
                  <a:lnTo>
                    <a:pt x="4038989" y="1705393"/>
                  </a:lnTo>
                  <a:lnTo>
                    <a:pt x="4044462" y="1705393"/>
                  </a:lnTo>
                  <a:lnTo>
                    <a:pt x="4044462" y="1705393"/>
                  </a:lnTo>
                  <a:lnTo>
                    <a:pt x="4049935" y="1705393"/>
                  </a:lnTo>
                  <a:lnTo>
                    <a:pt x="4049935" y="1705393"/>
                  </a:lnTo>
                  <a:lnTo>
                    <a:pt x="4055408" y="1705393"/>
                  </a:lnTo>
                  <a:lnTo>
                    <a:pt x="4055408" y="1705393"/>
                  </a:lnTo>
                  <a:lnTo>
                    <a:pt x="4060880" y="1705393"/>
                  </a:lnTo>
                  <a:lnTo>
                    <a:pt x="4060880" y="1705393"/>
                  </a:lnTo>
                  <a:lnTo>
                    <a:pt x="4066353" y="1705393"/>
                  </a:lnTo>
                  <a:lnTo>
                    <a:pt x="4066353" y="1705393"/>
                  </a:lnTo>
                  <a:lnTo>
                    <a:pt x="4071826" y="1705393"/>
                  </a:lnTo>
                  <a:lnTo>
                    <a:pt x="4071826" y="1705393"/>
                  </a:lnTo>
                  <a:lnTo>
                    <a:pt x="4077299" y="1705393"/>
                  </a:lnTo>
                  <a:lnTo>
                    <a:pt x="4077299" y="1705393"/>
                  </a:lnTo>
                  <a:lnTo>
                    <a:pt x="4082772" y="1705393"/>
                  </a:lnTo>
                  <a:lnTo>
                    <a:pt x="4082772" y="1705393"/>
                  </a:lnTo>
                  <a:lnTo>
                    <a:pt x="4088245" y="1705393"/>
                  </a:lnTo>
                  <a:lnTo>
                    <a:pt x="4088245" y="1705393"/>
                  </a:lnTo>
                  <a:lnTo>
                    <a:pt x="4093718" y="1705393"/>
                  </a:lnTo>
                  <a:lnTo>
                    <a:pt x="4093718" y="1705393"/>
                  </a:lnTo>
                  <a:lnTo>
                    <a:pt x="4099191" y="1705393"/>
                  </a:lnTo>
                  <a:lnTo>
                    <a:pt x="4099191" y="1705393"/>
                  </a:lnTo>
                  <a:lnTo>
                    <a:pt x="4104664" y="1705393"/>
                  </a:lnTo>
                  <a:lnTo>
                    <a:pt x="4104664" y="1705393"/>
                  </a:lnTo>
                  <a:lnTo>
                    <a:pt x="4110136" y="1705393"/>
                  </a:lnTo>
                  <a:lnTo>
                    <a:pt x="4110136" y="1705393"/>
                  </a:lnTo>
                  <a:lnTo>
                    <a:pt x="4115609" y="1705393"/>
                  </a:lnTo>
                  <a:lnTo>
                    <a:pt x="4115609" y="1705393"/>
                  </a:lnTo>
                  <a:lnTo>
                    <a:pt x="4121082" y="1705393"/>
                  </a:lnTo>
                  <a:lnTo>
                    <a:pt x="4121082" y="1705393"/>
                  </a:lnTo>
                  <a:lnTo>
                    <a:pt x="4126555" y="1705393"/>
                  </a:lnTo>
                  <a:lnTo>
                    <a:pt x="4126555" y="1705393"/>
                  </a:lnTo>
                  <a:lnTo>
                    <a:pt x="4132028" y="1705393"/>
                  </a:lnTo>
                  <a:lnTo>
                    <a:pt x="4132028" y="1705393"/>
                  </a:lnTo>
                  <a:lnTo>
                    <a:pt x="4137501" y="1705393"/>
                  </a:lnTo>
                  <a:lnTo>
                    <a:pt x="4137501" y="1705393"/>
                  </a:lnTo>
                  <a:lnTo>
                    <a:pt x="4142974" y="1705393"/>
                  </a:lnTo>
                  <a:lnTo>
                    <a:pt x="4142974" y="1705393"/>
                  </a:lnTo>
                  <a:lnTo>
                    <a:pt x="4148447" y="1705393"/>
                  </a:lnTo>
                  <a:lnTo>
                    <a:pt x="4148447" y="1705393"/>
                  </a:lnTo>
                  <a:lnTo>
                    <a:pt x="4153920" y="1705393"/>
                  </a:lnTo>
                  <a:lnTo>
                    <a:pt x="4153920" y="1705393"/>
                  </a:lnTo>
                  <a:lnTo>
                    <a:pt x="4159392" y="1705393"/>
                  </a:lnTo>
                  <a:lnTo>
                    <a:pt x="4159392" y="1705393"/>
                  </a:lnTo>
                  <a:lnTo>
                    <a:pt x="4164865" y="1705393"/>
                  </a:lnTo>
                  <a:lnTo>
                    <a:pt x="4164865" y="1705393"/>
                  </a:lnTo>
                  <a:lnTo>
                    <a:pt x="4170338" y="1705393"/>
                  </a:lnTo>
                  <a:lnTo>
                    <a:pt x="4170338" y="1705393"/>
                  </a:lnTo>
                  <a:lnTo>
                    <a:pt x="4175811" y="1705393"/>
                  </a:lnTo>
                  <a:lnTo>
                    <a:pt x="4175811" y="1705393"/>
                  </a:lnTo>
                  <a:lnTo>
                    <a:pt x="4181284" y="1705393"/>
                  </a:lnTo>
                  <a:lnTo>
                    <a:pt x="4181284" y="1705393"/>
                  </a:lnTo>
                  <a:lnTo>
                    <a:pt x="4186757" y="1705393"/>
                  </a:lnTo>
                  <a:lnTo>
                    <a:pt x="4186757" y="1705393"/>
                  </a:lnTo>
                  <a:lnTo>
                    <a:pt x="4192230" y="1705393"/>
                  </a:lnTo>
                  <a:lnTo>
                    <a:pt x="4192230" y="1705393"/>
                  </a:lnTo>
                  <a:lnTo>
                    <a:pt x="4197703" y="1705393"/>
                  </a:lnTo>
                  <a:lnTo>
                    <a:pt x="4197703" y="1705393"/>
                  </a:lnTo>
                  <a:lnTo>
                    <a:pt x="4203176" y="1705393"/>
                  </a:lnTo>
                  <a:lnTo>
                    <a:pt x="4203176" y="1705393"/>
                  </a:lnTo>
                  <a:lnTo>
                    <a:pt x="4208648" y="1705393"/>
                  </a:lnTo>
                  <a:lnTo>
                    <a:pt x="4208648" y="1683036"/>
                  </a:lnTo>
                  <a:lnTo>
                    <a:pt x="4214121" y="1683036"/>
                  </a:lnTo>
                  <a:lnTo>
                    <a:pt x="4214121" y="1683036"/>
                  </a:lnTo>
                  <a:lnTo>
                    <a:pt x="4219594" y="1683036"/>
                  </a:lnTo>
                  <a:lnTo>
                    <a:pt x="4219594" y="1683036"/>
                  </a:lnTo>
                  <a:lnTo>
                    <a:pt x="4225067" y="1683036"/>
                  </a:lnTo>
                  <a:lnTo>
                    <a:pt x="4225067" y="1683036"/>
                  </a:lnTo>
                  <a:lnTo>
                    <a:pt x="4230540" y="1683036"/>
                  </a:lnTo>
                  <a:lnTo>
                    <a:pt x="4230540" y="1683036"/>
                  </a:lnTo>
                  <a:lnTo>
                    <a:pt x="4236013" y="1683036"/>
                  </a:lnTo>
                  <a:lnTo>
                    <a:pt x="4236013" y="1683036"/>
                  </a:lnTo>
                  <a:lnTo>
                    <a:pt x="4241486" y="1683036"/>
                  </a:lnTo>
                  <a:lnTo>
                    <a:pt x="4241486" y="1683036"/>
                  </a:lnTo>
                  <a:lnTo>
                    <a:pt x="4246959" y="1683036"/>
                  </a:lnTo>
                  <a:lnTo>
                    <a:pt x="4246959" y="1683036"/>
                  </a:lnTo>
                  <a:lnTo>
                    <a:pt x="4252431" y="1683036"/>
                  </a:lnTo>
                  <a:lnTo>
                    <a:pt x="4252431" y="1683036"/>
                  </a:lnTo>
                  <a:lnTo>
                    <a:pt x="4257904" y="1683036"/>
                  </a:lnTo>
                  <a:lnTo>
                    <a:pt x="4257904" y="1683036"/>
                  </a:lnTo>
                  <a:lnTo>
                    <a:pt x="4263377" y="1683036"/>
                  </a:lnTo>
                  <a:lnTo>
                    <a:pt x="4263377" y="1683036"/>
                  </a:lnTo>
                  <a:lnTo>
                    <a:pt x="4268850" y="1683036"/>
                  </a:lnTo>
                  <a:lnTo>
                    <a:pt x="4268850" y="1683036"/>
                  </a:lnTo>
                  <a:lnTo>
                    <a:pt x="4274323" y="1683036"/>
                  </a:lnTo>
                  <a:lnTo>
                    <a:pt x="4274323" y="1683036"/>
                  </a:lnTo>
                  <a:lnTo>
                    <a:pt x="4279796" y="1683036"/>
                  </a:lnTo>
                  <a:lnTo>
                    <a:pt x="4279796" y="1683036"/>
                  </a:lnTo>
                  <a:lnTo>
                    <a:pt x="4285269" y="1683036"/>
                  </a:lnTo>
                  <a:lnTo>
                    <a:pt x="4285269" y="1683036"/>
                  </a:lnTo>
                  <a:lnTo>
                    <a:pt x="4290742" y="1683036"/>
                  </a:lnTo>
                  <a:lnTo>
                    <a:pt x="4290742" y="1683036"/>
                  </a:lnTo>
                  <a:lnTo>
                    <a:pt x="4296215" y="1683036"/>
                  </a:lnTo>
                  <a:lnTo>
                    <a:pt x="4296215" y="1683036"/>
                  </a:lnTo>
                  <a:lnTo>
                    <a:pt x="4301687" y="1683036"/>
                  </a:lnTo>
                  <a:lnTo>
                    <a:pt x="4301687" y="1660462"/>
                  </a:lnTo>
                  <a:lnTo>
                    <a:pt x="4307160" y="1660462"/>
                  </a:lnTo>
                  <a:lnTo>
                    <a:pt x="4307160" y="1637888"/>
                  </a:lnTo>
                  <a:lnTo>
                    <a:pt x="4312633" y="1637888"/>
                  </a:lnTo>
                  <a:lnTo>
                    <a:pt x="4312633" y="1637888"/>
                  </a:lnTo>
                  <a:lnTo>
                    <a:pt x="4318106" y="1637888"/>
                  </a:lnTo>
                  <a:lnTo>
                    <a:pt x="4318106" y="1637888"/>
                  </a:lnTo>
                  <a:lnTo>
                    <a:pt x="4323579" y="1637888"/>
                  </a:lnTo>
                  <a:lnTo>
                    <a:pt x="4323579" y="1615315"/>
                  </a:lnTo>
                  <a:lnTo>
                    <a:pt x="4329052" y="1615315"/>
                  </a:lnTo>
                  <a:lnTo>
                    <a:pt x="4329052" y="1615315"/>
                  </a:lnTo>
                  <a:lnTo>
                    <a:pt x="4334525" y="1615315"/>
                  </a:lnTo>
                  <a:lnTo>
                    <a:pt x="4334525" y="1615315"/>
                  </a:lnTo>
                  <a:lnTo>
                    <a:pt x="4339998" y="1615315"/>
                  </a:lnTo>
                  <a:lnTo>
                    <a:pt x="4339998" y="1615315"/>
                  </a:lnTo>
                  <a:lnTo>
                    <a:pt x="4345471" y="1615315"/>
                  </a:lnTo>
                  <a:lnTo>
                    <a:pt x="4345471" y="1615315"/>
                  </a:lnTo>
                  <a:lnTo>
                    <a:pt x="4350943" y="1615315"/>
                  </a:lnTo>
                  <a:lnTo>
                    <a:pt x="4350943" y="1615315"/>
                  </a:lnTo>
                  <a:lnTo>
                    <a:pt x="4356416" y="1615315"/>
                  </a:lnTo>
                  <a:lnTo>
                    <a:pt x="4356416" y="1615315"/>
                  </a:lnTo>
                  <a:lnTo>
                    <a:pt x="4361889" y="1615315"/>
                  </a:lnTo>
                  <a:lnTo>
                    <a:pt x="4361889" y="1615315"/>
                  </a:lnTo>
                  <a:lnTo>
                    <a:pt x="4367362" y="1615315"/>
                  </a:lnTo>
                  <a:lnTo>
                    <a:pt x="4367362" y="1615315"/>
                  </a:lnTo>
                  <a:lnTo>
                    <a:pt x="4372835" y="1615315"/>
                  </a:lnTo>
                  <a:lnTo>
                    <a:pt x="4372835" y="1615315"/>
                  </a:lnTo>
                  <a:lnTo>
                    <a:pt x="4378308" y="1615315"/>
                  </a:lnTo>
                  <a:lnTo>
                    <a:pt x="4378308" y="1615315"/>
                  </a:lnTo>
                  <a:lnTo>
                    <a:pt x="4383781" y="1615315"/>
                  </a:lnTo>
                  <a:lnTo>
                    <a:pt x="4383781" y="1615315"/>
                  </a:lnTo>
                  <a:lnTo>
                    <a:pt x="4389254" y="1615315"/>
                  </a:lnTo>
                  <a:lnTo>
                    <a:pt x="4389254" y="1615315"/>
                  </a:lnTo>
                  <a:lnTo>
                    <a:pt x="4394726" y="1615315"/>
                  </a:lnTo>
                  <a:lnTo>
                    <a:pt x="4394726" y="1615315"/>
                  </a:lnTo>
                  <a:lnTo>
                    <a:pt x="4400199" y="1615315"/>
                  </a:lnTo>
                  <a:lnTo>
                    <a:pt x="4400199" y="1615315"/>
                  </a:lnTo>
                  <a:lnTo>
                    <a:pt x="4405672" y="1615315"/>
                  </a:lnTo>
                  <a:lnTo>
                    <a:pt x="4405672" y="1615315"/>
                  </a:lnTo>
                  <a:lnTo>
                    <a:pt x="4411145" y="1615315"/>
                  </a:lnTo>
                  <a:lnTo>
                    <a:pt x="4411145" y="1615315"/>
                  </a:lnTo>
                  <a:lnTo>
                    <a:pt x="4416618" y="1615315"/>
                  </a:lnTo>
                  <a:lnTo>
                    <a:pt x="4416618" y="1615315"/>
                  </a:lnTo>
                  <a:lnTo>
                    <a:pt x="4422091" y="1615315"/>
                  </a:lnTo>
                  <a:lnTo>
                    <a:pt x="4422091" y="1615315"/>
                  </a:lnTo>
                  <a:lnTo>
                    <a:pt x="4427564" y="1615315"/>
                  </a:lnTo>
                  <a:lnTo>
                    <a:pt x="4427564" y="1615315"/>
                  </a:lnTo>
                  <a:lnTo>
                    <a:pt x="4433037" y="1615315"/>
                  </a:lnTo>
                  <a:lnTo>
                    <a:pt x="4433037" y="1615315"/>
                  </a:lnTo>
                  <a:lnTo>
                    <a:pt x="4438510" y="1615315"/>
                  </a:lnTo>
                  <a:lnTo>
                    <a:pt x="4438510" y="1615315"/>
                  </a:lnTo>
                  <a:lnTo>
                    <a:pt x="4443982" y="1615315"/>
                  </a:lnTo>
                  <a:lnTo>
                    <a:pt x="4443982" y="1615315"/>
                  </a:lnTo>
                  <a:lnTo>
                    <a:pt x="4449455" y="1615315"/>
                  </a:lnTo>
                  <a:lnTo>
                    <a:pt x="4449455" y="1592218"/>
                  </a:lnTo>
                  <a:lnTo>
                    <a:pt x="4454928" y="1592218"/>
                  </a:lnTo>
                  <a:lnTo>
                    <a:pt x="4454928" y="1592218"/>
                  </a:lnTo>
                  <a:lnTo>
                    <a:pt x="4460401" y="1592218"/>
                  </a:lnTo>
                  <a:lnTo>
                    <a:pt x="4460401" y="1592218"/>
                  </a:lnTo>
                  <a:lnTo>
                    <a:pt x="4465874" y="1592218"/>
                  </a:lnTo>
                  <a:lnTo>
                    <a:pt x="4465874" y="1592218"/>
                  </a:lnTo>
                  <a:lnTo>
                    <a:pt x="4471347" y="1592218"/>
                  </a:lnTo>
                  <a:lnTo>
                    <a:pt x="4471347" y="1592218"/>
                  </a:lnTo>
                  <a:lnTo>
                    <a:pt x="4476820" y="1592218"/>
                  </a:lnTo>
                  <a:lnTo>
                    <a:pt x="4476820" y="1592218"/>
                  </a:lnTo>
                  <a:lnTo>
                    <a:pt x="4482293" y="1592218"/>
                  </a:lnTo>
                  <a:lnTo>
                    <a:pt x="4482293" y="1569053"/>
                  </a:lnTo>
                  <a:lnTo>
                    <a:pt x="4487766" y="1569053"/>
                  </a:lnTo>
                  <a:lnTo>
                    <a:pt x="4487766" y="1569053"/>
                  </a:lnTo>
                  <a:lnTo>
                    <a:pt x="4493238" y="1569053"/>
                  </a:lnTo>
                  <a:lnTo>
                    <a:pt x="4493238" y="1569053"/>
                  </a:lnTo>
                  <a:lnTo>
                    <a:pt x="4498711" y="1569053"/>
                  </a:lnTo>
                  <a:lnTo>
                    <a:pt x="4498711" y="1569053"/>
                  </a:lnTo>
                  <a:lnTo>
                    <a:pt x="4504184" y="1569053"/>
                  </a:lnTo>
                  <a:lnTo>
                    <a:pt x="4504184" y="1569053"/>
                  </a:lnTo>
                  <a:lnTo>
                    <a:pt x="4509657" y="1569053"/>
                  </a:lnTo>
                  <a:lnTo>
                    <a:pt x="4509657" y="1569053"/>
                  </a:lnTo>
                  <a:lnTo>
                    <a:pt x="4515130" y="1569053"/>
                  </a:lnTo>
                  <a:lnTo>
                    <a:pt x="4515130" y="1569053"/>
                  </a:lnTo>
                  <a:lnTo>
                    <a:pt x="4520603" y="1569053"/>
                  </a:lnTo>
                  <a:lnTo>
                    <a:pt x="4520603" y="1569053"/>
                  </a:lnTo>
                  <a:lnTo>
                    <a:pt x="4526076" y="1569053"/>
                  </a:lnTo>
                  <a:lnTo>
                    <a:pt x="4526076" y="1569053"/>
                  </a:lnTo>
                  <a:lnTo>
                    <a:pt x="4531549" y="1569053"/>
                  </a:lnTo>
                  <a:lnTo>
                    <a:pt x="4531549" y="1569053"/>
                  </a:lnTo>
                  <a:lnTo>
                    <a:pt x="4537022" y="1569053"/>
                  </a:lnTo>
                  <a:lnTo>
                    <a:pt x="4537022" y="1569053"/>
                  </a:lnTo>
                  <a:lnTo>
                    <a:pt x="4542494" y="1569053"/>
                  </a:lnTo>
                  <a:lnTo>
                    <a:pt x="4542494" y="1569053"/>
                  </a:lnTo>
                  <a:lnTo>
                    <a:pt x="4547967" y="1569053"/>
                  </a:lnTo>
                  <a:lnTo>
                    <a:pt x="4547967" y="1569053"/>
                  </a:lnTo>
                  <a:lnTo>
                    <a:pt x="4553440" y="1569053"/>
                  </a:lnTo>
                  <a:lnTo>
                    <a:pt x="4553440" y="1545750"/>
                  </a:lnTo>
                  <a:lnTo>
                    <a:pt x="4558913" y="1545750"/>
                  </a:lnTo>
                  <a:lnTo>
                    <a:pt x="4558913" y="1545750"/>
                  </a:lnTo>
                  <a:lnTo>
                    <a:pt x="4564386" y="1545750"/>
                  </a:lnTo>
                  <a:lnTo>
                    <a:pt x="4564386" y="1545750"/>
                  </a:lnTo>
                  <a:lnTo>
                    <a:pt x="4569859" y="1545750"/>
                  </a:lnTo>
                  <a:lnTo>
                    <a:pt x="4569859" y="1545750"/>
                  </a:lnTo>
                  <a:lnTo>
                    <a:pt x="4575332" y="1545750"/>
                  </a:lnTo>
                  <a:lnTo>
                    <a:pt x="4575332" y="1545750"/>
                  </a:lnTo>
                  <a:lnTo>
                    <a:pt x="4580805" y="1545750"/>
                  </a:lnTo>
                  <a:lnTo>
                    <a:pt x="4580805" y="1522412"/>
                  </a:lnTo>
                  <a:lnTo>
                    <a:pt x="4586277" y="1522412"/>
                  </a:lnTo>
                  <a:lnTo>
                    <a:pt x="4586277" y="1522412"/>
                  </a:lnTo>
                  <a:lnTo>
                    <a:pt x="4591750" y="1522412"/>
                  </a:lnTo>
                  <a:lnTo>
                    <a:pt x="4591750" y="1522412"/>
                  </a:lnTo>
                  <a:lnTo>
                    <a:pt x="4597223" y="1522412"/>
                  </a:lnTo>
                  <a:lnTo>
                    <a:pt x="4597223" y="1499073"/>
                  </a:lnTo>
                  <a:lnTo>
                    <a:pt x="4602696" y="1499073"/>
                  </a:lnTo>
                  <a:lnTo>
                    <a:pt x="4602696" y="1499073"/>
                  </a:lnTo>
                  <a:lnTo>
                    <a:pt x="4608169" y="1499073"/>
                  </a:lnTo>
                  <a:lnTo>
                    <a:pt x="4608169" y="1499073"/>
                  </a:lnTo>
                  <a:lnTo>
                    <a:pt x="4613642" y="1499073"/>
                  </a:lnTo>
                  <a:lnTo>
                    <a:pt x="4613642" y="1499073"/>
                  </a:lnTo>
                  <a:lnTo>
                    <a:pt x="4619115" y="1499073"/>
                  </a:lnTo>
                  <a:lnTo>
                    <a:pt x="4619115" y="1499073"/>
                  </a:lnTo>
                  <a:lnTo>
                    <a:pt x="4624588" y="1499073"/>
                  </a:lnTo>
                  <a:lnTo>
                    <a:pt x="4624588" y="1499073"/>
                  </a:lnTo>
                  <a:lnTo>
                    <a:pt x="4630061" y="1499073"/>
                  </a:lnTo>
                  <a:lnTo>
                    <a:pt x="4630061" y="1499073"/>
                  </a:lnTo>
                  <a:lnTo>
                    <a:pt x="4635533" y="1499073"/>
                  </a:lnTo>
                  <a:lnTo>
                    <a:pt x="4635533" y="1499073"/>
                  </a:lnTo>
                  <a:lnTo>
                    <a:pt x="4641006" y="1499073"/>
                  </a:lnTo>
                  <a:lnTo>
                    <a:pt x="4641006" y="1499073"/>
                  </a:lnTo>
                  <a:lnTo>
                    <a:pt x="4646479" y="1499073"/>
                  </a:lnTo>
                  <a:lnTo>
                    <a:pt x="4646479" y="1475482"/>
                  </a:lnTo>
                  <a:lnTo>
                    <a:pt x="4651952" y="1475482"/>
                  </a:lnTo>
                  <a:lnTo>
                    <a:pt x="4651952" y="1475482"/>
                  </a:lnTo>
                  <a:lnTo>
                    <a:pt x="4657425" y="1475482"/>
                  </a:lnTo>
                  <a:lnTo>
                    <a:pt x="4657425" y="1451890"/>
                  </a:lnTo>
                  <a:lnTo>
                    <a:pt x="4662898" y="1451890"/>
                  </a:lnTo>
                  <a:lnTo>
                    <a:pt x="4662898" y="1451890"/>
                  </a:lnTo>
                  <a:lnTo>
                    <a:pt x="4668371" y="1451890"/>
                  </a:lnTo>
                  <a:lnTo>
                    <a:pt x="4668371" y="1451890"/>
                  </a:lnTo>
                  <a:lnTo>
                    <a:pt x="4673844" y="1451890"/>
                  </a:lnTo>
                  <a:lnTo>
                    <a:pt x="4673844" y="1451890"/>
                  </a:lnTo>
                  <a:lnTo>
                    <a:pt x="4679317" y="1451890"/>
                  </a:lnTo>
                  <a:lnTo>
                    <a:pt x="4679317" y="1451890"/>
                  </a:lnTo>
                  <a:lnTo>
                    <a:pt x="4684789" y="1451890"/>
                  </a:lnTo>
                  <a:lnTo>
                    <a:pt x="4684789" y="1451890"/>
                  </a:lnTo>
                  <a:lnTo>
                    <a:pt x="4690262" y="1451890"/>
                  </a:lnTo>
                  <a:lnTo>
                    <a:pt x="4690262" y="1451890"/>
                  </a:lnTo>
                  <a:lnTo>
                    <a:pt x="4695735" y="1451890"/>
                  </a:lnTo>
                  <a:lnTo>
                    <a:pt x="4695735" y="1451890"/>
                  </a:lnTo>
                  <a:lnTo>
                    <a:pt x="4701208" y="1451890"/>
                  </a:lnTo>
                  <a:lnTo>
                    <a:pt x="4701208" y="1451890"/>
                  </a:lnTo>
                  <a:lnTo>
                    <a:pt x="4706681" y="1451890"/>
                  </a:lnTo>
                  <a:lnTo>
                    <a:pt x="4706681" y="1451890"/>
                  </a:lnTo>
                  <a:lnTo>
                    <a:pt x="4712154" y="1451890"/>
                  </a:lnTo>
                  <a:lnTo>
                    <a:pt x="4712154" y="1451890"/>
                  </a:lnTo>
                  <a:lnTo>
                    <a:pt x="4717627" y="1451890"/>
                  </a:lnTo>
                  <a:lnTo>
                    <a:pt x="4717627" y="1451890"/>
                  </a:lnTo>
                  <a:lnTo>
                    <a:pt x="4723100" y="1451890"/>
                  </a:lnTo>
                  <a:lnTo>
                    <a:pt x="4723100" y="1451890"/>
                  </a:lnTo>
                  <a:lnTo>
                    <a:pt x="4728573" y="1451890"/>
                  </a:lnTo>
                  <a:lnTo>
                    <a:pt x="4728573" y="1451890"/>
                  </a:lnTo>
                  <a:lnTo>
                    <a:pt x="4734045" y="1451890"/>
                  </a:lnTo>
                  <a:lnTo>
                    <a:pt x="4734045" y="1451890"/>
                  </a:lnTo>
                  <a:lnTo>
                    <a:pt x="4739518" y="1451890"/>
                  </a:lnTo>
                  <a:lnTo>
                    <a:pt x="4739518" y="1451890"/>
                  </a:lnTo>
                  <a:lnTo>
                    <a:pt x="4744991" y="1451890"/>
                  </a:lnTo>
                  <a:lnTo>
                    <a:pt x="4744991" y="1451890"/>
                  </a:lnTo>
                  <a:lnTo>
                    <a:pt x="4750464" y="1451890"/>
                  </a:lnTo>
                  <a:lnTo>
                    <a:pt x="4750464" y="1451890"/>
                  </a:lnTo>
                  <a:lnTo>
                    <a:pt x="4755937" y="1451890"/>
                  </a:lnTo>
                  <a:lnTo>
                    <a:pt x="4755937" y="1451890"/>
                  </a:lnTo>
                  <a:lnTo>
                    <a:pt x="4761410" y="1451890"/>
                  </a:lnTo>
                  <a:lnTo>
                    <a:pt x="4761410" y="1451890"/>
                  </a:lnTo>
                  <a:lnTo>
                    <a:pt x="4766883" y="1451890"/>
                  </a:lnTo>
                  <a:lnTo>
                    <a:pt x="4766883" y="1451890"/>
                  </a:lnTo>
                  <a:lnTo>
                    <a:pt x="4772356" y="1451890"/>
                  </a:lnTo>
                  <a:lnTo>
                    <a:pt x="4772356" y="1451890"/>
                  </a:lnTo>
                  <a:lnTo>
                    <a:pt x="4777828" y="1451890"/>
                  </a:lnTo>
                  <a:lnTo>
                    <a:pt x="4777828" y="1428150"/>
                  </a:lnTo>
                  <a:lnTo>
                    <a:pt x="4783301" y="1428150"/>
                  </a:lnTo>
                  <a:lnTo>
                    <a:pt x="4783301" y="1428150"/>
                  </a:lnTo>
                  <a:lnTo>
                    <a:pt x="4788774" y="1428150"/>
                  </a:lnTo>
                  <a:lnTo>
                    <a:pt x="4788774" y="1404372"/>
                  </a:lnTo>
                  <a:lnTo>
                    <a:pt x="4794247" y="1404372"/>
                  </a:lnTo>
                  <a:lnTo>
                    <a:pt x="4794247" y="1404372"/>
                  </a:lnTo>
                  <a:lnTo>
                    <a:pt x="4799720" y="1404372"/>
                  </a:lnTo>
                  <a:lnTo>
                    <a:pt x="4799720" y="1404372"/>
                  </a:lnTo>
                  <a:lnTo>
                    <a:pt x="4805193" y="1404372"/>
                  </a:lnTo>
                  <a:lnTo>
                    <a:pt x="4805193" y="1404372"/>
                  </a:lnTo>
                  <a:lnTo>
                    <a:pt x="4810666" y="1404372"/>
                  </a:lnTo>
                  <a:lnTo>
                    <a:pt x="4810666" y="1380594"/>
                  </a:lnTo>
                  <a:lnTo>
                    <a:pt x="4816139" y="1380594"/>
                  </a:lnTo>
                  <a:lnTo>
                    <a:pt x="4816139" y="1380594"/>
                  </a:lnTo>
                  <a:lnTo>
                    <a:pt x="4821612" y="1380594"/>
                  </a:lnTo>
                  <a:lnTo>
                    <a:pt x="4821612" y="1380594"/>
                  </a:lnTo>
                  <a:lnTo>
                    <a:pt x="4827084" y="1380594"/>
                  </a:lnTo>
                  <a:lnTo>
                    <a:pt x="4827084" y="1380594"/>
                  </a:lnTo>
                  <a:lnTo>
                    <a:pt x="4832557" y="1380594"/>
                  </a:lnTo>
                  <a:lnTo>
                    <a:pt x="4832557" y="1380594"/>
                  </a:lnTo>
                  <a:lnTo>
                    <a:pt x="4838030" y="1380594"/>
                  </a:lnTo>
                  <a:lnTo>
                    <a:pt x="4838030" y="1380594"/>
                  </a:lnTo>
                  <a:lnTo>
                    <a:pt x="4843503" y="1380594"/>
                  </a:lnTo>
                  <a:lnTo>
                    <a:pt x="4843503" y="1380594"/>
                  </a:lnTo>
                  <a:lnTo>
                    <a:pt x="4848976" y="1380594"/>
                  </a:lnTo>
                  <a:lnTo>
                    <a:pt x="4848976" y="1380594"/>
                  </a:lnTo>
                  <a:lnTo>
                    <a:pt x="4854449" y="1380594"/>
                  </a:lnTo>
                  <a:lnTo>
                    <a:pt x="4854449" y="1380594"/>
                  </a:lnTo>
                  <a:lnTo>
                    <a:pt x="4859922" y="1380594"/>
                  </a:lnTo>
                  <a:lnTo>
                    <a:pt x="4859922" y="1380594"/>
                  </a:lnTo>
                  <a:lnTo>
                    <a:pt x="4865395" y="1380594"/>
                  </a:lnTo>
                  <a:lnTo>
                    <a:pt x="4865395" y="1380594"/>
                  </a:lnTo>
                  <a:lnTo>
                    <a:pt x="4870868" y="1380594"/>
                  </a:lnTo>
                  <a:lnTo>
                    <a:pt x="4870868" y="1380594"/>
                  </a:lnTo>
                  <a:lnTo>
                    <a:pt x="4876340" y="1380594"/>
                  </a:lnTo>
                  <a:lnTo>
                    <a:pt x="4876340" y="1380594"/>
                  </a:lnTo>
                  <a:lnTo>
                    <a:pt x="4881813" y="1380594"/>
                  </a:lnTo>
                  <a:lnTo>
                    <a:pt x="4881813" y="1380594"/>
                  </a:lnTo>
                  <a:lnTo>
                    <a:pt x="4887286" y="1380594"/>
                  </a:lnTo>
                  <a:lnTo>
                    <a:pt x="4887286" y="1380594"/>
                  </a:lnTo>
                  <a:lnTo>
                    <a:pt x="4892759" y="1380594"/>
                  </a:lnTo>
                  <a:lnTo>
                    <a:pt x="4892759" y="1380594"/>
                  </a:lnTo>
                  <a:lnTo>
                    <a:pt x="4898232" y="1380594"/>
                  </a:lnTo>
                  <a:lnTo>
                    <a:pt x="4898232" y="1356701"/>
                  </a:lnTo>
                  <a:lnTo>
                    <a:pt x="4903705" y="1356701"/>
                  </a:lnTo>
                  <a:lnTo>
                    <a:pt x="4903705" y="1356701"/>
                  </a:lnTo>
                  <a:lnTo>
                    <a:pt x="4909178" y="1356701"/>
                  </a:lnTo>
                  <a:lnTo>
                    <a:pt x="4909178" y="1356701"/>
                  </a:lnTo>
                  <a:lnTo>
                    <a:pt x="4914651" y="1356701"/>
                  </a:lnTo>
                  <a:lnTo>
                    <a:pt x="4914651" y="1356701"/>
                  </a:lnTo>
                  <a:lnTo>
                    <a:pt x="4920123" y="1356701"/>
                  </a:lnTo>
                  <a:lnTo>
                    <a:pt x="4920123" y="1356701"/>
                  </a:lnTo>
                  <a:lnTo>
                    <a:pt x="4925596" y="1356701"/>
                  </a:lnTo>
                  <a:lnTo>
                    <a:pt x="4925596" y="1356701"/>
                  </a:lnTo>
                  <a:lnTo>
                    <a:pt x="4931069" y="1356701"/>
                  </a:lnTo>
                  <a:lnTo>
                    <a:pt x="4931069" y="1356701"/>
                  </a:lnTo>
                  <a:lnTo>
                    <a:pt x="4936542" y="1356701"/>
                  </a:lnTo>
                  <a:lnTo>
                    <a:pt x="4936542" y="1356701"/>
                  </a:lnTo>
                  <a:lnTo>
                    <a:pt x="4942015" y="1356701"/>
                  </a:lnTo>
                  <a:lnTo>
                    <a:pt x="4942015" y="1356701"/>
                  </a:lnTo>
                  <a:lnTo>
                    <a:pt x="4947488" y="1356701"/>
                  </a:lnTo>
                  <a:lnTo>
                    <a:pt x="4947488" y="1356701"/>
                  </a:lnTo>
                  <a:lnTo>
                    <a:pt x="4952961" y="1356701"/>
                  </a:lnTo>
                  <a:lnTo>
                    <a:pt x="4952961" y="1332455"/>
                  </a:lnTo>
                  <a:lnTo>
                    <a:pt x="4958434" y="1332455"/>
                  </a:lnTo>
                  <a:lnTo>
                    <a:pt x="4958434" y="1332455"/>
                  </a:lnTo>
                  <a:lnTo>
                    <a:pt x="4963907" y="1332455"/>
                  </a:lnTo>
                  <a:lnTo>
                    <a:pt x="4963907" y="1332455"/>
                  </a:lnTo>
                  <a:lnTo>
                    <a:pt x="4969379" y="1332455"/>
                  </a:lnTo>
                  <a:lnTo>
                    <a:pt x="4969379" y="1332455"/>
                  </a:lnTo>
                  <a:lnTo>
                    <a:pt x="4974852" y="1332455"/>
                  </a:lnTo>
                  <a:lnTo>
                    <a:pt x="4974852" y="1332455"/>
                  </a:lnTo>
                  <a:lnTo>
                    <a:pt x="4980325" y="1332455"/>
                  </a:lnTo>
                  <a:lnTo>
                    <a:pt x="4980325" y="1308087"/>
                  </a:lnTo>
                  <a:lnTo>
                    <a:pt x="4985798" y="1308087"/>
                  </a:lnTo>
                  <a:lnTo>
                    <a:pt x="4985798" y="1308087"/>
                  </a:lnTo>
                  <a:lnTo>
                    <a:pt x="4991271" y="1308087"/>
                  </a:lnTo>
                  <a:lnTo>
                    <a:pt x="4991271" y="1308087"/>
                  </a:lnTo>
                  <a:lnTo>
                    <a:pt x="4996744" y="1308087"/>
                  </a:lnTo>
                  <a:lnTo>
                    <a:pt x="4996744" y="1308087"/>
                  </a:lnTo>
                  <a:lnTo>
                    <a:pt x="5002217" y="1308087"/>
                  </a:lnTo>
                  <a:lnTo>
                    <a:pt x="5002217" y="1308087"/>
                  </a:lnTo>
                  <a:lnTo>
                    <a:pt x="5007690" y="1308087"/>
                  </a:lnTo>
                  <a:lnTo>
                    <a:pt x="5007690" y="1308087"/>
                  </a:lnTo>
                  <a:lnTo>
                    <a:pt x="5013163" y="1308087"/>
                  </a:lnTo>
                  <a:lnTo>
                    <a:pt x="5013163" y="1308087"/>
                  </a:lnTo>
                  <a:lnTo>
                    <a:pt x="5018635" y="1308087"/>
                  </a:lnTo>
                  <a:lnTo>
                    <a:pt x="5018635" y="1308087"/>
                  </a:lnTo>
                  <a:lnTo>
                    <a:pt x="5024108" y="1308087"/>
                  </a:lnTo>
                  <a:lnTo>
                    <a:pt x="5024108" y="1308087"/>
                  </a:lnTo>
                  <a:lnTo>
                    <a:pt x="5029581" y="1308087"/>
                  </a:lnTo>
                  <a:lnTo>
                    <a:pt x="5029581" y="1308087"/>
                  </a:lnTo>
                  <a:lnTo>
                    <a:pt x="5035054" y="1308087"/>
                  </a:lnTo>
                  <a:lnTo>
                    <a:pt x="5035054" y="1308087"/>
                  </a:lnTo>
                  <a:lnTo>
                    <a:pt x="5040527" y="1308087"/>
                  </a:lnTo>
                  <a:lnTo>
                    <a:pt x="5040527" y="1308087"/>
                  </a:lnTo>
                  <a:lnTo>
                    <a:pt x="5046000" y="1308087"/>
                  </a:lnTo>
                  <a:lnTo>
                    <a:pt x="5046000" y="1308087"/>
                  </a:lnTo>
                  <a:lnTo>
                    <a:pt x="5051473" y="1308087"/>
                  </a:lnTo>
                  <a:lnTo>
                    <a:pt x="5051473" y="1308087"/>
                  </a:lnTo>
                  <a:lnTo>
                    <a:pt x="5056946" y="1308087"/>
                  </a:lnTo>
                  <a:lnTo>
                    <a:pt x="5056946" y="1308087"/>
                  </a:lnTo>
                  <a:lnTo>
                    <a:pt x="5062419" y="1308087"/>
                  </a:lnTo>
                  <a:lnTo>
                    <a:pt x="5062419" y="1308087"/>
                  </a:lnTo>
                  <a:lnTo>
                    <a:pt x="5067891" y="1308087"/>
                  </a:lnTo>
                  <a:lnTo>
                    <a:pt x="5067891" y="1283304"/>
                  </a:lnTo>
                  <a:lnTo>
                    <a:pt x="5073364" y="1283304"/>
                  </a:lnTo>
                  <a:lnTo>
                    <a:pt x="5073364" y="1283304"/>
                  </a:lnTo>
                  <a:lnTo>
                    <a:pt x="5078837" y="1283304"/>
                  </a:lnTo>
                  <a:lnTo>
                    <a:pt x="5078837" y="1283304"/>
                  </a:lnTo>
                  <a:lnTo>
                    <a:pt x="5084310" y="1283304"/>
                  </a:lnTo>
                  <a:lnTo>
                    <a:pt x="5084310" y="1283304"/>
                  </a:lnTo>
                  <a:lnTo>
                    <a:pt x="5089783" y="1283304"/>
                  </a:lnTo>
                  <a:lnTo>
                    <a:pt x="5089783" y="1283304"/>
                  </a:lnTo>
                  <a:lnTo>
                    <a:pt x="5095256" y="1283304"/>
                  </a:lnTo>
                  <a:lnTo>
                    <a:pt x="5095256" y="1283304"/>
                  </a:lnTo>
                  <a:lnTo>
                    <a:pt x="5100729" y="1283304"/>
                  </a:lnTo>
                  <a:lnTo>
                    <a:pt x="5100729" y="1283304"/>
                  </a:lnTo>
                  <a:lnTo>
                    <a:pt x="5106202" y="1283304"/>
                  </a:lnTo>
                  <a:lnTo>
                    <a:pt x="5106202" y="1283304"/>
                  </a:lnTo>
                  <a:lnTo>
                    <a:pt x="5111674" y="1283304"/>
                  </a:lnTo>
                  <a:lnTo>
                    <a:pt x="5111674" y="1283304"/>
                  </a:lnTo>
                  <a:lnTo>
                    <a:pt x="5117147" y="1283304"/>
                  </a:lnTo>
                  <a:lnTo>
                    <a:pt x="5117147" y="1283304"/>
                  </a:lnTo>
                  <a:lnTo>
                    <a:pt x="5122620" y="1283304"/>
                  </a:lnTo>
                  <a:lnTo>
                    <a:pt x="5122620" y="1283304"/>
                  </a:lnTo>
                  <a:lnTo>
                    <a:pt x="5128093" y="1283304"/>
                  </a:lnTo>
                  <a:lnTo>
                    <a:pt x="5128093" y="1283304"/>
                  </a:lnTo>
                  <a:lnTo>
                    <a:pt x="5133566" y="1283304"/>
                  </a:lnTo>
                  <a:lnTo>
                    <a:pt x="5133566" y="1283304"/>
                  </a:lnTo>
                  <a:lnTo>
                    <a:pt x="5139039" y="1283304"/>
                  </a:lnTo>
                  <a:lnTo>
                    <a:pt x="5139039" y="1283304"/>
                  </a:lnTo>
                  <a:lnTo>
                    <a:pt x="5144512" y="1283304"/>
                  </a:lnTo>
                  <a:lnTo>
                    <a:pt x="5144512" y="1283304"/>
                  </a:lnTo>
                  <a:lnTo>
                    <a:pt x="5149985" y="1283304"/>
                  </a:lnTo>
                  <a:lnTo>
                    <a:pt x="5149985" y="1283304"/>
                  </a:lnTo>
                  <a:lnTo>
                    <a:pt x="5155458" y="1283304"/>
                  </a:lnTo>
                  <a:lnTo>
                    <a:pt x="5155458" y="1283304"/>
                  </a:lnTo>
                  <a:lnTo>
                    <a:pt x="5160930" y="1283304"/>
                  </a:lnTo>
                  <a:lnTo>
                    <a:pt x="5160930" y="1283304"/>
                  </a:lnTo>
                  <a:lnTo>
                    <a:pt x="5166403" y="1283304"/>
                  </a:lnTo>
                  <a:lnTo>
                    <a:pt x="5166403" y="1258306"/>
                  </a:lnTo>
                  <a:lnTo>
                    <a:pt x="5171876" y="1258306"/>
                  </a:lnTo>
                  <a:lnTo>
                    <a:pt x="5171876" y="1258306"/>
                  </a:lnTo>
                  <a:lnTo>
                    <a:pt x="5177349" y="1258306"/>
                  </a:lnTo>
                  <a:lnTo>
                    <a:pt x="5177349" y="1233264"/>
                  </a:lnTo>
                  <a:lnTo>
                    <a:pt x="5182822" y="1233264"/>
                  </a:lnTo>
                  <a:lnTo>
                    <a:pt x="5182822" y="1233264"/>
                  </a:lnTo>
                  <a:lnTo>
                    <a:pt x="5188295" y="1233264"/>
                  </a:lnTo>
                  <a:lnTo>
                    <a:pt x="5188295" y="1233264"/>
                  </a:lnTo>
                  <a:lnTo>
                    <a:pt x="5193768" y="1233264"/>
                  </a:lnTo>
                  <a:lnTo>
                    <a:pt x="5193768" y="1233264"/>
                  </a:lnTo>
                  <a:lnTo>
                    <a:pt x="5199241" y="1233264"/>
                  </a:lnTo>
                  <a:lnTo>
                    <a:pt x="5199241" y="1233264"/>
                  </a:lnTo>
                  <a:lnTo>
                    <a:pt x="5204714" y="1233264"/>
                  </a:lnTo>
                  <a:lnTo>
                    <a:pt x="5204714" y="1233264"/>
                  </a:lnTo>
                  <a:lnTo>
                    <a:pt x="5210186" y="1233264"/>
                  </a:lnTo>
                  <a:lnTo>
                    <a:pt x="5210186" y="1208223"/>
                  </a:lnTo>
                  <a:lnTo>
                    <a:pt x="5215659" y="1208223"/>
                  </a:lnTo>
                  <a:lnTo>
                    <a:pt x="5215659" y="1208223"/>
                  </a:lnTo>
                  <a:lnTo>
                    <a:pt x="5221132" y="1208223"/>
                  </a:lnTo>
                  <a:lnTo>
                    <a:pt x="5221132" y="1208223"/>
                  </a:lnTo>
                  <a:lnTo>
                    <a:pt x="5226605" y="1208223"/>
                  </a:lnTo>
                  <a:lnTo>
                    <a:pt x="5226605" y="1208223"/>
                  </a:lnTo>
                  <a:lnTo>
                    <a:pt x="5232078" y="1208223"/>
                  </a:lnTo>
                  <a:lnTo>
                    <a:pt x="5232078" y="1208223"/>
                  </a:lnTo>
                  <a:lnTo>
                    <a:pt x="5237551" y="1208223"/>
                  </a:lnTo>
                  <a:lnTo>
                    <a:pt x="5237551" y="1208223"/>
                  </a:lnTo>
                  <a:lnTo>
                    <a:pt x="5243024" y="1208223"/>
                  </a:lnTo>
                  <a:lnTo>
                    <a:pt x="5243024" y="1208223"/>
                  </a:lnTo>
                  <a:lnTo>
                    <a:pt x="5248497" y="1208223"/>
                  </a:lnTo>
                  <a:lnTo>
                    <a:pt x="5248497" y="1208223"/>
                  </a:lnTo>
                  <a:lnTo>
                    <a:pt x="5253970" y="1208223"/>
                  </a:lnTo>
                  <a:lnTo>
                    <a:pt x="5253970" y="1208223"/>
                  </a:lnTo>
                  <a:lnTo>
                    <a:pt x="5259442" y="1208223"/>
                  </a:lnTo>
                  <a:lnTo>
                    <a:pt x="5259442" y="1208223"/>
                  </a:lnTo>
                  <a:lnTo>
                    <a:pt x="5264915" y="1208223"/>
                  </a:lnTo>
                  <a:lnTo>
                    <a:pt x="5264915" y="1208223"/>
                  </a:lnTo>
                  <a:lnTo>
                    <a:pt x="5270388" y="1208223"/>
                  </a:lnTo>
                  <a:lnTo>
                    <a:pt x="5270388" y="1208223"/>
                  </a:lnTo>
                  <a:lnTo>
                    <a:pt x="5275861" y="1208223"/>
                  </a:lnTo>
                  <a:lnTo>
                    <a:pt x="5275861" y="1208223"/>
                  </a:lnTo>
                  <a:lnTo>
                    <a:pt x="5281334" y="1208223"/>
                  </a:lnTo>
                  <a:lnTo>
                    <a:pt x="5281334" y="1208223"/>
                  </a:lnTo>
                  <a:lnTo>
                    <a:pt x="5286807" y="1208223"/>
                  </a:lnTo>
                  <a:lnTo>
                    <a:pt x="5286807" y="1208223"/>
                  </a:lnTo>
                  <a:lnTo>
                    <a:pt x="5292280" y="1208223"/>
                  </a:lnTo>
                  <a:lnTo>
                    <a:pt x="5292280" y="1208223"/>
                  </a:lnTo>
                  <a:lnTo>
                    <a:pt x="5297753" y="1208223"/>
                  </a:lnTo>
                  <a:lnTo>
                    <a:pt x="5297753" y="1208223"/>
                  </a:lnTo>
                  <a:lnTo>
                    <a:pt x="5303225" y="1208223"/>
                  </a:lnTo>
                  <a:lnTo>
                    <a:pt x="5303225" y="1208223"/>
                  </a:lnTo>
                  <a:lnTo>
                    <a:pt x="5308698" y="1208223"/>
                  </a:lnTo>
                  <a:lnTo>
                    <a:pt x="5308698" y="1208223"/>
                  </a:lnTo>
                  <a:lnTo>
                    <a:pt x="5314171" y="1208223"/>
                  </a:lnTo>
                  <a:lnTo>
                    <a:pt x="5314171" y="1208223"/>
                  </a:lnTo>
                  <a:lnTo>
                    <a:pt x="5319644" y="1208223"/>
                  </a:lnTo>
                  <a:lnTo>
                    <a:pt x="5319644" y="1208223"/>
                  </a:lnTo>
                  <a:lnTo>
                    <a:pt x="5325117" y="1208223"/>
                  </a:lnTo>
                  <a:lnTo>
                    <a:pt x="5325117" y="1208223"/>
                  </a:lnTo>
                  <a:lnTo>
                    <a:pt x="5330590" y="1208223"/>
                  </a:lnTo>
                  <a:lnTo>
                    <a:pt x="5330590" y="1208223"/>
                  </a:lnTo>
                  <a:lnTo>
                    <a:pt x="5336063" y="1208223"/>
                  </a:lnTo>
                  <a:lnTo>
                    <a:pt x="5336063" y="1208223"/>
                  </a:lnTo>
                  <a:lnTo>
                    <a:pt x="5341536" y="1208223"/>
                  </a:lnTo>
                  <a:lnTo>
                    <a:pt x="5341536" y="1208223"/>
                  </a:lnTo>
                  <a:lnTo>
                    <a:pt x="5347009" y="1208223"/>
                  </a:lnTo>
                  <a:lnTo>
                    <a:pt x="5347009" y="1208223"/>
                  </a:lnTo>
                  <a:lnTo>
                    <a:pt x="5352481" y="1208223"/>
                  </a:lnTo>
                  <a:lnTo>
                    <a:pt x="5352481" y="1182820"/>
                  </a:lnTo>
                  <a:lnTo>
                    <a:pt x="5357954" y="1182820"/>
                  </a:lnTo>
                  <a:lnTo>
                    <a:pt x="5357954" y="1182820"/>
                  </a:lnTo>
                  <a:lnTo>
                    <a:pt x="5363427" y="1182820"/>
                  </a:lnTo>
                  <a:lnTo>
                    <a:pt x="5363427" y="1182820"/>
                  </a:lnTo>
                  <a:lnTo>
                    <a:pt x="5368900" y="1182820"/>
                  </a:lnTo>
                  <a:lnTo>
                    <a:pt x="5368900" y="1182820"/>
                  </a:lnTo>
                  <a:lnTo>
                    <a:pt x="5374373" y="1182820"/>
                  </a:lnTo>
                  <a:lnTo>
                    <a:pt x="5374373" y="1182820"/>
                  </a:lnTo>
                  <a:lnTo>
                    <a:pt x="5379846" y="1182820"/>
                  </a:lnTo>
                  <a:lnTo>
                    <a:pt x="5379846" y="1182820"/>
                  </a:lnTo>
                  <a:lnTo>
                    <a:pt x="5385319" y="1182820"/>
                  </a:lnTo>
                  <a:lnTo>
                    <a:pt x="5385319" y="1182820"/>
                  </a:lnTo>
                  <a:lnTo>
                    <a:pt x="5390792" y="1182820"/>
                  </a:lnTo>
                  <a:lnTo>
                    <a:pt x="5390792" y="1132014"/>
                  </a:lnTo>
                  <a:lnTo>
                    <a:pt x="5396265" y="1132014"/>
                  </a:lnTo>
                  <a:lnTo>
                    <a:pt x="5396265" y="1132014"/>
                  </a:lnTo>
                  <a:lnTo>
                    <a:pt x="5401737" y="1132014"/>
                  </a:lnTo>
                  <a:lnTo>
                    <a:pt x="5401737" y="1132014"/>
                  </a:lnTo>
                  <a:lnTo>
                    <a:pt x="5407210" y="1132014"/>
                  </a:lnTo>
                  <a:lnTo>
                    <a:pt x="5407210" y="1132014"/>
                  </a:lnTo>
                  <a:lnTo>
                    <a:pt x="5412683" y="1132014"/>
                  </a:lnTo>
                  <a:lnTo>
                    <a:pt x="5412683" y="1106565"/>
                  </a:lnTo>
                  <a:lnTo>
                    <a:pt x="5418156" y="1106565"/>
                  </a:lnTo>
                  <a:lnTo>
                    <a:pt x="5418156" y="1106565"/>
                  </a:lnTo>
                  <a:lnTo>
                    <a:pt x="5423629" y="1106565"/>
                  </a:lnTo>
                  <a:lnTo>
                    <a:pt x="5423629" y="1106565"/>
                  </a:lnTo>
                  <a:lnTo>
                    <a:pt x="5429102" y="1106565"/>
                  </a:lnTo>
                  <a:lnTo>
                    <a:pt x="5429102" y="1106565"/>
                  </a:lnTo>
                  <a:lnTo>
                    <a:pt x="5434575" y="1106565"/>
                  </a:lnTo>
                  <a:lnTo>
                    <a:pt x="5434575" y="1106565"/>
                  </a:lnTo>
                  <a:lnTo>
                    <a:pt x="5440048" y="1106565"/>
                  </a:lnTo>
                  <a:lnTo>
                    <a:pt x="5440048" y="1106565"/>
                  </a:lnTo>
                  <a:lnTo>
                    <a:pt x="5445520" y="1106565"/>
                  </a:lnTo>
                  <a:lnTo>
                    <a:pt x="5445520" y="1106565"/>
                  </a:lnTo>
                  <a:lnTo>
                    <a:pt x="5450993" y="1106565"/>
                  </a:lnTo>
                  <a:lnTo>
                    <a:pt x="5450993" y="1106565"/>
                  </a:lnTo>
                  <a:lnTo>
                    <a:pt x="5456466" y="1106565"/>
                  </a:lnTo>
                  <a:lnTo>
                    <a:pt x="5456466" y="1106565"/>
                  </a:lnTo>
                  <a:lnTo>
                    <a:pt x="5461939" y="1106565"/>
                  </a:lnTo>
                  <a:lnTo>
                    <a:pt x="5461939" y="1106565"/>
                  </a:lnTo>
                  <a:lnTo>
                    <a:pt x="5467412" y="1106565"/>
                  </a:lnTo>
                  <a:lnTo>
                    <a:pt x="5467412" y="1106565"/>
                  </a:lnTo>
                  <a:lnTo>
                    <a:pt x="5472885" y="1106565"/>
                  </a:lnTo>
                  <a:lnTo>
                    <a:pt x="5472885" y="1106565"/>
                  </a:lnTo>
                  <a:lnTo>
                    <a:pt x="5478358" y="1106565"/>
                  </a:lnTo>
                  <a:lnTo>
                    <a:pt x="5478358" y="1106565"/>
                  </a:lnTo>
                  <a:lnTo>
                    <a:pt x="5483831" y="1106565"/>
                  </a:lnTo>
                  <a:lnTo>
                    <a:pt x="5483831" y="1106565"/>
                  </a:lnTo>
                  <a:lnTo>
                    <a:pt x="5489304" y="1106565"/>
                  </a:lnTo>
                  <a:lnTo>
                    <a:pt x="5489304" y="1106565"/>
                  </a:lnTo>
                  <a:lnTo>
                    <a:pt x="5494776" y="1106565"/>
                  </a:lnTo>
                  <a:lnTo>
                    <a:pt x="5494776" y="1106565"/>
                  </a:lnTo>
                  <a:lnTo>
                    <a:pt x="5500249" y="1106565"/>
                  </a:lnTo>
                  <a:lnTo>
                    <a:pt x="5500249" y="1106565"/>
                  </a:lnTo>
                  <a:lnTo>
                    <a:pt x="5505722" y="1106565"/>
                  </a:lnTo>
                  <a:lnTo>
                    <a:pt x="5505722" y="1106565"/>
                  </a:lnTo>
                  <a:lnTo>
                    <a:pt x="5511195" y="1106565"/>
                  </a:lnTo>
                  <a:lnTo>
                    <a:pt x="5511195" y="1106565"/>
                  </a:lnTo>
                  <a:lnTo>
                    <a:pt x="5516668" y="1106565"/>
                  </a:lnTo>
                  <a:lnTo>
                    <a:pt x="5516668" y="1106565"/>
                  </a:lnTo>
                  <a:lnTo>
                    <a:pt x="5522141" y="1106565"/>
                  </a:lnTo>
                  <a:lnTo>
                    <a:pt x="5522141" y="1106565"/>
                  </a:lnTo>
                  <a:lnTo>
                    <a:pt x="5527614" y="1106565"/>
                  </a:lnTo>
                  <a:lnTo>
                    <a:pt x="5527614" y="1106565"/>
                  </a:lnTo>
                  <a:lnTo>
                    <a:pt x="5533087" y="1106565"/>
                  </a:lnTo>
                  <a:lnTo>
                    <a:pt x="5533087" y="1106565"/>
                  </a:lnTo>
                  <a:lnTo>
                    <a:pt x="5538560" y="1106565"/>
                  </a:lnTo>
                  <a:lnTo>
                    <a:pt x="5538560" y="1106565"/>
                  </a:lnTo>
                  <a:lnTo>
                    <a:pt x="5544032" y="1106565"/>
                  </a:lnTo>
                  <a:lnTo>
                    <a:pt x="5544032" y="1106565"/>
                  </a:lnTo>
                  <a:lnTo>
                    <a:pt x="5549505" y="1106565"/>
                  </a:lnTo>
                  <a:lnTo>
                    <a:pt x="5549505" y="1106565"/>
                  </a:lnTo>
                  <a:lnTo>
                    <a:pt x="5554978" y="1106565"/>
                  </a:lnTo>
                  <a:lnTo>
                    <a:pt x="5554978" y="1106565"/>
                  </a:lnTo>
                  <a:lnTo>
                    <a:pt x="5560451" y="1106565"/>
                  </a:lnTo>
                  <a:lnTo>
                    <a:pt x="5560451" y="1106565"/>
                  </a:lnTo>
                  <a:lnTo>
                    <a:pt x="5565924" y="1106565"/>
                  </a:lnTo>
                  <a:lnTo>
                    <a:pt x="5565924" y="1106565"/>
                  </a:lnTo>
                  <a:lnTo>
                    <a:pt x="5571397" y="1106565"/>
                  </a:lnTo>
                  <a:lnTo>
                    <a:pt x="5571397" y="1106565"/>
                  </a:lnTo>
                  <a:lnTo>
                    <a:pt x="5576870" y="1106565"/>
                  </a:lnTo>
                  <a:lnTo>
                    <a:pt x="5576870" y="1106565"/>
                  </a:lnTo>
                  <a:lnTo>
                    <a:pt x="5582343" y="1106565"/>
                  </a:lnTo>
                  <a:lnTo>
                    <a:pt x="5582343" y="1106565"/>
                  </a:lnTo>
                  <a:lnTo>
                    <a:pt x="5587816" y="1106565"/>
                  </a:lnTo>
                  <a:lnTo>
                    <a:pt x="5587816" y="1106565"/>
                  </a:lnTo>
                  <a:lnTo>
                    <a:pt x="5593288" y="1106565"/>
                  </a:lnTo>
                  <a:lnTo>
                    <a:pt x="5593288" y="1080825"/>
                  </a:lnTo>
                  <a:lnTo>
                    <a:pt x="5598761" y="1080825"/>
                  </a:lnTo>
                  <a:lnTo>
                    <a:pt x="5598761" y="1080825"/>
                  </a:lnTo>
                  <a:lnTo>
                    <a:pt x="5604234" y="1080825"/>
                  </a:lnTo>
                  <a:lnTo>
                    <a:pt x="5604234" y="1080825"/>
                  </a:lnTo>
                  <a:lnTo>
                    <a:pt x="5609707" y="1080825"/>
                  </a:lnTo>
                  <a:lnTo>
                    <a:pt x="5609707" y="1080825"/>
                  </a:lnTo>
                  <a:lnTo>
                    <a:pt x="5615180" y="1080825"/>
                  </a:lnTo>
                  <a:lnTo>
                    <a:pt x="5615180" y="1080825"/>
                  </a:lnTo>
                  <a:lnTo>
                    <a:pt x="5620653" y="1080825"/>
                  </a:lnTo>
                  <a:lnTo>
                    <a:pt x="5620653" y="1080825"/>
                  </a:lnTo>
                  <a:lnTo>
                    <a:pt x="5626126" y="1080825"/>
                  </a:lnTo>
                  <a:lnTo>
                    <a:pt x="5626126" y="1080825"/>
                  </a:lnTo>
                  <a:lnTo>
                    <a:pt x="5631599" y="1080825"/>
                  </a:lnTo>
                  <a:lnTo>
                    <a:pt x="5631599" y="1080825"/>
                  </a:lnTo>
                  <a:lnTo>
                    <a:pt x="5637071" y="1080825"/>
                  </a:lnTo>
                  <a:lnTo>
                    <a:pt x="5637071" y="1054936"/>
                  </a:lnTo>
                  <a:lnTo>
                    <a:pt x="5642544" y="1054936"/>
                  </a:lnTo>
                  <a:lnTo>
                    <a:pt x="5642544" y="1054936"/>
                  </a:lnTo>
                  <a:lnTo>
                    <a:pt x="5648017" y="1054936"/>
                  </a:lnTo>
                  <a:lnTo>
                    <a:pt x="5648017" y="1054936"/>
                  </a:lnTo>
                  <a:lnTo>
                    <a:pt x="5653490" y="1054936"/>
                  </a:lnTo>
                  <a:lnTo>
                    <a:pt x="5653490" y="1054936"/>
                  </a:lnTo>
                  <a:lnTo>
                    <a:pt x="5658963" y="1054936"/>
                  </a:lnTo>
                  <a:lnTo>
                    <a:pt x="5658963" y="1054936"/>
                  </a:lnTo>
                  <a:lnTo>
                    <a:pt x="5664436" y="1054936"/>
                  </a:lnTo>
                  <a:lnTo>
                    <a:pt x="5664436" y="1028946"/>
                  </a:lnTo>
                  <a:lnTo>
                    <a:pt x="5669909" y="1028946"/>
                  </a:lnTo>
                  <a:lnTo>
                    <a:pt x="5669909" y="1002905"/>
                  </a:lnTo>
                  <a:lnTo>
                    <a:pt x="5675382" y="1002905"/>
                  </a:lnTo>
                  <a:lnTo>
                    <a:pt x="5675382" y="1002905"/>
                  </a:lnTo>
                  <a:lnTo>
                    <a:pt x="5680855" y="1002905"/>
                  </a:lnTo>
                  <a:lnTo>
                    <a:pt x="5680855" y="1002905"/>
                  </a:lnTo>
                  <a:lnTo>
                    <a:pt x="5686327" y="1002905"/>
                  </a:lnTo>
                  <a:lnTo>
                    <a:pt x="5686327" y="1002905"/>
                  </a:lnTo>
                  <a:lnTo>
                    <a:pt x="5691800" y="1002905"/>
                  </a:lnTo>
                  <a:lnTo>
                    <a:pt x="5691800" y="1002905"/>
                  </a:lnTo>
                  <a:lnTo>
                    <a:pt x="5697273" y="1002905"/>
                  </a:lnTo>
                  <a:lnTo>
                    <a:pt x="5697273" y="1002905"/>
                  </a:lnTo>
                  <a:lnTo>
                    <a:pt x="5702746" y="1002905"/>
                  </a:lnTo>
                  <a:lnTo>
                    <a:pt x="5702746" y="976812"/>
                  </a:lnTo>
                  <a:lnTo>
                    <a:pt x="5708219" y="976812"/>
                  </a:lnTo>
                  <a:lnTo>
                    <a:pt x="5708219" y="976812"/>
                  </a:lnTo>
                  <a:lnTo>
                    <a:pt x="5713692" y="976812"/>
                  </a:lnTo>
                  <a:lnTo>
                    <a:pt x="5713692" y="976812"/>
                  </a:lnTo>
                  <a:lnTo>
                    <a:pt x="5719165" y="976812"/>
                  </a:lnTo>
                  <a:lnTo>
                    <a:pt x="5719165" y="976812"/>
                  </a:lnTo>
                  <a:lnTo>
                    <a:pt x="5724638" y="976812"/>
                  </a:lnTo>
                  <a:lnTo>
                    <a:pt x="5724638" y="976812"/>
                  </a:lnTo>
                  <a:lnTo>
                    <a:pt x="5730111" y="976812"/>
                  </a:lnTo>
                  <a:lnTo>
                    <a:pt x="5730111" y="976812"/>
                  </a:lnTo>
                  <a:lnTo>
                    <a:pt x="5735583" y="976812"/>
                  </a:lnTo>
                  <a:lnTo>
                    <a:pt x="5735583" y="976812"/>
                  </a:lnTo>
                  <a:lnTo>
                    <a:pt x="5741056" y="976812"/>
                  </a:lnTo>
                  <a:lnTo>
                    <a:pt x="5741056" y="976812"/>
                  </a:lnTo>
                  <a:lnTo>
                    <a:pt x="5746529" y="976812"/>
                  </a:lnTo>
                  <a:lnTo>
                    <a:pt x="5746529" y="976812"/>
                  </a:lnTo>
                  <a:lnTo>
                    <a:pt x="5752002" y="976812"/>
                  </a:lnTo>
                  <a:lnTo>
                    <a:pt x="5752002" y="976812"/>
                  </a:lnTo>
                  <a:lnTo>
                    <a:pt x="5757475" y="976812"/>
                  </a:lnTo>
                  <a:lnTo>
                    <a:pt x="5757475" y="976812"/>
                  </a:lnTo>
                  <a:lnTo>
                    <a:pt x="5762948" y="976812"/>
                  </a:lnTo>
                  <a:lnTo>
                    <a:pt x="5762948" y="976812"/>
                  </a:lnTo>
                  <a:lnTo>
                    <a:pt x="5768421" y="976812"/>
                  </a:lnTo>
                  <a:lnTo>
                    <a:pt x="5768421" y="976812"/>
                  </a:lnTo>
                  <a:lnTo>
                    <a:pt x="5773894" y="976812"/>
                  </a:lnTo>
                  <a:lnTo>
                    <a:pt x="5773894" y="976812"/>
                  </a:lnTo>
                  <a:lnTo>
                    <a:pt x="5779367" y="976812"/>
                  </a:lnTo>
                  <a:lnTo>
                    <a:pt x="5779367" y="976812"/>
                  </a:lnTo>
                  <a:lnTo>
                    <a:pt x="5784839" y="976812"/>
                  </a:lnTo>
                  <a:lnTo>
                    <a:pt x="5784839" y="976812"/>
                  </a:lnTo>
                  <a:lnTo>
                    <a:pt x="5790312" y="976812"/>
                  </a:lnTo>
                  <a:lnTo>
                    <a:pt x="5790312" y="976812"/>
                  </a:lnTo>
                  <a:lnTo>
                    <a:pt x="5795785" y="976812"/>
                  </a:lnTo>
                  <a:lnTo>
                    <a:pt x="5795785" y="976812"/>
                  </a:lnTo>
                  <a:lnTo>
                    <a:pt x="5801258" y="976812"/>
                  </a:lnTo>
                  <a:lnTo>
                    <a:pt x="5801258" y="976812"/>
                  </a:lnTo>
                  <a:lnTo>
                    <a:pt x="5806731" y="976812"/>
                  </a:lnTo>
                  <a:lnTo>
                    <a:pt x="5806731" y="976812"/>
                  </a:lnTo>
                  <a:lnTo>
                    <a:pt x="5812204" y="976812"/>
                  </a:lnTo>
                  <a:lnTo>
                    <a:pt x="5812204" y="976812"/>
                  </a:lnTo>
                  <a:lnTo>
                    <a:pt x="5817677" y="976812"/>
                  </a:lnTo>
                  <a:lnTo>
                    <a:pt x="5817677" y="976812"/>
                  </a:lnTo>
                  <a:lnTo>
                    <a:pt x="5823150" y="976812"/>
                  </a:lnTo>
                  <a:lnTo>
                    <a:pt x="5823150" y="976812"/>
                  </a:lnTo>
                  <a:lnTo>
                    <a:pt x="5828622" y="976812"/>
                  </a:lnTo>
                  <a:lnTo>
                    <a:pt x="5828622" y="976812"/>
                  </a:lnTo>
                  <a:lnTo>
                    <a:pt x="5834095" y="976812"/>
                  </a:lnTo>
                  <a:lnTo>
                    <a:pt x="5834095" y="976812"/>
                  </a:lnTo>
                  <a:lnTo>
                    <a:pt x="5839568" y="976812"/>
                  </a:lnTo>
                  <a:lnTo>
                    <a:pt x="5839568" y="976812"/>
                  </a:lnTo>
                  <a:lnTo>
                    <a:pt x="5845041" y="976812"/>
                  </a:lnTo>
                  <a:lnTo>
                    <a:pt x="5845041" y="976812"/>
                  </a:lnTo>
                  <a:lnTo>
                    <a:pt x="5850514" y="976812"/>
                  </a:lnTo>
                  <a:lnTo>
                    <a:pt x="5850514" y="976812"/>
                  </a:lnTo>
                  <a:lnTo>
                    <a:pt x="5855987" y="976812"/>
                  </a:lnTo>
                  <a:lnTo>
                    <a:pt x="5855987" y="976812"/>
                  </a:lnTo>
                  <a:lnTo>
                    <a:pt x="5861460" y="976812"/>
                  </a:lnTo>
                  <a:lnTo>
                    <a:pt x="5861460" y="976812"/>
                  </a:lnTo>
                  <a:lnTo>
                    <a:pt x="5866933" y="976812"/>
                  </a:lnTo>
                  <a:lnTo>
                    <a:pt x="5866933" y="976812"/>
                  </a:lnTo>
                  <a:lnTo>
                    <a:pt x="5872406" y="976812"/>
                  </a:lnTo>
                  <a:lnTo>
                    <a:pt x="5872406" y="976812"/>
                  </a:lnTo>
                  <a:lnTo>
                    <a:pt x="5877878" y="976812"/>
                  </a:lnTo>
                  <a:lnTo>
                    <a:pt x="5877878" y="976812"/>
                  </a:lnTo>
                  <a:lnTo>
                    <a:pt x="5883351" y="976812"/>
                  </a:lnTo>
                  <a:lnTo>
                    <a:pt x="5883351" y="976812"/>
                  </a:lnTo>
                  <a:lnTo>
                    <a:pt x="5888824" y="976812"/>
                  </a:lnTo>
                  <a:lnTo>
                    <a:pt x="5888824" y="976812"/>
                  </a:lnTo>
                  <a:lnTo>
                    <a:pt x="5894297" y="976812"/>
                  </a:lnTo>
                  <a:lnTo>
                    <a:pt x="5894297" y="976812"/>
                  </a:lnTo>
                  <a:lnTo>
                    <a:pt x="5899770" y="976812"/>
                  </a:lnTo>
                  <a:lnTo>
                    <a:pt x="5899770" y="976812"/>
                  </a:lnTo>
                  <a:lnTo>
                    <a:pt x="5905243" y="976812"/>
                  </a:lnTo>
                  <a:lnTo>
                    <a:pt x="5905243" y="976812"/>
                  </a:lnTo>
                  <a:lnTo>
                    <a:pt x="5910716" y="976812"/>
                  </a:lnTo>
                  <a:lnTo>
                    <a:pt x="5910716" y="976812"/>
                  </a:lnTo>
                  <a:lnTo>
                    <a:pt x="5916189" y="976812"/>
                  </a:lnTo>
                  <a:lnTo>
                    <a:pt x="5916189" y="976812"/>
                  </a:lnTo>
                  <a:lnTo>
                    <a:pt x="5921662" y="976812"/>
                  </a:lnTo>
                  <a:lnTo>
                    <a:pt x="5921662" y="976812"/>
                  </a:lnTo>
                  <a:lnTo>
                    <a:pt x="5927134" y="976812"/>
                  </a:lnTo>
                  <a:lnTo>
                    <a:pt x="5927134" y="949861"/>
                  </a:lnTo>
                  <a:lnTo>
                    <a:pt x="5932607" y="949861"/>
                  </a:lnTo>
                  <a:lnTo>
                    <a:pt x="5932607" y="949861"/>
                  </a:lnTo>
                  <a:lnTo>
                    <a:pt x="5938080" y="949861"/>
                  </a:lnTo>
                  <a:lnTo>
                    <a:pt x="5938080" y="949861"/>
                  </a:lnTo>
                  <a:lnTo>
                    <a:pt x="5943553" y="949861"/>
                  </a:lnTo>
                  <a:lnTo>
                    <a:pt x="5943553" y="949861"/>
                  </a:lnTo>
                  <a:lnTo>
                    <a:pt x="5949026" y="949861"/>
                  </a:lnTo>
                  <a:lnTo>
                    <a:pt x="5949026" y="949861"/>
                  </a:lnTo>
                  <a:lnTo>
                    <a:pt x="5954499" y="949861"/>
                  </a:lnTo>
                  <a:lnTo>
                    <a:pt x="5954499" y="949861"/>
                  </a:lnTo>
                  <a:lnTo>
                    <a:pt x="5959972" y="949861"/>
                  </a:lnTo>
                  <a:lnTo>
                    <a:pt x="5959972" y="949861"/>
                  </a:lnTo>
                  <a:lnTo>
                    <a:pt x="5965445" y="949861"/>
                  </a:lnTo>
                  <a:lnTo>
                    <a:pt x="5965445" y="949861"/>
                  </a:lnTo>
                  <a:lnTo>
                    <a:pt x="5970918" y="949861"/>
                  </a:lnTo>
                  <a:lnTo>
                    <a:pt x="5970918" y="949861"/>
                  </a:lnTo>
                  <a:lnTo>
                    <a:pt x="5976390" y="949861"/>
                  </a:lnTo>
                  <a:lnTo>
                    <a:pt x="5976390" y="949861"/>
                  </a:lnTo>
                  <a:lnTo>
                    <a:pt x="5981863" y="949861"/>
                  </a:lnTo>
                  <a:lnTo>
                    <a:pt x="5981863" y="949861"/>
                  </a:lnTo>
                  <a:lnTo>
                    <a:pt x="5987336" y="949861"/>
                  </a:lnTo>
                  <a:lnTo>
                    <a:pt x="5987336" y="949861"/>
                  </a:lnTo>
                  <a:lnTo>
                    <a:pt x="5992809" y="949861"/>
                  </a:lnTo>
                  <a:lnTo>
                    <a:pt x="5992809" y="949861"/>
                  </a:lnTo>
                  <a:lnTo>
                    <a:pt x="5998282" y="949861"/>
                  </a:lnTo>
                  <a:lnTo>
                    <a:pt x="5998282" y="949861"/>
                  </a:lnTo>
                  <a:lnTo>
                    <a:pt x="6003755" y="949861"/>
                  </a:lnTo>
                  <a:lnTo>
                    <a:pt x="6003755" y="949861"/>
                  </a:lnTo>
                  <a:lnTo>
                    <a:pt x="6009228" y="949861"/>
                  </a:lnTo>
                  <a:lnTo>
                    <a:pt x="6009228" y="922682"/>
                  </a:lnTo>
                  <a:lnTo>
                    <a:pt x="6014701" y="922682"/>
                  </a:lnTo>
                  <a:lnTo>
                    <a:pt x="6014701" y="895503"/>
                  </a:lnTo>
                  <a:lnTo>
                    <a:pt x="6020173" y="895503"/>
                  </a:lnTo>
                  <a:lnTo>
                    <a:pt x="6020173" y="895503"/>
                  </a:lnTo>
                  <a:lnTo>
                    <a:pt x="6025646" y="895503"/>
                  </a:lnTo>
                  <a:lnTo>
                    <a:pt x="6025646" y="895503"/>
                  </a:lnTo>
                  <a:lnTo>
                    <a:pt x="6031119" y="895503"/>
                  </a:lnTo>
                  <a:lnTo>
                    <a:pt x="6031119" y="895503"/>
                  </a:lnTo>
                  <a:lnTo>
                    <a:pt x="6036592" y="895503"/>
                  </a:lnTo>
                  <a:lnTo>
                    <a:pt x="6036592" y="868207"/>
                  </a:lnTo>
                  <a:lnTo>
                    <a:pt x="6042065" y="868207"/>
                  </a:lnTo>
                  <a:lnTo>
                    <a:pt x="6042065" y="868207"/>
                  </a:lnTo>
                  <a:lnTo>
                    <a:pt x="6047538" y="868207"/>
                  </a:lnTo>
                  <a:lnTo>
                    <a:pt x="6047538" y="868207"/>
                  </a:lnTo>
                  <a:lnTo>
                    <a:pt x="6053011" y="868207"/>
                  </a:lnTo>
                  <a:lnTo>
                    <a:pt x="6053011" y="868207"/>
                  </a:lnTo>
                  <a:lnTo>
                    <a:pt x="6058484" y="868207"/>
                  </a:lnTo>
                  <a:lnTo>
                    <a:pt x="6058484" y="868207"/>
                  </a:lnTo>
                  <a:lnTo>
                    <a:pt x="6063957" y="868207"/>
                  </a:lnTo>
                  <a:lnTo>
                    <a:pt x="6063957" y="868207"/>
                  </a:lnTo>
                  <a:lnTo>
                    <a:pt x="6069429" y="868207"/>
                  </a:lnTo>
                  <a:lnTo>
                    <a:pt x="6069429" y="868207"/>
                  </a:lnTo>
                  <a:lnTo>
                    <a:pt x="6074902" y="868207"/>
                  </a:lnTo>
                  <a:lnTo>
                    <a:pt x="6074902" y="840794"/>
                  </a:lnTo>
                  <a:lnTo>
                    <a:pt x="6080375" y="840794"/>
                  </a:lnTo>
                  <a:lnTo>
                    <a:pt x="6080375" y="840794"/>
                  </a:lnTo>
                  <a:lnTo>
                    <a:pt x="6085848" y="840794"/>
                  </a:lnTo>
                  <a:lnTo>
                    <a:pt x="6085848" y="813322"/>
                  </a:lnTo>
                  <a:lnTo>
                    <a:pt x="6091321" y="813322"/>
                  </a:lnTo>
                  <a:lnTo>
                    <a:pt x="6091321" y="813322"/>
                  </a:lnTo>
                  <a:lnTo>
                    <a:pt x="6096794" y="813322"/>
                  </a:lnTo>
                  <a:lnTo>
                    <a:pt x="6096794" y="813322"/>
                  </a:lnTo>
                  <a:lnTo>
                    <a:pt x="6102267" y="813322"/>
                  </a:lnTo>
                  <a:lnTo>
                    <a:pt x="6102267" y="813322"/>
                  </a:lnTo>
                  <a:lnTo>
                    <a:pt x="6107740" y="813322"/>
                  </a:lnTo>
                  <a:lnTo>
                    <a:pt x="6107740" y="785729"/>
                  </a:lnTo>
                  <a:lnTo>
                    <a:pt x="6113213" y="785729"/>
                  </a:lnTo>
                  <a:lnTo>
                    <a:pt x="6113213" y="785729"/>
                  </a:lnTo>
                  <a:lnTo>
                    <a:pt x="6118685" y="785729"/>
                  </a:lnTo>
                  <a:lnTo>
                    <a:pt x="6118685" y="785729"/>
                  </a:lnTo>
                  <a:lnTo>
                    <a:pt x="6124158" y="785729"/>
                  </a:lnTo>
                  <a:lnTo>
                    <a:pt x="6124158" y="785729"/>
                  </a:lnTo>
                  <a:lnTo>
                    <a:pt x="6129631" y="785729"/>
                  </a:lnTo>
                  <a:lnTo>
                    <a:pt x="6129631" y="757954"/>
                  </a:lnTo>
                  <a:lnTo>
                    <a:pt x="6135104" y="757954"/>
                  </a:lnTo>
                  <a:lnTo>
                    <a:pt x="6135104" y="757954"/>
                  </a:lnTo>
                  <a:lnTo>
                    <a:pt x="6140577" y="757954"/>
                  </a:lnTo>
                  <a:lnTo>
                    <a:pt x="6140577" y="757954"/>
                  </a:lnTo>
                  <a:lnTo>
                    <a:pt x="6146050" y="757954"/>
                  </a:lnTo>
                  <a:lnTo>
                    <a:pt x="6146050" y="757954"/>
                  </a:lnTo>
                  <a:lnTo>
                    <a:pt x="6151523" y="757954"/>
                  </a:lnTo>
                  <a:lnTo>
                    <a:pt x="6151523" y="757954"/>
                  </a:lnTo>
                  <a:lnTo>
                    <a:pt x="6156996" y="757954"/>
                  </a:lnTo>
                  <a:lnTo>
                    <a:pt x="6156996" y="757954"/>
                  </a:lnTo>
                  <a:lnTo>
                    <a:pt x="6162468" y="757954"/>
                  </a:lnTo>
                  <a:lnTo>
                    <a:pt x="6162468" y="757954"/>
                  </a:lnTo>
                  <a:lnTo>
                    <a:pt x="6167941" y="757954"/>
                  </a:lnTo>
                  <a:lnTo>
                    <a:pt x="6167941" y="757954"/>
                  </a:lnTo>
                  <a:lnTo>
                    <a:pt x="6173414" y="757954"/>
                  </a:lnTo>
                  <a:lnTo>
                    <a:pt x="6173414" y="757954"/>
                  </a:lnTo>
                  <a:lnTo>
                    <a:pt x="6178887" y="757954"/>
                  </a:lnTo>
                  <a:lnTo>
                    <a:pt x="6178887" y="757954"/>
                  </a:lnTo>
                  <a:lnTo>
                    <a:pt x="6184360" y="757954"/>
                  </a:lnTo>
                  <a:lnTo>
                    <a:pt x="6184360" y="757954"/>
                  </a:lnTo>
                  <a:lnTo>
                    <a:pt x="6189833" y="757954"/>
                  </a:lnTo>
                  <a:lnTo>
                    <a:pt x="6189833" y="757954"/>
                  </a:lnTo>
                  <a:lnTo>
                    <a:pt x="6195306" y="757954"/>
                  </a:lnTo>
                  <a:lnTo>
                    <a:pt x="6195306" y="757954"/>
                  </a:lnTo>
                  <a:lnTo>
                    <a:pt x="6200779" y="757954"/>
                  </a:lnTo>
                  <a:lnTo>
                    <a:pt x="6200779" y="757954"/>
                  </a:lnTo>
                  <a:lnTo>
                    <a:pt x="6206252" y="757954"/>
                  </a:lnTo>
                  <a:lnTo>
                    <a:pt x="6206252" y="757954"/>
                  </a:lnTo>
                  <a:lnTo>
                    <a:pt x="6211724" y="757954"/>
                  </a:lnTo>
                  <a:lnTo>
                    <a:pt x="6211724" y="757954"/>
                  </a:lnTo>
                  <a:lnTo>
                    <a:pt x="6217197" y="757954"/>
                  </a:lnTo>
                  <a:lnTo>
                    <a:pt x="6217197" y="757954"/>
                  </a:lnTo>
                  <a:lnTo>
                    <a:pt x="6222670" y="757954"/>
                  </a:lnTo>
                  <a:lnTo>
                    <a:pt x="6222670" y="757954"/>
                  </a:lnTo>
                  <a:lnTo>
                    <a:pt x="6228143" y="757954"/>
                  </a:lnTo>
                  <a:lnTo>
                    <a:pt x="6228143" y="757954"/>
                  </a:lnTo>
                  <a:lnTo>
                    <a:pt x="6233616" y="757954"/>
                  </a:lnTo>
                  <a:lnTo>
                    <a:pt x="6233616" y="757954"/>
                  </a:lnTo>
                  <a:lnTo>
                    <a:pt x="6239089" y="757954"/>
                  </a:lnTo>
                  <a:lnTo>
                    <a:pt x="6239089" y="757954"/>
                  </a:lnTo>
                  <a:lnTo>
                    <a:pt x="6244562" y="757954"/>
                  </a:lnTo>
                  <a:lnTo>
                    <a:pt x="6244562" y="757954"/>
                  </a:lnTo>
                  <a:lnTo>
                    <a:pt x="6250035" y="757954"/>
                  </a:lnTo>
                  <a:lnTo>
                    <a:pt x="6250035" y="757954"/>
                  </a:lnTo>
                  <a:lnTo>
                    <a:pt x="6255508" y="757954"/>
                  </a:lnTo>
                  <a:lnTo>
                    <a:pt x="6255508" y="757954"/>
                  </a:lnTo>
                  <a:lnTo>
                    <a:pt x="6260980" y="757954"/>
                  </a:lnTo>
                  <a:lnTo>
                    <a:pt x="6260980" y="757954"/>
                  </a:lnTo>
                  <a:lnTo>
                    <a:pt x="6266453" y="757954"/>
                  </a:lnTo>
                  <a:lnTo>
                    <a:pt x="6266453" y="757954"/>
                  </a:lnTo>
                  <a:lnTo>
                    <a:pt x="6271926" y="757954"/>
                  </a:lnTo>
                  <a:lnTo>
                    <a:pt x="6271926" y="757954"/>
                  </a:lnTo>
                  <a:lnTo>
                    <a:pt x="6277399" y="757954"/>
                  </a:lnTo>
                  <a:lnTo>
                    <a:pt x="6277399" y="757954"/>
                  </a:lnTo>
                  <a:lnTo>
                    <a:pt x="6282872" y="757954"/>
                  </a:lnTo>
                  <a:lnTo>
                    <a:pt x="6282872" y="757954"/>
                  </a:lnTo>
                  <a:lnTo>
                    <a:pt x="6288345" y="757954"/>
                  </a:lnTo>
                  <a:lnTo>
                    <a:pt x="6288345" y="757954"/>
                  </a:lnTo>
                  <a:lnTo>
                    <a:pt x="6299291" y="757954"/>
                  </a:lnTo>
                  <a:lnTo>
                    <a:pt x="6299291" y="757954"/>
                  </a:lnTo>
                  <a:lnTo>
                    <a:pt x="6304764" y="757954"/>
                  </a:lnTo>
                  <a:lnTo>
                    <a:pt x="6304764" y="757954"/>
                  </a:lnTo>
                  <a:lnTo>
                    <a:pt x="6310236" y="757954"/>
                  </a:lnTo>
                  <a:lnTo>
                    <a:pt x="6310236" y="757954"/>
                  </a:lnTo>
                  <a:lnTo>
                    <a:pt x="6315709" y="757954"/>
                  </a:lnTo>
                  <a:lnTo>
                    <a:pt x="6315709" y="757954"/>
                  </a:lnTo>
                  <a:lnTo>
                    <a:pt x="6321182" y="757954"/>
                  </a:lnTo>
                  <a:lnTo>
                    <a:pt x="6321182" y="757954"/>
                  </a:lnTo>
                  <a:lnTo>
                    <a:pt x="6326655" y="757954"/>
                  </a:lnTo>
                  <a:lnTo>
                    <a:pt x="6326655" y="757954"/>
                  </a:lnTo>
                  <a:lnTo>
                    <a:pt x="6332128" y="757954"/>
                  </a:lnTo>
                  <a:lnTo>
                    <a:pt x="6332128" y="757954"/>
                  </a:lnTo>
                  <a:lnTo>
                    <a:pt x="6337601" y="757954"/>
                  </a:lnTo>
                  <a:lnTo>
                    <a:pt x="6337601" y="757954"/>
                  </a:lnTo>
                  <a:lnTo>
                    <a:pt x="6343074" y="757954"/>
                  </a:lnTo>
                  <a:lnTo>
                    <a:pt x="6343074" y="757954"/>
                  </a:lnTo>
                  <a:lnTo>
                    <a:pt x="6348547" y="757954"/>
                  </a:lnTo>
                  <a:lnTo>
                    <a:pt x="6348547" y="757954"/>
                  </a:lnTo>
                  <a:lnTo>
                    <a:pt x="6354019" y="757954"/>
                  </a:lnTo>
                  <a:lnTo>
                    <a:pt x="6354019" y="757954"/>
                  </a:lnTo>
                  <a:lnTo>
                    <a:pt x="6359492" y="757954"/>
                  </a:lnTo>
                  <a:lnTo>
                    <a:pt x="6359492" y="757954"/>
                  </a:lnTo>
                  <a:lnTo>
                    <a:pt x="6364965" y="757954"/>
                  </a:lnTo>
                  <a:lnTo>
                    <a:pt x="6364965" y="757954"/>
                  </a:lnTo>
                  <a:lnTo>
                    <a:pt x="6370438" y="757954"/>
                  </a:lnTo>
                  <a:lnTo>
                    <a:pt x="6370438" y="757954"/>
                  </a:lnTo>
                  <a:lnTo>
                    <a:pt x="6375911" y="757954"/>
                  </a:lnTo>
                  <a:lnTo>
                    <a:pt x="6375911" y="757954"/>
                  </a:lnTo>
                  <a:lnTo>
                    <a:pt x="6381384" y="757954"/>
                  </a:lnTo>
                  <a:lnTo>
                    <a:pt x="6381384" y="757954"/>
                  </a:lnTo>
                  <a:lnTo>
                    <a:pt x="6392330" y="757954"/>
                  </a:lnTo>
                  <a:lnTo>
                    <a:pt x="6392330" y="757954"/>
                  </a:lnTo>
                  <a:lnTo>
                    <a:pt x="6397803" y="757954"/>
                  </a:lnTo>
                  <a:lnTo>
                    <a:pt x="6397803" y="757954"/>
                  </a:lnTo>
                  <a:lnTo>
                    <a:pt x="6403275" y="757954"/>
                  </a:lnTo>
                  <a:lnTo>
                    <a:pt x="6403275" y="757954"/>
                  </a:lnTo>
                  <a:lnTo>
                    <a:pt x="6408748" y="757954"/>
                  </a:lnTo>
                  <a:lnTo>
                    <a:pt x="6408748" y="757954"/>
                  </a:lnTo>
                  <a:lnTo>
                    <a:pt x="6414221" y="757954"/>
                  </a:lnTo>
                  <a:lnTo>
                    <a:pt x="6414221" y="757954"/>
                  </a:lnTo>
                  <a:lnTo>
                    <a:pt x="6419694" y="757954"/>
                  </a:lnTo>
                  <a:lnTo>
                    <a:pt x="6419694" y="757954"/>
                  </a:lnTo>
                  <a:lnTo>
                    <a:pt x="6425167" y="757954"/>
                  </a:lnTo>
                  <a:lnTo>
                    <a:pt x="6425167" y="757954"/>
                  </a:lnTo>
                  <a:lnTo>
                    <a:pt x="6430640" y="757954"/>
                  </a:lnTo>
                  <a:lnTo>
                    <a:pt x="6430640" y="757954"/>
                  </a:lnTo>
                  <a:lnTo>
                    <a:pt x="6436113" y="757954"/>
                  </a:lnTo>
                  <a:lnTo>
                    <a:pt x="6436113" y="757954"/>
                  </a:lnTo>
                  <a:lnTo>
                    <a:pt x="6441586" y="757954"/>
                  </a:lnTo>
                  <a:lnTo>
                    <a:pt x="6441586" y="757954"/>
                  </a:lnTo>
                  <a:lnTo>
                    <a:pt x="6447059" y="757954"/>
                  </a:lnTo>
                  <a:lnTo>
                    <a:pt x="6447059" y="757954"/>
                  </a:lnTo>
                  <a:lnTo>
                    <a:pt x="6452531" y="757954"/>
                  </a:lnTo>
                  <a:lnTo>
                    <a:pt x="6452531" y="757954"/>
                  </a:lnTo>
                  <a:lnTo>
                    <a:pt x="6458004" y="757954"/>
                  </a:lnTo>
                  <a:lnTo>
                    <a:pt x="6458004" y="729220"/>
                  </a:lnTo>
                  <a:lnTo>
                    <a:pt x="6463477" y="729220"/>
                  </a:lnTo>
                  <a:lnTo>
                    <a:pt x="6463477" y="729220"/>
                  </a:lnTo>
                  <a:lnTo>
                    <a:pt x="6468950" y="729220"/>
                  </a:lnTo>
                  <a:lnTo>
                    <a:pt x="6468950" y="729220"/>
                  </a:lnTo>
                  <a:lnTo>
                    <a:pt x="6474423" y="729220"/>
                  </a:lnTo>
                  <a:lnTo>
                    <a:pt x="6474423" y="729220"/>
                  </a:lnTo>
                  <a:lnTo>
                    <a:pt x="6479896" y="729220"/>
                  </a:lnTo>
                  <a:lnTo>
                    <a:pt x="6479896" y="729220"/>
                  </a:lnTo>
                  <a:lnTo>
                    <a:pt x="6485369" y="729220"/>
                  </a:lnTo>
                  <a:lnTo>
                    <a:pt x="6485369" y="729220"/>
                  </a:lnTo>
                  <a:lnTo>
                    <a:pt x="6490842" y="729220"/>
                  </a:lnTo>
                  <a:lnTo>
                    <a:pt x="6490842" y="729220"/>
                  </a:lnTo>
                  <a:lnTo>
                    <a:pt x="6496315" y="729220"/>
                  </a:lnTo>
                  <a:lnTo>
                    <a:pt x="6496315" y="729220"/>
                  </a:lnTo>
                  <a:lnTo>
                    <a:pt x="6501787" y="729220"/>
                  </a:lnTo>
                  <a:lnTo>
                    <a:pt x="6501787" y="729220"/>
                  </a:lnTo>
                  <a:lnTo>
                    <a:pt x="6507260" y="729220"/>
                  </a:lnTo>
                  <a:lnTo>
                    <a:pt x="6507260" y="729220"/>
                  </a:lnTo>
                  <a:lnTo>
                    <a:pt x="6512733" y="729220"/>
                  </a:lnTo>
                  <a:lnTo>
                    <a:pt x="6512733" y="729220"/>
                  </a:lnTo>
                  <a:lnTo>
                    <a:pt x="6518206" y="729220"/>
                  </a:lnTo>
                  <a:lnTo>
                    <a:pt x="6518206" y="729220"/>
                  </a:lnTo>
                  <a:lnTo>
                    <a:pt x="6523679" y="729220"/>
                  </a:lnTo>
                  <a:lnTo>
                    <a:pt x="6523679" y="729220"/>
                  </a:lnTo>
                  <a:lnTo>
                    <a:pt x="6529152" y="729220"/>
                  </a:lnTo>
                  <a:lnTo>
                    <a:pt x="6529152" y="729220"/>
                  </a:lnTo>
                  <a:lnTo>
                    <a:pt x="6534625" y="729220"/>
                  </a:lnTo>
                  <a:lnTo>
                    <a:pt x="6534625" y="729220"/>
                  </a:lnTo>
                  <a:lnTo>
                    <a:pt x="6540098" y="729220"/>
                  </a:lnTo>
                  <a:lnTo>
                    <a:pt x="6540098" y="729220"/>
                  </a:lnTo>
                  <a:lnTo>
                    <a:pt x="6545570" y="729220"/>
                  </a:lnTo>
                  <a:lnTo>
                    <a:pt x="6545570" y="729220"/>
                  </a:lnTo>
                  <a:lnTo>
                    <a:pt x="6551043" y="729220"/>
                  </a:lnTo>
                  <a:lnTo>
                    <a:pt x="6551043" y="729220"/>
                  </a:lnTo>
                  <a:lnTo>
                    <a:pt x="6556516" y="729220"/>
                  </a:lnTo>
                  <a:lnTo>
                    <a:pt x="6556516" y="729220"/>
                  </a:lnTo>
                  <a:lnTo>
                    <a:pt x="6561989" y="729220"/>
                  </a:lnTo>
                  <a:lnTo>
                    <a:pt x="6561989" y="729220"/>
                  </a:lnTo>
                  <a:lnTo>
                    <a:pt x="6567462" y="729220"/>
                  </a:lnTo>
                  <a:lnTo>
                    <a:pt x="6567462" y="729220"/>
                  </a:lnTo>
                  <a:lnTo>
                    <a:pt x="6578408" y="729220"/>
                  </a:lnTo>
                  <a:lnTo>
                    <a:pt x="6578408" y="729220"/>
                  </a:lnTo>
                  <a:lnTo>
                    <a:pt x="6589354" y="729220"/>
                  </a:lnTo>
                  <a:lnTo>
                    <a:pt x="6589354" y="729220"/>
                  </a:lnTo>
                  <a:lnTo>
                    <a:pt x="6594826" y="729220"/>
                  </a:lnTo>
                  <a:lnTo>
                    <a:pt x="6594826" y="729220"/>
                  </a:lnTo>
                  <a:lnTo>
                    <a:pt x="6600299" y="729220"/>
                  </a:lnTo>
                  <a:lnTo>
                    <a:pt x="6600299" y="729220"/>
                  </a:lnTo>
                  <a:lnTo>
                    <a:pt x="6605772" y="729220"/>
                  </a:lnTo>
                  <a:lnTo>
                    <a:pt x="6605772" y="729220"/>
                  </a:lnTo>
                  <a:lnTo>
                    <a:pt x="6611245" y="729220"/>
                  </a:lnTo>
                  <a:lnTo>
                    <a:pt x="6611245" y="729220"/>
                  </a:lnTo>
                  <a:lnTo>
                    <a:pt x="6616718" y="729220"/>
                  </a:lnTo>
                  <a:lnTo>
                    <a:pt x="6616718" y="729220"/>
                  </a:lnTo>
                  <a:lnTo>
                    <a:pt x="6622191" y="729220"/>
                  </a:lnTo>
                  <a:lnTo>
                    <a:pt x="6622191" y="729220"/>
                  </a:lnTo>
                  <a:lnTo>
                    <a:pt x="6627664" y="729220"/>
                  </a:lnTo>
                  <a:lnTo>
                    <a:pt x="6627664" y="729220"/>
                  </a:lnTo>
                  <a:lnTo>
                    <a:pt x="6633137" y="729220"/>
                  </a:lnTo>
                  <a:lnTo>
                    <a:pt x="6633137" y="729220"/>
                  </a:lnTo>
                  <a:lnTo>
                    <a:pt x="6638610" y="729220"/>
                  </a:lnTo>
                  <a:lnTo>
                    <a:pt x="6638610" y="729220"/>
                  </a:lnTo>
                  <a:lnTo>
                    <a:pt x="6644082" y="729220"/>
                  </a:lnTo>
                  <a:lnTo>
                    <a:pt x="6644082" y="729220"/>
                  </a:lnTo>
                  <a:lnTo>
                    <a:pt x="6649555" y="729220"/>
                  </a:lnTo>
                  <a:lnTo>
                    <a:pt x="6649555" y="729220"/>
                  </a:lnTo>
                  <a:lnTo>
                    <a:pt x="6655028" y="729220"/>
                  </a:lnTo>
                  <a:lnTo>
                    <a:pt x="6655028" y="729220"/>
                  </a:lnTo>
                  <a:lnTo>
                    <a:pt x="6660501" y="729220"/>
                  </a:lnTo>
                  <a:lnTo>
                    <a:pt x="6660501" y="729220"/>
                  </a:lnTo>
                  <a:lnTo>
                    <a:pt x="6665974" y="729220"/>
                  </a:lnTo>
                  <a:lnTo>
                    <a:pt x="6665974" y="729220"/>
                  </a:lnTo>
                  <a:lnTo>
                    <a:pt x="6671447" y="729220"/>
                  </a:lnTo>
                  <a:lnTo>
                    <a:pt x="6671447" y="729220"/>
                  </a:lnTo>
                  <a:lnTo>
                    <a:pt x="6676920" y="729220"/>
                  </a:lnTo>
                  <a:lnTo>
                    <a:pt x="6676920" y="729220"/>
                  </a:lnTo>
                  <a:lnTo>
                    <a:pt x="6682393" y="729220"/>
                  </a:lnTo>
                  <a:lnTo>
                    <a:pt x="6682393" y="729220"/>
                  </a:lnTo>
                  <a:lnTo>
                    <a:pt x="6687865" y="729220"/>
                  </a:lnTo>
                  <a:lnTo>
                    <a:pt x="6687865" y="729220"/>
                  </a:lnTo>
                  <a:lnTo>
                    <a:pt x="6693338" y="729220"/>
                  </a:lnTo>
                  <a:lnTo>
                    <a:pt x="6693338" y="729220"/>
                  </a:lnTo>
                  <a:lnTo>
                    <a:pt x="6698811" y="729220"/>
                  </a:lnTo>
                  <a:lnTo>
                    <a:pt x="6698811" y="729220"/>
                  </a:lnTo>
                  <a:lnTo>
                    <a:pt x="6704284" y="729220"/>
                  </a:lnTo>
                  <a:lnTo>
                    <a:pt x="6704284" y="729220"/>
                  </a:lnTo>
                  <a:lnTo>
                    <a:pt x="6709757" y="729220"/>
                  </a:lnTo>
                  <a:lnTo>
                    <a:pt x="6709757" y="729220"/>
                  </a:lnTo>
                  <a:lnTo>
                    <a:pt x="6715230" y="729220"/>
                  </a:lnTo>
                  <a:lnTo>
                    <a:pt x="6715230" y="729220"/>
                  </a:lnTo>
                  <a:lnTo>
                    <a:pt x="6720703" y="729220"/>
                  </a:lnTo>
                  <a:lnTo>
                    <a:pt x="6720703" y="729220"/>
                  </a:lnTo>
                  <a:lnTo>
                    <a:pt x="6726176" y="729220"/>
                  </a:lnTo>
                  <a:lnTo>
                    <a:pt x="6726176" y="729220"/>
                  </a:lnTo>
                  <a:lnTo>
                    <a:pt x="6731649" y="729220"/>
                  </a:lnTo>
                  <a:lnTo>
                    <a:pt x="6731649" y="729220"/>
                  </a:lnTo>
                  <a:lnTo>
                    <a:pt x="6737121" y="729220"/>
                  </a:lnTo>
                  <a:lnTo>
                    <a:pt x="6737121" y="729220"/>
                  </a:lnTo>
                  <a:lnTo>
                    <a:pt x="6742594" y="729220"/>
                  </a:lnTo>
                  <a:lnTo>
                    <a:pt x="6742594" y="729220"/>
                  </a:lnTo>
                  <a:lnTo>
                    <a:pt x="6748067" y="729220"/>
                  </a:lnTo>
                  <a:lnTo>
                    <a:pt x="6748067" y="729220"/>
                  </a:lnTo>
                  <a:lnTo>
                    <a:pt x="6753540" y="729220"/>
                  </a:lnTo>
                  <a:lnTo>
                    <a:pt x="6753540" y="729220"/>
                  </a:lnTo>
                  <a:lnTo>
                    <a:pt x="6759013" y="729220"/>
                  </a:lnTo>
                  <a:lnTo>
                    <a:pt x="6759013" y="729220"/>
                  </a:lnTo>
                  <a:lnTo>
                    <a:pt x="6764486" y="729220"/>
                  </a:lnTo>
                  <a:lnTo>
                    <a:pt x="6764486" y="729220"/>
                  </a:lnTo>
                  <a:lnTo>
                    <a:pt x="6769959" y="729220"/>
                  </a:lnTo>
                  <a:lnTo>
                    <a:pt x="6769959" y="729220"/>
                  </a:lnTo>
                  <a:lnTo>
                    <a:pt x="6775432" y="729220"/>
                  </a:lnTo>
                  <a:lnTo>
                    <a:pt x="6775432" y="729220"/>
                  </a:lnTo>
                  <a:lnTo>
                    <a:pt x="6780905" y="729220"/>
                  </a:lnTo>
                  <a:lnTo>
                    <a:pt x="6780905" y="729220"/>
                  </a:lnTo>
                  <a:lnTo>
                    <a:pt x="6786377" y="729220"/>
                  </a:lnTo>
                  <a:lnTo>
                    <a:pt x="6786377" y="729220"/>
                  </a:lnTo>
                  <a:lnTo>
                    <a:pt x="6791850" y="729220"/>
                  </a:lnTo>
                  <a:lnTo>
                    <a:pt x="6791850" y="729220"/>
                  </a:lnTo>
                  <a:lnTo>
                    <a:pt x="6797323" y="729220"/>
                  </a:lnTo>
                  <a:lnTo>
                    <a:pt x="6797323" y="729220"/>
                  </a:lnTo>
                  <a:lnTo>
                    <a:pt x="6802796" y="729220"/>
                  </a:lnTo>
                  <a:lnTo>
                    <a:pt x="6802796" y="729220"/>
                  </a:lnTo>
                  <a:lnTo>
                    <a:pt x="6808269" y="729220"/>
                  </a:lnTo>
                  <a:lnTo>
                    <a:pt x="6808269" y="729220"/>
                  </a:lnTo>
                  <a:lnTo>
                    <a:pt x="6813742" y="729220"/>
                  </a:lnTo>
                  <a:lnTo>
                    <a:pt x="6813742" y="729220"/>
                  </a:lnTo>
                  <a:lnTo>
                    <a:pt x="6819215" y="729220"/>
                  </a:lnTo>
                  <a:lnTo>
                    <a:pt x="6819215" y="729220"/>
                  </a:lnTo>
                  <a:lnTo>
                    <a:pt x="6824688" y="729220"/>
                  </a:lnTo>
                  <a:lnTo>
                    <a:pt x="6824688" y="729220"/>
                  </a:lnTo>
                  <a:lnTo>
                    <a:pt x="6830161" y="729220"/>
                  </a:lnTo>
                  <a:lnTo>
                    <a:pt x="6830161" y="729220"/>
                  </a:lnTo>
                  <a:lnTo>
                    <a:pt x="6835633" y="729220"/>
                  </a:lnTo>
                  <a:lnTo>
                    <a:pt x="6835633" y="729220"/>
                  </a:lnTo>
                  <a:lnTo>
                    <a:pt x="6846579" y="729220"/>
                  </a:lnTo>
                  <a:lnTo>
                    <a:pt x="6846579" y="729220"/>
                  </a:lnTo>
                  <a:lnTo>
                    <a:pt x="6852052" y="729220"/>
                  </a:lnTo>
                  <a:lnTo>
                    <a:pt x="6852052" y="729220"/>
                  </a:lnTo>
                  <a:lnTo>
                    <a:pt x="6857525" y="729220"/>
                  </a:lnTo>
                  <a:lnTo>
                    <a:pt x="6857525" y="729220"/>
                  </a:lnTo>
                  <a:lnTo>
                    <a:pt x="6862998" y="729220"/>
                  </a:lnTo>
                  <a:lnTo>
                    <a:pt x="6862998" y="729220"/>
                  </a:lnTo>
                  <a:lnTo>
                    <a:pt x="6868471" y="729220"/>
                  </a:lnTo>
                  <a:lnTo>
                    <a:pt x="6868471" y="729220"/>
                  </a:lnTo>
                  <a:lnTo>
                    <a:pt x="6873944" y="729220"/>
                  </a:lnTo>
                  <a:lnTo>
                    <a:pt x="6873944" y="729220"/>
                  </a:lnTo>
                  <a:lnTo>
                    <a:pt x="6879416" y="729220"/>
                  </a:lnTo>
                  <a:lnTo>
                    <a:pt x="6879416" y="729220"/>
                  </a:lnTo>
                  <a:lnTo>
                    <a:pt x="6884889" y="729220"/>
                  </a:lnTo>
                  <a:lnTo>
                    <a:pt x="6884889" y="729220"/>
                  </a:lnTo>
                  <a:lnTo>
                    <a:pt x="6890362" y="729220"/>
                  </a:lnTo>
                  <a:lnTo>
                    <a:pt x="6890362" y="729220"/>
                  </a:lnTo>
                  <a:lnTo>
                    <a:pt x="6895835" y="729220"/>
                  </a:lnTo>
                  <a:lnTo>
                    <a:pt x="6895835" y="698722"/>
                  </a:lnTo>
                  <a:lnTo>
                    <a:pt x="6901308" y="698722"/>
                  </a:lnTo>
                  <a:lnTo>
                    <a:pt x="6901308" y="698722"/>
                  </a:lnTo>
                  <a:lnTo>
                    <a:pt x="6906781" y="698722"/>
                  </a:lnTo>
                  <a:lnTo>
                    <a:pt x="6906781" y="698722"/>
                  </a:lnTo>
                  <a:lnTo>
                    <a:pt x="6912254" y="698722"/>
                  </a:lnTo>
                  <a:lnTo>
                    <a:pt x="6912254" y="698722"/>
                  </a:lnTo>
                  <a:lnTo>
                    <a:pt x="6917727" y="698722"/>
                  </a:lnTo>
                  <a:lnTo>
                    <a:pt x="6917727" y="698722"/>
                  </a:lnTo>
                  <a:lnTo>
                    <a:pt x="6923200" y="698722"/>
                  </a:lnTo>
                  <a:lnTo>
                    <a:pt x="6923200" y="698722"/>
                  </a:lnTo>
                  <a:lnTo>
                    <a:pt x="6928672" y="698722"/>
                  </a:lnTo>
                  <a:lnTo>
                    <a:pt x="6928672" y="698722"/>
                  </a:lnTo>
                  <a:lnTo>
                    <a:pt x="6934145" y="698722"/>
                  </a:lnTo>
                  <a:lnTo>
                    <a:pt x="6934145" y="698722"/>
                  </a:lnTo>
                  <a:lnTo>
                    <a:pt x="6939618" y="698722"/>
                  </a:lnTo>
                  <a:lnTo>
                    <a:pt x="6939618" y="698722"/>
                  </a:lnTo>
                  <a:lnTo>
                    <a:pt x="6945091" y="698722"/>
                  </a:lnTo>
                  <a:lnTo>
                    <a:pt x="6945091" y="698722"/>
                  </a:lnTo>
                  <a:lnTo>
                    <a:pt x="6950564" y="698722"/>
                  </a:lnTo>
                  <a:lnTo>
                    <a:pt x="6950564" y="698722"/>
                  </a:lnTo>
                  <a:lnTo>
                    <a:pt x="6956037" y="698722"/>
                  </a:lnTo>
                  <a:lnTo>
                    <a:pt x="6956037" y="698722"/>
                  </a:lnTo>
                  <a:lnTo>
                    <a:pt x="6961510" y="698722"/>
                  </a:lnTo>
                  <a:lnTo>
                    <a:pt x="6961510" y="698722"/>
                  </a:lnTo>
                  <a:lnTo>
                    <a:pt x="6966983" y="698722"/>
                  </a:lnTo>
                  <a:lnTo>
                    <a:pt x="6966983" y="698722"/>
                  </a:lnTo>
                  <a:lnTo>
                    <a:pt x="6972456" y="698722"/>
                  </a:lnTo>
                  <a:lnTo>
                    <a:pt x="6972456" y="698722"/>
                  </a:lnTo>
                  <a:lnTo>
                    <a:pt x="6977928" y="698722"/>
                  </a:lnTo>
                  <a:lnTo>
                    <a:pt x="6977928" y="698722"/>
                  </a:lnTo>
                  <a:lnTo>
                    <a:pt x="6983401" y="698722"/>
                  </a:lnTo>
                  <a:lnTo>
                    <a:pt x="6983401" y="698722"/>
                  </a:lnTo>
                  <a:lnTo>
                    <a:pt x="6988874" y="698722"/>
                  </a:lnTo>
                  <a:lnTo>
                    <a:pt x="6988874" y="698722"/>
                  </a:lnTo>
                  <a:lnTo>
                    <a:pt x="6994347" y="698722"/>
                  </a:lnTo>
                  <a:lnTo>
                    <a:pt x="6994347" y="698722"/>
                  </a:lnTo>
                  <a:lnTo>
                    <a:pt x="6999820" y="698722"/>
                  </a:lnTo>
                  <a:lnTo>
                    <a:pt x="6999820" y="698722"/>
                  </a:lnTo>
                  <a:lnTo>
                    <a:pt x="7005293" y="698722"/>
                  </a:lnTo>
                  <a:lnTo>
                    <a:pt x="7005293" y="698722"/>
                  </a:lnTo>
                  <a:lnTo>
                    <a:pt x="7010766" y="698722"/>
                  </a:lnTo>
                  <a:lnTo>
                    <a:pt x="7010766" y="667902"/>
                  </a:lnTo>
                  <a:lnTo>
                    <a:pt x="7016239" y="667902"/>
                  </a:lnTo>
                  <a:lnTo>
                    <a:pt x="7016239" y="667902"/>
                  </a:lnTo>
                  <a:lnTo>
                    <a:pt x="7021712" y="667902"/>
                  </a:lnTo>
                  <a:lnTo>
                    <a:pt x="7021712" y="667902"/>
                  </a:lnTo>
                  <a:lnTo>
                    <a:pt x="7027184" y="667902"/>
                  </a:lnTo>
                  <a:lnTo>
                    <a:pt x="7027184" y="667902"/>
                  </a:lnTo>
                  <a:lnTo>
                    <a:pt x="7032657" y="667902"/>
                  </a:lnTo>
                  <a:lnTo>
                    <a:pt x="7032657" y="667902"/>
                  </a:lnTo>
                  <a:lnTo>
                    <a:pt x="7038130" y="667902"/>
                  </a:lnTo>
                  <a:lnTo>
                    <a:pt x="7038130" y="667902"/>
                  </a:lnTo>
                  <a:lnTo>
                    <a:pt x="7043603" y="667902"/>
                  </a:lnTo>
                  <a:lnTo>
                    <a:pt x="7043603" y="667902"/>
                  </a:lnTo>
                  <a:lnTo>
                    <a:pt x="7049076" y="667902"/>
                  </a:lnTo>
                  <a:lnTo>
                    <a:pt x="7049076" y="667902"/>
                  </a:lnTo>
                  <a:lnTo>
                    <a:pt x="7054549" y="667902"/>
                  </a:lnTo>
                  <a:lnTo>
                    <a:pt x="7054549" y="667902"/>
                  </a:lnTo>
                  <a:lnTo>
                    <a:pt x="7060022" y="667902"/>
                  </a:lnTo>
                  <a:lnTo>
                    <a:pt x="7060022" y="667902"/>
                  </a:lnTo>
                  <a:lnTo>
                    <a:pt x="7065495" y="667902"/>
                  </a:lnTo>
                  <a:lnTo>
                    <a:pt x="7065495" y="667902"/>
                  </a:lnTo>
                  <a:lnTo>
                    <a:pt x="7070967" y="667902"/>
                  </a:lnTo>
                  <a:lnTo>
                    <a:pt x="7070967" y="667902"/>
                  </a:lnTo>
                  <a:lnTo>
                    <a:pt x="7076440" y="667902"/>
                  </a:lnTo>
                  <a:lnTo>
                    <a:pt x="7076440" y="667902"/>
                  </a:lnTo>
                  <a:lnTo>
                    <a:pt x="7081913" y="667902"/>
                  </a:lnTo>
                  <a:lnTo>
                    <a:pt x="7081913" y="667902"/>
                  </a:lnTo>
                  <a:lnTo>
                    <a:pt x="7087386" y="667902"/>
                  </a:lnTo>
                  <a:lnTo>
                    <a:pt x="7087386" y="667902"/>
                  </a:lnTo>
                  <a:lnTo>
                    <a:pt x="7092859" y="667902"/>
                  </a:lnTo>
                  <a:lnTo>
                    <a:pt x="7092859" y="667902"/>
                  </a:lnTo>
                  <a:lnTo>
                    <a:pt x="7098332" y="667902"/>
                  </a:lnTo>
                  <a:lnTo>
                    <a:pt x="7098332" y="667902"/>
                  </a:lnTo>
                  <a:lnTo>
                    <a:pt x="7103805" y="667902"/>
                  </a:lnTo>
                  <a:lnTo>
                    <a:pt x="7103805" y="667902"/>
                  </a:lnTo>
                  <a:lnTo>
                    <a:pt x="7109278" y="667902"/>
                  </a:lnTo>
                  <a:lnTo>
                    <a:pt x="7109278" y="667902"/>
                  </a:lnTo>
                  <a:lnTo>
                    <a:pt x="7120223" y="667902"/>
                  </a:lnTo>
                  <a:lnTo>
                    <a:pt x="7120223" y="667902"/>
                  </a:lnTo>
                  <a:lnTo>
                    <a:pt x="7125696" y="667902"/>
                  </a:lnTo>
                  <a:lnTo>
                    <a:pt x="7125696" y="667902"/>
                  </a:lnTo>
                  <a:lnTo>
                    <a:pt x="7131169" y="667902"/>
                  </a:lnTo>
                  <a:lnTo>
                    <a:pt x="7131169" y="667902"/>
                  </a:lnTo>
                  <a:lnTo>
                    <a:pt x="7136642" y="667902"/>
                  </a:lnTo>
                  <a:lnTo>
                    <a:pt x="7136642" y="667902"/>
                  </a:lnTo>
                  <a:lnTo>
                    <a:pt x="7142115" y="667902"/>
                  </a:lnTo>
                  <a:lnTo>
                    <a:pt x="7142115" y="667902"/>
                  </a:lnTo>
                  <a:lnTo>
                    <a:pt x="7147588" y="667902"/>
                  </a:lnTo>
                  <a:lnTo>
                    <a:pt x="7147588" y="667902"/>
                  </a:lnTo>
                  <a:lnTo>
                    <a:pt x="7153061" y="667902"/>
                  </a:lnTo>
                  <a:lnTo>
                    <a:pt x="7153061" y="667902"/>
                  </a:lnTo>
                  <a:lnTo>
                    <a:pt x="7158534" y="667902"/>
                  </a:lnTo>
                  <a:lnTo>
                    <a:pt x="7158534" y="667902"/>
                  </a:lnTo>
                  <a:lnTo>
                    <a:pt x="7164007" y="667902"/>
                  </a:lnTo>
                  <a:lnTo>
                    <a:pt x="7164007" y="667902"/>
                  </a:lnTo>
                  <a:lnTo>
                    <a:pt x="7169479" y="667902"/>
                  </a:lnTo>
                  <a:lnTo>
                    <a:pt x="7169479" y="667902"/>
                  </a:lnTo>
                  <a:lnTo>
                    <a:pt x="7174952" y="667902"/>
                  </a:lnTo>
                  <a:lnTo>
                    <a:pt x="7174952" y="667902"/>
                  </a:lnTo>
                  <a:lnTo>
                    <a:pt x="7180425" y="667902"/>
                  </a:lnTo>
                  <a:lnTo>
                    <a:pt x="7180425" y="667902"/>
                  </a:lnTo>
                  <a:lnTo>
                    <a:pt x="7185898" y="667902"/>
                  </a:lnTo>
                  <a:lnTo>
                    <a:pt x="7185898" y="667902"/>
                  </a:lnTo>
                  <a:lnTo>
                    <a:pt x="7191371" y="667902"/>
                  </a:lnTo>
                  <a:lnTo>
                    <a:pt x="7191371" y="667902"/>
                  </a:lnTo>
                  <a:lnTo>
                    <a:pt x="7196844" y="667902"/>
                  </a:lnTo>
                  <a:lnTo>
                    <a:pt x="7196844" y="667902"/>
                  </a:lnTo>
                  <a:lnTo>
                    <a:pt x="7202317" y="667902"/>
                  </a:lnTo>
                  <a:lnTo>
                    <a:pt x="7202317" y="667902"/>
                  </a:lnTo>
                  <a:lnTo>
                    <a:pt x="7207790" y="667902"/>
                  </a:lnTo>
                  <a:lnTo>
                    <a:pt x="7207790" y="667902"/>
                  </a:lnTo>
                  <a:lnTo>
                    <a:pt x="7213262" y="667902"/>
                  </a:lnTo>
                  <a:lnTo>
                    <a:pt x="7213262" y="667902"/>
                  </a:lnTo>
                  <a:lnTo>
                    <a:pt x="7218735" y="667902"/>
                  </a:lnTo>
                  <a:lnTo>
                    <a:pt x="7218735" y="667902"/>
                  </a:lnTo>
                  <a:lnTo>
                    <a:pt x="7224208" y="667902"/>
                  </a:lnTo>
                  <a:lnTo>
                    <a:pt x="7224208" y="667902"/>
                  </a:lnTo>
                  <a:lnTo>
                    <a:pt x="7229681" y="667902"/>
                  </a:lnTo>
                  <a:lnTo>
                    <a:pt x="7229681" y="667902"/>
                  </a:lnTo>
                  <a:lnTo>
                    <a:pt x="7235154" y="667902"/>
                  </a:lnTo>
                  <a:lnTo>
                    <a:pt x="7235154" y="667902"/>
                  </a:lnTo>
                  <a:lnTo>
                    <a:pt x="7240627" y="667902"/>
                  </a:lnTo>
                  <a:lnTo>
                    <a:pt x="7240627" y="667902"/>
                  </a:lnTo>
                  <a:lnTo>
                    <a:pt x="7246100" y="667902"/>
                  </a:lnTo>
                  <a:lnTo>
                    <a:pt x="7246100" y="667902"/>
                  </a:lnTo>
                  <a:lnTo>
                    <a:pt x="7251573" y="667902"/>
                  </a:lnTo>
                  <a:lnTo>
                    <a:pt x="7251573" y="667902"/>
                  </a:lnTo>
                  <a:lnTo>
                    <a:pt x="7257046" y="667902"/>
                  </a:lnTo>
                  <a:lnTo>
                    <a:pt x="7257046" y="667902"/>
                  </a:lnTo>
                  <a:lnTo>
                    <a:pt x="7262518" y="667902"/>
                  </a:lnTo>
                  <a:lnTo>
                    <a:pt x="7262518" y="667902"/>
                  </a:lnTo>
                  <a:lnTo>
                    <a:pt x="7267991" y="667902"/>
                  </a:lnTo>
                  <a:lnTo>
                    <a:pt x="7267991" y="636057"/>
                  </a:lnTo>
                  <a:lnTo>
                    <a:pt x="7278937" y="636057"/>
                  </a:lnTo>
                  <a:lnTo>
                    <a:pt x="7278937" y="636057"/>
                  </a:lnTo>
                  <a:lnTo>
                    <a:pt x="7284410" y="636057"/>
                  </a:lnTo>
                  <a:lnTo>
                    <a:pt x="7284410" y="636057"/>
                  </a:lnTo>
                  <a:lnTo>
                    <a:pt x="7289883" y="636057"/>
                  </a:lnTo>
                  <a:lnTo>
                    <a:pt x="7289883" y="636057"/>
                  </a:lnTo>
                  <a:lnTo>
                    <a:pt x="7295356" y="636057"/>
                  </a:lnTo>
                  <a:lnTo>
                    <a:pt x="7295356" y="636057"/>
                  </a:lnTo>
                  <a:lnTo>
                    <a:pt x="7300829" y="636057"/>
                  </a:lnTo>
                  <a:lnTo>
                    <a:pt x="7300829" y="636057"/>
                  </a:lnTo>
                  <a:lnTo>
                    <a:pt x="7306302" y="636057"/>
                  </a:lnTo>
                  <a:lnTo>
                    <a:pt x="7306302" y="636057"/>
                  </a:lnTo>
                  <a:lnTo>
                    <a:pt x="7311774" y="636057"/>
                  </a:lnTo>
                  <a:lnTo>
                    <a:pt x="7311774" y="636057"/>
                  </a:lnTo>
                  <a:lnTo>
                    <a:pt x="7317247" y="636057"/>
                  </a:lnTo>
                  <a:lnTo>
                    <a:pt x="7317247" y="636057"/>
                  </a:lnTo>
                  <a:lnTo>
                    <a:pt x="7322720" y="636057"/>
                  </a:lnTo>
                  <a:lnTo>
                    <a:pt x="7322720" y="636057"/>
                  </a:lnTo>
                  <a:lnTo>
                    <a:pt x="7328193" y="636057"/>
                  </a:lnTo>
                  <a:lnTo>
                    <a:pt x="7328193" y="636057"/>
                  </a:lnTo>
                  <a:lnTo>
                    <a:pt x="7333666" y="636057"/>
                  </a:lnTo>
                  <a:lnTo>
                    <a:pt x="7333666" y="636057"/>
                  </a:lnTo>
                  <a:lnTo>
                    <a:pt x="7339139" y="636057"/>
                  </a:lnTo>
                  <a:lnTo>
                    <a:pt x="7339139" y="636057"/>
                  </a:lnTo>
                  <a:lnTo>
                    <a:pt x="7344612" y="636057"/>
                  </a:lnTo>
                  <a:lnTo>
                    <a:pt x="7344612" y="636057"/>
                  </a:lnTo>
                  <a:lnTo>
                    <a:pt x="7350085" y="636057"/>
                  </a:lnTo>
                  <a:lnTo>
                    <a:pt x="7350085" y="636057"/>
                  </a:lnTo>
                  <a:lnTo>
                    <a:pt x="7355558" y="636057"/>
                  </a:lnTo>
                  <a:lnTo>
                    <a:pt x="7355558" y="636057"/>
                  </a:lnTo>
                  <a:lnTo>
                    <a:pt x="7361030" y="636057"/>
                  </a:lnTo>
                  <a:lnTo>
                    <a:pt x="7361030" y="636057"/>
                  </a:lnTo>
                  <a:lnTo>
                    <a:pt x="7366503" y="636057"/>
                  </a:lnTo>
                  <a:lnTo>
                    <a:pt x="7366503" y="636057"/>
                  </a:lnTo>
                  <a:lnTo>
                    <a:pt x="7371976" y="636057"/>
                  </a:lnTo>
                  <a:lnTo>
                    <a:pt x="7371976" y="636057"/>
                  </a:lnTo>
                  <a:lnTo>
                    <a:pt x="7377449" y="636057"/>
                  </a:lnTo>
                  <a:lnTo>
                    <a:pt x="7377449" y="636057"/>
                  </a:lnTo>
                  <a:lnTo>
                    <a:pt x="7382922" y="636057"/>
                  </a:lnTo>
                  <a:lnTo>
                    <a:pt x="7382922" y="636057"/>
                  </a:lnTo>
                  <a:lnTo>
                    <a:pt x="7388395" y="636057"/>
                  </a:lnTo>
                  <a:lnTo>
                    <a:pt x="7388395" y="636057"/>
                  </a:lnTo>
                  <a:lnTo>
                    <a:pt x="7393868" y="636057"/>
                  </a:lnTo>
                  <a:lnTo>
                    <a:pt x="7393868" y="636057"/>
                  </a:lnTo>
                  <a:lnTo>
                    <a:pt x="7399341" y="636057"/>
                  </a:lnTo>
                  <a:lnTo>
                    <a:pt x="7399341" y="636057"/>
                  </a:lnTo>
                  <a:lnTo>
                    <a:pt x="7404813" y="636057"/>
                  </a:lnTo>
                  <a:lnTo>
                    <a:pt x="7404813" y="636057"/>
                  </a:lnTo>
                  <a:lnTo>
                    <a:pt x="7410286" y="636057"/>
                  </a:lnTo>
                  <a:lnTo>
                    <a:pt x="7410286" y="636057"/>
                  </a:lnTo>
                  <a:lnTo>
                    <a:pt x="7415759" y="636057"/>
                  </a:lnTo>
                  <a:lnTo>
                    <a:pt x="7415759" y="636057"/>
                  </a:lnTo>
                  <a:lnTo>
                    <a:pt x="7421232" y="636057"/>
                  </a:lnTo>
                  <a:lnTo>
                    <a:pt x="7421232" y="636057"/>
                  </a:lnTo>
                  <a:lnTo>
                    <a:pt x="7426705" y="636057"/>
                  </a:lnTo>
                  <a:lnTo>
                    <a:pt x="7426705" y="636057"/>
                  </a:lnTo>
                  <a:lnTo>
                    <a:pt x="7432178" y="636057"/>
                  </a:lnTo>
                  <a:lnTo>
                    <a:pt x="7432178" y="636057"/>
                  </a:lnTo>
                  <a:lnTo>
                    <a:pt x="7437651" y="636057"/>
                  </a:lnTo>
                  <a:lnTo>
                    <a:pt x="7437651" y="636057"/>
                  </a:lnTo>
                  <a:lnTo>
                    <a:pt x="7443124" y="636057"/>
                  </a:lnTo>
                  <a:lnTo>
                    <a:pt x="7443124" y="636057"/>
                  </a:lnTo>
                  <a:lnTo>
                    <a:pt x="7448597" y="636057"/>
                  </a:lnTo>
                  <a:lnTo>
                    <a:pt x="7448597" y="636057"/>
                  </a:lnTo>
                  <a:lnTo>
                    <a:pt x="7454069" y="636057"/>
                  </a:lnTo>
                  <a:lnTo>
                    <a:pt x="7454069" y="636057"/>
                  </a:lnTo>
                  <a:lnTo>
                    <a:pt x="7459542" y="636057"/>
                  </a:lnTo>
                  <a:lnTo>
                    <a:pt x="7459542" y="636057"/>
                  </a:lnTo>
                  <a:lnTo>
                    <a:pt x="7465015" y="636057"/>
                  </a:lnTo>
                  <a:lnTo>
                    <a:pt x="7465015" y="636057"/>
                  </a:lnTo>
                  <a:lnTo>
                    <a:pt x="7470488" y="636057"/>
                  </a:lnTo>
                  <a:lnTo>
                    <a:pt x="7470488" y="636057"/>
                  </a:lnTo>
                  <a:lnTo>
                    <a:pt x="7475961" y="636057"/>
                  </a:lnTo>
                  <a:lnTo>
                    <a:pt x="7475961" y="636057"/>
                  </a:lnTo>
                  <a:lnTo>
                    <a:pt x="7481434" y="636057"/>
                  </a:lnTo>
                  <a:lnTo>
                    <a:pt x="7481434" y="636057"/>
                  </a:lnTo>
                  <a:lnTo>
                    <a:pt x="7486907" y="636057"/>
                  </a:lnTo>
                  <a:lnTo>
                    <a:pt x="7486907" y="636057"/>
                  </a:lnTo>
                  <a:lnTo>
                    <a:pt x="7492380" y="636057"/>
                  </a:lnTo>
                  <a:lnTo>
                    <a:pt x="7492380" y="636057"/>
                  </a:lnTo>
                  <a:lnTo>
                    <a:pt x="7497853" y="636057"/>
                  </a:lnTo>
                  <a:lnTo>
                    <a:pt x="7497853" y="636057"/>
                  </a:lnTo>
                  <a:lnTo>
                    <a:pt x="7503325" y="636057"/>
                  </a:lnTo>
                  <a:lnTo>
                    <a:pt x="7503325" y="636057"/>
                  </a:lnTo>
                  <a:lnTo>
                    <a:pt x="7508798" y="636057"/>
                  </a:lnTo>
                  <a:lnTo>
                    <a:pt x="7508798" y="636057"/>
                  </a:lnTo>
                  <a:lnTo>
                    <a:pt x="7514271" y="636057"/>
                  </a:lnTo>
                  <a:lnTo>
                    <a:pt x="7514271" y="636057"/>
                  </a:lnTo>
                  <a:lnTo>
                    <a:pt x="7519744" y="636057"/>
                  </a:lnTo>
                  <a:lnTo>
                    <a:pt x="7519744" y="636057"/>
                  </a:lnTo>
                  <a:lnTo>
                    <a:pt x="7525217" y="636057"/>
                  </a:lnTo>
                  <a:lnTo>
                    <a:pt x="7525217" y="636057"/>
                  </a:lnTo>
                  <a:lnTo>
                    <a:pt x="7530690" y="636057"/>
                  </a:lnTo>
                  <a:lnTo>
                    <a:pt x="7530690" y="636057"/>
                  </a:lnTo>
                  <a:lnTo>
                    <a:pt x="7541636" y="636057"/>
                  </a:lnTo>
                  <a:lnTo>
                    <a:pt x="7541636" y="636057"/>
                  </a:lnTo>
                  <a:lnTo>
                    <a:pt x="7547109" y="636057"/>
                  </a:lnTo>
                  <a:lnTo>
                    <a:pt x="7547109" y="636057"/>
                  </a:lnTo>
                  <a:lnTo>
                    <a:pt x="7552581" y="636057"/>
                  </a:lnTo>
                  <a:lnTo>
                    <a:pt x="7552581" y="636057"/>
                  </a:lnTo>
                  <a:lnTo>
                    <a:pt x="7558054" y="636057"/>
                  </a:lnTo>
                  <a:lnTo>
                    <a:pt x="7558054" y="636057"/>
                  </a:lnTo>
                  <a:lnTo>
                    <a:pt x="7563527" y="636057"/>
                  </a:lnTo>
                  <a:lnTo>
                    <a:pt x="7563527" y="636057"/>
                  </a:lnTo>
                  <a:lnTo>
                    <a:pt x="7569000" y="636057"/>
                  </a:lnTo>
                  <a:lnTo>
                    <a:pt x="7569000" y="636057"/>
                  </a:lnTo>
                  <a:lnTo>
                    <a:pt x="7574473" y="636057"/>
                  </a:lnTo>
                  <a:lnTo>
                    <a:pt x="7574473" y="636057"/>
                  </a:lnTo>
                  <a:lnTo>
                    <a:pt x="7579946" y="636057"/>
                  </a:lnTo>
                  <a:lnTo>
                    <a:pt x="7579946" y="636057"/>
                  </a:lnTo>
                  <a:lnTo>
                    <a:pt x="7585419" y="636057"/>
                  </a:lnTo>
                  <a:lnTo>
                    <a:pt x="7585419" y="636057"/>
                  </a:lnTo>
                  <a:lnTo>
                    <a:pt x="7596364" y="636057"/>
                  </a:lnTo>
                  <a:lnTo>
                    <a:pt x="7596364" y="636057"/>
                  </a:lnTo>
                  <a:lnTo>
                    <a:pt x="7601837" y="636057"/>
                  </a:lnTo>
                  <a:lnTo>
                    <a:pt x="7601837" y="636057"/>
                  </a:lnTo>
                  <a:lnTo>
                    <a:pt x="7607310" y="636057"/>
                  </a:lnTo>
                  <a:lnTo>
                    <a:pt x="7607310" y="636057"/>
                  </a:lnTo>
                  <a:lnTo>
                    <a:pt x="7618256" y="636057"/>
                  </a:lnTo>
                  <a:lnTo>
                    <a:pt x="7618256" y="636057"/>
                  </a:lnTo>
                  <a:lnTo>
                    <a:pt x="7623729" y="636057"/>
                  </a:lnTo>
                  <a:lnTo>
                    <a:pt x="7623729" y="636057"/>
                  </a:lnTo>
                  <a:lnTo>
                    <a:pt x="7629202" y="636057"/>
                  </a:lnTo>
                  <a:lnTo>
                    <a:pt x="7629202" y="636057"/>
                  </a:lnTo>
                  <a:lnTo>
                    <a:pt x="7640148" y="636057"/>
                  </a:lnTo>
                  <a:lnTo>
                    <a:pt x="7640148" y="636057"/>
                  </a:lnTo>
                  <a:lnTo>
                    <a:pt x="7645620" y="636057"/>
                  </a:lnTo>
                  <a:lnTo>
                    <a:pt x="7645620" y="636057"/>
                  </a:lnTo>
                  <a:lnTo>
                    <a:pt x="7651093" y="636057"/>
                  </a:lnTo>
                  <a:lnTo>
                    <a:pt x="7651093" y="636057"/>
                  </a:lnTo>
                  <a:lnTo>
                    <a:pt x="7656566" y="636057"/>
                  </a:lnTo>
                  <a:lnTo>
                    <a:pt x="7656566" y="636057"/>
                  </a:lnTo>
                  <a:lnTo>
                    <a:pt x="7662039" y="636057"/>
                  </a:lnTo>
                  <a:lnTo>
                    <a:pt x="7662039" y="636057"/>
                  </a:lnTo>
                  <a:lnTo>
                    <a:pt x="7667512" y="636057"/>
                  </a:lnTo>
                  <a:lnTo>
                    <a:pt x="7667512" y="636057"/>
                  </a:lnTo>
                  <a:lnTo>
                    <a:pt x="7672985" y="636057"/>
                  </a:lnTo>
                  <a:lnTo>
                    <a:pt x="7672985" y="636057"/>
                  </a:lnTo>
                  <a:lnTo>
                    <a:pt x="7678458" y="636057"/>
                  </a:lnTo>
                  <a:lnTo>
                    <a:pt x="7678458" y="636057"/>
                  </a:lnTo>
                  <a:lnTo>
                    <a:pt x="7683931" y="636057"/>
                  </a:lnTo>
                  <a:lnTo>
                    <a:pt x="7683931" y="636057"/>
                  </a:lnTo>
                  <a:lnTo>
                    <a:pt x="7689404" y="636057"/>
                  </a:lnTo>
                  <a:lnTo>
                    <a:pt x="7689404" y="636057"/>
                  </a:lnTo>
                  <a:lnTo>
                    <a:pt x="7694876" y="636057"/>
                  </a:lnTo>
                  <a:lnTo>
                    <a:pt x="7694876" y="636057"/>
                  </a:lnTo>
                  <a:lnTo>
                    <a:pt x="7700349" y="636057"/>
                  </a:lnTo>
                  <a:lnTo>
                    <a:pt x="7700349" y="636057"/>
                  </a:lnTo>
                  <a:lnTo>
                    <a:pt x="7705822" y="636057"/>
                  </a:lnTo>
                  <a:lnTo>
                    <a:pt x="7705822" y="636057"/>
                  </a:lnTo>
                  <a:lnTo>
                    <a:pt x="7711295" y="636057"/>
                  </a:lnTo>
                  <a:lnTo>
                    <a:pt x="7711295" y="636057"/>
                  </a:lnTo>
                  <a:lnTo>
                    <a:pt x="7716768" y="636057"/>
                  </a:lnTo>
                  <a:lnTo>
                    <a:pt x="7716768" y="636057"/>
                  </a:lnTo>
                  <a:lnTo>
                    <a:pt x="7722241" y="636057"/>
                  </a:lnTo>
                  <a:lnTo>
                    <a:pt x="7722241" y="636057"/>
                  </a:lnTo>
                  <a:lnTo>
                    <a:pt x="7727714" y="636057"/>
                  </a:lnTo>
                  <a:lnTo>
                    <a:pt x="7727714" y="636057"/>
                  </a:lnTo>
                  <a:lnTo>
                    <a:pt x="7733187" y="636057"/>
                  </a:lnTo>
                  <a:lnTo>
                    <a:pt x="7733187" y="636057"/>
                  </a:lnTo>
                  <a:lnTo>
                    <a:pt x="7738659" y="636057"/>
                  </a:lnTo>
                  <a:lnTo>
                    <a:pt x="7738659" y="636057"/>
                  </a:lnTo>
                  <a:lnTo>
                    <a:pt x="7744132" y="636057"/>
                  </a:lnTo>
                  <a:lnTo>
                    <a:pt x="7744132" y="636057"/>
                  </a:lnTo>
                  <a:lnTo>
                    <a:pt x="7749605" y="636057"/>
                  </a:lnTo>
                  <a:lnTo>
                    <a:pt x="7749605" y="636057"/>
                  </a:lnTo>
                  <a:lnTo>
                    <a:pt x="7755078" y="636057"/>
                  </a:lnTo>
                  <a:lnTo>
                    <a:pt x="7755078" y="600801"/>
                  </a:lnTo>
                  <a:lnTo>
                    <a:pt x="7760551" y="600801"/>
                  </a:lnTo>
                  <a:lnTo>
                    <a:pt x="7760551" y="565545"/>
                  </a:lnTo>
                  <a:lnTo>
                    <a:pt x="7766024" y="565545"/>
                  </a:lnTo>
                  <a:lnTo>
                    <a:pt x="7766024" y="565545"/>
                  </a:lnTo>
                  <a:lnTo>
                    <a:pt x="7771497" y="565545"/>
                  </a:lnTo>
                  <a:lnTo>
                    <a:pt x="7771497" y="565545"/>
                  </a:lnTo>
                  <a:lnTo>
                    <a:pt x="7776970" y="565545"/>
                  </a:lnTo>
                  <a:lnTo>
                    <a:pt x="7776970" y="565545"/>
                  </a:lnTo>
                  <a:lnTo>
                    <a:pt x="7782443" y="565545"/>
                  </a:lnTo>
                  <a:lnTo>
                    <a:pt x="7782443" y="565545"/>
                  </a:lnTo>
                  <a:lnTo>
                    <a:pt x="7787915" y="565545"/>
                  </a:lnTo>
                  <a:lnTo>
                    <a:pt x="7787915" y="565545"/>
                  </a:lnTo>
                  <a:lnTo>
                    <a:pt x="7793388" y="565545"/>
                  </a:lnTo>
                  <a:lnTo>
                    <a:pt x="7793388" y="565545"/>
                  </a:lnTo>
                  <a:lnTo>
                    <a:pt x="7798861" y="565545"/>
                  </a:lnTo>
                  <a:lnTo>
                    <a:pt x="7798861" y="565545"/>
                  </a:lnTo>
                  <a:lnTo>
                    <a:pt x="7804334" y="565545"/>
                  </a:lnTo>
                  <a:lnTo>
                    <a:pt x="7804334" y="565545"/>
                  </a:lnTo>
                  <a:lnTo>
                    <a:pt x="7809807" y="565545"/>
                  </a:lnTo>
                  <a:lnTo>
                    <a:pt x="7809807" y="565545"/>
                  </a:lnTo>
                  <a:lnTo>
                    <a:pt x="7826226" y="565545"/>
                  </a:lnTo>
                  <a:lnTo>
                    <a:pt x="7826226" y="565545"/>
                  </a:lnTo>
                  <a:lnTo>
                    <a:pt x="7831699" y="565545"/>
                  </a:lnTo>
                  <a:lnTo>
                    <a:pt x="7831699" y="565545"/>
                  </a:lnTo>
                  <a:lnTo>
                    <a:pt x="7837171" y="565545"/>
                  </a:lnTo>
                  <a:lnTo>
                    <a:pt x="7837171" y="565545"/>
                  </a:lnTo>
                  <a:lnTo>
                    <a:pt x="7842644" y="565545"/>
                  </a:lnTo>
                  <a:lnTo>
                    <a:pt x="7842644" y="565545"/>
                  </a:lnTo>
                  <a:lnTo>
                    <a:pt x="7848117" y="565545"/>
                  </a:lnTo>
                  <a:lnTo>
                    <a:pt x="7848117" y="565545"/>
                  </a:lnTo>
                  <a:lnTo>
                    <a:pt x="7853590" y="565545"/>
                  </a:lnTo>
                  <a:lnTo>
                    <a:pt x="7853590" y="529713"/>
                  </a:lnTo>
                  <a:lnTo>
                    <a:pt x="7859063" y="529713"/>
                  </a:lnTo>
                  <a:lnTo>
                    <a:pt x="7859063" y="529713"/>
                  </a:lnTo>
                  <a:lnTo>
                    <a:pt x="7864536" y="529713"/>
                  </a:lnTo>
                  <a:lnTo>
                    <a:pt x="7864536" y="529713"/>
                  </a:lnTo>
                  <a:lnTo>
                    <a:pt x="7870009" y="529713"/>
                  </a:lnTo>
                  <a:lnTo>
                    <a:pt x="7870009" y="529713"/>
                  </a:lnTo>
                  <a:lnTo>
                    <a:pt x="7880955" y="529713"/>
                  </a:lnTo>
                  <a:lnTo>
                    <a:pt x="7880955" y="529713"/>
                  </a:lnTo>
                  <a:lnTo>
                    <a:pt x="7886427" y="529713"/>
                  </a:lnTo>
                  <a:lnTo>
                    <a:pt x="7886427" y="529713"/>
                  </a:lnTo>
                  <a:lnTo>
                    <a:pt x="7891900" y="529713"/>
                  </a:lnTo>
                  <a:lnTo>
                    <a:pt x="7891900" y="493645"/>
                  </a:lnTo>
                  <a:lnTo>
                    <a:pt x="7897373" y="493645"/>
                  </a:lnTo>
                  <a:lnTo>
                    <a:pt x="7897373" y="493645"/>
                  </a:lnTo>
                  <a:lnTo>
                    <a:pt x="7902846" y="493645"/>
                  </a:lnTo>
                  <a:lnTo>
                    <a:pt x="7902846" y="493645"/>
                  </a:lnTo>
                  <a:lnTo>
                    <a:pt x="7908319" y="493645"/>
                  </a:lnTo>
                  <a:lnTo>
                    <a:pt x="7908319" y="493645"/>
                  </a:lnTo>
                  <a:lnTo>
                    <a:pt x="7913792" y="493645"/>
                  </a:lnTo>
                  <a:lnTo>
                    <a:pt x="7913792" y="493645"/>
                  </a:lnTo>
                  <a:lnTo>
                    <a:pt x="7919265" y="493645"/>
                  </a:lnTo>
                  <a:lnTo>
                    <a:pt x="7919265" y="457576"/>
                  </a:lnTo>
                  <a:lnTo>
                    <a:pt x="7924738" y="457576"/>
                  </a:lnTo>
                  <a:lnTo>
                    <a:pt x="7924738" y="457576"/>
                  </a:lnTo>
                  <a:lnTo>
                    <a:pt x="7930210" y="457576"/>
                  </a:lnTo>
                  <a:lnTo>
                    <a:pt x="7930210" y="457576"/>
                  </a:lnTo>
                  <a:lnTo>
                    <a:pt x="7935683" y="457576"/>
                  </a:lnTo>
                  <a:lnTo>
                    <a:pt x="7935683" y="457576"/>
                  </a:lnTo>
                  <a:lnTo>
                    <a:pt x="7941156" y="457576"/>
                  </a:lnTo>
                  <a:lnTo>
                    <a:pt x="7941156" y="457576"/>
                  </a:lnTo>
                  <a:lnTo>
                    <a:pt x="7946629" y="457576"/>
                  </a:lnTo>
                  <a:lnTo>
                    <a:pt x="7946629" y="457576"/>
                  </a:lnTo>
                  <a:lnTo>
                    <a:pt x="7952102" y="457576"/>
                  </a:lnTo>
                  <a:lnTo>
                    <a:pt x="7952102" y="457576"/>
                  </a:lnTo>
                  <a:lnTo>
                    <a:pt x="7957575" y="457576"/>
                  </a:lnTo>
                  <a:lnTo>
                    <a:pt x="7957575" y="457576"/>
                  </a:lnTo>
                  <a:lnTo>
                    <a:pt x="7963048" y="457576"/>
                  </a:lnTo>
                  <a:lnTo>
                    <a:pt x="7963048" y="457576"/>
                  </a:lnTo>
                  <a:lnTo>
                    <a:pt x="7968521" y="457576"/>
                  </a:lnTo>
                  <a:lnTo>
                    <a:pt x="7968521" y="457576"/>
                  </a:lnTo>
                  <a:lnTo>
                    <a:pt x="7973994" y="457576"/>
                  </a:lnTo>
                  <a:lnTo>
                    <a:pt x="7973994" y="457576"/>
                  </a:lnTo>
                  <a:lnTo>
                    <a:pt x="7979466" y="457576"/>
                  </a:lnTo>
                  <a:lnTo>
                    <a:pt x="7979466" y="457576"/>
                  </a:lnTo>
                  <a:lnTo>
                    <a:pt x="7984939" y="457576"/>
                  </a:lnTo>
                  <a:lnTo>
                    <a:pt x="7984939" y="457576"/>
                  </a:lnTo>
                  <a:lnTo>
                    <a:pt x="7990412" y="457576"/>
                  </a:lnTo>
                  <a:lnTo>
                    <a:pt x="7990412" y="457576"/>
                  </a:lnTo>
                  <a:lnTo>
                    <a:pt x="7995885" y="457576"/>
                  </a:lnTo>
                  <a:lnTo>
                    <a:pt x="7995885" y="457576"/>
                  </a:lnTo>
                  <a:lnTo>
                    <a:pt x="8006831" y="457576"/>
                  </a:lnTo>
                  <a:lnTo>
                    <a:pt x="8006831" y="457576"/>
                  </a:lnTo>
                  <a:lnTo>
                    <a:pt x="8012304" y="457576"/>
                  </a:lnTo>
                  <a:lnTo>
                    <a:pt x="8012304" y="457576"/>
                  </a:lnTo>
                  <a:lnTo>
                    <a:pt x="8017777" y="457576"/>
                  </a:lnTo>
                  <a:lnTo>
                    <a:pt x="8017777" y="457576"/>
                  </a:lnTo>
                  <a:lnTo>
                    <a:pt x="8023250" y="457576"/>
                  </a:lnTo>
                  <a:lnTo>
                    <a:pt x="8023250" y="457576"/>
                  </a:lnTo>
                  <a:lnTo>
                    <a:pt x="8034195" y="457576"/>
                  </a:lnTo>
                  <a:lnTo>
                    <a:pt x="8034195" y="457576"/>
                  </a:lnTo>
                  <a:lnTo>
                    <a:pt x="8039668" y="457576"/>
                  </a:lnTo>
                  <a:lnTo>
                    <a:pt x="8039668" y="457576"/>
                  </a:lnTo>
                  <a:lnTo>
                    <a:pt x="8045141" y="457576"/>
                  </a:lnTo>
                  <a:lnTo>
                    <a:pt x="8045141" y="457576"/>
                  </a:lnTo>
                  <a:lnTo>
                    <a:pt x="8050614" y="457576"/>
                  </a:lnTo>
                  <a:lnTo>
                    <a:pt x="8050614" y="457576"/>
                  </a:lnTo>
                  <a:lnTo>
                    <a:pt x="8056087" y="457576"/>
                  </a:lnTo>
                  <a:lnTo>
                    <a:pt x="8056087" y="457576"/>
                  </a:lnTo>
                  <a:lnTo>
                    <a:pt x="8061560" y="457576"/>
                  </a:lnTo>
                  <a:lnTo>
                    <a:pt x="8061560" y="457576"/>
                  </a:lnTo>
                  <a:lnTo>
                    <a:pt x="8072506" y="457576"/>
                  </a:lnTo>
                  <a:lnTo>
                    <a:pt x="8072506" y="457576"/>
                  </a:lnTo>
                  <a:lnTo>
                    <a:pt x="8077978" y="457576"/>
                  </a:lnTo>
                  <a:lnTo>
                    <a:pt x="8077978" y="457576"/>
                  </a:lnTo>
                  <a:lnTo>
                    <a:pt x="8083451" y="457576"/>
                  </a:lnTo>
                  <a:lnTo>
                    <a:pt x="8083451" y="457576"/>
                  </a:lnTo>
                  <a:lnTo>
                    <a:pt x="8088924" y="457576"/>
                  </a:lnTo>
                  <a:lnTo>
                    <a:pt x="8088924" y="457576"/>
                  </a:lnTo>
                  <a:lnTo>
                    <a:pt x="8094397" y="457576"/>
                  </a:lnTo>
                  <a:lnTo>
                    <a:pt x="8094397" y="457576"/>
                  </a:lnTo>
                  <a:lnTo>
                    <a:pt x="8099870" y="457576"/>
                  </a:lnTo>
                  <a:lnTo>
                    <a:pt x="8099870" y="457576"/>
                  </a:lnTo>
                  <a:lnTo>
                    <a:pt x="8105343" y="457576"/>
                  </a:lnTo>
                  <a:lnTo>
                    <a:pt x="8105343" y="457576"/>
                  </a:lnTo>
                  <a:lnTo>
                    <a:pt x="8110816" y="457576"/>
                  </a:lnTo>
                  <a:lnTo>
                    <a:pt x="8110816" y="457576"/>
                  </a:lnTo>
                  <a:lnTo>
                    <a:pt x="8116289" y="457576"/>
                  </a:lnTo>
                  <a:lnTo>
                    <a:pt x="8116289" y="457576"/>
                  </a:lnTo>
                  <a:lnTo>
                    <a:pt x="8121761" y="457576"/>
                  </a:lnTo>
                  <a:lnTo>
                    <a:pt x="8121761" y="457576"/>
                  </a:lnTo>
                  <a:lnTo>
                    <a:pt x="8127234" y="457576"/>
                  </a:lnTo>
                  <a:lnTo>
                    <a:pt x="8127234" y="457576"/>
                  </a:lnTo>
                  <a:lnTo>
                    <a:pt x="8132707" y="457576"/>
                  </a:lnTo>
                  <a:lnTo>
                    <a:pt x="8132707" y="457576"/>
                  </a:lnTo>
                  <a:lnTo>
                    <a:pt x="8138180" y="457576"/>
                  </a:lnTo>
                  <a:lnTo>
                    <a:pt x="8138180" y="457576"/>
                  </a:lnTo>
                  <a:lnTo>
                    <a:pt x="8154599" y="457576"/>
                  </a:lnTo>
                  <a:lnTo>
                    <a:pt x="8154599" y="457576"/>
                  </a:lnTo>
                  <a:lnTo>
                    <a:pt x="8160072" y="457576"/>
                  </a:lnTo>
                  <a:lnTo>
                    <a:pt x="8160072" y="457576"/>
                  </a:lnTo>
                  <a:lnTo>
                    <a:pt x="8171017" y="457576"/>
                  </a:lnTo>
                  <a:lnTo>
                    <a:pt x="8171017" y="457576"/>
                  </a:lnTo>
                  <a:lnTo>
                    <a:pt x="8176490" y="457576"/>
                  </a:lnTo>
                  <a:lnTo>
                    <a:pt x="8176490" y="457576"/>
                  </a:lnTo>
                  <a:lnTo>
                    <a:pt x="8181963" y="457576"/>
                  </a:lnTo>
                  <a:lnTo>
                    <a:pt x="8181963" y="457576"/>
                  </a:lnTo>
                  <a:lnTo>
                    <a:pt x="8187436" y="457576"/>
                  </a:lnTo>
                  <a:lnTo>
                    <a:pt x="8187436" y="457576"/>
                  </a:lnTo>
                  <a:lnTo>
                    <a:pt x="8192909" y="457576"/>
                  </a:lnTo>
                  <a:lnTo>
                    <a:pt x="8192909" y="457576"/>
                  </a:lnTo>
                  <a:lnTo>
                    <a:pt x="8198382" y="457576"/>
                  </a:lnTo>
                  <a:lnTo>
                    <a:pt x="8198382" y="457576"/>
                  </a:lnTo>
                  <a:lnTo>
                    <a:pt x="8203855" y="457576"/>
                  </a:lnTo>
                  <a:lnTo>
                    <a:pt x="8203855" y="457576"/>
                  </a:lnTo>
                  <a:lnTo>
                    <a:pt x="8209328" y="457576"/>
                  </a:lnTo>
                  <a:lnTo>
                    <a:pt x="8209328" y="457576"/>
                  </a:lnTo>
                  <a:lnTo>
                    <a:pt x="8214801" y="457576"/>
                  </a:lnTo>
                  <a:lnTo>
                    <a:pt x="8214801" y="457576"/>
                  </a:lnTo>
                  <a:lnTo>
                    <a:pt x="8220273" y="457576"/>
                  </a:lnTo>
                  <a:lnTo>
                    <a:pt x="8220273" y="457576"/>
                  </a:lnTo>
                  <a:lnTo>
                    <a:pt x="8225746" y="457576"/>
                  </a:lnTo>
                  <a:lnTo>
                    <a:pt x="8225746" y="419857"/>
                  </a:lnTo>
                  <a:lnTo>
                    <a:pt x="8231219" y="419857"/>
                  </a:lnTo>
                  <a:lnTo>
                    <a:pt x="8231219" y="419857"/>
                  </a:lnTo>
                  <a:lnTo>
                    <a:pt x="8236692" y="419857"/>
                  </a:lnTo>
                  <a:lnTo>
                    <a:pt x="8236692" y="419857"/>
                  </a:lnTo>
                  <a:lnTo>
                    <a:pt x="8242165" y="419857"/>
                  </a:lnTo>
                  <a:lnTo>
                    <a:pt x="8242165" y="419857"/>
                  </a:lnTo>
                  <a:lnTo>
                    <a:pt x="8247638" y="419857"/>
                  </a:lnTo>
                  <a:lnTo>
                    <a:pt x="8247638" y="419857"/>
                  </a:lnTo>
                  <a:lnTo>
                    <a:pt x="8253111" y="419857"/>
                  </a:lnTo>
                  <a:lnTo>
                    <a:pt x="8253111" y="419857"/>
                  </a:lnTo>
                  <a:lnTo>
                    <a:pt x="8258584" y="419857"/>
                  </a:lnTo>
                  <a:lnTo>
                    <a:pt x="8258584" y="419857"/>
                  </a:lnTo>
                  <a:lnTo>
                    <a:pt x="8264056" y="419857"/>
                  </a:lnTo>
                  <a:lnTo>
                    <a:pt x="8264056" y="419857"/>
                  </a:lnTo>
                  <a:lnTo>
                    <a:pt x="8269529" y="419857"/>
                  </a:lnTo>
                  <a:lnTo>
                    <a:pt x="8269529" y="419857"/>
                  </a:lnTo>
                  <a:lnTo>
                    <a:pt x="8275002" y="419857"/>
                  </a:lnTo>
                  <a:lnTo>
                    <a:pt x="8275002" y="419857"/>
                  </a:lnTo>
                  <a:lnTo>
                    <a:pt x="8280475" y="419857"/>
                  </a:lnTo>
                  <a:lnTo>
                    <a:pt x="8280475" y="419857"/>
                  </a:lnTo>
                  <a:lnTo>
                    <a:pt x="8285948" y="419857"/>
                  </a:lnTo>
                  <a:lnTo>
                    <a:pt x="8285948" y="419857"/>
                  </a:lnTo>
                  <a:lnTo>
                    <a:pt x="8291421" y="419857"/>
                  </a:lnTo>
                  <a:lnTo>
                    <a:pt x="8291421" y="419857"/>
                  </a:lnTo>
                  <a:lnTo>
                    <a:pt x="8296894" y="419857"/>
                  </a:lnTo>
                  <a:lnTo>
                    <a:pt x="8296894" y="382002"/>
                  </a:lnTo>
                  <a:lnTo>
                    <a:pt x="8307840" y="382002"/>
                  </a:lnTo>
                  <a:lnTo>
                    <a:pt x="8307840" y="382002"/>
                  </a:lnTo>
                  <a:lnTo>
                    <a:pt x="8313312" y="382002"/>
                  </a:lnTo>
                  <a:lnTo>
                    <a:pt x="8313312" y="382002"/>
                  </a:lnTo>
                  <a:lnTo>
                    <a:pt x="8318785" y="382002"/>
                  </a:lnTo>
                  <a:lnTo>
                    <a:pt x="8318785" y="382002"/>
                  </a:lnTo>
                  <a:lnTo>
                    <a:pt x="8324258" y="382002"/>
                  </a:lnTo>
                  <a:lnTo>
                    <a:pt x="8324258" y="382002"/>
                  </a:lnTo>
                  <a:lnTo>
                    <a:pt x="8329731" y="382002"/>
                  </a:lnTo>
                  <a:lnTo>
                    <a:pt x="8329731" y="382002"/>
                  </a:lnTo>
                  <a:lnTo>
                    <a:pt x="8335204" y="382002"/>
                  </a:lnTo>
                  <a:lnTo>
                    <a:pt x="8335204" y="382002"/>
                  </a:lnTo>
                  <a:lnTo>
                    <a:pt x="8340677" y="382002"/>
                  </a:lnTo>
                  <a:lnTo>
                    <a:pt x="8340677" y="382002"/>
                  </a:lnTo>
                  <a:lnTo>
                    <a:pt x="8346150" y="382002"/>
                  </a:lnTo>
                  <a:lnTo>
                    <a:pt x="8346150" y="382002"/>
                  </a:lnTo>
                  <a:lnTo>
                    <a:pt x="8351623" y="382002"/>
                  </a:lnTo>
                  <a:lnTo>
                    <a:pt x="8351623" y="382002"/>
                  </a:lnTo>
                  <a:lnTo>
                    <a:pt x="8357096" y="382002"/>
                  </a:lnTo>
                  <a:lnTo>
                    <a:pt x="8357096" y="382002"/>
                  </a:lnTo>
                  <a:lnTo>
                    <a:pt x="8362568" y="382002"/>
                  </a:lnTo>
                  <a:lnTo>
                    <a:pt x="8362568" y="382002"/>
                  </a:lnTo>
                  <a:lnTo>
                    <a:pt x="8368041" y="382002"/>
                  </a:lnTo>
                  <a:lnTo>
                    <a:pt x="8368041" y="382002"/>
                  </a:lnTo>
                  <a:lnTo>
                    <a:pt x="8373514" y="382002"/>
                  </a:lnTo>
                  <a:lnTo>
                    <a:pt x="8373514" y="382002"/>
                  </a:lnTo>
                  <a:lnTo>
                    <a:pt x="8378987" y="382002"/>
                  </a:lnTo>
                  <a:lnTo>
                    <a:pt x="8378987" y="382002"/>
                  </a:lnTo>
                  <a:lnTo>
                    <a:pt x="8384460" y="382002"/>
                  </a:lnTo>
                  <a:lnTo>
                    <a:pt x="8384460" y="382002"/>
                  </a:lnTo>
                  <a:lnTo>
                    <a:pt x="8389933" y="382002"/>
                  </a:lnTo>
                  <a:lnTo>
                    <a:pt x="8389933" y="382002"/>
                  </a:lnTo>
                  <a:lnTo>
                    <a:pt x="8400879" y="382002"/>
                  </a:lnTo>
                  <a:lnTo>
                    <a:pt x="8400879" y="382002"/>
                  </a:lnTo>
                  <a:lnTo>
                    <a:pt x="8406352" y="382002"/>
                  </a:lnTo>
                  <a:lnTo>
                    <a:pt x="8406352" y="382002"/>
                  </a:lnTo>
                  <a:lnTo>
                    <a:pt x="8411824" y="382002"/>
                  </a:lnTo>
                  <a:lnTo>
                    <a:pt x="8411824" y="382002"/>
                  </a:lnTo>
                  <a:lnTo>
                    <a:pt x="8417297" y="382002"/>
                  </a:lnTo>
                  <a:lnTo>
                    <a:pt x="8417297" y="382002"/>
                  </a:lnTo>
                  <a:lnTo>
                    <a:pt x="8422770" y="382002"/>
                  </a:lnTo>
                  <a:lnTo>
                    <a:pt x="8422770" y="382002"/>
                  </a:lnTo>
                  <a:lnTo>
                    <a:pt x="8428243" y="382002"/>
                  </a:lnTo>
                  <a:lnTo>
                    <a:pt x="8428243" y="382002"/>
                  </a:lnTo>
                  <a:lnTo>
                    <a:pt x="8433716" y="382002"/>
                  </a:lnTo>
                  <a:lnTo>
                    <a:pt x="8433716" y="382002"/>
                  </a:lnTo>
                  <a:lnTo>
                    <a:pt x="8439189" y="382002"/>
                  </a:lnTo>
                  <a:lnTo>
                    <a:pt x="8439189" y="382002"/>
                  </a:lnTo>
                  <a:lnTo>
                    <a:pt x="8444662" y="382002"/>
                  </a:lnTo>
                  <a:lnTo>
                    <a:pt x="8444662" y="382002"/>
                  </a:lnTo>
                  <a:lnTo>
                    <a:pt x="8450135" y="382002"/>
                  </a:lnTo>
                  <a:lnTo>
                    <a:pt x="8450135" y="382002"/>
                  </a:lnTo>
                  <a:lnTo>
                    <a:pt x="8455607" y="382002"/>
                  </a:lnTo>
                  <a:lnTo>
                    <a:pt x="8455607" y="382002"/>
                  </a:lnTo>
                  <a:lnTo>
                    <a:pt x="8461080" y="382002"/>
                  </a:lnTo>
                  <a:lnTo>
                    <a:pt x="8461080" y="382002"/>
                  </a:lnTo>
                  <a:lnTo>
                    <a:pt x="8466553" y="382002"/>
                  </a:lnTo>
                  <a:lnTo>
                    <a:pt x="8466553" y="382002"/>
                  </a:lnTo>
                  <a:lnTo>
                    <a:pt x="8472026" y="382002"/>
                  </a:lnTo>
                  <a:lnTo>
                    <a:pt x="8472026" y="382002"/>
                  </a:lnTo>
                  <a:lnTo>
                    <a:pt x="8482972" y="382002"/>
                  </a:lnTo>
                  <a:lnTo>
                    <a:pt x="8482972" y="382002"/>
                  </a:lnTo>
                  <a:lnTo>
                    <a:pt x="8488445" y="382002"/>
                  </a:lnTo>
                  <a:lnTo>
                    <a:pt x="8488445" y="382002"/>
                  </a:lnTo>
                  <a:lnTo>
                    <a:pt x="8493918" y="382002"/>
                  </a:lnTo>
                  <a:lnTo>
                    <a:pt x="8493918" y="382002"/>
                  </a:lnTo>
                  <a:lnTo>
                    <a:pt x="8499391" y="382002"/>
                  </a:lnTo>
                  <a:lnTo>
                    <a:pt x="8499391" y="382002"/>
                  </a:lnTo>
                  <a:lnTo>
                    <a:pt x="8504863" y="382002"/>
                  </a:lnTo>
                  <a:lnTo>
                    <a:pt x="8504863" y="382002"/>
                  </a:lnTo>
                  <a:lnTo>
                    <a:pt x="8510336" y="382002"/>
                  </a:lnTo>
                  <a:lnTo>
                    <a:pt x="8510336" y="382002"/>
                  </a:lnTo>
                  <a:lnTo>
                    <a:pt x="8515809" y="382002"/>
                  </a:lnTo>
                  <a:lnTo>
                    <a:pt x="8515809" y="382002"/>
                  </a:lnTo>
                  <a:lnTo>
                    <a:pt x="8526755" y="382002"/>
                  </a:lnTo>
                  <a:lnTo>
                    <a:pt x="8526755" y="382002"/>
                  </a:lnTo>
                  <a:lnTo>
                    <a:pt x="8532228" y="382002"/>
                  </a:lnTo>
                  <a:lnTo>
                    <a:pt x="8532228" y="382002"/>
                  </a:lnTo>
                  <a:lnTo>
                    <a:pt x="8537701" y="382002"/>
                  </a:lnTo>
                  <a:lnTo>
                    <a:pt x="8537701" y="382002"/>
                  </a:lnTo>
                  <a:lnTo>
                    <a:pt x="8543174" y="382002"/>
                  </a:lnTo>
                  <a:lnTo>
                    <a:pt x="8543174" y="382002"/>
                  </a:lnTo>
                  <a:lnTo>
                    <a:pt x="8548647" y="382002"/>
                  </a:lnTo>
                  <a:lnTo>
                    <a:pt x="8548647" y="382002"/>
                  </a:lnTo>
                  <a:lnTo>
                    <a:pt x="8554119" y="382002"/>
                  </a:lnTo>
                  <a:lnTo>
                    <a:pt x="8554119" y="382002"/>
                  </a:lnTo>
                  <a:lnTo>
                    <a:pt x="8559592" y="382002"/>
                  </a:lnTo>
                  <a:lnTo>
                    <a:pt x="8559592" y="382002"/>
                  </a:lnTo>
                  <a:lnTo>
                    <a:pt x="8565065" y="382002"/>
                  </a:lnTo>
                  <a:lnTo>
                    <a:pt x="8565065" y="342130"/>
                  </a:lnTo>
                  <a:lnTo>
                    <a:pt x="8570538" y="342130"/>
                  </a:lnTo>
                  <a:lnTo>
                    <a:pt x="8570538" y="342130"/>
                  </a:lnTo>
                  <a:lnTo>
                    <a:pt x="8576011" y="342130"/>
                  </a:lnTo>
                  <a:lnTo>
                    <a:pt x="8576011" y="342130"/>
                  </a:lnTo>
                  <a:lnTo>
                    <a:pt x="8581484" y="342130"/>
                  </a:lnTo>
                  <a:lnTo>
                    <a:pt x="8581484" y="342130"/>
                  </a:lnTo>
                  <a:lnTo>
                    <a:pt x="8586957" y="342130"/>
                  </a:lnTo>
                  <a:lnTo>
                    <a:pt x="8586957" y="342130"/>
                  </a:lnTo>
                  <a:lnTo>
                    <a:pt x="8592430" y="342130"/>
                  </a:lnTo>
                  <a:lnTo>
                    <a:pt x="8592430" y="342130"/>
                  </a:lnTo>
                  <a:lnTo>
                    <a:pt x="8597903" y="342130"/>
                  </a:lnTo>
                  <a:lnTo>
                    <a:pt x="8597903" y="342130"/>
                  </a:lnTo>
                  <a:lnTo>
                    <a:pt x="8603375" y="342130"/>
                  </a:lnTo>
                  <a:lnTo>
                    <a:pt x="8603375" y="301950"/>
                  </a:lnTo>
                  <a:lnTo>
                    <a:pt x="8614321" y="301950"/>
                  </a:lnTo>
                  <a:lnTo>
                    <a:pt x="8614321" y="301950"/>
                  </a:lnTo>
                  <a:lnTo>
                    <a:pt x="8619794" y="301950"/>
                  </a:lnTo>
                  <a:lnTo>
                    <a:pt x="8619794" y="301950"/>
                  </a:lnTo>
                  <a:lnTo>
                    <a:pt x="8625267" y="301950"/>
                  </a:lnTo>
                  <a:lnTo>
                    <a:pt x="8625267" y="301950"/>
                  </a:lnTo>
                  <a:lnTo>
                    <a:pt x="8630740" y="301950"/>
                  </a:lnTo>
                  <a:lnTo>
                    <a:pt x="8630740" y="301950"/>
                  </a:lnTo>
                  <a:lnTo>
                    <a:pt x="8641686" y="301950"/>
                  </a:lnTo>
                  <a:lnTo>
                    <a:pt x="8641686" y="301950"/>
                  </a:lnTo>
                  <a:lnTo>
                    <a:pt x="8647158" y="301950"/>
                  </a:lnTo>
                  <a:lnTo>
                    <a:pt x="8647158" y="221276"/>
                  </a:lnTo>
                  <a:lnTo>
                    <a:pt x="8652631" y="221276"/>
                  </a:lnTo>
                  <a:lnTo>
                    <a:pt x="8652631" y="221276"/>
                  </a:lnTo>
                  <a:lnTo>
                    <a:pt x="8658104" y="221276"/>
                  </a:lnTo>
                  <a:lnTo>
                    <a:pt x="8658104" y="180939"/>
                  </a:lnTo>
                  <a:lnTo>
                    <a:pt x="8669050" y="180939"/>
                  </a:lnTo>
                  <a:lnTo>
                    <a:pt x="8669050" y="180939"/>
                  </a:lnTo>
                  <a:lnTo>
                    <a:pt x="8674523" y="180939"/>
                  </a:lnTo>
                  <a:lnTo>
                    <a:pt x="8674523" y="180939"/>
                  </a:lnTo>
                  <a:lnTo>
                    <a:pt x="8679996" y="180939"/>
                  </a:lnTo>
                  <a:lnTo>
                    <a:pt x="8679996" y="180939"/>
                  </a:lnTo>
                  <a:lnTo>
                    <a:pt x="8685469" y="180939"/>
                  </a:lnTo>
                  <a:lnTo>
                    <a:pt x="8685469" y="180939"/>
                  </a:lnTo>
                  <a:lnTo>
                    <a:pt x="8690942" y="180939"/>
                  </a:lnTo>
                  <a:lnTo>
                    <a:pt x="8690942" y="180939"/>
                  </a:lnTo>
                  <a:lnTo>
                    <a:pt x="8696414" y="180939"/>
                  </a:lnTo>
                  <a:lnTo>
                    <a:pt x="8696414" y="180939"/>
                  </a:lnTo>
                  <a:lnTo>
                    <a:pt x="8707360" y="180939"/>
                  </a:lnTo>
                  <a:lnTo>
                    <a:pt x="8707360" y="180939"/>
                  </a:lnTo>
                  <a:lnTo>
                    <a:pt x="8712833" y="180939"/>
                  </a:lnTo>
                  <a:lnTo>
                    <a:pt x="8712833" y="180939"/>
                  </a:lnTo>
                  <a:lnTo>
                    <a:pt x="8723779" y="180939"/>
                  </a:lnTo>
                  <a:lnTo>
                    <a:pt x="8723779" y="180939"/>
                  </a:lnTo>
                  <a:lnTo>
                    <a:pt x="8729252" y="180939"/>
                  </a:lnTo>
                  <a:lnTo>
                    <a:pt x="8729252" y="180939"/>
                  </a:lnTo>
                  <a:lnTo>
                    <a:pt x="8734725" y="180939"/>
                  </a:lnTo>
                  <a:lnTo>
                    <a:pt x="8734725" y="180939"/>
                  </a:lnTo>
                  <a:lnTo>
                    <a:pt x="8740198" y="180939"/>
                  </a:lnTo>
                  <a:lnTo>
                    <a:pt x="8740198" y="180939"/>
                  </a:lnTo>
                  <a:lnTo>
                    <a:pt x="8745670" y="180939"/>
                  </a:lnTo>
                  <a:lnTo>
                    <a:pt x="8745670" y="180939"/>
                  </a:lnTo>
                  <a:lnTo>
                    <a:pt x="8751143" y="180939"/>
                  </a:lnTo>
                  <a:lnTo>
                    <a:pt x="8751143" y="180939"/>
                  </a:lnTo>
                  <a:lnTo>
                    <a:pt x="8756616" y="180939"/>
                  </a:lnTo>
                  <a:lnTo>
                    <a:pt x="8756616" y="180939"/>
                  </a:lnTo>
                  <a:lnTo>
                    <a:pt x="8767562" y="180939"/>
                  </a:lnTo>
                  <a:lnTo>
                    <a:pt x="8767562" y="180939"/>
                  </a:lnTo>
                  <a:lnTo>
                    <a:pt x="8773035" y="180939"/>
                  </a:lnTo>
                  <a:lnTo>
                    <a:pt x="8773035" y="180939"/>
                  </a:lnTo>
                  <a:lnTo>
                    <a:pt x="8778508" y="180939"/>
                  </a:lnTo>
                  <a:lnTo>
                    <a:pt x="8778508" y="180939"/>
                  </a:lnTo>
                  <a:lnTo>
                    <a:pt x="8783981" y="180939"/>
                  </a:lnTo>
                  <a:lnTo>
                    <a:pt x="8783981" y="180939"/>
                  </a:lnTo>
                  <a:lnTo>
                    <a:pt x="8789453" y="180939"/>
                  </a:lnTo>
                  <a:lnTo>
                    <a:pt x="8789453" y="180939"/>
                  </a:lnTo>
                  <a:lnTo>
                    <a:pt x="8794926" y="180939"/>
                  </a:lnTo>
                  <a:lnTo>
                    <a:pt x="8794926" y="180939"/>
                  </a:lnTo>
                  <a:lnTo>
                    <a:pt x="8800399" y="180939"/>
                  </a:lnTo>
                  <a:lnTo>
                    <a:pt x="8800399" y="180939"/>
                  </a:lnTo>
                  <a:lnTo>
                    <a:pt x="8805872" y="180939"/>
                  </a:lnTo>
                  <a:lnTo>
                    <a:pt x="8805872" y="180939"/>
                  </a:lnTo>
                  <a:lnTo>
                    <a:pt x="8811345" y="180939"/>
                  </a:lnTo>
                  <a:lnTo>
                    <a:pt x="8811345" y="180939"/>
                  </a:lnTo>
                  <a:lnTo>
                    <a:pt x="8816818" y="180939"/>
                  </a:lnTo>
                  <a:lnTo>
                    <a:pt x="8816818" y="138744"/>
                  </a:lnTo>
                  <a:lnTo>
                    <a:pt x="8822291" y="138744"/>
                  </a:lnTo>
                  <a:lnTo>
                    <a:pt x="8822291" y="96549"/>
                  </a:lnTo>
                  <a:lnTo>
                    <a:pt x="8827764" y="96549"/>
                  </a:lnTo>
                  <a:lnTo>
                    <a:pt x="8827764" y="96549"/>
                  </a:lnTo>
                  <a:lnTo>
                    <a:pt x="8833237" y="96549"/>
                  </a:lnTo>
                  <a:lnTo>
                    <a:pt x="8833237" y="96549"/>
                  </a:lnTo>
                  <a:lnTo>
                    <a:pt x="8838709" y="96549"/>
                  </a:lnTo>
                  <a:lnTo>
                    <a:pt x="8838709" y="96549"/>
                  </a:lnTo>
                  <a:lnTo>
                    <a:pt x="8849655" y="96549"/>
                  </a:lnTo>
                  <a:lnTo>
                    <a:pt x="8849655" y="96549"/>
                  </a:lnTo>
                  <a:lnTo>
                    <a:pt x="8855128" y="96549"/>
                  </a:lnTo>
                  <a:lnTo>
                    <a:pt x="8855128" y="96549"/>
                  </a:lnTo>
                  <a:lnTo>
                    <a:pt x="8866074" y="96549"/>
                  </a:lnTo>
                  <a:lnTo>
                    <a:pt x="8866074" y="96549"/>
                  </a:lnTo>
                  <a:lnTo>
                    <a:pt x="8871547" y="96549"/>
                  </a:lnTo>
                  <a:lnTo>
                    <a:pt x="8871547" y="96549"/>
                  </a:lnTo>
                  <a:lnTo>
                    <a:pt x="8877020" y="96549"/>
                  </a:lnTo>
                  <a:lnTo>
                    <a:pt x="8877020" y="96549"/>
                  </a:lnTo>
                  <a:lnTo>
                    <a:pt x="8882493" y="96549"/>
                  </a:lnTo>
                  <a:lnTo>
                    <a:pt x="8882493" y="96549"/>
                  </a:lnTo>
                  <a:lnTo>
                    <a:pt x="8887965" y="96549"/>
                  </a:lnTo>
                  <a:lnTo>
                    <a:pt x="8887965" y="96549"/>
                  </a:lnTo>
                  <a:lnTo>
                    <a:pt x="8893438" y="96549"/>
                  </a:lnTo>
                  <a:lnTo>
                    <a:pt x="8893438" y="96549"/>
                  </a:lnTo>
                  <a:lnTo>
                    <a:pt x="8904384" y="96549"/>
                  </a:lnTo>
                  <a:lnTo>
                    <a:pt x="8904384" y="96549"/>
                  </a:lnTo>
                  <a:lnTo>
                    <a:pt x="8909857" y="96549"/>
                  </a:lnTo>
                  <a:lnTo>
                    <a:pt x="8909857" y="96549"/>
                  </a:lnTo>
                  <a:lnTo>
                    <a:pt x="8915330" y="96549"/>
                  </a:lnTo>
                  <a:lnTo>
                    <a:pt x="8915330" y="96549"/>
                  </a:lnTo>
                  <a:lnTo>
                    <a:pt x="8926276" y="96549"/>
                  </a:lnTo>
                  <a:lnTo>
                    <a:pt x="8926276" y="96549"/>
                  </a:lnTo>
                  <a:lnTo>
                    <a:pt x="8931749" y="96549"/>
                  </a:lnTo>
                  <a:lnTo>
                    <a:pt x="8931749" y="96549"/>
                  </a:lnTo>
                  <a:lnTo>
                    <a:pt x="8937221" y="96549"/>
                  </a:lnTo>
                  <a:lnTo>
                    <a:pt x="8937221" y="96549"/>
                  </a:lnTo>
                  <a:lnTo>
                    <a:pt x="8942694" y="96549"/>
                  </a:lnTo>
                  <a:lnTo>
                    <a:pt x="8942694" y="96549"/>
                  </a:lnTo>
                  <a:lnTo>
                    <a:pt x="8948167" y="96549"/>
                  </a:lnTo>
                  <a:lnTo>
                    <a:pt x="8948167" y="96549"/>
                  </a:lnTo>
                  <a:lnTo>
                    <a:pt x="8959113" y="96549"/>
                  </a:lnTo>
                  <a:lnTo>
                    <a:pt x="8959113" y="96549"/>
                  </a:lnTo>
                  <a:lnTo>
                    <a:pt x="8964586" y="96549"/>
                  </a:lnTo>
                  <a:lnTo>
                    <a:pt x="8964586" y="96549"/>
                  </a:lnTo>
                  <a:lnTo>
                    <a:pt x="8970059" y="96549"/>
                  </a:lnTo>
                  <a:lnTo>
                    <a:pt x="8970059" y="96549"/>
                  </a:lnTo>
                  <a:lnTo>
                    <a:pt x="8981004" y="96549"/>
                  </a:lnTo>
                  <a:lnTo>
                    <a:pt x="8981004" y="96549"/>
                  </a:lnTo>
                  <a:lnTo>
                    <a:pt x="8986477" y="96549"/>
                  </a:lnTo>
                  <a:lnTo>
                    <a:pt x="8986477" y="96549"/>
                  </a:lnTo>
                  <a:lnTo>
                    <a:pt x="8997423" y="96549"/>
                  </a:lnTo>
                  <a:lnTo>
                    <a:pt x="8997423" y="96549"/>
                  </a:lnTo>
                  <a:lnTo>
                    <a:pt x="9002896" y="96549"/>
                  </a:lnTo>
                  <a:lnTo>
                    <a:pt x="9002896" y="96549"/>
                  </a:lnTo>
                  <a:lnTo>
                    <a:pt x="9008369" y="96549"/>
                  </a:lnTo>
                  <a:lnTo>
                    <a:pt x="9008369" y="96549"/>
                  </a:lnTo>
                  <a:lnTo>
                    <a:pt x="9013842" y="96549"/>
                  </a:lnTo>
                  <a:lnTo>
                    <a:pt x="9013842" y="96549"/>
                  </a:lnTo>
                  <a:lnTo>
                    <a:pt x="9024788" y="96549"/>
                  </a:lnTo>
                  <a:lnTo>
                    <a:pt x="9024788" y="96549"/>
                  </a:lnTo>
                  <a:lnTo>
                    <a:pt x="9030260" y="96549"/>
                  </a:lnTo>
                  <a:lnTo>
                    <a:pt x="9030260" y="96549"/>
                  </a:lnTo>
                  <a:lnTo>
                    <a:pt x="9035733" y="96549"/>
                  </a:lnTo>
                  <a:lnTo>
                    <a:pt x="9035733" y="96549"/>
                  </a:lnTo>
                  <a:lnTo>
                    <a:pt x="9041206" y="96549"/>
                  </a:lnTo>
                  <a:lnTo>
                    <a:pt x="9041206" y="96549"/>
                  </a:lnTo>
                  <a:lnTo>
                    <a:pt x="9046679" y="96549"/>
                  </a:lnTo>
                  <a:lnTo>
                    <a:pt x="9046679" y="96549"/>
                  </a:lnTo>
                  <a:lnTo>
                    <a:pt x="9052152" y="96549"/>
                  </a:lnTo>
                  <a:lnTo>
                    <a:pt x="9052152" y="96549"/>
                  </a:lnTo>
                  <a:lnTo>
                    <a:pt x="9057625" y="96549"/>
                  </a:lnTo>
                  <a:lnTo>
                    <a:pt x="9057625" y="96549"/>
                  </a:lnTo>
                  <a:lnTo>
                    <a:pt x="9063098" y="96549"/>
                  </a:lnTo>
                  <a:lnTo>
                    <a:pt x="9063098" y="96549"/>
                  </a:lnTo>
                  <a:lnTo>
                    <a:pt x="9074044" y="96549"/>
                  </a:lnTo>
                  <a:lnTo>
                    <a:pt x="9074044" y="96549"/>
                  </a:lnTo>
                  <a:lnTo>
                    <a:pt x="9079516" y="96549"/>
                  </a:lnTo>
                  <a:lnTo>
                    <a:pt x="9079516" y="96549"/>
                  </a:lnTo>
                  <a:lnTo>
                    <a:pt x="9084989" y="96549"/>
                  </a:lnTo>
                  <a:lnTo>
                    <a:pt x="9084989" y="96549"/>
                  </a:lnTo>
                  <a:lnTo>
                    <a:pt x="9090462" y="96549"/>
                  </a:lnTo>
                  <a:lnTo>
                    <a:pt x="9090462" y="96549"/>
                  </a:lnTo>
                  <a:lnTo>
                    <a:pt x="9095935" y="96549"/>
                  </a:lnTo>
                  <a:lnTo>
                    <a:pt x="9095935" y="96549"/>
                  </a:lnTo>
                  <a:lnTo>
                    <a:pt x="9101408" y="96549"/>
                  </a:lnTo>
                  <a:lnTo>
                    <a:pt x="9101408" y="96549"/>
                  </a:lnTo>
                  <a:lnTo>
                    <a:pt x="9106881" y="96549"/>
                  </a:lnTo>
                  <a:lnTo>
                    <a:pt x="9106881" y="96549"/>
                  </a:lnTo>
                  <a:lnTo>
                    <a:pt x="9117827" y="96549"/>
                  </a:lnTo>
                  <a:lnTo>
                    <a:pt x="9117827" y="96549"/>
                  </a:lnTo>
                  <a:lnTo>
                    <a:pt x="9123300" y="96549"/>
                  </a:lnTo>
                  <a:lnTo>
                    <a:pt x="9123300" y="96549"/>
                  </a:lnTo>
                  <a:lnTo>
                    <a:pt x="9128772" y="96549"/>
                  </a:lnTo>
                  <a:lnTo>
                    <a:pt x="9128772" y="96549"/>
                  </a:lnTo>
                  <a:lnTo>
                    <a:pt x="9134245" y="96549"/>
                  </a:lnTo>
                  <a:lnTo>
                    <a:pt x="9134245" y="96549"/>
                  </a:lnTo>
                  <a:lnTo>
                    <a:pt x="9139718" y="96549"/>
                  </a:lnTo>
                  <a:lnTo>
                    <a:pt x="9139718" y="96549"/>
                  </a:lnTo>
                  <a:lnTo>
                    <a:pt x="9145191" y="96549"/>
                  </a:lnTo>
                  <a:lnTo>
                    <a:pt x="9145191" y="96549"/>
                  </a:lnTo>
                  <a:lnTo>
                    <a:pt x="9156137" y="96549"/>
                  </a:lnTo>
                  <a:lnTo>
                    <a:pt x="9156137" y="96549"/>
                  </a:lnTo>
                  <a:lnTo>
                    <a:pt x="9161610" y="96549"/>
                  </a:lnTo>
                  <a:lnTo>
                    <a:pt x="9161610" y="96549"/>
                  </a:lnTo>
                  <a:lnTo>
                    <a:pt x="9167083" y="96549"/>
                  </a:lnTo>
                  <a:lnTo>
                    <a:pt x="9167083" y="96549"/>
                  </a:lnTo>
                  <a:lnTo>
                    <a:pt x="9172555" y="96549"/>
                  </a:lnTo>
                  <a:lnTo>
                    <a:pt x="9172555" y="96549"/>
                  </a:lnTo>
                  <a:lnTo>
                    <a:pt x="9178028" y="96549"/>
                  </a:lnTo>
                  <a:lnTo>
                    <a:pt x="9178028" y="96549"/>
                  </a:lnTo>
                  <a:lnTo>
                    <a:pt x="9183501" y="96549"/>
                  </a:lnTo>
                  <a:lnTo>
                    <a:pt x="9183501" y="96549"/>
                  </a:lnTo>
                  <a:lnTo>
                    <a:pt x="9188974" y="96549"/>
                  </a:lnTo>
                  <a:lnTo>
                    <a:pt x="9188974" y="96549"/>
                  </a:lnTo>
                  <a:lnTo>
                    <a:pt x="9194447" y="96549"/>
                  </a:lnTo>
                  <a:lnTo>
                    <a:pt x="9194447" y="96549"/>
                  </a:lnTo>
                  <a:lnTo>
                    <a:pt x="9199920" y="96549"/>
                  </a:lnTo>
                  <a:lnTo>
                    <a:pt x="9199920" y="96549"/>
                  </a:lnTo>
                  <a:lnTo>
                    <a:pt x="9205393" y="96549"/>
                  </a:lnTo>
                  <a:lnTo>
                    <a:pt x="9205393" y="96549"/>
                  </a:lnTo>
                  <a:lnTo>
                    <a:pt x="9216339" y="96549"/>
                  </a:lnTo>
                  <a:lnTo>
                    <a:pt x="9216339" y="96549"/>
                  </a:lnTo>
                  <a:lnTo>
                    <a:pt x="9221811" y="96549"/>
                  </a:lnTo>
                  <a:lnTo>
                    <a:pt x="9221811" y="96549"/>
                  </a:lnTo>
                  <a:lnTo>
                    <a:pt x="9232757" y="96549"/>
                  </a:lnTo>
                  <a:lnTo>
                    <a:pt x="9232757" y="96549"/>
                  </a:lnTo>
                  <a:lnTo>
                    <a:pt x="9238230" y="96549"/>
                  </a:lnTo>
                  <a:lnTo>
                    <a:pt x="9238230" y="96549"/>
                  </a:lnTo>
                  <a:lnTo>
                    <a:pt x="9243703" y="96549"/>
                  </a:lnTo>
                  <a:lnTo>
                    <a:pt x="9243703" y="96549"/>
                  </a:lnTo>
                  <a:lnTo>
                    <a:pt x="9249176" y="96549"/>
                  </a:lnTo>
                  <a:lnTo>
                    <a:pt x="9249176" y="96549"/>
                  </a:lnTo>
                  <a:lnTo>
                    <a:pt x="9254649" y="96549"/>
                  </a:lnTo>
                  <a:lnTo>
                    <a:pt x="9254649" y="96549"/>
                  </a:lnTo>
                  <a:lnTo>
                    <a:pt x="9260122" y="96549"/>
                  </a:lnTo>
                  <a:lnTo>
                    <a:pt x="9260122" y="96549"/>
                  </a:lnTo>
                  <a:lnTo>
                    <a:pt x="9265595" y="96549"/>
                  </a:lnTo>
                  <a:lnTo>
                    <a:pt x="9265595" y="96549"/>
                  </a:lnTo>
                  <a:lnTo>
                    <a:pt x="9271067" y="96549"/>
                  </a:lnTo>
                  <a:lnTo>
                    <a:pt x="9271067" y="96549"/>
                  </a:lnTo>
                  <a:lnTo>
                    <a:pt x="9276540" y="96549"/>
                  </a:lnTo>
                  <a:lnTo>
                    <a:pt x="9276540" y="96549"/>
                  </a:lnTo>
                  <a:lnTo>
                    <a:pt x="9287486" y="96549"/>
                  </a:lnTo>
                  <a:lnTo>
                    <a:pt x="9287486" y="96549"/>
                  </a:lnTo>
                  <a:lnTo>
                    <a:pt x="9292959" y="96549"/>
                  </a:lnTo>
                  <a:lnTo>
                    <a:pt x="9292959" y="96549"/>
                  </a:lnTo>
                  <a:lnTo>
                    <a:pt x="9298432" y="96549"/>
                  </a:lnTo>
                  <a:lnTo>
                    <a:pt x="9298432" y="96549"/>
                  </a:lnTo>
                  <a:lnTo>
                    <a:pt x="9303905" y="96549"/>
                  </a:lnTo>
                  <a:lnTo>
                    <a:pt x="9303905" y="96549"/>
                  </a:lnTo>
                  <a:lnTo>
                    <a:pt x="9309378" y="96549"/>
                  </a:lnTo>
                  <a:lnTo>
                    <a:pt x="9309378" y="96549"/>
                  </a:lnTo>
                  <a:lnTo>
                    <a:pt x="9314850" y="96549"/>
                  </a:lnTo>
                  <a:lnTo>
                    <a:pt x="9314850" y="96549"/>
                  </a:lnTo>
                  <a:lnTo>
                    <a:pt x="9320323" y="96549"/>
                  </a:lnTo>
                  <a:lnTo>
                    <a:pt x="9320323" y="96549"/>
                  </a:lnTo>
                  <a:lnTo>
                    <a:pt x="9325796" y="96549"/>
                  </a:lnTo>
                  <a:lnTo>
                    <a:pt x="9325796" y="96549"/>
                  </a:lnTo>
                  <a:lnTo>
                    <a:pt x="9336742" y="96549"/>
                  </a:lnTo>
                  <a:lnTo>
                    <a:pt x="9336742" y="96549"/>
                  </a:lnTo>
                  <a:lnTo>
                    <a:pt x="9342215" y="96549"/>
                  </a:lnTo>
                  <a:lnTo>
                    <a:pt x="9342215" y="96549"/>
                  </a:lnTo>
                  <a:lnTo>
                    <a:pt x="9347688" y="96549"/>
                  </a:lnTo>
                  <a:lnTo>
                    <a:pt x="9347688" y="96549"/>
                  </a:lnTo>
                  <a:lnTo>
                    <a:pt x="9353161" y="96549"/>
                  </a:lnTo>
                  <a:lnTo>
                    <a:pt x="9353161" y="96549"/>
                  </a:lnTo>
                  <a:lnTo>
                    <a:pt x="9364106" y="96549"/>
                  </a:lnTo>
                  <a:lnTo>
                    <a:pt x="9364106" y="96549"/>
                  </a:lnTo>
                  <a:lnTo>
                    <a:pt x="9375052" y="96549"/>
                  </a:lnTo>
                  <a:lnTo>
                    <a:pt x="9375052" y="96549"/>
                  </a:lnTo>
                  <a:lnTo>
                    <a:pt x="9380525" y="96549"/>
                  </a:lnTo>
                  <a:lnTo>
                    <a:pt x="9380525" y="96549"/>
                  </a:lnTo>
                  <a:lnTo>
                    <a:pt x="9385998" y="96549"/>
                  </a:lnTo>
                  <a:lnTo>
                    <a:pt x="9385998" y="96549"/>
                  </a:lnTo>
                  <a:lnTo>
                    <a:pt x="9391471" y="96549"/>
                  </a:lnTo>
                  <a:lnTo>
                    <a:pt x="9391471" y="96549"/>
                  </a:lnTo>
                  <a:lnTo>
                    <a:pt x="9396944" y="96549"/>
                  </a:lnTo>
                  <a:lnTo>
                    <a:pt x="9396944" y="96549"/>
                  </a:lnTo>
                  <a:lnTo>
                    <a:pt x="9402417" y="96549"/>
                  </a:lnTo>
                  <a:lnTo>
                    <a:pt x="9402417" y="96549"/>
                  </a:lnTo>
                  <a:lnTo>
                    <a:pt x="9407890" y="96549"/>
                  </a:lnTo>
                  <a:lnTo>
                    <a:pt x="9407890" y="96549"/>
                  </a:lnTo>
                  <a:lnTo>
                    <a:pt x="9418835" y="96549"/>
                  </a:lnTo>
                  <a:lnTo>
                    <a:pt x="9418835" y="96549"/>
                  </a:lnTo>
                  <a:lnTo>
                    <a:pt x="9424308" y="96549"/>
                  </a:lnTo>
                  <a:lnTo>
                    <a:pt x="9424308" y="96549"/>
                  </a:lnTo>
                  <a:lnTo>
                    <a:pt x="9429781" y="96549"/>
                  </a:lnTo>
                  <a:lnTo>
                    <a:pt x="9429781" y="96549"/>
                  </a:lnTo>
                  <a:lnTo>
                    <a:pt x="9435254" y="96549"/>
                  </a:lnTo>
                  <a:lnTo>
                    <a:pt x="9435254" y="96549"/>
                  </a:lnTo>
                  <a:lnTo>
                    <a:pt x="9440727" y="96549"/>
                  </a:lnTo>
                  <a:lnTo>
                    <a:pt x="9440727" y="96549"/>
                  </a:lnTo>
                  <a:lnTo>
                    <a:pt x="9462618" y="96549"/>
                  </a:lnTo>
                  <a:lnTo>
                    <a:pt x="9462618" y="96549"/>
                  </a:lnTo>
                  <a:lnTo>
                    <a:pt x="9468091" y="96549"/>
                  </a:lnTo>
                  <a:lnTo>
                    <a:pt x="9468091" y="96549"/>
                  </a:lnTo>
                  <a:lnTo>
                    <a:pt x="9479037" y="96549"/>
                  </a:lnTo>
                  <a:lnTo>
                    <a:pt x="9479037" y="96549"/>
                  </a:lnTo>
                  <a:lnTo>
                    <a:pt x="9484510" y="96549"/>
                  </a:lnTo>
                  <a:lnTo>
                    <a:pt x="9484510" y="96549"/>
                  </a:lnTo>
                  <a:lnTo>
                    <a:pt x="9489983" y="96549"/>
                  </a:lnTo>
                  <a:lnTo>
                    <a:pt x="9489983" y="96549"/>
                  </a:lnTo>
                  <a:lnTo>
                    <a:pt x="9495456" y="96549"/>
                  </a:lnTo>
                  <a:lnTo>
                    <a:pt x="9495456" y="96549"/>
                  </a:lnTo>
                  <a:lnTo>
                    <a:pt x="9500929" y="96549"/>
                  </a:lnTo>
                  <a:lnTo>
                    <a:pt x="9500929" y="96549"/>
                  </a:lnTo>
                  <a:lnTo>
                    <a:pt x="9506401" y="96549"/>
                  </a:lnTo>
                  <a:lnTo>
                    <a:pt x="9506401" y="96549"/>
                  </a:lnTo>
                  <a:lnTo>
                    <a:pt x="9511874" y="96549"/>
                  </a:lnTo>
                  <a:lnTo>
                    <a:pt x="9511874" y="49410"/>
                  </a:lnTo>
                  <a:lnTo>
                    <a:pt x="9517347" y="49410"/>
                  </a:lnTo>
                  <a:lnTo>
                    <a:pt x="9517347" y="49410"/>
                  </a:lnTo>
                  <a:lnTo>
                    <a:pt x="9522820" y="49410"/>
                  </a:lnTo>
                  <a:lnTo>
                    <a:pt x="9522820" y="49410"/>
                  </a:lnTo>
                  <a:lnTo>
                    <a:pt x="9528293" y="49410"/>
                  </a:lnTo>
                  <a:lnTo>
                    <a:pt x="9528293" y="49410"/>
                  </a:lnTo>
                  <a:lnTo>
                    <a:pt x="9533766" y="49410"/>
                  </a:lnTo>
                  <a:lnTo>
                    <a:pt x="9533766" y="49410"/>
                  </a:lnTo>
                  <a:lnTo>
                    <a:pt x="9539239" y="49410"/>
                  </a:lnTo>
                  <a:lnTo>
                    <a:pt x="9539239" y="49410"/>
                  </a:lnTo>
                  <a:lnTo>
                    <a:pt x="9544712" y="49410"/>
                  </a:lnTo>
                  <a:lnTo>
                    <a:pt x="9544712" y="49410"/>
                  </a:lnTo>
                  <a:lnTo>
                    <a:pt x="9550185" y="49410"/>
                  </a:lnTo>
                  <a:lnTo>
                    <a:pt x="9550185" y="49410"/>
                  </a:lnTo>
                  <a:lnTo>
                    <a:pt x="9555657" y="49410"/>
                  </a:lnTo>
                  <a:lnTo>
                    <a:pt x="9555657" y="49410"/>
                  </a:lnTo>
                  <a:lnTo>
                    <a:pt x="9561130" y="49410"/>
                  </a:lnTo>
                  <a:lnTo>
                    <a:pt x="9561130" y="49410"/>
                  </a:lnTo>
                  <a:lnTo>
                    <a:pt x="9566603" y="49410"/>
                  </a:lnTo>
                  <a:lnTo>
                    <a:pt x="9566603" y="49410"/>
                  </a:lnTo>
                  <a:lnTo>
                    <a:pt x="9572076" y="49410"/>
                  </a:lnTo>
                  <a:lnTo>
                    <a:pt x="9572076" y="49410"/>
                  </a:lnTo>
                  <a:lnTo>
                    <a:pt x="9577549" y="49410"/>
                  </a:lnTo>
                  <a:lnTo>
                    <a:pt x="9577549" y="49410"/>
                  </a:lnTo>
                  <a:lnTo>
                    <a:pt x="9583022" y="49410"/>
                  </a:lnTo>
                  <a:lnTo>
                    <a:pt x="9583022" y="49410"/>
                  </a:lnTo>
                  <a:lnTo>
                    <a:pt x="9593968" y="49410"/>
                  </a:lnTo>
                  <a:lnTo>
                    <a:pt x="9593968" y="49410"/>
                  </a:lnTo>
                  <a:lnTo>
                    <a:pt x="9610386" y="49410"/>
                  </a:lnTo>
                  <a:lnTo>
                    <a:pt x="9610386" y="49410"/>
                  </a:lnTo>
                  <a:lnTo>
                    <a:pt x="9615859" y="49410"/>
                  </a:lnTo>
                  <a:lnTo>
                    <a:pt x="9615859" y="49410"/>
                  </a:lnTo>
                  <a:lnTo>
                    <a:pt x="9621332" y="49410"/>
                  </a:lnTo>
                  <a:lnTo>
                    <a:pt x="9621332" y="49410"/>
                  </a:lnTo>
                  <a:lnTo>
                    <a:pt x="9626805" y="49410"/>
                  </a:lnTo>
                  <a:lnTo>
                    <a:pt x="9626805" y="49410"/>
                  </a:lnTo>
                  <a:lnTo>
                    <a:pt x="9632278" y="49410"/>
                  </a:lnTo>
                  <a:lnTo>
                    <a:pt x="9632278" y="49410"/>
                  </a:lnTo>
                  <a:lnTo>
                    <a:pt x="9637751" y="49410"/>
                  </a:lnTo>
                  <a:lnTo>
                    <a:pt x="9637751" y="49410"/>
                  </a:lnTo>
                  <a:lnTo>
                    <a:pt x="9643224" y="49410"/>
                  </a:lnTo>
                  <a:lnTo>
                    <a:pt x="9643224" y="49410"/>
                  </a:lnTo>
                  <a:lnTo>
                    <a:pt x="9648697" y="49410"/>
                  </a:lnTo>
                  <a:lnTo>
                    <a:pt x="9648697" y="49410"/>
                  </a:lnTo>
                  <a:lnTo>
                    <a:pt x="9654169" y="49410"/>
                  </a:lnTo>
                  <a:lnTo>
                    <a:pt x="9654169" y="49410"/>
                  </a:lnTo>
                  <a:lnTo>
                    <a:pt x="9665115" y="49410"/>
                  </a:lnTo>
                  <a:lnTo>
                    <a:pt x="9665115" y="49410"/>
                  </a:lnTo>
                  <a:lnTo>
                    <a:pt x="9681534" y="49410"/>
                  </a:lnTo>
                  <a:lnTo>
                    <a:pt x="9681534" y="49410"/>
                  </a:lnTo>
                  <a:lnTo>
                    <a:pt x="9687007" y="49410"/>
                  </a:lnTo>
                  <a:lnTo>
                    <a:pt x="9687007" y="49410"/>
                  </a:lnTo>
                  <a:lnTo>
                    <a:pt x="9692480" y="49410"/>
                  </a:lnTo>
                  <a:lnTo>
                    <a:pt x="9692480" y="49410"/>
                  </a:lnTo>
                  <a:lnTo>
                    <a:pt x="9708898" y="49410"/>
                  </a:lnTo>
                  <a:lnTo>
                    <a:pt x="9708898" y="49410"/>
                  </a:lnTo>
                  <a:lnTo>
                    <a:pt x="9714371" y="49410"/>
                  </a:lnTo>
                  <a:lnTo>
                    <a:pt x="9714371" y="49410"/>
                  </a:lnTo>
                  <a:lnTo>
                    <a:pt x="9719844" y="49410"/>
                  </a:lnTo>
                  <a:lnTo>
                    <a:pt x="9719844" y="49410"/>
                  </a:lnTo>
                  <a:lnTo>
                    <a:pt x="9725317" y="49410"/>
                  </a:lnTo>
                  <a:lnTo>
                    <a:pt x="9725317" y="49410"/>
                  </a:lnTo>
                  <a:lnTo>
                    <a:pt x="9730790" y="49410"/>
                  </a:lnTo>
                  <a:lnTo>
                    <a:pt x="9730790" y="49410"/>
                  </a:lnTo>
                  <a:lnTo>
                    <a:pt x="9741736" y="49410"/>
                  </a:lnTo>
                  <a:lnTo>
                    <a:pt x="9741736" y="49410"/>
                  </a:lnTo>
                  <a:lnTo>
                    <a:pt x="9747208" y="49410"/>
                  </a:lnTo>
                  <a:lnTo>
                    <a:pt x="9747208" y="49410"/>
                  </a:lnTo>
                  <a:lnTo>
                    <a:pt x="9752681" y="49410"/>
                  </a:lnTo>
                  <a:lnTo>
                    <a:pt x="9752681" y="49410"/>
                  </a:lnTo>
                  <a:lnTo>
                    <a:pt x="9758154" y="49410"/>
                  </a:lnTo>
                  <a:lnTo>
                    <a:pt x="9758154" y="49410"/>
                  </a:lnTo>
                  <a:lnTo>
                    <a:pt x="9763627" y="49410"/>
                  </a:lnTo>
                  <a:lnTo>
                    <a:pt x="9763627" y="49410"/>
                  </a:lnTo>
                  <a:lnTo>
                    <a:pt x="9769100" y="49410"/>
                  </a:lnTo>
                  <a:lnTo>
                    <a:pt x="9769100" y="49410"/>
                  </a:lnTo>
                  <a:lnTo>
                    <a:pt x="9774573" y="49410"/>
                  </a:lnTo>
                  <a:lnTo>
                    <a:pt x="9774573" y="49410"/>
                  </a:lnTo>
                  <a:lnTo>
                    <a:pt x="9790992" y="49410"/>
                  </a:lnTo>
                  <a:lnTo>
                    <a:pt x="9790992" y="49410"/>
                  </a:lnTo>
                  <a:lnTo>
                    <a:pt x="9796464" y="49410"/>
                  </a:lnTo>
                  <a:lnTo>
                    <a:pt x="9796464" y="49410"/>
                  </a:lnTo>
                  <a:lnTo>
                    <a:pt x="9801937" y="49410"/>
                  </a:lnTo>
                  <a:lnTo>
                    <a:pt x="9801937" y="49410"/>
                  </a:lnTo>
                  <a:lnTo>
                    <a:pt x="9807410" y="49410"/>
                  </a:lnTo>
                  <a:lnTo>
                    <a:pt x="9807410" y="49410"/>
                  </a:lnTo>
                  <a:lnTo>
                    <a:pt x="9812883" y="49410"/>
                  </a:lnTo>
                  <a:lnTo>
                    <a:pt x="9812883" y="49410"/>
                  </a:lnTo>
                  <a:lnTo>
                    <a:pt x="9818356" y="49410"/>
                  </a:lnTo>
                  <a:lnTo>
                    <a:pt x="9818356" y="49410"/>
                  </a:lnTo>
                  <a:lnTo>
                    <a:pt x="9829302" y="49410"/>
                  </a:lnTo>
                  <a:lnTo>
                    <a:pt x="9829302" y="49410"/>
                  </a:lnTo>
                  <a:lnTo>
                    <a:pt x="9834775" y="49410"/>
                  </a:lnTo>
                  <a:lnTo>
                    <a:pt x="9834775" y="49410"/>
                  </a:lnTo>
                  <a:lnTo>
                    <a:pt x="9840247" y="49410"/>
                  </a:lnTo>
                  <a:lnTo>
                    <a:pt x="9840247" y="49410"/>
                  </a:lnTo>
                  <a:lnTo>
                    <a:pt x="9845720" y="49410"/>
                  </a:lnTo>
                  <a:lnTo>
                    <a:pt x="9845720" y="49410"/>
                  </a:lnTo>
                  <a:lnTo>
                    <a:pt x="9851193" y="49410"/>
                  </a:lnTo>
                  <a:lnTo>
                    <a:pt x="9851193" y="0"/>
                  </a:lnTo>
                  <a:lnTo>
                    <a:pt x="9856666" y="0"/>
                  </a:lnTo>
                  <a:lnTo>
                    <a:pt x="9856666" y="0"/>
                  </a:lnTo>
                  <a:lnTo>
                    <a:pt x="9862139" y="0"/>
                  </a:lnTo>
                  <a:lnTo>
                    <a:pt x="9862139" y="0"/>
                  </a:lnTo>
                  <a:lnTo>
                    <a:pt x="9867612" y="0"/>
                  </a:lnTo>
                  <a:lnTo>
                    <a:pt x="9867612" y="0"/>
                  </a:lnTo>
                  <a:lnTo>
                    <a:pt x="9873085" y="0"/>
                  </a:lnTo>
                  <a:lnTo>
                    <a:pt x="9873085" y="0"/>
                  </a:lnTo>
                  <a:lnTo>
                    <a:pt x="9884031" y="0"/>
                  </a:lnTo>
                  <a:lnTo>
                    <a:pt x="9884031" y="0"/>
                  </a:lnTo>
                  <a:lnTo>
                    <a:pt x="9889503" y="0"/>
                  </a:lnTo>
                  <a:lnTo>
                    <a:pt x="9889503" y="0"/>
                  </a:lnTo>
                  <a:lnTo>
                    <a:pt x="9905922" y="0"/>
                  </a:lnTo>
                  <a:lnTo>
                    <a:pt x="9905922" y="0"/>
                  </a:lnTo>
                  <a:lnTo>
                    <a:pt x="9911395" y="0"/>
                  </a:lnTo>
                  <a:lnTo>
                    <a:pt x="9911395" y="0"/>
                  </a:lnTo>
                  <a:lnTo>
                    <a:pt x="9916868" y="0"/>
                  </a:lnTo>
                  <a:lnTo>
                    <a:pt x="9916868" y="0"/>
                  </a:lnTo>
                  <a:lnTo>
                    <a:pt x="9927814" y="0"/>
                  </a:lnTo>
                  <a:lnTo>
                    <a:pt x="9927814" y="0"/>
                  </a:lnTo>
                  <a:lnTo>
                    <a:pt x="9933287" y="0"/>
                  </a:lnTo>
                  <a:lnTo>
                    <a:pt x="9933287" y="0"/>
                  </a:lnTo>
                  <a:lnTo>
                    <a:pt x="9938759" y="0"/>
                  </a:lnTo>
                  <a:lnTo>
                    <a:pt x="9938759" y="0"/>
                  </a:lnTo>
                  <a:lnTo>
                    <a:pt x="9949705" y="0"/>
                  </a:lnTo>
                  <a:lnTo>
                    <a:pt x="9949705" y="0"/>
                  </a:lnTo>
                  <a:lnTo>
                    <a:pt x="9955178" y="0"/>
                  </a:lnTo>
                  <a:lnTo>
                    <a:pt x="9955178" y="0"/>
                  </a:lnTo>
                  <a:lnTo>
                    <a:pt x="9960651" y="0"/>
                  </a:lnTo>
                  <a:lnTo>
                    <a:pt x="9960651" y="0"/>
                  </a:lnTo>
                  <a:lnTo>
                    <a:pt x="9966124" y="0"/>
                  </a:lnTo>
                  <a:lnTo>
                    <a:pt x="9966124" y="0"/>
                  </a:lnTo>
                  <a:lnTo>
                    <a:pt x="9977070" y="0"/>
                  </a:lnTo>
                  <a:lnTo>
                    <a:pt x="9977070" y="0"/>
                  </a:lnTo>
                  <a:lnTo>
                    <a:pt x="9988015" y="0"/>
                  </a:lnTo>
                  <a:lnTo>
                    <a:pt x="9988015" y="0"/>
                  </a:lnTo>
                </a:path>
              </a:pathLst>
            </a:custGeom>
            <a:ln w="13550" cap="flat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4034" y="3376788"/>
              <a:ext cx="9988015" cy="2721259"/>
            </a:xfrm>
            <a:custGeom>
              <a:avLst/>
              <a:pathLst>
                <a:path w="9988015" h="2721259">
                  <a:moveTo>
                    <a:pt x="0" y="2721259"/>
                  </a:moveTo>
                  <a:lnTo>
                    <a:pt x="5472" y="2721259"/>
                  </a:lnTo>
                  <a:lnTo>
                    <a:pt x="5472" y="2721259"/>
                  </a:lnTo>
                  <a:lnTo>
                    <a:pt x="10945" y="2721259"/>
                  </a:lnTo>
                  <a:lnTo>
                    <a:pt x="10945" y="2721259"/>
                  </a:lnTo>
                  <a:lnTo>
                    <a:pt x="16418" y="2721259"/>
                  </a:lnTo>
                  <a:lnTo>
                    <a:pt x="16418" y="2721259"/>
                  </a:lnTo>
                  <a:lnTo>
                    <a:pt x="21891" y="2721259"/>
                  </a:lnTo>
                  <a:lnTo>
                    <a:pt x="21891" y="2721259"/>
                  </a:lnTo>
                  <a:lnTo>
                    <a:pt x="27364" y="2721259"/>
                  </a:lnTo>
                  <a:lnTo>
                    <a:pt x="27364" y="2721259"/>
                  </a:lnTo>
                  <a:lnTo>
                    <a:pt x="32837" y="2721259"/>
                  </a:lnTo>
                  <a:lnTo>
                    <a:pt x="32837" y="2721259"/>
                  </a:lnTo>
                  <a:lnTo>
                    <a:pt x="38310" y="2721259"/>
                  </a:lnTo>
                  <a:lnTo>
                    <a:pt x="38310" y="2721259"/>
                  </a:lnTo>
                  <a:lnTo>
                    <a:pt x="43783" y="2721259"/>
                  </a:lnTo>
                  <a:lnTo>
                    <a:pt x="43783" y="2721259"/>
                  </a:lnTo>
                  <a:lnTo>
                    <a:pt x="49255" y="2721259"/>
                  </a:lnTo>
                  <a:lnTo>
                    <a:pt x="49255" y="2721259"/>
                  </a:lnTo>
                  <a:lnTo>
                    <a:pt x="54728" y="2721259"/>
                  </a:lnTo>
                  <a:lnTo>
                    <a:pt x="54728" y="2721259"/>
                  </a:lnTo>
                  <a:lnTo>
                    <a:pt x="60201" y="2721259"/>
                  </a:lnTo>
                  <a:lnTo>
                    <a:pt x="60201" y="2721259"/>
                  </a:lnTo>
                  <a:lnTo>
                    <a:pt x="65674" y="2721259"/>
                  </a:lnTo>
                  <a:lnTo>
                    <a:pt x="65674" y="2680915"/>
                  </a:lnTo>
                  <a:lnTo>
                    <a:pt x="71147" y="2680915"/>
                  </a:lnTo>
                  <a:lnTo>
                    <a:pt x="71147" y="2680915"/>
                  </a:lnTo>
                  <a:lnTo>
                    <a:pt x="76620" y="2680915"/>
                  </a:lnTo>
                  <a:lnTo>
                    <a:pt x="76620" y="2680915"/>
                  </a:lnTo>
                  <a:lnTo>
                    <a:pt x="82093" y="2680915"/>
                  </a:lnTo>
                  <a:lnTo>
                    <a:pt x="82093" y="2680915"/>
                  </a:lnTo>
                  <a:lnTo>
                    <a:pt x="87566" y="2680915"/>
                  </a:lnTo>
                  <a:lnTo>
                    <a:pt x="87566" y="2680915"/>
                  </a:lnTo>
                  <a:lnTo>
                    <a:pt x="93039" y="2680915"/>
                  </a:lnTo>
                  <a:lnTo>
                    <a:pt x="93039" y="2680915"/>
                  </a:lnTo>
                  <a:lnTo>
                    <a:pt x="98511" y="2680915"/>
                  </a:lnTo>
                  <a:lnTo>
                    <a:pt x="98511" y="2680915"/>
                  </a:lnTo>
                  <a:lnTo>
                    <a:pt x="103984" y="2680915"/>
                  </a:lnTo>
                  <a:lnTo>
                    <a:pt x="103984" y="2680915"/>
                  </a:lnTo>
                  <a:lnTo>
                    <a:pt x="109457" y="2680915"/>
                  </a:lnTo>
                  <a:lnTo>
                    <a:pt x="109457" y="2680915"/>
                  </a:lnTo>
                  <a:lnTo>
                    <a:pt x="114930" y="2680915"/>
                  </a:lnTo>
                  <a:lnTo>
                    <a:pt x="114930" y="2680915"/>
                  </a:lnTo>
                  <a:lnTo>
                    <a:pt x="120403" y="2680915"/>
                  </a:lnTo>
                  <a:lnTo>
                    <a:pt x="120403" y="2680915"/>
                  </a:lnTo>
                  <a:lnTo>
                    <a:pt x="125876" y="2680915"/>
                  </a:lnTo>
                  <a:lnTo>
                    <a:pt x="125876" y="2680915"/>
                  </a:lnTo>
                  <a:lnTo>
                    <a:pt x="131349" y="2680915"/>
                  </a:lnTo>
                  <a:lnTo>
                    <a:pt x="131349" y="2680915"/>
                  </a:lnTo>
                  <a:lnTo>
                    <a:pt x="136822" y="2680915"/>
                  </a:lnTo>
                  <a:lnTo>
                    <a:pt x="136822" y="2680915"/>
                  </a:lnTo>
                  <a:lnTo>
                    <a:pt x="142295" y="2680915"/>
                  </a:lnTo>
                  <a:lnTo>
                    <a:pt x="142295" y="2680915"/>
                  </a:lnTo>
                  <a:lnTo>
                    <a:pt x="147767" y="2680915"/>
                  </a:lnTo>
                  <a:lnTo>
                    <a:pt x="147767" y="2680915"/>
                  </a:lnTo>
                  <a:lnTo>
                    <a:pt x="153240" y="2680915"/>
                  </a:lnTo>
                  <a:lnTo>
                    <a:pt x="153240" y="2680915"/>
                  </a:lnTo>
                  <a:lnTo>
                    <a:pt x="158713" y="2680915"/>
                  </a:lnTo>
                  <a:lnTo>
                    <a:pt x="158713" y="2680915"/>
                  </a:lnTo>
                  <a:lnTo>
                    <a:pt x="164186" y="2680915"/>
                  </a:lnTo>
                  <a:lnTo>
                    <a:pt x="164186" y="2680915"/>
                  </a:lnTo>
                  <a:lnTo>
                    <a:pt x="169659" y="2680915"/>
                  </a:lnTo>
                  <a:lnTo>
                    <a:pt x="169659" y="2680915"/>
                  </a:lnTo>
                  <a:lnTo>
                    <a:pt x="175132" y="2680915"/>
                  </a:lnTo>
                  <a:lnTo>
                    <a:pt x="175132" y="2680915"/>
                  </a:lnTo>
                  <a:lnTo>
                    <a:pt x="180605" y="2680915"/>
                  </a:lnTo>
                  <a:lnTo>
                    <a:pt x="180605" y="2680915"/>
                  </a:lnTo>
                  <a:lnTo>
                    <a:pt x="186078" y="2680915"/>
                  </a:lnTo>
                  <a:lnTo>
                    <a:pt x="186078" y="2680915"/>
                  </a:lnTo>
                  <a:lnTo>
                    <a:pt x="191550" y="2680915"/>
                  </a:lnTo>
                  <a:lnTo>
                    <a:pt x="191550" y="2680915"/>
                  </a:lnTo>
                  <a:lnTo>
                    <a:pt x="197023" y="2680915"/>
                  </a:lnTo>
                  <a:lnTo>
                    <a:pt x="197023" y="2680915"/>
                  </a:lnTo>
                  <a:lnTo>
                    <a:pt x="202496" y="2680915"/>
                  </a:lnTo>
                  <a:lnTo>
                    <a:pt x="202496" y="2680915"/>
                  </a:lnTo>
                  <a:lnTo>
                    <a:pt x="207969" y="2680915"/>
                  </a:lnTo>
                  <a:lnTo>
                    <a:pt x="207969" y="2680915"/>
                  </a:lnTo>
                  <a:lnTo>
                    <a:pt x="213442" y="2680915"/>
                  </a:lnTo>
                  <a:lnTo>
                    <a:pt x="213442" y="2639801"/>
                  </a:lnTo>
                  <a:lnTo>
                    <a:pt x="218915" y="2639801"/>
                  </a:lnTo>
                  <a:lnTo>
                    <a:pt x="218915" y="2639801"/>
                  </a:lnTo>
                  <a:lnTo>
                    <a:pt x="224388" y="2639801"/>
                  </a:lnTo>
                  <a:lnTo>
                    <a:pt x="224388" y="2639801"/>
                  </a:lnTo>
                  <a:lnTo>
                    <a:pt x="229861" y="2639801"/>
                  </a:lnTo>
                  <a:lnTo>
                    <a:pt x="229861" y="2598497"/>
                  </a:lnTo>
                  <a:lnTo>
                    <a:pt x="235334" y="2598497"/>
                  </a:lnTo>
                  <a:lnTo>
                    <a:pt x="235334" y="2598497"/>
                  </a:lnTo>
                  <a:lnTo>
                    <a:pt x="240806" y="2598497"/>
                  </a:lnTo>
                  <a:lnTo>
                    <a:pt x="240806" y="2598497"/>
                  </a:lnTo>
                  <a:lnTo>
                    <a:pt x="246279" y="2598497"/>
                  </a:lnTo>
                  <a:lnTo>
                    <a:pt x="246279" y="2598497"/>
                  </a:lnTo>
                  <a:lnTo>
                    <a:pt x="251752" y="2598497"/>
                  </a:lnTo>
                  <a:lnTo>
                    <a:pt x="251752" y="2598497"/>
                  </a:lnTo>
                  <a:lnTo>
                    <a:pt x="257225" y="2598497"/>
                  </a:lnTo>
                  <a:lnTo>
                    <a:pt x="257225" y="2598497"/>
                  </a:lnTo>
                  <a:lnTo>
                    <a:pt x="262698" y="2598497"/>
                  </a:lnTo>
                  <a:lnTo>
                    <a:pt x="262698" y="2598497"/>
                  </a:lnTo>
                  <a:lnTo>
                    <a:pt x="268171" y="2598497"/>
                  </a:lnTo>
                  <a:lnTo>
                    <a:pt x="268171" y="2598497"/>
                  </a:lnTo>
                  <a:lnTo>
                    <a:pt x="273644" y="2598497"/>
                  </a:lnTo>
                  <a:lnTo>
                    <a:pt x="273644" y="2598497"/>
                  </a:lnTo>
                  <a:lnTo>
                    <a:pt x="279117" y="2598497"/>
                  </a:lnTo>
                  <a:lnTo>
                    <a:pt x="279117" y="2598497"/>
                  </a:lnTo>
                  <a:lnTo>
                    <a:pt x="284590" y="2598497"/>
                  </a:lnTo>
                  <a:lnTo>
                    <a:pt x="284590" y="2598497"/>
                  </a:lnTo>
                  <a:lnTo>
                    <a:pt x="290062" y="2598497"/>
                  </a:lnTo>
                  <a:lnTo>
                    <a:pt x="290062" y="2598497"/>
                  </a:lnTo>
                  <a:lnTo>
                    <a:pt x="295535" y="2598497"/>
                  </a:lnTo>
                  <a:lnTo>
                    <a:pt x="295535" y="2598497"/>
                  </a:lnTo>
                  <a:lnTo>
                    <a:pt x="301008" y="2598497"/>
                  </a:lnTo>
                  <a:lnTo>
                    <a:pt x="301008" y="2598497"/>
                  </a:lnTo>
                  <a:lnTo>
                    <a:pt x="306481" y="2598497"/>
                  </a:lnTo>
                  <a:lnTo>
                    <a:pt x="306481" y="2557096"/>
                  </a:lnTo>
                  <a:lnTo>
                    <a:pt x="311954" y="2557096"/>
                  </a:lnTo>
                  <a:lnTo>
                    <a:pt x="311954" y="2557096"/>
                  </a:lnTo>
                  <a:lnTo>
                    <a:pt x="317427" y="2557096"/>
                  </a:lnTo>
                  <a:lnTo>
                    <a:pt x="317427" y="2557096"/>
                  </a:lnTo>
                  <a:lnTo>
                    <a:pt x="322900" y="2557096"/>
                  </a:lnTo>
                  <a:lnTo>
                    <a:pt x="322900" y="2557096"/>
                  </a:lnTo>
                  <a:lnTo>
                    <a:pt x="328373" y="2557096"/>
                  </a:lnTo>
                  <a:lnTo>
                    <a:pt x="328373" y="2557096"/>
                  </a:lnTo>
                  <a:lnTo>
                    <a:pt x="333846" y="2557096"/>
                  </a:lnTo>
                  <a:lnTo>
                    <a:pt x="333846" y="2557096"/>
                  </a:lnTo>
                  <a:lnTo>
                    <a:pt x="339318" y="2557096"/>
                  </a:lnTo>
                  <a:lnTo>
                    <a:pt x="339318" y="2557096"/>
                  </a:lnTo>
                  <a:lnTo>
                    <a:pt x="344791" y="2557096"/>
                  </a:lnTo>
                  <a:lnTo>
                    <a:pt x="344791" y="2557096"/>
                  </a:lnTo>
                  <a:lnTo>
                    <a:pt x="350264" y="2557096"/>
                  </a:lnTo>
                  <a:lnTo>
                    <a:pt x="350264" y="2557096"/>
                  </a:lnTo>
                  <a:lnTo>
                    <a:pt x="355737" y="2557096"/>
                  </a:lnTo>
                  <a:lnTo>
                    <a:pt x="355737" y="2557096"/>
                  </a:lnTo>
                  <a:lnTo>
                    <a:pt x="361210" y="2557096"/>
                  </a:lnTo>
                  <a:lnTo>
                    <a:pt x="361210" y="2557096"/>
                  </a:lnTo>
                  <a:lnTo>
                    <a:pt x="366683" y="2557096"/>
                  </a:lnTo>
                  <a:lnTo>
                    <a:pt x="366683" y="2557096"/>
                  </a:lnTo>
                  <a:lnTo>
                    <a:pt x="372156" y="2557096"/>
                  </a:lnTo>
                  <a:lnTo>
                    <a:pt x="372156" y="2557096"/>
                  </a:lnTo>
                  <a:lnTo>
                    <a:pt x="377629" y="2557096"/>
                  </a:lnTo>
                  <a:lnTo>
                    <a:pt x="377629" y="2557096"/>
                  </a:lnTo>
                  <a:lnTo>
                    <a:pt x="383101" y="2557096"/>
                  </a:lnTo>
                  <a:lnTo>
                    <a:pt x="383101" y="2557096"/>
                  </a:lnTo>
                  <a:lnTo>
                    <a:pt x="388574" y="2557096"/>
                  </a:lnTo>
                  <a:lnTo>
                    <a:pt x="388574" y="2557096"/>
                  </a:lnTo>
                  <a:lnTo>
                    <a:pt x="394047" y="2557096"/>
                  </a:lnTo>
                  <a:lnTo>
                    <a:pt x="394047" y="2557096"/>
                  </a:lnTo>
                  <a:lnTo>
                    <a:pt x="399520" y="2557096"/>
                  </a:lnTo>
                  <a:lnTo>
                    <a:pt x="399520" y="2557096"/>
                  </a:lnTo>
                  <a:lnTo>
                    <a:pt x="404993" y="2557096"/>
                  </a:lnTo>
                  <a:lnTo>
                    <a:pt x="404993" y="2557096"/>
                  </a:lnTo>
                  <a:lnTo>
                    <a:pt x="410466" y="2557096"/>
                  </a:lnTo>
                  <a:lnTo>
                    <a:pt x="410466" y="2557096"/>
                  </a:lnTo>
                  <a:lnTo>
                    <a:pt x="415939" y="2557096"/>
                  </a:lnTo>
                  <a:lnTo>
                    <a:pt x="415939" y="2557096"/>
                  </a:lnTo>
                  <a:lnTo>
                    <a:pt x="421412" y="2557096"/>
                  </a:lnTo>
                  <a:lnTo>
                    <a:pt x="421412" y="2557096"/>
                  </a:lnTo>
                  <a:lnTo>
                    <a:pt x="426885" y="2557096"/>
                  </a:lnTo>
                  <a:lnTo>
                    <a:pt x="426885" y="2557096"/>
                  </a:lnTo>
                  <a:lnTo>
                    <a:pt x="432357" y="2557096"/>
                  </a:lnTo>
                  <a:lnTo>
                    <a:pt x="432357" y="2557096"/>
                  </a:lnTo>
                  <a:lnTo>
                    <a:pt x="437830" y="2557096"/>
                  </a:lnTo>
                  <a:lnTo>
                    <a:pt x="437830" y="2557096"/>
                  </a:lnTo>
                  <a:lnTo>
                    <a:pt x="443303" y="2557096"/>
                  </a:lnTo>
                  <a:lnTo>
                    <a:pt x="443303" y="2557096"/>
                  </a:lnTo>
                  <a:lnTo>
                    <a:pt x="448776" y="2557096"/>
                  </a:lnTo>
                  <a:lnTo>
                    <a:pt x="448776" y="2557096"/>
                  </a:lnTo>
                  <a:lnTo>
                    <a:pt x="454249" y="2557096"/>
                  </a:lnTo>
                  <a:lnTo>
                    <a:pt x="454249" y="2557096"/>
                  </a:lnTo>
                  <a:lnTo>
                    <a:pt x="459722" y="2557096"/>
                  </a:lnTo>
                  <a:lnTo>
                    <a:pt x="459722" y="2557096"/>
                  </a:lnTo>
                  <a:lnTo>
                    <a:pt x="465195" y="2557096"/>
                  </a:lnTo>
                  <a:lnTo>
                    <a:pt x="465195" y="2557096"/>
                  </a:lnTo>
                  <a:lnTo>
                    <a:pt x="470668" y="2557096"/>
                  </a:lnTo>
                  <a:lnTo>
                    <a:pt x="470668" y="2557096"/>
                  </a:lnTo>
                  <a:lnTo>
                    <a:pt x="476141" y="2557096"/>
                  </a:lnTo>
                  <a:lnTo>
                    <a:pt x="476141" y="2557096"/>
                  </a:lnTo>
                  <a:lnTo>
                    <a:pt x="481613" y="2557096"/>
                  </a:lnTo>
                  <a:lnTo>
                    <a:pt x="481613" y="2557096"/>
                  </a:lnTo>
                  <a:lnTo>
                    <a:pt x="487086" y="2557096"/>
                  </a:lnTo>
                  <a:lnTo>
                    <a:pt x="487086" y="2557096"/>
                  </a:lnTo>
                  <a:lnTo>
                    <a:pt x="492559" y="2557096"/>
                  </a:lnTo>
                  <a:lnTo>
                    <a:pt x="492559" y="2557096"/>
                  </a:lnTo>
                  <a:lnTo>
                    <a:pt x="498032" y="2557096"/>
                  </a:lnTo>
                  <a:lnTo>
                    <a:pt x="498032" y="2557096"/>
                  </a:lnTo>
                  <a:lnTo>
                    <a:pt x="503505" y="2557096"/>
                  </a:lnTo>
                  <a:lnTo>
                    <a:pt x="503505" y="2557096"/>
                  </a:lnTo>
                  <a:lnTo>
                    <a:pt x="508978" y="2557096"/>
                  </a:lnTo>
                  <a:lnTo>
                    <a:pt x="508978" y="2557096"/>
                  </a:lnTo>
                  <a:lnTo>
                    <a:pt x="514451" y="2557096"/>
                  </a:lnTo>
                  <a:lnTo>
                    <a:pt x="514451" y="2557096"/>
                  </a:lnTo>
                  <a:lnTo>
                    <a:pt x="519924" y="2557096"/>
                  </a:lnTo>
                  <a:lnTo>
                    <a:pt x="519924" y="2557096"/>
                  </a:lnTo>
                  <a:lnTo>
                    <a:pt x="525397" y="2557096"/>
                  </a:lnTo>
                  <a:lnTo>
                    <a:pt x="525397" y="2557096"/>
                  </a:lnTo>
                  <a:lnTo>
                    <a:pt x="530869" y="2557096"/>
                  </a:lnTo>
                  <a:lnTo>
                    <a:pt x="530869" y="2557096"/>
                  </a:lnTo>
                  <a:lnTo>
                    <a:pt x="536342" y="2557096"/>
                  </a:lnTo>
                  <a:lnTo>
                    <a:pt x="536342" y="2557096"/>
                  </a:lnTo>
                  <a:lnTo>
                    <a:pt x="541815" y="2557096"/>
                  </a:lnTo>
                  <a:lnTo>
                    <a:pt x="541815" y="2557096"/>
                  </a:lnTo>
                  <a:lnTo>
                    <a:pt x="547288" y="2557096"/>
                  </a:lnTo>
                  <a:lnTo>
                    <a:pt x="547288" y="2557096"/>
                  </a:lnTo>
                  <a:lnTo>
                    <a:pt x="552761" y="2557096"/>
                  </a:lnTo>
                  <a:lnTo>
                    <a:pt x="552761" y="2557096"/>
                  </a:lnTo>
                  <a:lnTo>
                    <a:pt x="558234" y="2557096"/>
                  </a:lnTo>
                  <a:lnTo>
                    <a:pt x="558234" y="2557096"/>
                  </a:lnTo>
                  <a:lnTo>
                    <a:pt x="563707" y="2557096"/>
                  </a:lnTo>
                  <a:lnTo>
                    <a:pt x="563707" y="2557096"/>
                  </a:lnTo>
                  <a:lnTo>
                    <a:pt x="569180" y="2557096"/>
                  </a:lnTo>
                  <a:lnTo>
                    <a:pt x="569180" y="2557096"/>
                  </a:lnTo>
                  <a:lnTo>
                    <a:pt x="574652" y="2557096"/>
                  </a:lnTo>
                  <a:lnTo>
                    <a:pt x="574652" y="2557096"/>
                  </a:lnTo>
                  <a:lnTo>
                    <a:pt x="580125" y="2557096"/>
                  </a:lnTo>
                  <a:lnTo>
                    <a:pt x="580125" y="2557096"/>
                  </a:lnTo>
                  <a:lnTo>
                    <a:pt x="585598" y="2557096"/>
                  </a:lnTo>
                  <a:lnTo>
                    <a:pt x="585598" y="2557096"/>
                  </a:lnTo>
                  <a:lnTo>
                    <a:pt x="591071" y="2557096"/>
                  </a:lnTo>
                  <a:lnTo>
                    <a:pt x="591071" y="2557096"/>
                  </a:lnTo>
                  <a:lnTo>
                    <a:pt x="596544" y="2557096"/>
                  </a:lnTo>
                  <a:lnTo>
                    <a:pt x="596544" y="2557096"/>
                  </a:lnTo>
                  <a:lnTo>
                    <a:pt x="602017" y="2557096"/>
                  </a:lnTo>
                  <a:lnTo>
                    <a:pt x="602017" y="2557096"/>
                  </a:lnTo>
                  <a:lnTo>
                    <a:pt x="607490" y="2557096"/>
                  </a:lnTo>
                  <a:lnTo>
                    <a:pt x="607490" y="2557096"/>
                  </a:lnTo>
                  <a:lnTo>
                    <a:pt x="612963" y="2557096"/>
                  </a:lnTo>
                  <a:lnTo>
                    <a:pt x="612963" y="2557096"/>
                  </a:lnTo>
                  <a:lnTo>
                    <a:pt x="618436" y="2557096"/>
                  </a:lnTo>
                  <a:lnTo>
                    <a:pt x="618436" y="2557096"/>
                  </a:lnTo>
                  <a:lnTo>
                    <a:pt x="623908" y="2557096"/>
                  </a:lnTo>
                  <a:lnTo>
                    <a:pt x="623908" y="2557096"/>
                  </a:lnTo>
                  <a:lnTo>
                    <a:pt x="629381" y="2557096"/>
                  </a:lnTo>
                  <a:lnTo>
                    <a:pt x="629381" y="2557096"/>
                  </a:lnTo>
                  <a:lnTo>
                    <a:pt x="634854" y="2557096"/>
                  </a:lnTo>
                  <a:lnTo>
                    <a:pt x="634854" y="2514415"/>
                  </a:lnTo>
                  <a:lnTo>
                    <a:pt x="640327" y="2514415"/>
                  </a:lnTo>
                  <a:lnTo>
                    <a:pt x="640327" y="2514415"/>
                  </a:lnTo>
                  <a:lnTo>
                    <a:pt x="645800" y="2514415"/>
                  </a:lnTo>
                  <a:lnTo>
                    <a:pt x="645800" y="2514415"/>
                  </a:lnTo>
                  <a:lnTo>
                    <a:pt x="651273" y="2514415"/>
                  </a:lnTo>
                  <a:lnTo>
                    <a:pt x="651273" y="2514415"/>
                  </a:lnTo>
                  <a:lnTo>
                    <a:pt x="656746" y="2514415"/>
                  </a:lnTo>
                  <a:lnTo>
                    <a:pt x="656746" y="2514415"/>
                  </a:lnTo>
                  <a:lnTo>
                    <a:pt x="662219" y="2514415"/>
                  </a:lnTo>
                  <a:lnTo>
                    <a:pt x="662219" y="2514415"/>
                  </a:lnTo>
                  <a:lnTo>
                    <a:pt x="667692" y="2514415"/>
                  </a:lnTo>
                  <a:lnTo>
                    <a:pt x="667692" y="2514415"/>
                  </a:lnTo>
                  <a:lnTo>
                    <a:pt x="673164" y="2514415"/>
                  </a:lnTo>
                  <a:lnTo>
                    <a:pt x="673164" y="2514415"/>
                  </a:lnTo>
                  <a:lnTo>
                    <a:pt x="678637" y="2514415"/>
                  </a:lnTo>
                  <a:lnTo>
                    <a:pt x="678637" y="2514415"/>
                  </a:lnTo>
                  <a:lnTo>
                    <a:pt x="684110" y="2514415"/>
                  </a:lnTo>
                  <a:lnTo>
                    <a:pt x="684110" y="2514415"/>
                  </a:lnTo>
                  <a:lnTo>
                    <a:pt x="689583" y="2514415"/>
                  </a:lnTo>
                  <a:lnTo>
                    <a:pt x="689583" y="2428937"/>
                  </a:lnTo>
                  <a:lnTo>
                    <a:pt x="695056" y="2428937"/>
                  </a:lnTo>
                  <a:lnTo>
                    <a:pt x="695056" y="2428937"/>
                  </a:lnTo>
                  <a:lnTo>
                    <a:pt x="700529" y="2428937"/>
                  </a:lnTo>
                  <a:lnTo>
                    <a:pt x="700529" y="2428937"/>
                  </a:lnTo>
                  <a:lnTo>
                    <a:pt x="706002" y="2428937"/>
                  </a:lnTo>
                  <a:lnTo>
                    <a:pt x="706002" y="2428937"/>
                  </a:lnTo>
                  <a:lnTo>
                    <a:pt x="711475" y="2428937"/>
                  </a:lnTo>
                  <a:lnTo>
                    <a:pt x="711475" y="2428937"/>
                  </a:lnTo>
                  <a:lnTo>
                    <a:pt x="716947" y="2428937"/>
                  </a:lnTo>
                  <a:lnTo>
                    <a:pt x="716947" y="2428937"/>
                  </a:lnTo>
                  <a:lnTo>
                    <a:pt x="722420" y="2428937"/>
                  </a:lnTo>
                  <a:lnTo>
                    <a:pt x="722420" y="2428937"/>
                  </a:lnTo>
                  <a:lnTo>
                    <a:pt x="727893" y="2428937"/>
                  </a:lnTo>
                  <a:lnTo>
                    <a:pt x="727893" y="2428937"/>
                  </a:lnTo>
                  <a:lnTo>
                    <a:pt x="733366" y="2428937"/>
                  </a:lnTo>
                  <a:lnTo>
                    <a:pt x="733366" y="2428937"/>
                  </a:lnTo>
                  <a:lnTo>
                    <a:pt x="738839" y="2428937"/>
                  </a:lnTo>
                  <a:lnTo>
                    <a:pt x="738839" y="2428937"/>
                  </a:lnTo>
                  <a:lnTo>
                    <a:pt x="744312" y="2428937"/>
                  </a:lnTo>
                  <a:lnTo>
                    <a:pt x="744312" y="2428937"/>
                  </a:lnTo>
                  <a:lnTo>
                    <a:pt x="749785" y="2428937"/>
                  </a:lnTo>
                  <a:lnTo>
                    <a:pt x="749785" y="2428937"/>
                  </a:lnTo>
                  <a:lnTo>
                    <a:pt x="755258" y="2428937"/>
                  </a:lnTo>
                  <a:lnTo>
                    <a:pt x="755258" y="2428937"/>
                  </a:lnTo>
                  <a:lnTo>
                    <a:pt x="760731" y="2428937"/>
                  </a:lnTo>
                  <a:lnTo>
                    <a:pt x="760731" y="2428937"/>
                  </a:lnTo>
                  <a:lnTo>
                    <a:pt x="766203" y="2428937"/>
                  </a:lnTo>
                  <a:lnTo>
                    <a:pt x="766203" y="2428937"/>
                  </a:lnTo>
                  <a:lnTo>
                    <a:pt x="771676" y="2428937"/>
                  </a:lnTo>
                  <a:lnTo>
                    <a:pt x="771676" y="2428937"/>
                  </a:lnTo>
                  <a:lnTo>
                    <a:pt x="777149" y="2428937"/>
                  </a:lnTo>
                  <a:lnTo>
                    <a:pt x="777149" y="2428937"/>
                  </a:lnTo>
                  <a:lnTo>
                    <a:pt x="782622" y="2428937"/>
                  </a:lnTo>
                  <a:lnTo>
                    <a:pt x="782622" y="2428937"/>
                  </a:lnTo>
                  <a:lnTo>
                    <a:pt x="788095" y="2428937"/>
                  </a:lnTo>
                  <a:lnTo>
                    <a:pt x="788095" y="2428937"/>
                  </a:lnTo>
                  <a:lnTo>
                    <a:pt x="793568" y="2428937"/>
                  </a:lnTo>
                  <a:lnTo>
                    <a:pt x="793568" y="2428937"/>
                  </a:lnTo>
                  <a:lnTo>
                    <a:pt x="799041" y="2428937"/>
                  </a:lnTo>
                  <a:lnTo>
                    <a:pt x="799041" y="2428937"/>
                  </a:lnTo>
                  <a:lnTo>
                    <a:pt x="804514" y="2428937"/>
                  </a:lnTo>
                  <a:lnTo>
                    <a:pt x="804514" y="2386015"/>
                  </a:lnTo>
                  <a:lnTo>
                    <a:pt x="809987" y="2386015"/>
                  </a:lnTo>
                  <a:lnTo>
                    <a:pt x="809987" y="2386015"/>
                  </a:lnTo>
                  <a:lnTo>
                    <a:pt x="815459" y="2386015"/>
                  </a:lnTo>
                  <a:lnTo>
                    <a:pt x="815459" y="2386015"/>
                  </a:lnTo>
                  <a:lnTo>
                    <a:pt x="820932" y="2386015"/>
                  </a:lnTo>
                  <a:lnTo>
                    <a:pt x="820932" y="2386015"/>
                  </a:lnTo>
                  <a:lnTo>
                    <a:pt x="826405" y="2386015"/>
                  </a:lnTo>
                  <a:lnTo>
                    <a:pt x="826405" y="2386015"/>
                  </a:lnTo>
                  <a:lnTo>
                    <a:pt x="831878" y="2386015"/>
                  </a:lnTo>
                  <a:lnTo>
                    <a:pt x="831878" y="2386015"/>
                  </a:lnTo>
                  <a:lnTo>
                    <a:pt x="837351" y="2386015"/>
                  </a:lnTo>
                  <a:lnTo>
                    <a:pt x="837351" y="2386015"/>
                  </a:lnTo>
                  <a:lnTo>
                    <a:pt x="842824" y="2386015"/>
                  </a:lnTo>
                  <a:lnTo>
                    <a:pt x="842824" y="2342906"/>
                  </a:lnTo>
                  <a:lnTo>
                    <a:pt x="848297" y="2342906"/>
                  </a:lnTo>
                  <a:lnTo>
                    <a:pt x="848297" y="2342906"/>
                  </a:lnTo>
                  <a:lnTo>
                    <a:pt x="853770" y="2342906"/>
                  </a:lnTo>
                  <a:lnTo>
                    <a:pt x="853770" y="2342906"/>
                  </a:lnTo>
                  <a:lnTo>
                    <a:pt x="859243" y="2342906"/>
                  </a:lnTo>
                  <a:lnTo>
                    <a:pt x="859243" y="2299797"/>
                  </a:lnTo>
                  <a:lnTo>
                    <a:pt x="864715" y="2299797"/>
                  </a:lnTo>
                  <a:lnTo>
                    <a:pt x="864715" y="2299797"/>
                  </a:lnTo>
                  <a:lnTo>
                    <a:pt x="870188" y="2299797"/>
                  </a:lnTo>
                  <a:lnTo>
                    <a:pt x="870188" y="2299797"/>
                  </a:lnTo>
                  <a:lnTo>
                    <a:pt x="875661" y="2299797"/>
                  </a:lnTo>
                  <a:lnTo>
                    <a:pt x="875661" y="2299797"/>
                  </a:lnTo>
                  <a:lnTo>
                    <a:pt x="881134" y="2299797"/>
                  </a:lnTo>
                  <a:lnTo>
                    <a:pt x="881134" y="2299797"/>
                  </a:lnTo>
                  <a:lnTo>
                    <a:pt x="886607" y="2299797"/>
                  </a:lnTo>
                  <a:lnTo>
                    <a:pt x="886607" y="2299797"/>
                  </a:lnTo>
                  <a:lnTo>
                    <a:pt x="892080" y="2299797"/>
                  </a:lnTo>
                  <a:lnTo>
                    <a:pt x="892080" y="2299797"/>
                  </a:lnTo>
                  <a:lnTo>
                    <a:pt x="897553" y="2299797"/>
                  </a:lnTo>
                  <a:lnTo>
                    <a:pt x="897553" y="2299797"/>
                  </a:lnTo>
                  <a:lnTo>
                    <a:pt x="903026" y="2299797"/>
                  </a:lnTo>
                  <a:lnTo>
                    <a:pt x="903026" y="2299797"/>
                  </a:lnTo>
                  <a:lnTo>
                    <a:pt x="908498" y="2299797"/>
                  </a:lnTo>
                  <a:lnTo>
                    <a:pt x="908498" y="2299797"/>
                  </a:lnTo>
                  <a:lnTo>
                    <a:pt x="913971" y="2299797"/>
                  </a:lnTo>
                  <a:lnTo>
                    <a:pt x="913971" y="2299797"/>
                  </a:lnTo>
                  <a:lnTo>
                    <a:pt x="919444" y="2299797"/>
                  </a:lnTo>
                  <a:lnTo>
                    <a:pt x="919444" y="2299797"/>
                  </a:lnTo>
                  <a:lnTo>
                    <a:pt x="924917" y="2299797"/>
                  </a:lnTo>
                  <a:lnTo>
                    <a:pt x="924917" y="2299797"/>
                  </a:lnTo>
                  <a:lnTo>
                    <a:pt x="930390" y="2299797"/>
                  </a:lnTo>
                  <a:lnTo>
                    <a:pt x="930390" y="2299797"/>
                  </a:lnTo>
                  <a:lnTo>
                    <a:pt x="935863" y="2299797"/>
                  </a:lnTo>
                  <a:lnTo>
                    <a:pt x="935863" y="2299797"/>
                  </a:lnTo>
                  <a:lnTo>
                    <a:pt x="941336" y="2299797"/>
                  </a:lnTo>
                  <a:lnTo>
                    <a:pt x="941336" y="2299797"/>
                  </a:lnTo>
                  <a:lnTo>
                    <a:pt x="946809" y="2299797"/>
                  </a:lnTo>
                  <a:lnTo>
                    <a:pt x="946809" y="2299797"/>
                  </a:lnTo>
                  <a:lnTo>
                    <a:pt x="952282" y="2299797"/>
                  </a:lnTo>
                  <a:lnTo>
                    <a:pt x="952282" y="2299797"/>
                  </a:lnTo>
                  <a:lnTo>
                    <a:pt x="957754" y="2299797"/>
                  </a:lnTo>
                  <a:lnTo>
                    <a:pt x="957754" y="2299797"/>
                  </a:lnTo>
                  <a:lnTo>
                    <a:pt x="963227" y="2299797"/>
                  </a:lnTo>
                  <a:lnTo>
                    <a:pt x="963227" y="2299797"/>
                  </a:lnTo>
                  <a:lnTo>
                    <a:pt x="968700" y="2299797"/>
                  </a:lnTo>
                  <a:lnTo>
                    <a:pt x="968700" y="2299797"/>
                  </a:lnTo>
                  <a:lnTo>
                    <a:pt x="974173" y="2299797"/>
                  </a:lnTo>
                  <a:lnTo>
                    <a:pt x="974173" y="2299797"/>
                  </a:lnTo>
                  <a:lnTo>
                    <a:pt x="979646" y="2299797"/>
                  </a:lnTo>
                  <a:lnTo>
                    <a:pt x="979646" y="2299797"/>
                  </a:lnTo>
                  <a:lnTo>
                    <a:pt x="985119" y="2299797"/>
                  </a:lnTo>
                  <a:lnTo>
                    <a:pt x="985119" y="2299797"/>
                  </a:lnTo>
                  <a:lnTo>
                    <a:pt x="990592" y="2299797"/>
                  </a:lnTo>
                  <a:lnTo>
                    <a:pt x="990592" y="2299797"/>
                  </a:lnTo>
                  <a:lnTo>
                    <a:pt x="996065" y="2299797"/>
                  </a:lnTo>
                  <a:lnTo>
                    <a:pt x="996065" y="2299797"/>
                  </a:lnTo>
                  <a:lnTo>
                    <a:pt x="1001538" y="2299797"/>
                  </a:lnTo>
                  <a:lnTo>
                    <a:pt x="1001538" y="2299797"/>
                  </a:lnTo>
                  <a:lnTo>
                    <a:pt x="1007010" y="2299797"/>
                  </a:lnTo>
                  <a:lnTo>
                    <a:pt x="1007010" y="2299797"/>
                  </a:lnTo>
                  <a:lnTo>
                    <a:pt x="1012483" y="2299797"/>
                  </a:lnTo>
                  <a:lnTo>
                    <a:pt x="1012483" y="2299797"/>
                  </a:lnTo>
                  <a:lnTo>
                    <a:pt x="1017956" y="2299797"/>
                  </a:lnTo>
                  <a:lnTo>
                    <a:pt x="1017956" y="2299797"/>
                  </a:lnTo>
                  <a:lnTo>
                    <a:pt x="1023429" y="2299797"/>
                  </a:lnTo>
                  <a:lnTo>
                    <a:pt x="1023429" y="2299797"/>
                  </a:lnTo>
                  <a:lnTo>
                    <a:pt x="1028902" y="2299797"/>
                  </a:lnTo>
                  <a:lnTo>
                    <a:pt x="1028902" y="2299797"/>
                  </a:lnTo>
                  <a:lnTo>
                    <a:pt x="1034375" y="2299797"/>
                  </a:lnTo>
                  <a:lnTo>
                    <a:pt x="1034375" y="2212935"/>
                  </a:lnTo>
                  <a:lnTo>
                    <a:pt x="1039848" y="2212935"/>
                  </a:lnTo>
                  <a:lnTo>
                    <a:pt x="1039848" y="2212935"/>
                  </a:lnTo>
                  <a:lnTo>
                    <a:pt x="1045321" y="2212935"/>
                  </a:lnTo>
                  <a:lnTo>
                    <a:pt x="1045321" y="2212935"/>
                  </a:lnTo>
                  <a:lnTo>
                    <a:pt x="1050794" y="2212935"/>
                  </a:lnTo>
                  <a:lnTo>
                    <a:pt x="1050794" y="2212935"/>
                  </a:lnTo>
                  <a:lnTo>
                    <a:pt x="1056266" y="2212935"/>
                  </a:lnTo>
                  <a:lnTo>
                    <a:pt x="1056266" y="2212935"/>
                  </a:lnTo>
                  <a:lnTo>
                    <a:pt x="1061739" y="2212935"/>
                  </a:lnTo>
                  <a:lnTo>
                    <a:pt x="1061739" y="2169437"/>
                  </a:lnTo>
                  <a:lnTo>
                    <a:pt x="1067212" y="2169437"/>
                  </a:lnTo>
                  <a:lnTo>
                    <a:pt x="1067212" y="2169437"/>
                  </a:lnTo>
                  <a:lnTo>
                    <a:pt x="1072685" y="2169437"/>
                  </a:lnTo>
                  <a:lnTo>
                    <a:pt x="1072685" y="2169437"/>
                  </a:lnTo>
                  <a:lnTo>
                    <a:pt x="1078158" y="2169437"/>
                  </a:lnTo>
                  <a:lnTo>
                    <a:pt x="1078158" y="2169437"/>
                  </a:lnTo>
                  <a:lnTo>
                    <a:pt x="1083631" y="2169437"/>
                  </a:lnTo>
                  <a:lnTo>
                    <a:pt x="1083631" y="2169437"/>
                  </a:lnTo>
                  <a:lnTo>
                    <a:pt x="1089104" y="2169437"/>
                  </a:lnTo>
                  <a:lnTo>
                    <a:pt x="1089104" y="2169437"/>
                  </a:lnTo>
                  <a:lnTo>
                    <a:pt x="1094577" y="2169437"/>
                  </a:lnTo>
                  <a:lnTo>
                    <a:pt x="1094577" y="2169437"/>
                  </a:lnTo>
                  <a:lnTo>
                    <a:pt x="1100049" y="2169437"/>
                  </a:lnTo>
                  <a:lnTo>
                    <a:pt x="1100049" y="2169437"/>
                  </a:lnTo>
                  <a:lnTo>
                    <a:pt x="1105522" y="2169437"/>
                  </a:lnTo>
                  <a:lnTo>
                    <a:pt x="1105522" y="2169437"/>
                  </a:lnTo>
                  <a:lnTo>
                    <a:pt x="1110995" y="2169437"/>
                  </a:lnTo>
                  <a:lnTo>
                    <a:pt x="1110995" y="2169437"/>
                  </a:lnTo>
                  <a:lnTo>
                    <a:pt x="1116468" y="2169437"/>
                  </a:lnTo>
                  <a:lnTo>
                    <a:pt x="1116468" y="2169437"/>
                  </a:lnTo>
                  <a:lnTo>
                    <a:pt x="1121941" y="2169437"/>
                  </a:lnTo>
                  <a:lnTo>
                    <a:pt x="1121941" y="2169437"/>
                  </a:lnTo>
                  <a:lnTo>
                    <a:pt x="1127414" y="2169437"/>
                  </a:lnTo>
                  <a:lnTo>
                    <a:pt x="1127414" y="2169437"/>
                  </a:lnTo>
                  <a:lnTo>
                    <a:pt x="1132887" y="2169437"/>
                  </a:lnTo>
                  <a:lnTo>
                    <a:pt x="1132887" y="2169437"/>
                  </a:lnTo>
                  <a:lnTo>
                    <a:pt x="1138360" y="2169437"/>
                  </a:lnTo>
                  <a:lnTo>
                    <a:pt x="1138360" y="2125804"/>
                  </a:lnTo>
                  <a:lnTo>
                    <a:pt x="1143833" y="2125804"/>
                  </a:lnTo>
                  <a:lnTo>
                    <a:pt x="1143833" y="2125804"/>
                  </a:lnTo>
                  <a:lnTo>
                    <a:pt x="1149305" y="2125804"/>
                  </a:lnTo>
                  <a:lnTo>
                    <a:pt x="1149305" y="2125804"/>
                  </a:lnTo>
                  <a:lnTo>
                    <a:pt x="1154778" y="2125804"/>
                  </a:lnTo>
                  <a:lnTo>
                    <a:pt x="1154778" y="2125804"/>
                  </a:lnTo>
                  <a:lnTo>
                    <a:pt x="1160251" y="2125804"/>
                  </a:lnTo>
                  <a:lnTo>
                    <a:pt x="1160251" y="2125804"/>
                  </a:lnTo>
                  <a:lnTo>
                    <a:pt x="1165724" y="2125804"/>
                  </a:lnTo>
                  <a:lnTo>
                    <a:pt x="1165724" y="2125804"/>
                  </a:lnTo>
                  <a:lnTo>
                    <a:pt x="1171197" y="2125804"/>
                  </a:lnTo>
                  <a:lnTo>
                    <a:pt x="1171197" y="2125804"/>
                  </a:lnTo>
                  <a:lnTo>
                    <a:pt x="1176670" y="2125804"/>
                  </a:lnTo>
                  <a:lnTo>
                    <a:pt x="1176670" y="2125804"/>
                  </a:lnTo>
                  <a:lnTo>
                    <a:pt x="1182143" y="2125804"/>
                  </a:lnTo>
                  <a:lnTo>
                    <a:pt x="1182143" y="2125804"/>
                  </a:lnTo>
                  <a:lnTo>
                    <a:pt x="1187616" y="2125804"/>
                  </a:lnTo>
                  <a:lnTo>
                    <a:pt x="1187616" y="2125804"/>
                  </a:lnTo>
                  <a:lnTo>
                    <a:pt x="1193089" y="2125804"/>
                  </a:lnTo>
                  <a:lnTo>
                    <a:pt x="1193089" y="2125804"/>
                  </a:lnTo>
                  <a:lnTo>
                    <a:pt x="1198561" y="2125804"/>
                  </a:lnTo>
                  <a:lnTo>
                    <a:pt x="1198561" y="2125804"/>
                  </a:lnTo>
                  <a:lnTo>
                    <a:pt x="1204034" y="2125804"/>
                  </a:lnTo>
                  <a:lnTo>
                    <a:pt x="1204034" y="2125804"/>
                  </a:lnTo>
                  <a:lnTo>
                    <a:pt x="1209507" y="2125804"/>
                  </a:lnTo>
                  <a:lnTo>
                    <a:pt x="1209507" y="2125804"/>
                  </a:lnTo>
                  <a:lnTo>
                    <a:pt x="1214980" y="2125804"/>
                  </a:lnTo>
                  <a:lnTo>
                    <a:pt x="1214980" y="2125804"/>
                  </a:lnTo>
                  <a:lnTo>
                    <a:pt x="1220453" y="2125804"/>
                  </a:lnTo>
                  <a:lnTo>
                    <a:pt x="1220453" y="2125804"/>
                  </a:lnTo>
                  <a:lnTo>
                    <a:pt x="1225926" y="2125804"/>
                  </a:lnTo>
                  <a:lnTo>
                    <a:pt x="1225926" y="2125804"/>
                  </a:lnTo>
                  <a:lnTo>
                    <a:pt x="1231399" y="2125804"/>
                  </a:lnTo>
                  <a:lnTo>
                    <a:pt x="1231399" y="2125804"/>
                  </a:lnTo>
                  <a:lnTo>
                    <a:pt x="1236872" y="2125804"/>
                  </a:lnTo>
                  <a:lnTo>
                    <a:pt x="1236872" y="2125804"/>
                  </a:lnTo>
                  <a:lnTo>
                    <a:pt x="1242344" y="2125804"/>
                  </a:lnTo>
                  <a:lnTo>
                    <a:pt x="1242344" y="2125804"/>
                  </a:lnTo>
                  <a:lnTo>
                    <a:pt x="1247817" y="2125804"/>
                  </a:lnTo>
                  <a:lnTo>
                    <a:pt x="1247817" y="2125804"/>
                  </a:lnTo>
                  <a:lnTo>
                    <a:pt x="1253290" y="2125804"/>
                  </a:lnTo>
                  <a:lnTo>
                    <a:pt x="1253290" y="2125804"/>
                  </a:lnTo>
                  <a:lnTo>
                    <a:pt x="1258763" y="2125804"/>
                  </a:lnTo>
                  <a:lnTo>
                    <a:pt x="1258763" y="2125804"/>
                  </a:lnTo>
                  <a:lnTo>
                    <a:pt x="1264236" y="2125804"/>
                  </a:lnTo>
                  <a:lnTo>
                    <a:pt x="1264236" y="2125804"/>
                  </a:lnTo>
                  <a:lnTo>
                    <a:pt x="1269709" y="2125804"/>
                  </a:lnTo>
                  <a:lnTo>
                    <a:pt x="1269709" y="2125804"/>
                  </a:lnTo>
                  <a:lnTo>
                    <a:pt x="1275182" y="2125804"/>
                  </a:lnTo>
                  <a:lnTo>
                    <a:pt x="1275182" y="2125804"/>
                  </a:lnTo>
                  <a:lnTo>
                    <a:pt x="1280655" y="2125804"/>
                  </a:lnTo>
                  <a:lnTo>
                    <a:pt x="1280655" y="2125804"/>
                  </a:lnTo>
                  <a:lnTo>
                    <a:pt x="1286128" y="2125804"/>
                  </a:lnTo>
                  <a:lnTo>
                    <a:pt x="1286128" y="2125804"/>
                  </a:lnTo>
                  <a:lnTo>
                    <a:pt x="1291600" y="2125804"/>
                  </a:lnTo>
                  <a:lnTo>
                    <a:pt x="1291600" y="2125804"/>
                  </a:lnTo>
                  <a:lnTo>
                    <a:pt x="1297073" y="2125804"/>
                  </a:lnTo>
                  <a:lnTo>
                    <a:pt x="1297073" y="2125804"/>
                  </a:lnTo>
                  <a:lnTo>
                    <a:pt x="1302546" y="2125804"/>
                  </a:lnTo>
                  <a:lnTo>
                    <a:pt x="1302546" y="2125804"/>
                  </a:lnTo>
                  <a:lnTo>
                    <a:pt x="1308019" y="2125804"/>
                  </a:lnTo>
                  <a:lnTo>
                    <a:pt x="1308019" y="2125804"/>
                  </a:lnTo>
                  <a:lnTo>
                    <a:pt x="1313492" y="2125804"/>
                  </a:lnTo>
                  <a:lnTo>
                    <a:pt x="1313492" y="2125804"/>
                  </a:lnTo>
                  <a:lnTo>
                    <a:pt x="1318965" y="2125804"/>
                  </a:lnTo>
                  <a:lnTo>
                    <a:pt x="1318965" y="2125804"/>
                  </a:lnTo>
                  <a:lnTo>
                    <a:pt x="1324438" y="2125804"/>
                  </a:lnTo>
                  <a:lnTo>
                    <a:pt x="1324438" y="2125804"/>
                  </a:lnTo>
                  <a:lnTo>
                    <a:pt x="1329911" y="2125804"/>
                  </a:lnTo>
                  <a:lnTo>
                    <a:pt x="1329911" y="2125804"/>
                  </a:lnTo>
                  <a:lnTo>
                    <a:pt x="1335384" y="2125804"/>
                  </a:lnTo>
                  <a:lnTo>
                    <a:pt x="1335384" y="2125804"/>
                  </a:lnTo>
                  <a:lnTo>
                    <a:pt x="1340856" y="2125804"/>
                  </a:lnTo>
                  <a:lnTo>
                    <a:pt x="1340856" y="2125804"/>
                  </a:lnTo>
                  <a:lnTo>
                    <a:pt x="1346329" y="2125804"/>
                  </a:lnTo>
                  <a:lnTo>
                    <a:pt x="1346329" y="2125804"/>
                  </a:lnTo>
                  <a:lnTo>
                    <a:pt x="1351802" y="2125804"/>
                  </a:lnTo>
                  <a:lnTo>
                    <a:pt x="1351802" y="2125804"/>
                  </a:lnTo>
                  <a:lnTo>
                    <a:pt x="1357275" y="2125804"/>
                  </a:lnTo>
                  <a:lnTo>
                    <a:pt x="1357275" y="2125804"/>
                  </a:lnTo>
                  <a:lnTo>
                    <a:pt x="1362748" y="2125804"/>
                  </a:lnTo>
                  <a:lnTo>
                    <a:pt x="1362748" y="2125804"/>
                  </a:lnTo>
                  <a:lnTo>
                    <a:pt x="1368221" y="2125804"/>
                  </a:lnTo>
                  <a:lnTo>
                    <a:pt x="1368221" y="2125804"/>
                  </a:lnTo>
                  <a:lnTo>
                    <a:pt x="1373694" y="2125804"/>
                  </a:lnTo>
                  <a:lnTo>
                    <a:pt x="1373694" y="2125804"/>
                  </a:lnTo>
                  <a:lnTo>
                    <a:pt x="1379167" y="2125804"/>
                  </a:lnTo>
                  <a:lnTo>
                    <a:pt x="1379167" y="2125804"/>
                  </a:lnTo>
                  <a:lnTo>
                    <a:pt x="1384640" y="2125804"/>
                  </a:lnTo>
                  <a:lnTo>
                    <a:pt x="1384640" y="2125804"/>
                  </a:lnTo>
                  <a:lnTo>
                    <a:pt x="1390112" y="2125804"/>
                  </a:lnTo>
                  <a:lnTo>
                    <a:pt x="1390112" y="2081527"/>
                  </a:lnTo>
                  <a:lnTo>
                    <a:pt x="1395585" y="2081527"/>
                  </a:lnTo>
                  <a:lnTo>
                    <a:pt x="1395585" y="2037251"/>
                  </a:lnTo>
                  <a:lnTo>
                    <a:pt x="1401058" y="2037251"/>
                  </a:lnTo>
                  <a:lnTo>
                    <a:pt x="1401058" y="2037251"/>
                  </a:lnTo>
                  <a:lnTo>
                    <a:pt x="1406531" y="2037251"/>
                  </a:lnTo>
                  <a:lnTo>
                    <a:pt x="1406531" y="2037251"/>
                  </a:lnTo>
                  <a:lnTo>
                    <a:pt x="1412004" y="2037251"/>
                  </a:lnTo>
                  <a:lnTo>
                    <a:pt x="1412004" y="2037251"/>
                  </a:lnTo>
                  <a:lnTo>
                    <a:pt x="1417477" y="2037251"/>
                  </a:lnTo>
                  <a:lnTo>
                    <a:pt x="1417477" y="2037251"/>
                  </a:lnTo>
                  <a:lnTo>
                    <a:pt x="1422950" y="2037251"/>
                  </a:lnTo>
                  <a:lnTo>
                    <a:pt x="1422950" y="2037251"/>
                  </a:lnTo>
                  <a:lnTo>
                    <a:pt x="1428423" y="2037251"/>
                  </a:lnTo>
                  <a:lnTo>
                    <a:pt x="1428423" y="2037251"/>
                  </a:lnTo>
                  <a:lnTo>
                    <a:pt x="1433895" y="2037251"/>
                  </a:lnTo>
                  <a:lnTo>
                    <a:pt x="1433895" y="2037251"/>
                  </a:lnTo>
                  <a:lnTo>
                    <a:pt x="1439368" y="2037251"/>
                  </a:lnTo>
                  <a:lnTo>
                    <a:pt x="1439368" y="2037251"/>
                  </a:lnTo>
                  <a:lnTo>
                    <a:pt x="1444841" y="2037251"/>
                  </a:lnTo>
                  <a:lnTo>
                    <a:pt x="1444841" y="2037251"/>
                  </a:lnTo>
                  <a:lnTo>
                    <a:pt x="1450314" y="2037251"/>
                  </a:lnTo>
                  <a:lnTo>
                    <a:pt x="1450314" y="2037251"/>
                  </a:lnTo>
                  <a:lnTo>
                    <a:pt x="1455787" y="2037251"/>
                  </a:lnTo>
                  <a:lnTo>
                    <a:pt x="1455787" y="2037251"/>
                  </a:lnTo>
                  <a:lnTo>
                    <a:pt x="1461260" y="2037251"/>
                  </a:lnTo>
                  <a:lnTo>
                    <a:pt x="1461260" y="2037251"/>
                  </a:lnTo>
                  <a:lnTo>
                    <a:pt x="1466733" y="2037251"/>
                  </a:lnTo>
                  <a:lnTo>
                    <a:pt x="1466733" y="2037251"/>
                  </a:lnTo>
                  <a:lnTo>
                    <a:pt x="1472206" y="2037251"/>
                  </a:lnTo>
                  <a:lnTo>
                    <a:pt x="1472206" y="2037251"/>
                  </a:lnTo>
                  <a:lnTo>
                    <a:pt x="1477679" y="2037251"/>
                  </a:lnTo>
                  <a:lnTo>
                    <a:pt x="1477679" y="2037251"/>
                  </a:lnTo>
                  <a:lnTo>
                    <a:pt x="1483151" y="2037251"/>
                  </a:lnTo>
                  <a:lnTo>
                    <a:pt x="1483151" y="2037251"/>
                  </a:lnTo>
                  <a:lnTo>
                    <a:pt x="1488624" y="2037251"/>
                  </a:lnTo>
                  <a:lnTo>
                    <a:pt x="1488624" y="2037251"/>
                  </a:lnTo>
                  <a:lnTo>
                    <a:pt x="1494097" y="2037251"/>
                  </a:lnTo>
                  <a:lnTo>
                    <a:pt x="1494097" y="2037251"/>
                  </a:lnTo>
                  <a:lnTo>
                    <a:pt x="1499570" y="2037251"/>
                  </a:lnTo>
                  <a:lnTo>
                    <a:pt x="1499570" y="2037251"/>
                  </a:lnTo>
                  <a:lnTo>
                    <a:pt x="1505043" y="2037251"/>
                  </a:lnTo>
                  <a:lnTo>
                    <a:pt x="1505043" y="2037251"/>
                  </a:lnTo>
                  <a:lnTo>
                    <a:pt x="1510516" y="2037251"/>
                  </a:lnTo>
                  <a:lnTo>
                    <a:pt x="1510516" y="1992585"/>
                  </a:lnTo>
                  <a:lnTo>
                    <a:pt x="1515989" y="1992585"/>
                  </a:lnTo>
                  <a:lnTo>
                    <a:pt x="1515989" y="1992585"/>
                  </a:lnTo>
                  <a:lnTo>
                    <a:pt x="1521462" y="1992585"/>
                  </a:lnTo>
                  <a:lnTo>
                    <a:pt x="1521462" y="1992585"/>
                  </a:lnTo>
                  <a:lnTo>
                    <a:pt x="1526935" y="1992585"/>
                  </a:lnTo>
                  <a:lnTo>
                    <a:pt x="1526935" y="1992585"/>
                  </a:lnTo>
                  <a:lnTo>
                    <a:pt x="1532407" y="1992585"/>
                  </a:lnTo>
                  <a:lnTo>
                    <a:pt x="1532407" y="1992585"/>
                  </a:lnTo>
                  <a:lnTo>
                    <a:pt x="1537880" y="1992585"/>
                  </a:lnTo>
                  <a:lnTo>
                    <a:pt x="1537880" y="1992585"/>
                  </a:lnTo>
                  <a:lnTo>
                    <a:pt x="1543353" y="1992585"/>
                  </a:lnTo>
                  <a:lnTo>
                    <a:pt x="1543353" y="1992585"/>
                  </a:lnTo>
                  <a:lnTo>
                    <a:pt x="1548826" y="1992585"/>
                  </a:lnTo>
                  <a:lnTo>
                    <a:pt x="1548826" y="1992585"/>
                  </a:lnTo>
                  <a:lnTo>
                    <a:pt x="1554299" y="1992585"/>
                  </a:lnTo>
                  <a:lnTo>
                    <a:pt x="1554299" y="1992585"/>
                  </a:lnTo>
                  <a:lnTo>
                    <a:pt x="1559772" y="1992585"/>
                  </a:lnTo>
                  <a:lnTo>
                    <a:pt x="1559772" y="1992585"/>
                  </a:lnTo>
                  <a:lnTo>
                    <a:pt x="1565245" y="1992585"/>
                  </a:lnTo>
                  <a:lnTo>
                    <a:pt x="1565245" y="1992585"/>
                  </a:lnTo>
                  <a:lnTo>
                    <a:pt x="1570718" y="1992585"/>
                  </a:lnTo>
                  <a:lnTo>
                    <a:pt x="1570718" y="1992585"/>
                  </a:lnTo>
                  <a:lnTo>
                    <a:pt x="1576191" y="1992585"/>
                  </a:lnTo>
                  <a:lnTo>
                    <a:pt x="1576191" y="1992585"/>
                  </a:lnTo>
                  <a:lnTo>
                    <a:pt x="1581663" y="1992585"/>
                  </a:lnTo>
                  <a:lnTo>
                    <a:pt x="1581663" y="1992585"/>
                  </a:lnTo>
                  <a:lnTo>
                    <a:pt x="1587136" y="1992585"/>
                  </a:lnTo>
                  <a:lnTo>
                    <a:pt x="1587136" y="1992585"/>
                  </a:lnTo>
                  <a:lnTo>
                    <a:pt x="1592609" y="1992585"/>
                  </a:lnTo>
                  <a:lnTo>
                    <a:pt x="1592609" y="1992585"/>
                  </a:lnTo>
                  <a:lnTo>
                    <a:pt x="1598082" y="1992585"/>
                  </a:lnTo>
                  <a:lnTo>
                    <a:pt x="1598082" y="1992585"/>
                  </a:lnTo>
                  <a:lnTo>
                    <a:pt x="1603555" y="1992585"/>
                  </a:lnTo>
                  <a:lnTo>
                    <a:pt x="1603555" y="1992585"/>
                  </a:lnTo>
                  <a:lnTo>
                    <a:pt x="1609028" y="1992585"/>
                  </a:lnTo>
                  <a:lnTo>
                    <a:pt x="1609028" y="1992585"/>
                  </a:lnTo>
                  <a:lnTo>
                    <a:pt x="1614501" y="1992585"/>
                  </a:lnTo>
                  <a:lnTo>
                    <a:pt x="1614501" y="1992585"/>
                  </a:lnTo>
                  <a:lnTo>
                    <a:pt x="1619974" y="1992585"/>
                  </a:lnTo>
                  <a:lnTo>
                    <a:pt x="1619974" y="1992585"/>
                  </a:lnTo>
                  <a:lnTo>
                    <a:pt x="1625446" y="1992585"/>
                  </a:lnTo>
                  <a:lnTo>
                    <a:pt x="1625446" y="1992585"/>
                  </a:lnTo>
                  <a:lnTo>
                    <a:pt x="1630919" y="1992585"/>
                  </a:lnTo>
                  <a:lnTo>
                    <a:pt x="1630919" y="1992585"/>
                  </a:lnTo>
                  <a:lnTo>
                    <a:pt x="1636392" y="1992585"/>
                  </a:lnTo>
                  <a:lnTo>
                    <a:pt x="1636392" y="1992585"/>
                  </a:lnTo>
                  <a:lnTo>
                    <a:pt x="1641865" y="1992585"/>
                  </a:lnTo>
                  <a:lnTo>
                    <a:pt x="1641865" y="1992585"/>
                  </a:lnTo>
                  <a:lnTo>
                    <a:pt x="1647338" y="1992585"/>
                  </a:lnTo>
                  <a:lnTo>
                    <a:pt x="1647338" y="1992585"/>
                  </a:lnTo>
                  <a:lnTo>
                    <a:pt x="1652811" y="1992585"/>
                  </a:lnTo>
                  <a:lnTo>
                    <a:pt x="1652811" y="1992585"/>
                  </a:lnTo>
                  <a:lnTo>
                    <a:pt x="1658284" y="1992585"/>
                  </a:lnTo>
                  <a:lnTo>
                    <a:pt x="1658284" y="1992585"/>
                  </a:lnTo>
                  <a:lnTo>
                    <a:pt x="1663757" y="1992585"/>
                  </a:lnTo>
                  <a:lnTo>
                    <a:pt x="1663757" y="1992585"/>
                  </a:lnTo>
                  <a:lnTo>
                    <a:pt x="1669230" y="1992585"/>
                  </a:lnTo>
                  <a:lnTo>
                    <a:pt x="1669230" y="1992585"/>
                  </a:lnTo>
                  <a:lnTo>
                    <a:pt x="1674702" y="1992585"/>
                  </a:lnTo>
                  <a:lnTo>
                    <a:pt x="1674702" y="1992585"/>
                  </a:lnTo>
                  <a:lnTo>
                    <a:pt x="1680175" y="1992585"/>
                  </a:lnTo>
                  <a:lnTo>
                    <a:pt x="1680175" y="1992585"/>
                  </a:lnTo>
                  <a:lnTo>
                    <a:pt x="1685648" y="1992585"/>
                  </a:lnTo>
                  <a:lnTo>
                    <a:pt x="1685648" y="1947678"/>
                  </a:lnTo>
                  <a:lnTo>
                    <a:pt x="1691121" y="1947678"/>
                  </a:lnTo>
                  <a:lnTo>
                    <a:pt x="1691121" y="1947678"/>
                  </a:lnTo>
                  <a:lnTo>
                    <a:pt x="1696594" y="1947678"/>
                  </a:lnTo>
                  <a:lnTo>
                    <a:pt x="1696594" y="1947678"/>
                  </a:lnTo>
                  <a:lnTo>
                    <a:pt x="1702067" y="1947678"/>
                  </a:lnTo>
                  <a:lnTo>
                    <a:pt x="1702067" y="1947678"/>
                  </a:lnTo>
                  <a:lnTo>
                    <a:pt x="1707540" y="1947678"/>
                  </a:lnTo>
                  <a:lnTo>
                    <a:pt x="1707540" y="1947678"/>
                  </a:lnTo>
                  <a:lnTo>
                    <a:pt x="1713013" y="1947678"/>
                  </a:lnTo>
                  <a:lnTo>
                    <a:pt x="1713013" y="1947678"/>
                  </a:lnTo>
                  <a:lnTo>
                    <a:pt x="1718486" y="1947678"/>
                  </a:lnTo>
                  <a:lnTo>
                    <a:pt x="1718486" y="1947678"/>
                  </a:lnTo>
                  <a:lnTo>
                    <a:pt x="1723958" y="1947678"/>
                  </a:lnTo>
                  <a:lnTo>
                    <a:pt x="1723958" y="1947678"/>
                  </a:lnTo>
                  <a:lnTo>
                    <a:pt x="1729431" y="1947678"/>
                  </a:lnTo>
                  <a:lnTo>
                    <a:pt x="1729431" y="1947678"/>
                  </a:lnTo>
                  <a:lnTo>
                    <a:pt x="1734904" y="1947678"/>
                  </a:lnTo>
                  <a:lnTo>
                    <a:pt x="1734904" y="1947678"/>
                  </a:lnTo>
                  <a:lnTo>
                    <a:pt x="1740377" y="1947678"/>
                  </a:lnTo>
                  <a:lnTo>
                    <a:pt x="1740377" y="1947678"/>
                  </a:lnTo>
                  <a:lnTo>
                    <a:pt x="1745850" y="1947678"/>
                  </a:lnTo>
                  <a:lnTo>
                    <a:pt x="1745850" y="1947678"/>
                  </a:lnTo>
                  <a:lnTo>
                    <a:pt x="1751323" y="1947678"/>
                  </a:lnTo>
                  <a:lnTo>
                    <a:pt x="1751323" y="1947678"/>
                  </a:lnTo>
                  <a:lnTo>
                    <a:pt x="1756796" y="1947678"/>
                  </a:lnTo>
                  <a:lnTo>
                    <a:pt x="1756796" y="1947678"/>
                  </a:lnTo>
                  <a:lnTo>
                    <a:pt x="1762269" y="1947678"/>
                  </a:lnTo>
                  <a:lnTo>
                    <a:pt x="1762269" y="1947678"/>
                  </a:lnTo>
                  <a:lnTo>
                    <a:pt x="1767741" y="1947678"/>
                  </a:lnTo>
                  <a:lnTo>
                    <a:pt x="1767741" y="1947678"/>
                  </a:lnTo>
                  <a:lnTo>
                    <a:pt x="1773214" y="1947678"/>
                  </a:lnTo>
                  <a:lnTo>
                    <a:pt x="1773214" y="1947678"/>
                  </a:lnTo>
                  <a:lnTo>
                    <a:pt x="1778687" y="1947678"/>
                  </a:lnTo>
                  <a:lnTo>
                    <a:pt x="1778687" y="1947678"/>
                  </a:lnTo>
                  <a:lnTo>
                    <a:pt x="1784160" y="1947678"/>
                  </a:lnTo>
                  <a:lnTo>
                    <a:pt x="1784160" y="1947678"/>
                  </a:lnTo>
                  <a:lnTo>
                    <a:pt x="1789633" y="1947678"/>
                  </a:lnTo>
                  <a:lnTo>
                    <a:pt x="1789633" y="1947678"/>
                  </a:lnTo>
                  <a:lnTo>
                    <a:pt x="1795106" y="1947678"/>
                  </a:lnTo>
                  <a:lnTo>
                    <a:pt x="1795106" y="1947678"/>
                  </a:lnTo>
                  <a:lnTo>
                    <a:pt x="1800579" y="1947678"/>
                  </a:lnTo>
                  <a:lnTo>
                    <a:pt x="1800579" y="1947678"/>
                  </a:lnTo>
                  <a:lnTo>
                    <a:pt x="1806052" y="1947678"/>
                  </a:lnTo>
                  <a:lnTo>
                    <a:pt x="1806052" y="1947678"/>
                  </a:lnTo>
                  <a:lnTo>
                    <a:pt x="1811525" y="1947678"/>
                  </a:lnTo>
                  <a:lnTo>
                    <a:pt x="1811525" y="1947678"/>
                  </a:lnTo>
                  <a:lnTo>
                    <a:pt x="1816997" y="1947678"/>
                  </a:lnTo>
                  <a:lnTo>
                    <a:pt x="1816997" y="1947678"/>
                  </a:lnTo>
                  <a:lnTo>
                    <a:pt x="1822470" y="1947678"/>
                  </a:lnTo>
                  <a:lnTo>
                    <a:pt x="1822470" y="1947678"/>
                  </a:lnTo>
                  <a:lnTo>
                    <a:pt x="1827943" y="1947678"/>
                  </a:lnTo>
                  <a:lnTo>
                    <a:pt x="1827943" y="1947678"/>
                  </a:lnTo>
                  <a:lnTo>
                    <a:pt x="1833416" y="1947678"/>
                  </a:lnTo>
                  <a:lnTo>
                    <a:pt x="1833416" y="1947678"/>
                  </a:lnTo>
                  <a:lnTo>
                    <a:pt x="1838889" y="1947678"/>
                  </a:lnTo>
                  <a:lnTo>
                    <a:pt x="1838889" y="1947678"/>
                  </a:lnTo>
                  <a:lnTo>
                    <a:pt x="1844362" y="1947678"/>
                  </a:lnTo>
                  <a:lnTo>
                    <a:pt x="1844362" y="1947678"/>
                  </a:lnTo>
                  <a:lnTo>
                    <a:pt x="1849835" y="1947678"/>
                  </a:lnTo>
                  <a:lnTo>
                    <a:pt x="1849835" y="1947678"/>
                  </a:lnTo>
                  <a:lnTo>
                    <a:pt x="1855308" y="1947678"/>
                  </a:lnTo>
                  <a:lnTo>
                    <a:pt x="1855308" y="1947678"/>
                  </a:lnTo>
                  <a:lnTo>
                    <a:pt x="1860781" y="1947678"/>
                  </a:lnTo>
                  <a:lnTo>
                    <a:pt x="1860781" y="1947678"/>
                  </a:lnTo>
                  <a:lnTo>
                    <a:pt x="1866253" y="1947678"/>
                  </a:lnTo>
                  <a:lnTo>
                    <a:pt x="1866253" y="1947678"/>
                  </a:lnTo>
                  <a:lnTo>
                    <a:pt x="1871726" y="1947678"/>
                  </a:lnTo>
                  <a:lnTo>
                    <a:pt x="1871726" y="1947678"/>
                  </a:lnTo>
                  <a:lnTo>
                    <a:pt x="1877199" y="1947678"/>
                  </a:lnTo>
                  <a:lnTo>
                    <a:pt x="1877199" y="1947678"/>
                  </a:lnTo>
                  <a:lnTo>
                    <a:pt x="1882672" y="1947678"/>
                  </a:lnTo>
                  <a:lnTo>
                    <a:pt x="1882672" y="1947678"/>
                  </a:lnTo>
                  <a:lnTo>
                    <a:pt x="1888145" y="1947678"/>
                  </a:lnTo>
                  <a:lnTo>
                    <a:pt x="1888145" y="1947678"/>
                  </a:lnTo>
                  <a:lnTo>
                    <a:pt x="1893618" y="1947678"/>
                  </a:lnTo>
                  <a:lnTo>
                    <a:pt x="1893618" y="1947678"/>
                  </a:lnTo>
                  <a:lnTo>
                    <a:pt x="1899091" y="1947678"/>
                  </a:lnTo>
                  <a:lnTo>
                    <a:pt x="1899091" y="1947678"/>
                  </a:lnTo>
                  <a:lnTo>
                    <a:pt x="1904564" y="1947678"/>
                  </a:lnTo>
                  <a:lnTo>
                    <a:pt x="1904564" y="1947678"/>
                  </a:lnTo>
                  <a:lnTo>
                    <a:pt x="1910037" y="1947678"/>
                  </a:lnTo>
                  <a:lnTo>
                    <a:pt x="1910037" y="1947678"/>
                  </a:lnTo>
                  <a:lnTo>
                    <a:pt x="1915509" y="1947678"/>
                  </a:lnTo>
                  <a:lnTo>
                    <a:pt x="1915509" y="1947678"/>
                  </a:lnTo>
                  <a:lnTo>
                    <a:pt x="1920982" y="1947678"/>
                  </a:lnTo>
                  <a:lnTo>
                    <a:pt x="1920982" y="1947678"/>
                  </a:lnTo>
                  <a:lnTo>
                    <a:pt x="1926455" y="1947678"/>
                  </a:lnTo>
                  <a:lnTo>
                    <a:pt x="1926455" y="1947678"/>
                  </a:lnTo>
                  <a:lnTo>
                    <a:pt x="1931928" y="1947678"/>
                  </a:lnTo>
                  <a:lnTo>
                    <a:pt x="1931928" y="1947678"/>
                  </a:lnTo>
                  <a:lnTo>
                    <a:pt x="1937401" y="1947678"/>
                  </a:lnTo>
                  <a:lnTo>
                    <a:pt x="1937401" y="1902511"/>
                  </a:lnTo>
                  <a:lnTo>
                    <a:pt x="1942874" y="1902511"/>
                  </a:lnTo>
                  <a:lnTo>
                    <a:pt x="1942874" y="1902511"/>
                  </a:lnTo>
                  <a:lnTo>
                    <a:pt x="1948347" y="1902511"/>
                  </a:lnTo>
                  <a:lnTo>
                    <a:pt x="1948347" y="1902511"/>
                  </a:lnTo>
                  <a:lnTo>
                    <a:pt x="1953820" y="1902511"/>
                  </a:lnTo>
                  <a:lnTo>
                    <a:pt x="1953820" y="1902511"/>
                  </a:lnTo>
                  <a:lnTo>
                    <a:pt x="1959292" y="1902511"/>
                  </a:lnTo>
                  <a:lnTo>
                    <a:pt x="1959292" y="1902511"/>
                  </a:lnTo>
                  <a:lnTo>
                    <a:pt x="1964765" y="1902511"/>
                  </a:lnTo>
                  <a:lnTo>
                    <a:pt x="1964765" y="1902511"/>
                  </a:lnTo>
                  <a:lnTo>
                    <a:pt x="1970238" y="1902511"/>
                  </a:lnTo>
                  <a:lnTo>
                    <a:pt x="1970238" y="1902511"/>
                  </a:lnTo>
                  <a:lnTo>
                    <a:pt x="1975711" y="1902511"/>
                  </a:lnTo>
                  <a:lnTo>
                    <a:pt x="1975711" y="1902511"/>
                  </a:lnTo>
                  <a:lnTo>
                    <a:pt x="1981184" y="1902511"/>
                  </a:lnTo>
                  <a:lnTo>
                    <a:pt x="1981184" y="1902511"/>
                  </a:lnTo>
                  <a:lnTo>
                    <a:pt x="1986657" y="1902511"/>
                  </a:lnTo>
                  <a:lnTo>
                    <a:pt x="1986657" y="1902511"/>
                  </a:lnTo>
                  <a:lnTo>
                    <a:pt x="1992130" y="1902511"/>
                  </a:lnTo>
                  <a:lnTo>
                    <a:pt x="1992130" y="1857254"/>
                  </a:lnTo>
                  <a:lnTo>
                    <a:pt x="1997603" y="1857254"/>
                  </a:lnTo>
                  <a:lnTo>
                    <a:pt x="1997603" y="1857254"/>
                  </a:lnTo>
                  <a:lnTo>
                    <a:pt x="2003076" y="1857254"/>
                  </a:lnTo>
                  <a:lnTo>
                    <a:pt x="2003076" y="1857254"/>
                  </a:lnTo>
                  <a:lnTo>
                    <a:pt x="2008548" y="1857254"/>
                  </a:lnTo>
                  <a:lnTo>
                    <a:pt x="2008548" y="1857254"/>
                  </a:lnTo>
                  <a:lnTo>
                    <a:pt x="2014021" y="1857254"/>
                  </a:lnTo>
                  <a:lnTo>
                    <a:pt x="2014021" y="1857254"/>
                  </a:lnTo>
                  <a:lnTo>
                    <a:pt x="2019494" y="1857254"/>
                  </a:lnTo>
                  <a:lnTo>
                    <a:pt x="2019494" y="1857254"/>
                  </a:lnTo>
                  <a:lnTo>
                    <a:pt x="2024967" y="1857254"/>
                  </a:lnTo>
                  <a:lnTo>
                    <a:pt x="2024967" y="1857254"/>
                  </a:lnTo>
                  <a:lnTo>
                    <a:pt x="2030440" y="1857254"/>
                  </a:lnTo>
                  <a:lnTo>
                    <a:pt x="2030440" y="1857254"/>
                  </a:lnTo>
                  <a:lnTo>
                    <a:pt x="2035913" y="1857254"/>
                  </a:lnTo>
                  <a:lnTo>
                    <a:pt x="2035913" y="1857254"/>
                  </a:lnTo>
                  <a:lnTo>
                    <a:pt x="2041386" y="1857254"/>
                  </a:lnTo>
                  <a:lnTo>
                    <a:pt x="2041386" y="1857254"/>
                  </a:lnTo>
                  <a:lnTo>
                    <a:pt x="2046859" y="1857254"/>
                  </a:lnTo>
                  <a:lnTo>
                    <a:pt x="2046859" y="1857254"/>
                  </a:lnTo>
                  <a:lnTo>
                    <a:pt x="2052332" y="1857254"/>
                  </a:lnTo>
                  <a:lnTo>
                    <a:pt x="2052332" y="1857254"/>
                  </a:lnTo>
                  <a:lnTo>
                    <a:pt x="2057804" y="1857254"/>
                  </a:lnTo>
                  <a:lnTo>
                    <a:pt x="2057804" y="1857254"/>
                  </a:lnTo>
                  <a:lnTo>
                    <a:pt x="2063277" y="1857254"/>
                  </a:lnTo>
                  <a:lnTo>
                    <a:pt x="2063277" y="1857254"/>
                  </a:lnTo>
                  <a:lnTo>
                    <a:pt x="2068750" y="1857254"/>
                  </a:lnTo>
                  <a:lnTo>
                    <a:pt x="2068750" y="1857254"/>
                  </a:lnTo>
                  <a:lnTo>
                    <a:pt x="2074223" y="1857254"/>
                  </a:lnTo>
                  <a:lnTo>
                    <a:pt x="2074223" y="1857254"/>
                  </a:lnTo>
                  <a:lnTo>
                    <a:pt x="2079696" y="1857254"/>
                  </a:lnTo>
                  <a:lnTo>
                    <a:pt x="2079696" y="1857254"/>
                  </a:lnTo>
                  <a:lnTo>
                    <a:pt x="2085169" y="1857254"/>
                  </a:lnTo>
                  <a:lnTo>
                    <a:pt x="2085169" y="1857254"/>
                  </a:lnTo>
                  <a:lnTo>
                    <a:pt x="2090642" y="1857254"/>
                  </a:lnTo>
                  <a:lnTo>
                    <a:pt x="2090642" y="1857254"/>
                  </a:lnTo>
                  <a:lnTo>
                    <a:pt x="2096115" y="1857254"/>
                  </a:lnTo>
                  <a:lnTo>
                    <a:pt x="2096115" y="1857254"/>
                  </a:lnTo>
                  <a:lnTo>
                    <a:pt x="2101588" y="1857254"/>
                  </a:lnTo>
                  <a:lnTo>
                    <a:pt x="2101588" y="1857254"/>
                  </a:lnTo>
                  <a:lnTo>
                    <a:pt x="2107060" y="1857254"/>
                  </a:lnTo>
                  <a:lnTo>
                    <a:pt x="2107060" y="1857254"/>
                  </a:lnTo>
                  <a:lnTo>
                    <a:pt x="2112533" y="1857254"/>
                  </a:lnTo>
                  <a:lnTo>
                    <a:pt x="2112533" y="1857254"/>
                  </a:lnTo>
                  <a:lnTo>
                    <a:pt x="2118006" y="1857254"/>
                  </a:lnTo>
                  <a:lnTo>
                    <a:pt x="2118006" y="1857254"/>
                  </a:lnTo>
                  <a:lnTo>
                    <a:pt x="2123479" y="1857254"/>
                  </a:lnTo>
                  <a:lnTo>
                    <a:pt x="2123479" y="1857254"/>
                  </a:lnTo>
                  <a:lnTo>
                    <a:pt x="2128952" y="1857254"/>
                  </a:lnTo>
                  <a:lnTo>
                    <a:pt x="2128952" y="1857254"/>
                  </a:lnTo>
                  <a:lnTo>
                    <a:pt x="2134425" y="1857254"/>
                  </a:lnTo>
                  <a:lnTo>
                    <a:pt x="2134425" y="1857254"/>
                  </a:lnTo>
                  <a:lnTo>
                    <a:pt x="2139898" y="1857254"/>
                  </a:lnTo>
                  <a:lnTo>
                    <a:pt x="2139898" y="1857254"/>
                  </a:lnTo>
                  <a:lnTo>
                    <a:pt x="2145371" y="1857254"/>
                  </a:lnTo>
                  <a:lnTo>
                    <a:pt x="2145371" y="1857254"/>
                  </a:lnTo>
                  <a:lnTo>
                    <a:pt x="2150843" y="1857254"/>
                  </a:lnTo>
                  <a:lnTo>
                    <a:pt x="2150843" y="1857254"/>
                  </a:lnTo>
                  <a:lnTo>
                    <a:pt x="2156316" y="1857254"/>
                  </a:lnTo>
                  <a:lnTo>
                    <a:pt x="2156316" y="1857254"/>
                  </a:lnTo>
                  <a:lnTo>
                    <a:pt x="2161789" y="1857254"/>
                  </a:lnTo>
                  <a:lnTo>
                    <a:pt x="2161789" y="1857254"/>
                  </a:lnTo>
                  <a:lnTo>
                    <a:pt x="2167262" y="1857254"/>
                  </a:lnTo>
                  <a:lnTo>
                    <a:pt x="2167262" y="1857254"/>
                  </a:lnTo>
                  <a:lnTo>
                    <a:pt x="2172735" y="1857254"/>
                  </a:lnTo>
                  <a:lnTo>
                    <a:pt x="2172735" y="1857254"/>
                  </a:lnTo>
                  <a:lnTo>
                    <a:pt x="2178208" y="1857254"/>
                  </a:lnTo>
                  <a:lnTo>
                    <a:pt x="2178208" y="1857254"/>
                  </a:lnTo>
                  <a:lnTo>
                    <a:pt x="2183681" y="1857254"/>
                  </a:lnTo>
                  <a:lnTo>
                    <a:pt x="2183681" y="1857254"/>
                  </a:lnTo>
                  <a:lnTo>
                    <a:pt x="2189154" y="1857254"/>
                  </a:lnTo>
                  <a:lnTo>
                    <a:pt x="2189154" y="1811722"/>
                  </a:lnTo>
                  <a:lnTo>
                    <a:pt x="2194627" y="1811722"/>
                  </a:lnTo>
                  <a:lnTo>
                    <a:pt x="2194627" y="1811722"/>
                  </a:lnTo>
                  <a:lnTo>
                    <a:pt x="2200099" y="1811722"/>
                  </a:lnTo>
                  <a:lnTo>
                    <a:pt x="2200099" y="1811722"/>
                  </a:lnTo>
                  <a:lnTo>
                    <a:pt x="2205572" y="1811722"/>
                  </a:lnTo>
                  <a:lnTo>
                    <a:pt x="2205572" y="1811722"/>
                  </a:lnTo>
                  <a:lnTo>
                    <a:pt x="2211045" y="1811722"/>
                  </a:lnTo>
                  <a:lnTo>
                    <a:pt x="2211045" y="1811722"/>
                  </a:lnTo>
                  <a:lnTo>
                    <a:pt x="2216518" y="1811722"/>
                  </a:lnTo>
                  <a:lnTo>
                    <a:pt x="2216518" y="1811722"/>
                  </a:lnTo>
                  <a:lnTo>
                    <a:pt x="2221991" y="1811722"/>
                  </a:lnTo>
                  <a:lnTo>
                    <a:pt x="2221991" y="1811722"/>
                  </a:lnTo>
                  <a:lnTo>
                    <a:pt x="2227464" y="1811722"/>
                  </a:lnTo>
                  <a:lnTo>
                    <a:pt x="2227464" y="1811722"/>
                  </a:lnTo>
                  <a:lnTo>
                    <a:pt x="2232937" y="1811722"/>
                  </a:lnTo>
                  <a:lnTo>
                    <a:pt x="2232937" y="1811722"/>
                  </a:lnTo>
                  <a:lnTo>
                    <a:pt x="2238410" y="1811722"/>
                  </a:lnTo>
                  <a:lnTo>
                    <a:pt x="2238410" y="1811722"/>
                  </a:lnTo>
                  <a:lnTo>
                    <a:pt x="2243883" y="1811722"/>
                  </a:lnTo>
                  <a:lnTo>
                    <a:pt x="2243883" y="1811722"/>
                  </a:lnTo>
                  <a:lnTo>
                    <a:pt x="2249355" y="1811722"/>
                  </a:lnTo>
                  <a:lnTo>
                    <a:pt x="2249355" y="1811722"/>
                  </a:lnTo>
                  <a:lnTo>
                    <a:pt x="2254828" y="1811722"/>
                  </a:lnTo>
                  <a:lnTo>
                    <a:pt x="2254828" y="1811722"/>
                  </a:lnTo>
                  <a:lnTo>
                    <a:pt x="2260301" y="1811722"/>
                  </a:lnTo>
                  <a:lnTo>
                    <a:pt x="2260301" y="1811722"/>
                  </a:lnTo>
                  <a:lnTo>
                    <a:pt x="2265774" y="1811722"/>
                  </a:lnTo>
                  <a:lnTo>
                    <a:pt x="2265774" y="1811722"/>
                  </a:lnTo>
                  <a:lnTo>
                    <a:pt x="2271247" y="1811722"/>
                  </a:lnTo>
                  <a:lnTo>
                    <a:pt x="2271247" y="1811722"/>
                  </a:lnTo>
                  <a:lnTo>
                    <a:pt x="2276720" y="1811722"/>
                  </a:lnTo>
                  <a:lnTo>
                    <a:pt x="2276720" y="1811722"/>
                  </a:lnTo>
                  <a:lnTo>
                    <a:pt x="2282193" y="1811722"/>
                  </a:lnTo>
                  <a:lnTo>
                    <a:pt x="2282193" y="1811722"/>
                  </a:lnTo>
                  <a:lnTo>
                    <a:pt x="2287666" y="1811722"/>
                  </a:lnTo>
                  <a:lnTo>
                    <a:pt x="2287666" y="1811722"/>
                  </a:lnTo>
                  <a:lnTo>
                    <a:pt x="2293138" y="1811722"/>
                  </a:lnTo>
                  <a:lnTo>
                    <a:pt x="2293138" y="1811722"/>
                  </a:lnTo>
                  <a:lnTo>
                    <a:pt x="2298611" y="1811722"/>
                  </a:lnTo>
                  <a:lnTo>
                    <a:pt x="2298611" y="1811722"/>
                  </a:lnTo>
                  <a:lnTo>
                    <a:pt x="2304084" y="1811722"/>
                  </a:lnTo>
                  <a:lnTo>
                    <a:pt x="2304084" y="1811722"/>
                  </a:lnTo>
                  <a:lnTo>
                    <a:pt x="2309557" y="1811722"/>
                  </a:lnTo>
                  <a:lnTo>
                    <a:pt x="2309557" y="1811722"/>
                  </a:lnTo>
                  <a:lnTo>
                    <a:pt x="2315030" y="1811722"/>
                  </a:lnTo>
                  <a:lnTo>
                    <a:pt x="2315030" y="1811722"/>
                  </a:lnTo>
                  <a:lnTo>
                    <a:pt x="2320503" y="1811722"/>
                  </a:lnTo>
                  <a:lnTo>
                    <a:pt x="2320503" y="1811722"/>
                  </a:lnTo>
                  <a:lnTo>
                    <a:pt x="2325976" y="1811722"/>
                  </a:lnTo>
                  <a:lnTo>
                    <a:pt x="2325976" y="1811722"/>
                  </a:lnTo>
                  <a:lnTo>
                    <a:pt x="2331449" y="1811722"/>
                  </a:lnTo>
                  <a:lnTo>
                    <a:pt x="2331449" y="1811722"/>
                  </a:lnTo>
                  <a:lnTo>
                    <a:pt x="2336922" y="1811722"/>
                  </a:lnTo>
                  <a:lnTo>
                    <a:pt x="2336922" y="1765903"/>
                  </a:lnTo>
                  <a:lnTo>
                    <a:pt x="2342394" y="1765903"/>
                  </a:lnTo>
                  <a:lnTo>
                    <a:pt x="2342394" y="1765903"/>
                  </a:lnTo>
                  <a:lnTo>
                    <a:pt x="2347867" y="1765903"/>
                  </a:lnTo>
                  <a:lnTo>
                    <a:pt x="2347867" y="1765903"/>
                  </a:lnTo>
                  <a:lnTo>
                    <a:pt x="2353340" y="1765903"/>
                  </a:lnTo>
                  <a:lnTo>
                    <a:pt x="2353340" y="1765903"/>
                  </a:lnTo>
                  <a:lnTo>
                    <a:pt x="2358813" y="1765903"/>
                  </a:lnTo>
                  <a:lnTo>
                    <a:pt x="2358813" y="1765903"/>
                  </a:lnTo>
                  <a:lnTo>
                    <a:pt x="2364286" y="1765903"/>
                  </a:lnTo>
                  <a:lnTo>
                    <a:pt x="2364286" y="1765903"/>
                  </a:lnTo>
                  <a:lnTo>
                    <a:pt x="2369759" y="1765903"/>
                  </a:lnTo>
                  <a:lnTo>
                    <a:pt x="2369759" y="1765903"/>
                  </a:lnTo>
                  <a:lnTo>
                    <a:pt x="2375232" y="1765903"/>
                  </a:lnTo>
                  <a:lnTo>
                    <a:pt x="2375232" y="1765903"/>
                  </a:lnTo>
                  <a:lnTo>
                    <a:pt x="2380705" y="1765903"/>
                  </a:lnTo>
                  <a:lnTo>
                    <a:pt x="2380705" y="1765903"/>
                  </a:lnTo>
                  <a:lnTo>
                    <a:pt x="2386178" y="1765903"/>
                  </a:lnTo>
                  <a:lnTo>
                    <a:pt x="2386178" y="1765903"/>
                  </a:lnTo>
                  <a:lnTo>
                    <a:pt x="2391650" y="1765903"/>
                  </a:lnTo>
                  <a:lnTo>
                    <a:pt x="2391650" y="1765903"/>
                  </a:lnTo>
                  <a:lnTo>
                    <a:pt x="2397123" y="1765903"/>
                  </a:lnTo>
                  <a:lnTo>
                    <a:pt x="2397123" y="1765903"/>
                  </a:lnTo>
                  <a:lnTo>
                    <a:pt x="2402596" y="1765903"/>
                  </a:lnTo>
                  <a:lnTo>
                    <a:pt x="2402596" y="1765903"/>
                  </a:lnTo>
                  <a:lnTo>
                    <a:pt x="2408069" y="1765903"/>
                  </a:lnTo>
                  <a:lnTo>
                    <a:pt x="2408069" y="1765903"/>
                  </a:lnTo>
                  <a:lnTo>
                    <a:pt x="2413542" y="1765903"/>
                  </a:lnTo>
                  <a:lnTo>
                    <a:pt x="2413542" y="1765903"/>
                  </a:lnTo>
                  <a:lnTo>
                    <a:pt x="2419015" y="1765903"/>
                  </a:lnTo>
                  <a:lnTo>
                    <a:pt x="2419015" y="1765903"/>
                  </a:lnTo>
                  <a:lnTo>
                    <a:pt x="2424488" y="1765903"/>
                  </a:lnTo>
                  <a:lnTo>
                    <a:pt x="2424488" y="1765903"/>
                  </a:lnTo>
                  <a:lnTo>
                    <a:pt x="2429961" y="1765903"/>
                  </a:lnTo>
                  <a:lnTo>
                    <a:pt x="2429961" y="1765903"/>
                  </a:lnTo>
                  <a:lnTo>
                    <a:pt x="2435434" y="1765903"/>
                  </a:lnTo>
                  <a:lnTo>
                    <a:pt x="2435434" y="1765903"/>
                  </a:lnTo>
                  <a:lnTo>
                    <a:pt x="2440906" y="1765903"/>
                  </a:lnTo>
                  <a:lnTo>
                    <a:pt x="2440906" y="1765903"/>
                  </a:lnTo>
                  <a:lnTo>
                    <a:pt x="2446379" y="1765903"/>
                  </a:lnTo>
                  <a:lnTo>
                    <a:pt x="2446379" y="1765903"/>
                  </a:lnTo>
                  <a:lnTo>
                    <a:pt x="2451852" y="1765903"/>
                  </a:lnTo>
                  <a:lnTo>
                    <a:pt x="2451852" y="1765903"/>
                  </a:lnTo>
                  <a:lnTo>
                    <a:pt x="2457325" y="1765903"/>
                  </a:lnTo>
                  <a:lnTo>
                    <a:pt x="2457325" y="1765903"/>
                  </a:lnTo>
                  <a:lnTo>
                    <a:pt x="2462798" y="1765903"/>
                  </a:lnTo>
                  <a:lnTo>
                    <a:pt x="2462798" y="1765903"/>
                  </a:lnTo>
                  <a:lnTo>
                    <a:pt x="2468271" y="1765903"/>
                  </a:lnTo>
                  <a:lnTo>
                    <a:pt x="2468271" y="1765903"/>
                  </a:lnTo>
                  <a:lnTo>
                    <a:pt x="2473744" y="1765903"/>
                  </a:lnTo>
                  <a:lnTo>
                    <a:pt x="2473744" y="1765903"/>
                  </a:lnTo>
                  <a:lnTo>
                    <a:pt x="2479217" y="1765903"/>
                  </a:lnTo>
                  <a:lnTo>
                    <a:pt x="2479217" y="1765903"/>
                  </a:lnTo>
                  <a:lnTo>
                    <a:pt x="2484689" y="1765903"/>
                  </a:lnTo>
                  <a:lnTo>
                    <a:pt x="2484689" y="1765903"/>
                  </a:lnTo>
                  <a:lnTo>
                    <a:pt x="2490162" y="1765903"/>
                  </a:lnTo>
                  <a:lnTo>
                    <a:pt x="2490162" y="1719686"/>
                  </a:lnTo>
                  <a:lnTo>
                    <a:pt x="2495635" y="1719686"/>
                  </a:lnTo>
                  <a:lnTo>
                    <a:pt x="2495635" y="1719686"/>
                  </a:lnTo>
                  <a:lnTo>
                    <a:pt x="2501108" y="1719686"/>
                  </a:lnTo>
                  <a:lnTo>
                    <a:pt x="2501108" y="1719686"/>
                  </a:lnTo>
                  <a:lnTo>
                    <a:pt x="2506581" y="1719686"/>
                  </a:lnTo>
                  <a:lnTo>
                    <a:pt x="2506581" y="1719686"/>
                  </a:lnTo>
                  <a:lnTo>
                    <a:pt x="2512054" y="1719686"/>
                  </a:lnTo>
                  <a:lnTo>
                    <a:pt x="2512054" y="1719686"/>
                  </a:lnTo>
                  <a:lnTo>
                    <a:pt x="2517527" y="1719686"/>
                  </a:lnTo>
                  <a:lnTo>
                    <a:pt x="2517527" y="1719686"/>
                  </a:lnTo>
                  <a:lnTo>
                    <a:pt x="2523000" y="1719686"/>
                  </a:lnTo>
                  <a:lnTo>
                    <a:pt x="2523000" y="1719686"/>
                  </a:lnTo>
                  <a:lnTo>
                    <a:pt x="2528473" y="1719686"/>
                  </a:lnTo>
                  <a:lnTo>
                    <a:pt x="2528473" y="1719686"/>
                  </a:lnTo>
                  <a:lnTo>
                    <a:pt x="2533945" y="1719686"/>
                  </a:lnTo>
                  <a:lnTo>
                    <a:pt x="2533945" y="1719686"/>
                  </a:lnTo>
                  <a:lnTo>
                    <a:pt x="2539418" y="1719686"/>
                  </a:lnTo>
                  <a:lnTo>
                    <a:pt x="2539418" y="1719686"/>
                  </a:lnTo>
                  <a:lnTo>
                    <a:pt x="2544891" y="1719686"/>
                  </a:lnTo>
                  <a:lnTo>
                    <a:pt x="2544891" y="1719686"/>
                  </a:lnTo>
                  <a:lnTo>
                    <a:pt x="2550364" y="1719686"/>
                  </a:lnTo>
                  <a:lnTo>
                    <a:pt x="2550364" y="1719686"/>
                  </a:lnTo>
                  <a:lnTo>
                    <a:pt x="2555837" y="1719686"/>
                  </a:lnTo>
                  <a:lnTo>
                    <a:pt x="2555837" y="1719686"/>
                  </a:lnTo>
                  <a:lnTo>
                    <a:pt x="2561310" y="1719686"/>
                  </a:lnTo>
                  <a:lnTo>
                    <a:pt x="2561310" y="1719686"/>
                  </a:lnTo>
                  <a:lnTo>
                    <a:pt x="2566783" y="1719686"/>
                  </a:lnTo>
                  <a:lnTo>
                    <a:pt x="2566783" y="1719686"/>
                  </a:lnTo>
                  <a:lnTo>
                    <a:pt x="2572256" y="1719686"/>
                  </a:lnTo>
                  <a:lnTo>
                    <a:pt x="2572256" y="1719686"/>
                  </a:lnTo>
                  <a:lnTo>
                    <a:pt x="2577729" y="1719686"/>
                  </a:lnTo>
                  <a:lnTo>
                    <a:pt x="2577729" y="1719686"/>
                  </a:lnTo>
                  <a:lnTo>
                    <a:pt x="2583201" y="1719686"/>
                  </a:lnTo>
                  <a:lnTo>
                    <a:pt x="2583201" y="1719686"/>
                  </a:lnTo>
                  <a:lnTo>
                    <a:pt x="2588674" y="1719686"/>
                  </a:lnTo>
                  <a:lnTo>
                    <a:pt x="2588674" y="1719686"/>
                  </a:lnTo>
                  <a:lnTo>
                    <a:pt x="2594147" y="1719686"/>
                  </a:lnTo>
                  <a:lnTo>
                    <a:pt x="2594147" y="1719686"/>
                  </a:lnTo>
                  <a:lnTo>
                    <a:pt x="2599620" y="1719686"/>
                  </a:lnTo>
                  <a:lnTo>
                    <a:pt x="2599620" y="1719686"/>
                  </a:lnTo>
                  <a:lnTo>
                    <a:pt x="2605093" y="1719686"/>
                  </a:lnTo>
                  <a:lnTo>
                    <a:pt x="2605093" y="1719686"/>
                  </a:lnTo>
                  <a:lnTo>
                    <a:pt x="2610566" y="1719686"/>
                  </a:lnTo>
                  <a:lnTo>
                    <a:pt x="2610566" y="1719686"/>
                  </a:lnTo>
                  <a:lnTo>
                    <a:pt x="2616039" y="1719686"/>
                  </a:lnTo>
                  <a:lnTo>
                    <a:pt x="2616039" y="1719686"/>
                  </a:lnTo>
                  <a:lnTo>
                    <a:pt x="2621512" y="1719686"/>
                  </a:lnTo>
                  <a:lnTo>
                    <a:pt x="2621512" y="1719686"/>
                  </a:lnTo>
                  <a:lnTo>
                    <a:pt x="2626985" y="1719686"/>
                  </a:lnTo>
                  <a:lnTo>
                    <a:pt x="2626985" y="1719686"/>
                  </a:lnTo>
                  <a:lnTo>
                    <a:pt x="2632457" y="1719686"/>
                  </a:lnTo>
                  <a:lnTo>
                    <a:pt x="2632457" y="1719686"/>
                  </a:lnTo>
                  <a:lnTo>
                    <a:pt x="2637930" y="1719686"/>
                  </a:lnTo>
                  <a:lnTo>
                    <a:pt x="2637930" y="1719686"/>
                  </a:lnTo>
                  <a:lnTo>
                    <a:pt x="2643403" y="1719686"/>
                  </a:lnTo>
                  <a:lnTo>
                    <a:pt x="2643403" y="1719686"/>
                  </a:lnTo>
                  <a:lnTo>
                    <a:pt x="2648876" y="1719686"/>
                  </a:lnTo>
                  <a:lnTo>
                    <a:pt x="2648876" y="1719686"/>
                  </a:lnTo>
                  <a:lnTo>
                    <a:pt x="2654349" y="1719686"/>
                  </a:lnTo>
                  <a:lnTo>
                    <a:pt x="2654349" y="1719686"/>
                  </a:lnTo>
                  <a:lnTo>
                    <a:pt x="2659822" y="1719686"/>
                  </a:lnTo>
                  <a:lnTo>
                    <a:pt x="2659822" y="1719686"/>
                  </a:lnTo>
                  <a:lnTo>
                    <a:pt x="2665295" y="1719686"/>
                  </a:lnTo>
                  <a:lnTo>
                    <a:pt x="2665295" y="1719686"/>
                  </a:lnTo>
                  <a:lnTo>
                    <a:pt x="2670768" y="1719686"/>
                  </a:lnTo>
                  <a:lnTo>
                    <a:pt x="2670768" y="1719686"/>
                  </a:lnTo>
                  <a:lnTo>
                    <a:pt x="2676240" y="1719686"/>
                  </a:lnTo>
                  <a:lnTo>
                    <a:pt x="2676240" y="1719686"/>
                  </a:lnTo>
                  <a:lnTo>
                    <a:pt x="2681713" y="1719686"/>
                  </a:lnTo>
                  <a:lnTo>
                    <a:pt x="2681713" y="1719686"/>
                  </a:lnTo>
                  <a:lnTo>
                    <a:pt x="2687186" y="1719686"/>
                  </a:lnTo>
                  <a:lnTo>
                    <a:pt x="2687186" y="1719686"/>
                  </a:lnTo>
                  <a:lnTo>
                    <a:pt x="2692659" y="1719686"/>
                  </a:lnTo>
                  <a:lnTo>
                    <a:pt x="2692659" y="1719686"/>
                  </a:lnTo>
                  <a:lnTo>
                    <a:pt x="2698132" y="1719686"/>
                  </a:lnTo>
                  <a:lnTo>
                    <a:pt x="2698132" y="1719686"/>
                  </a:lnTo>
                  <a:lnTo>
                    <a:pt x="2703605" y="1719686"/>
                  </a:lnTo>
                  <a:lnTo>
                    <a:pt x="2703605" y="1719686"/>
                  </a:lnTo>
                  <a:lnTo>
                    <a:pt x="2709078" y="1719686"/>
                  </a:lnTo>
                  <a:lnTo>
                    <a:pt x="2709078" y="1719686"/>
                  </a:lnTo>
                  <a:lnTo>
                    <a:pt x="2714551" y="1719686"/>
                  </a:lnTo>
                  <a:lnTo>
                    <a:pt x="2714551" y="1719686"/>
                  </a:lnTo>
                  <a:lnTo>
                    <a:pt x="2720024" y="1719686"/>
                  </a:lnTo>
                  <a:lnTo>
                    <a:pt x="2720024" y="1719686"/>
                  </a:lnTo>
                  <a:lnTo>
                    <a:pt x="2725496" y="1719686"/>
                  </a:lnTo>
                  <a:lnTo>
                    <a:pt x="2725496" y="1719686"/>
                  </a:lnTo>
                  <a:lnTo>
                    <a:pt x="2730969" y="1719686"/>
                  </a:lnTo>
                  <a:lnTo>
                    <a:pt x="2730969" y="1719686"/>
                  </a:lnTo>
                  <a:lnTo>
                    <a:pt x="2736442" y="1719686"/>
                  </a:lnTo>
                  <a:lnTo>
                    <a:pt x="2736442" y="1719686"/>
                  </a:lnTo>
                  <a:lnTo>
                    <a:pt x="2741915" y="1719686"/>
                  </a:lnTo>
                  <a:lnTo>
                    <a:pt x="2741915" y="1719686"/>
                  </a:lnTo>
                  <a:lnTo>
                    <a:pt x="2747388" y="1719686"/>
                  </a:lnTo>
                  <a:lnTo>
                    <a:pt x="2747388" y="1719686"/>
                  </a:lnTo>
                  <a:lnTo>
                    <a:pt x="2752861" y="1719686"/>
                  </a:lnTo>
                  <a:lnTo>
                    <a:pt x="2752861" y="1719686"/>
                  </a:lnTo>
                  <a:lnTo>
                    <a:pt x="2758334" y="1719686"/>
                  </a:lnTo>
                  <a:lnTo>
                    <a:pt x="2758334" y="1719686"/>
                  </a:lnTo>
                  <a:lnTo>
                    <a:pt x="2763807" y="1719686"/>
                  </a:lnTo>
                  <a:lnTo>
                    <a:pt x="2763807" y="1719686"/>
                  </a:lnTo>
                  <a:lnTo>
                    <a:pt x="2769280" y="1719686"/>
                  </a:lnTo>
                  <a:lnTo>
                    <a:pt x="2769280" y="1719686"/>
                  </a:lnTo>
                  <a:lnTo>
                    <a:pt x="2774752" y="1719686"/>
                  </a:lnTo>
                  <a:lnTo>
                    <a:pt x="2774752" y="1673156"/>
                  </a:lnTo>
                  <a:lnTo>
                    <a:pt x="2780225" y="1673156"/>
                  </a:lnTo>
                  <a:lnTo>
                    <a:pt x="2780225" y="1673156"/>
                  </a:lnTo>
                  <a:lnTo>
                    <a:pt x="2785698" y="1673156"/>
                  </a:lnTo>
                  <a:lnTo>
                    <a:pt x="2785698" y="1626626"/>
                  </a:lnTo>
                  <a:lnTo>
                    <a:pt x="2791171" y="1626626"/>
                  </a:lnTo>
                  <a:lnTo>
                    <a:pt x="2791171" y="1626626"/>
                  </a:lnTo>
                  <a:lnTo>
                    <a:pt x="2796644" y="1626626"/>
                  </a:lnTo>
                  <a:lnTo>
                    <a:pt x="2796644" y="1626626"/>
                  </a:lnTo>
                  <a:lnTo>
                    <a:pt x="2802117" y="1626626"/>
                  </a:lnTo>
                  <a:lnTo>
                    <a:pt x="2802117" y="1626626"/>
                  </a:lnTo>
                  <a:lnTo>
                    <a:pt x="2807590" y="1626626"/>
                  </a:lnTo>
                  <a:lnTo>
                    <a:pt x="2807590" y="1626626"/>
                  </a:lnTo>
                  <a:lnTo>
                    <a:pt x="2813063" y="1626626"/>
                  </a:lnTo>
                  <a:lnTo>
                    <a:pt x="2813063" y="1626626"/>
                  </a:lnTo>
                  <a:lnTo>
                    <a:pt x="2818535" y="1626626"/>
                  </a:lnTo>
                  <a:lnTo>
                    <a:pt x="2818535" y="1626626"/>
                  </a:lnTo>
                  <a:lnTo>
                    <a:pt x="2824008" y="1626626"/>
                  </a:lnTo>
                  <a:lnTo>
                    <a:pt x="2824008" y="1626626"/>
                  </a:lnTo>
                  <a:lnTo>
                    <a:pt x="2829481" y="1626626"/>
                  </a:lnTo>
                  <a:lnTo>
                    <a:pt x="2829481" y="1626626"/>
                  </a:lnTo>
                  <a:lnTo>
                    <a:pt x="2834954" y="1626626"/>
                  </a:lnTo>
                  <a:lnTo>
                    <a:pt x="2834954" y="1626626"/>
                  </a:lnTo>
                  <a:lnTo>
                    <a:pt x="2840427" y="1626626"/>
                  </a:lnTo>
                  <a:lnTo>
                    <a:pt x="2840427" y="1626626"/>
                  </a:lnTo>
                  <a:lnTo>
                    <a:pt x="2845900" y="1626626"/>
                  </a:lnTo>
                  <a:lnTo>
                    <a:pt x="2845900" y="1626626"/>
                  </a:lnTo>
                  <a:lnTo>
                    <a:pt x="2851373" y="1626626"/>
                  </a:lnTo>
                  <a:lnTo>
                    <a:pt x="2851373" y="1626626"/>
                  </a:lnTo>
                  <a:lnTo>
                    <a:pt x="2856846" y="1626626"/>
                  </a:lnTo>
                  <a:lnTo>
                    <a:pt x="2856846" y="1626626"/>
                  </a:lnTo>
                  <a:lnTo>
                    <a:pt x="2862319" y="1626626"/>
                  </a:lnTo>
                  <a:lnTo>
                    <a:pt x="2862319" y="1626626"/>
                  </a:lnTo>
                  <a:lnTo>
                    <a:pt x="2867791" y="1626626"/>
                  </a:lnTo>
                  <a:lnTo>
                    <a:pt x="2867791" y="1626626"/>
                  </a:lnTo>
                  <a:lnTo>
                    <a:pt x="2873264" y="1626626"/>
                  </a:lnTo>
                  <a:lnTo>
                    <a:pt x="2873264" y="1626626"/>
                  </a:lnTo>
                  <a:lnTo>
                    <a:pt x="2878737" y="1626626"/>
                  </a:lnTo>
                  <a:lnTo>
                    <a:pt x="2878737" y="1626626"/>
                  </a:lnTo>
                  <a:lnTo>
                    <a:pt x="2884210" y="1626626"/>
                  </a:lnTo>
                  <a:lnTo>
                    <a:pt x="2884210" y="1626626"/>
                  </a:lnTo>
                  <a:lnTo>
                    <a:pt x="2889683" y="1626626"/>
                  </a:lnTo>
                  <a:lnTo>
                    <a:pt x="2889683" y="1626626"/>
                  </a:lnTo>
                  <a:lnTo>
                    <a:pt x="2895156" y="1626626"/>
                  </a:lnTo>
                  <a:lnTo>
                    <a:pt x="2895156" y="1626626"/>
                  </a:lnTo>
                  <a:lnTo>
                    <a:pt x="2900629" y="1626626"/>
                  </a:lnTo>
                  <a:lnTo>
                    <a:pt x="2900629" y="1626626"/>
                  </a:lnTo>
                  <a:lnTo>
                    <a:pt x="2906102" y="1626626"/>
                  </a:lnTo>
                  <a:lnTo>
                    <a:pt x="2906102" y="1626626"/>
                  </a:lnTo>
                  <a:lnTo>
                    <a:pt x="2911575" y="1626626"/>
                  </a:lnTo>
                  <a:lnTo>
                    <a:pt x="2911575" y="1626626"/>
                  </a:lnTo>
                  <a:lnTo>
                    <a:pt x="2917047" y="1626626"/>
                  </a:lnTo>
                  <a:lnTo>
                    <a:pt x="2917047" y="1579533"/>
                  </a:lnTo>
                  <a:lnTo>
                    <a:pt x="2922520" y="1579533"/>
                  </a:lnTo>
                  <a:lnTo>
                    <a:pt x="2922520" y="1579533"/>
                  </a:lnTo>
                  <a:lnTo>
                    <a:pt x="2927993" y="1579533"/>
                  </a:lnTo>
                  <a:lnTo>
                    <a:pt x="2927993" y="1579533"/>
                  </a:lnTo>
                  <a:lnTo>
                    <a:pt x="2933466" y="1579533"/>
                  </a:lnTo>
                  <a:lnTo>
                    <a:pt x="2933466" y="1579533"/>
                  </a:lnTo>
                  <a:lnTo>
                    <a:pt x="2938939" y="1579533"/>
                  </a:lnTo>
                  <a:lnTo>
                    <a:pt x="2938939" y="1579533"/>
                  </a:lnTo>
                  <a:lnTo>
                    <a:pt x="2944412" y="1579533"/>
                  </a:lnTo>
                  <a:lnTo>
                    <a:pt x="2944412" y="1579533"/>
                  </a:lnTo>
                  <a:lnTo>
                    <a:pt x="2949885" y="1579533"/>
                  </a:lnTo>
                  <a:lnTo>
                    <a:pt x="2949885" y="1579533"/>
                  </a:lnTo>
                  <a:lnTo>
                    <a:pt x="2955358" y="1579533"/>
                  </a:lnTo>
                  <a:lnTo>
                    <a:pt x="2955358" y="1579533"/>
                  </a:lnTo>
                  <a:lnTo>
                    <a:pt x="2960831" y="1579533"/>
                  </a:lnTo>
                  <a:lnTo>
                    <a:pt x="2960831" y="1579533"/>
                  </a:lnTo>
                  <a:lnTo>
                    <a:pt x="2966303" y="1579533"/>
                  </a:lnTo>
                  <a:lnTo>
                    <a:pt x="2966303" y="1579533"/>
                  </a:lnTo>
                  <a:lnTo>
                    <a:pt x="2971776" y="1579533"/>
                  </a:lnTo>
                  <a:lnTo>
                    <a:pt x="2971776" y="1579533"/>
                  </a:lnTo>
                  <a:lnTo>
                    <a:pt x="2977249" y="1579533"/>
                  </a:lnTo>
                  <a:lnTo>
                    <a:pt x="2977249" y="1579533"/>
                  </a:lnTo>
                  <a:lnTo>
                    <a:pt x="2982722" y="1579533"/>
                  </a:lnTo>
                  <a:lnTo>
                    <a:pt x="2982722" y="1579533"/>
                  </a:lnTo>
                  <a:lnTo>
                    <a:pt x="2988195" y="1579533"/>
                  </a:lnTo>
                  <a:lnTo>
                    <a:pt x="2988195" y="1579533"/>
                  </a:lnTo>
                  <a:lnTo>
                    <a:pt x="2993668" y="1579533"/>
                  </a:lnTo>
                  <a:lnTo>
                    <a:pt x="2993668" y="1579533"/>
                  </a:lnTo>
                  <a:lnTo>
                    <a:pt x="2999141" y="1579533"/>
                  </a:lnTo>
                  <a:lnTo>
                    <a:pt x="2999141" y="1579533"/>
                  </a:lnTo>
                  <a:lnTo>
                    <a:pt x="3004614" y="1579533"/>
                  </a:lnTo>
                  <a:lnTo>
                    <a:pt x="3004614" y="1579533"/>
                  </a:lnTo>
                  <a:lnTo>
                    <a:pt x="3010086" y="1579533"/>
                  </a:lnTo>
                  <a:lnTo>
                    <a:pt x="3010086" y="1579533"/>
                  </a:lnTo>
                  <a:lnTo>
                    <a:pt x="3015559" y="1579533"/>
                  </a:lnTo>
                  <a:lnTo>
                    <a:pt x="3015559" y="1579533"/>
                  </a:lnTo>
                  <a:lnTo>
                    <a:pt x="3021032" y="1579533"/>
                  </a:lnTo>
                  <a:lnTo>
                    <a:pt x="3021032" y="1579533"/>
                  </a:lnTo>
                  <a:lnTo>
                    <a:pt x="3026505" y="1579533"/>
                  </a:lnTo>
                  <a:lnTo>
                    <a:pt x="3026505" y="1579533"/>
                  </a:lnTo>
                  <a:lnTo>
                    <a:pt x="3031978" y="1579533"/>
                  </a:lnTo>
                  <a:lnTo>
                    <a:pt x="3031978" y="1579533"/>
                  </a:lnTo>
                  <a:lnTo>
                    <a:pt x="3037451" y="1579533"/>
                  </a:lnTo>
                  <a:lnTo>
                    <a:pt x="3037451" y="1531850"/>
                  </a:lnTo>
                  <a:lnTo>
                    <a:pt x="3042924" y="1531850"/>
                  </a:lnTo>
                  <a:lnTo>
                    <a:pt x="3042924" y="1531850"/>
                  </a:lnTo>
                  <a:lnTo>
                    <a:pt x="3048397" y="1531850"/>
                  </a:lnTo>
                  <a:lnTo>
                    <a:pt x="3048397" y="1531850"/>
                  </a:lnTo>
                  <a:lnTo>
                    <a:pt x="3053870" y="1531850"/>
                  </a:lnTo>
                  <a:lnTo>
                    <a:pt x="3053870" y="1531850"/>
                  </a:lnTo>
                  <a:lnTo>
                    <a:pt x="3059342" y="1531850"/>
                  </a:lnTo>
                  <a:lnTo>
                    <a:pt x="3059342" y="1531850"/>
                  </a:lnTo>
                  <a:lnTo>
                    <a:pt x="3064815" y="1531850"/>
                  </a:lnTo>
                  <a:lnTo>
                    <a:pt x="3064815" y="1531850"/>
                  </a:lnTo>
                  <a:lnTo>
                    <a:pt x="3070288" y="1531850"/>
                  </a:lnTo>
                  <a:lnTo>
                    <a:pt x="3070288" y="1531850"/>
                  </a:lnTo>
                  <a:lnTo>
                    <a:pt x="3075761" y="1531850"/>
                  </a:lnTo>
                  <a:lnTo>
                    <a:pt x="3075761" y="1531850"/>
                  </a:lnTo>
                  <a:lnTo>
                    <a:pt x="3081234" y="1531850"/>
                  </a:lnTo>
                  <a:lnTo>
                    <a:pt x="3081234" y="1531850"/>
                  </a:lnTo>
                  <a:lnTo>
                    <a:pt x="3086707" y="1531850"/>
                  </a:lnTo>
                  <a:lnTo>
                    <a:pt x="3086707" y="1531850"/>
                  </a:lnTo>
                  <a:lnTo>
                    <a:pt x="3092180" y="1531850"/>
                  </a:lnTo>
                  <a:lnTo>
                    <a:pt x="3092180" y="1531850"/>
                  </a:lnTo>
                  <a:lnTo>
                    <a:pt x="3097653" y="1531850"/>
                  </a:lnTo>
                  <a:lnTo>
                    <a:pt x="3097653" y="1531850"/>
                  </a:lnTo>
                  <a:lnTo>
                    <a:pt x="3103126" y="1531850"/>
                  </a:lnTo>
                  <a:lnTo>
                    <a:pt x="3103126" y="1531850"/>
                  </a:lnTo>
                  <a:lnTo>
                    <a:pt x="3108598" y="1531850"/>
                  </a:lnTo>
                  <a:lnTo>
                    <a:pt x="3108598" y="1531850"/>
                  </a:lnTo>
                  <a:lnTo>
                    <a:pt x="3114071" y="1531850"/>
                  </a:lnTo>
                  <a:lnTo>
                    <a:pt x="3114071" y="1531850"/>
                  </a:lnTo>
                  <a:lnTo>
                    <a:pt x="3119544" y="1531850"/>
                  </a:lnTo>
                  <a:lnTo>
                    <a:pt x="3119544" y="1531850"/>
                  </a:lnTo>
                  <a:lnTo>
                    <a:pt x="3125017" y="1531850"/>
                  </a:lnTo>
                  <a:lnTo>
                    <a:pt x="3125017" y="1531850"/>
                  </a:lnTo>
                  <a:lnTo>
                    <a:pt x="3130490" y="1531850"/>
                  </a:lnTo>
                  <a:lnTo>
                    <a:pt x="3130490" y="1531850"/>
                  </a:lnTo>
                  <a:lnTo>
                    <a:pt x="3135963" y="1531850"/>
                  </a:lnTo>
                  <a:lnTo>
                    <a:pt x="3135963" y="1531850"/>
                  </a:lnTo>
                  <a:lnTo>
                    <a:pt x="3141436" y="1531850"/>
                  </a:lnTo>
                  <a:lnTo>
                    <a:pt x="3141436" y="1531850"/>
                  </a:lnTo>
                  <a:lnTo>
                    <a:pt x="3146909" y="1531850"/>
                  </a:lnTo>
                  <a:lnTo>
                    <a:pt x="3146909" y="1531850"/>
                  </a:lnTo>
                  <a:lnTo>
                    <a:pt x="3152382" y="1531850"/>
                  </a:lnTo>
                  <a:lnTo>
                    <a:pt x="3152382" y="1531850"/>
                  </a:lnTo>
                  <a:lnTo>
                    <a:pt x="3157854" y="1531850"/>
                  </a:lnTo>
                  <a:lnTo>
                    <a:pt x="3157854" y="1531850"/>
                  </a:lnTo>
                  <a:lnTo>
                    <a:pt x="3163327" y="1531850"/>
                  </a:lnTo>
                  <a:lnTo>
                    <a:pt x="3163327" y="1531850"/>
                  </a:lnTo>
                  <a:lnTo>
                    <a:pt x="3168800" y="1531850"/>
                  </a:lnTo>
                  <a:lnTo>
                    <a:pt x="3168800" y="1531850"/>
                  </a:lnTo>
                  <a:lnTo>
                    <a:pt x="3174273" y="1531850"/>
                  </a:lnTo>
                  <a:lnTo>
                    <a:pt x="3174273" y="1531850"/>
                  </a:lnTo>
                  <a:lnTo>
                    <a:pt x="3179746" y="1531850"/>
                  </a:lnTo>
                  <a:lnTo>
                    <a:pt x="3179746" y="1531850"/>
                  </a:lnTo>
                  <a:lnTo>
                    <a:pt x="3185219" y="1531850"/>
                  </a:lnTo>
                  <a:lnTo>
                    <a:pt x="3185219" y="1531850"/>
                  </a:lnTo>
                  <a:lnTo>
                    <a:pt x="3190692" y="1531850"/>
                  </a:lnTo>
                  <a:lnTo>
                    <a:pt x="3190692" y="1531850"/>
                  </a:lnTo>
                  <a:lnTo>
                    <a:pt x="3196165" y="1531850"/>
                  </a:lnTo>
                  <a:lnTo>
                    <a:pt x="3196165" y="1531850"/>
                  </a:lnTo>
                  <a:lnTo>
                    <a:pt x="3201637" y="1531850"/>
                  </a:lnTo>
                  <a:lnTo>
                    <a:pt x="3201637" y="1531850"/>
                  </a:lnTo>
                  <a:lnTo>
                    <a:pt x="3207110" y="1531850"/>
                  </a:lnTo>
                  <a:lnTo>
                    <a:pt x="3207110" y="1531850"/>
                  </a:lnTo>
                  <a:lnTo>
                    <a:pt x="3212583" y="1531850"/>
                  </a:lnTo>
                  <a:lnTo>
                    <a:pt x="3212583" y="1531850"/>
                  </a:lnTo>
                  <a:lnTo>
                    <a:pt x="3218056" y="1531850"/>
                  </a:lnTo>
                  <a:lnTo>
                    <a:pt x="3218056" y="1531850"/>
                  </a:lnTo>
                  <a:lnTo>
                    <a:pt x="3223529" y="1531850"/>
                  </a:lnTo>
                  <a:lnTo>
                    <a:pt x="3223529" y="1531850"/>
                  </a:lnTo>
                  <a:lnTo>
                    <a:pt x="3229002" y="1531850"/>
                  </a:lnTo>
                  <a:lnTo>
                    <a:pt x="3229002" y="1531850"/>
                  </a:lnTo>
                  <a:lnTo>
                    <a:pt x="3234475" y="1531850"/>
                  </a:lnTo>
                  <a:lnTo>
                    <a:pt x="3234475" y="1531850"/>
                  </a:lnTo>
                  <a:lnTo>
                    <a:pt x="3239948" y="1531850"/>
                  </a:lnTo>
                  <a:lnTo>
                    <a:pt x="3239948" y="1531850"/>
                  </a:lnTo>
                  <a:lnTo>
                    <a:pt x="3245421" y="1531850"/>
                  </a:lnTo>
                  <a:lnTo>
                    <a:pt x="3245421" y="1531850"/>
                  </a:lnTo>
                  <a:lnTo>
                    <a:pt x="3250893" y="1531850"/>
                  </a:lnTo>
                  <a:lnTo>
                    <a:pt x="3250893" y="1531850"/>
                  </a:lnTo>
                  <a:lnTo>
                    <a:pt x="3256366" y="1531850"/>
                  </a:lnTo>
                  <a:lnTo>
                    <a:pt x="3256366" y="1531850"/>
                  </a:lnTo>
                  <a:lnTo>
                    <a:pt x="3261839" y="1531850"/>
                  </a:lnTo>
                  <a:lnTo>
                    <a:pt x="3261839" y="1531850"/>
                  </a:lnTo>
                  <a:lnTo>
                    <a:pt x="3267312" y="1531850"/>
                  </a:lnTo>
                  <a:lnTo>
                    <a:pt x="3267312" y="1531850"/>
                  </a:lnTo>
                  <a:lnTo>
                    <a:pt x="3272785" y="1531850"/>
                  </a:lnTo>
                  <a:lnTo>
                    <a:pt x="3272785" y="1531850"/>
                  </a:lnTo>
                  <a:lnTo>
                    <a:pt x="3278258" y="1531850"/>
                  </a:lnTo>
                  <a:lnTo>
                    <a:pt x="3278258" y="1531850"/>
                  </a:lnTo>
                  <a:lnTo>
                    <a:pt x="3283731" y="1531850"/>
                  </a:lnTo>
                  <a:lnTo>
                    <a:pt x="3283731" y="1531850"/>
                  </a:lnTo>
                  <a:lnTo>
                    <a:pt x="3289204" y="1531850"/>
                  </a:lnTo>
                  <a:lnTo>
                    <a:pt x="3289204" y="1531850"/>
                  </a:lnTo>
                  <a:lnTo>
                    <a:pt x="3294677" y="1531850"/>
                  </a:lnTo>
                  <a:lnTo>
                    <a:pt x="3294677" y="1531850"/>
                  </a:lnTo>
                  <a:lnTo>
                    <a:pt x="3300149" y="1531850"/>
                  </a:lnTo>
                  <a:lnTo>
                    <a:pt x="3300149" y="1482657"/>
                  </a:lnTo>
                  <a:lnTo>
                    <a:pt x="3305622" y="1482657"/>
                  </a:lnTo>
                  <a:lnTo>
                    <a:pt x="3305622" y="1482657"/>
                  </a:lnTo>
                  <a:lnTo>
                    <a:pt x="3311095" y="1482657"/>
                  </a:lnTo>
                  <a:lnTo>
                    <a:pt x="3311095" y="1482657"/>
                  </a:lnTo>
                  <a:lnTo>
                    <a:pt x="3316568" y="1482657"/>
                  </a:lnTo>
                  <a:lnTo>
                    <a:pt x="3316568" y="1482657"/>
                  </a:lnTo>
                  <a:lnTo>
                    <a:pt x="3322041" y="1482657"/>
                  </a:lnTo>
                  <a:lnTo>
                    <a:pt x="3322041" y="1482657"/>
                  </a:lnTo>
                  <a:lnTo>
                    <a:pt x="3327514" y="1482657"/>
                  </a:lnTo>
                  <a:lnTo>
                    <a:pt x="3327514" y="1482657"/>
                  </a:lnTo>
                  <a:lnTo>
                    <a:pt x="3332987" y="1482657"/>
                  </a:lnTo>
                  <a:lnTo>
                    <a:pt x="3332987" y="1482657"/>
                  </a:lnTo>
                  <a:lnTo>
                    <a:pt x="3338460" y="1482657"/>
                  </a:lnTo>
                  <a:lnTo>
                    <a:pt x="3338460" y="1482657"/>
                  </a:lnTo>
                  <a:lnTo>
                    <a:pt x="3343932" y="1482657"/>
                  </a:lnTo>
                  <a:lnTo>
                    <a:pt x="3343932" y="1482657"/>
                  </a:lnTo>
                  <a:lnTo>
                    <a:pt x="3349405" y="1482657"/>
                  </a:lnTo>
                  <a:lnTo>
                    <a:pt x="3349405" y="1432799"/>
                  </a:lnTo>
                  <a:lnTo>
                    <a:pt x="3354878" y="1432799"/>
                  </a:lnTo>
                  <a:lnTo>
                    <a:pt x="3354878" y="1432799"/>
                  </a:lnTo>
                  <a:lnTo>
                    <a:pt x="3360351" y="1432799"/>
                  </a:lnTo>
                  <a:lnTo>
                    <a:pt x="3360351" y="1432799"/>
                  </a:lnTo>
                  <a:lnTo>
                    <a:pt x="3365824" y="1432799"/>
                  </a:lnTo>
                  <a:lnTo>
                    <a:pt x="3365824" y="1432799"/>
                  </a:lnTo>
                  <a:lnTo>
                    <a:pt x="3371297" y="1432799"/>
                  </a:lnTo>
                  <a:lnTo>
                    <a:pt x="3371297" y="1432799"/>
                  </a:lnTo>
                  <a:lnTo>
                    <a:pt x="3376770" y="1432799"/>
                  </a:lnTo>
                  <a:lnTo>
                    <a:pt x="3376770" y="1432799"/>
                  </a:lnTo>
                  <a:lnTo>
                    <a:pt x="3382243" y="1432799"/>
                  </a:lnTo>
                  <a:lnTo>
                    <a:pt x="3382243" y="1432799"/>
                  </a:lnTo>
                  <a:lnTo>
                    <a:pt x="3387716" y="1432799"/>
                  </a:lnTo>
                  <a:lnTo>
                    <a:pt x="3387716" y="1432799"/>
                  </a:lnTo>
                  <a:lnTo>
                    <a:pt x="3393188" y="1432799"/>
                  </a:lnTo>
                  <a:lnTo>
                    <a:pt x="3393188" y="1432799"/>
                  </a:lnTo>
                  <a:lnTo>
                    <a:pt x="3398661" y="1432799"/>
                  </a:lnTo>
                  <a:lnTo>
                    <a:pt x="3398661" y="1432799"/>
                  </a:lnTo>
                  <a:lnTo>
                    <a:pt x="3404134" y="1432799"/>
                  </a:lnTo>
                  <a:lnTo>
                    <a:pt x="3404134" y="1432799"/>
                  </a:lnTo>
                  <a:lnTo>
                    <a:pt x="3409607" y="1432799"/>
                  </a:lnTo>
                  <a:lnTo>
                    <a:pt x="3409607" y="1432799"/>
                  </a:lnTo>
                  <a:lnTo>
                    <a:pt x="3415080" y="1432799"/>
                  </a:lnTo>
                  <a:lnTo>
                    <a:pt x="3415080" y="1432799"/>
                  </a:lnTo>
                  <a:lnTo>
                    <a:pt x="3420553" y="1432799"/>
                  </a:lnTo>
                  <a:lnTo>
                    <a:pt x="3420553" y="1432799"/>
                  </a:lnTo>
                  <a:lnTo>
                    <a:pt x="3426026" y="1432799"/>
                  </a:lnTo>
                  <a:lnTo>
                    <a:pt x="3426026" y="1432799"/>
                  </a:lnTo>
                  <a:lnTo>
                    <a:pt x="3431499" y="1432799"/>
                  </a:lnTo>
                  <a:lnTo>
                    <a:pt x="3431499" y="1432799"/>
                  </a:lnTo>
                  <a:lnTo>
                    <a:pt x="3436972" y="1432799"/>
                  </a:lnTo>
                  <a:lnTo>
                    <a:pt x="3436972" y="1432799"/>
                  </a:lnTo>
                  <a:lnTo>
                    <a:pt x="3442444" y="1432799"/>
                  </a:lnTo>
                  <a:lnTo>
                    <a:pt x="3442444" y="1432799"/>
                  </a:lnTo>
                  <a:lnTo>
                    <a:pt x="3447917" y="1432799"/>
                  </a:lnTo>
                  <a:lnTo>
                    <a:pt x="3447917" y="1432799"/>
                  </a:lnTo>
                  <a:lnTo>
                    <a:pt x="3453390" y="1432799"/>
                  </a:lnTo>
                  <a:lnTo>
                    <a:pt x="3453390" y="1432799"/>
                  </a:lnTo>
                  <a:lnTo>
                    <a:pt x="3458863" y="1432799"/>
                  </a:lnTo>
                  <a:lnTo>
                    <a:pt x="3458863" y="1432799"/>
                  </a:lnTo>
                  <a:lnTo>
                    <a:pt x="3464336" y="1432799"/>
                  </a:lnTo>
                  <a:lnTo>
                    <a:pt x="3464336" y="1432799"/>
                  </a:lnTo>
                  <a:lnTo>
                    <a:pt x="3469809" y="1432799"/>
                  </a:lnTo>
                  <a:lnTo>
                    <a:pt x="3469809" y="1432799"/>
                  </a:lnTo>
                  <a:lnTo>
                    <a:pt x="3475282" y="1432799"/>
                  </a:lnTo>
                  <a:lnTo>
                    <a:pt x="3475282" y="1432799"/>
                  </a:lnTo>
                  <a:lnTo>
                    <a:pt x="3480755" y="1432799"/>
                  </a:lnTo>
                  <a:lnTo>
                    <a:pt x="3480755" y="1432799"/>
                  </a:lnTo>
                  <a:lnTo>
                    <a:pt x="3486228" y="1432799"/>
                  </a:lnTo>
                  <a:lnTo>
                    <a:pt x="3486228" y="1432799"/>
                  </a:lnTo>
                  <a:lnTo>
                    <a:pt x="3491700" y="1432799"/>
                  </a:lnTo>
                  <a:lnTo>
                    <a:pt x="3491700" y="1432799"/>
                  </a:lnTo>
                  <a:lnTo>
                    <a:pt x="3497173" y="1432799"/>
                  </a:lnTo>
                  <a:lnTo>
                    <a:pt x="3497173" y="1432799"/>
                  </a:lnTo>
                  <a:lnTo>
                    <a:pt x="3502646" y="1432799"/>
                  </a:lnTo>
                  <a:lnTo>
                    <a:pt x="3502646" y="1432799"/>
                  </a:lnTo>
                  <a:lnTo>
                    <a:pt x="3508119" y="1432799"/>
                  </a:lnTo>
                  <a:lnTo>
                    <a:pt x="3508119" y="1432799"/>
                  </a:lnTo>
                  <a:lnTo>
                    <a:pt x="3513592" y="1432799"/>
                  </a:lnTo>
                  <a:lnTo>
                    <a:pt x="3513592" y="1432799"/>
                  </a:lnTo>
                  <a:lnTo>
                    <a:pt x="3519065" y="1432799"/>
                  </a:lnTo>
                  <a:lnTo>
                    <a:pt x="3519065" y="1432799"/>
                  </a:lnTo>
                  <a:lnTo>
                    <a:pt x="3524538" y="1432799"/>
                  </a:lnTo>
                  <a:lnTo>
                    <a:pt x="3524538" y="1432799"/>
                  </a:lnTo>
                  <a:lnTo>
                    <a:pt x="3530011" y="1432799"/>
                  </a:lnTo>
                  <a:lnTo>
                    <a:pt x="3530011" y="1432799"/>
                  </a:lnTo>
                  <a:lnTo>
                    <a:pt x="3535483" y="1432799"/>
                  </a:lnTo>
                  <a:lnTo>
                    <a:pt x="3535483" y="1432799"/>
                  </a:lnTo>
                  <a:lnTo>
                    <a:pt x="3540956" y="1432799"/>
                  </a:lnTo>
                  <a:lnTo>
                    <a:pt x="3540956" y="1432799"/>
                  </a:lnTo>
                  <a:lnTo>
                    <a:pt x="3546429" y="1432799"/>
                  </a:lnTo>
                  <a:lnTo>
                    <a:pt x="3546429" y="1432799"/>
                  </a:lnTo>
                  <a:lnTo>
                    <a:pt x="3551902" y="1432799"/>
                  </a:lnTo>
                  <a:lnTo>
                    <a:pt x="3551902" y="1432799"/>
                  </a:lnTo>
                  <a:lnTo>
                    <a:pt x="3557375" y="1432799"/>
                  </a:lnTo>
                  <a:lnTo>
                    <a:pt x="3557375" y="1432799"/>
                  </a:lnTo>
                  <a:lnTo>
                    <a:pt x="3562848" y="1432799"/>
                  </a:lnTo>
                  <a:lnTo>
                    <a:pt x="3562848" y="1381377"/>
                  </a:lnTo>
                  <a:lnTo>
                    <a:pt x="3568321" y="1381377"/>
                  </a:lnTo>
                  <a:lnTo>
                    <a:pt x="3568321" y="1381377"/>
                  </a:lnTo>
                  <a:lnTo>
                    <a:pt x="3573794" y="1381377"/>
                  </a:lnTo>
                  <a:lnTo>
                    <a:pt x="3573794" y="1381377"/>
                  </a:lnTo>
                  <a:lnTo>
                    <a:pt x="3579267" y="1381377"/>
                  </a:lnTo>
                  <a:lnTo>
                    <a:pt x="3579267" y="1381377"/>
                  </a:lnTo>
                  <a:lnTo>
                    <a:pt x="3584739" y="1381377"/>
                  </a:lnTo>
                  <a:lnTo>
                    <a:pt x="3584739" y="1381377"/>
                  </a:lnTo>
                  <a:lnTo>
                    <a:pt x="3590212" y="1381377"/>
                  </a:lnTo>
                  <a:lnTo>
                    <a:pt x="3590212" y="1381377"/>
                  </a:lnTo>
                  <a:lnTo>
                    <a:pt x="3595685" y="1381377"/>
                  </a:lnTo>
                  <a:lnTo>
                    <a:pt x="3595685" y="1381377"/>
                  </a:lnTo>
                  <a:lnTo>
                    <a:pt x="3601158" y="1381377"/>
                  </a:lnTo>
                  <a:lnTo>
                    <a:pt x="3601158" y="1381377"/>
                  </a:lnTo>
                  <a:lnTo>
                    <a:pt x="3606631" y="1381377"/>
                  </a:lnTo>
                  <a:lnTo>
                    <a:pt x="3606631" y="1381377"/>
                  </a:lnTo>
                  <a:lnTo>
                    <a:pt x="3612104" y="1381377"/>
                  </a:lnTo>
                  <a:lnTo>
                    <a:pt x="3612104" y="1381377"/>
                  </a:lnTo>
                  <a:lnTo>
                    <a:pt x="3617577" y="1381377"/>
                  </a:lnTo>
                  <a:lnTo>
                    <a:pt x="3617577" y="1381377"/>
                  </a:lnTo>
                  <a:lnTo>
                    <a:pt x="3623050" y="1381377"/>
                  </a:lnTo>
                  <a:lnTo>
                    <a:pt x="3623050" y="1381377"/>
                  </a:lnTo>
                  <a:lnTo>
                    <a:pt x="3628523" y="1381377"/>
                  </a:lnTo>
                  <a:lnTo>
                    <a:pt x="3628523" y="1381377"/>
                  </a:lnTo>
                  <a:lnTo>
                    <a:pt x="3633995" y="1381377"/>
                  </a:lnTo>
                  <a:lnTo>
                    <a:pt x="3633995" y="1381377"/>
                  </a:lnTo>
                  <a:lnTo>
                    <a:pt x="3639468" y="1381377"/>
                  </a:lnTo>
                  <a:lnTo>
                    <a:pt x="3639468" y="1381377"/>
                  </a:lnTo>
                  <a:lnTo>
                    <a:pt x="3644941" y="1381377"/>
                  </a:lnTo>
                  <a:lnTo>
                    <a:pt x="3644941" y="1381377"/>
                  </a:lnTo>
                  <a:lnTo>
                    <a:pt x="3650414" y="1381377"/>
                  </a:lnTo>
                  <a:lnTo>
                    <a:pt x="3650414" y="1381377"/>
                  </a:lnTo>
                  <a:lnTo>
                    <a:pt x="3655887" y="1381377"/>
                  </a:lnTo>
                  <a:lnTo>
                    <a:pt x="3655887" y="1381377"/>
                  </a:lnTo>
                  <a:lnTo>
                    <a:pt x="3661360" y="1381377"/>
                  </a:lnTo>
                  <a:lnTo>
                    <a:pt x="3661360" y="1381377"/>
                  </a:lnTo>
                  <a:lnTo>
                    <a:pt x="3666833" y="1381377"/>
                  </a:lnTo>
                  <a:lnTo>
                    <a:pt x="3666833" y="1381377"/>
                  </a:lnTo>
                  <a:lnTo>
                    <a:pt x="3672306" y="1381377"/>
                  </a:lnTo>
                  <a:lnTo>
                    <a:pt x="3672306" y="1381377"/>
                  </a:lnTo>
                  <a:lnTo>
                    <a:pt x="3677779" y="1381377"/>
                  </a:lnTo>
                  <a:lnTo>
                    <a:pt x="3677779" y="1381377"/>
                  </a:lnTo>
                  <a:lnTo>
                    <a:pt x="3683251" y="1381377"/>
                  </a:lnTo>
                  <a:lnTo>
                    <a:pt x="3683251" y="1381377"/>
                  </a:lnTo>
                  <a:lnTo>
                    <a:pt x="3688724" y="1381377"/>
                  </a:lnTo>
                  <a:lnTo>
                    <a:pt x="3688724" y="1381377"/>
                  </a:lnTo>
                  <a:lnTo>
                    <a:pt x="3694197" y="1381377"/>
                  </a:lnTo>
                  <a:lnTo>
                    <a:pt x="3694197" y="1381377"/>
                  </a:lnTo>
                  <a:lnTo>
                    <a:pt x="3699670" y="1381377"/>
                  </a:lnTo>
                  <a:lnTo>
                    <a:pt x="3699670" y="1381377"/>
                  </a:lnTo>
                  <a:lnTo>
                    <a:pt x="3705143" y="1381377"/>
                  </a:lnTo>
                  <a:lnTo>
                    <a:pt x="3705143" y="1381377"/>
                  </a:lnTo>
                  <a:lnTo>
                    <a:pt x="3710616" y="1381377"/>
                  </a:lnTo>
                  <a:lnTo>
                    <a:pt x="3710616" y="1381377"/>
                  </a:lnTo>
                  <a:lnTo>
                    <a:pt x="3716089" y="1381377"/>
                  </a:lnTo>
                  <a:lnTo>
                    <a:pt x="3716089" y="1381377"/>
                  </a:lnTo>
                  <a:lnTo>
                    <a:pt x="3721562" y="1381377"/>
                  </a:lnTo>
                  <a:lnTo>
                    <a:pt x="3721562" y="1381377"/>
                  </a:lnTo>
                  <a:lnTo>
                    <a:pt x="3727034" y="1381377"/>
                  </a:lnTo>
                  <a:lnTo>
                    <a:pt x="3727034" y="1328087"/>
                  </a:lnTo>
                  <a:lnTo>
                    <a:pt x="3732507" y="1328087"/>
                  </a:lnTo>
                  <a:lnTo>
                    <a:pt x="3732507" y="1328087"/>
                  </a:lnTo>
                  <a:lnTo>
                    <a:pt x="3737980" y="1328087"/>
                  </a:lnTo>
                  <a:lnTo>
                    <a:pt x="3737980" y="1328087"/>
                  </a:lnTo>
                  <a:lnTo>
                    <a:pt x="3743453" y="1328087"/>
                  </a:lnTo>
                  <a:lnTo>
                    <a:pt x="3743453" y="1328087"/>
                  </a:lnTo>
                  <a:lnTo>
                    <a:pt x="3748926" y="1328087"/>
                  </a:lnTo>
                  <a:lnTo>
                    <a:pt x="3748926" y="1328087"/>
                  </a:lnTo>
                  <a:lnTo>
                    <a:pt x="3754399" y="1328087"/>
                  </a:lnTo>
                  <a:lnTo>
                    <a:pt x="3754399" y="1328087"/>
                  </a:lnTo>
                  <a:lnTo>
                    <a:pt x="3759872" y="1328087"/>
                  </a:lnTo>
                  <a:lnTo>
                    <a:pt x="3759872" y="1328087"/>
                  </a:lnTo>
                  <a:lnTo>
                    <a:pt x="3765345" y="1328087"/>
                  </a:lnTo>
                  <a:lnTo>
                    <a:pt x="3765345" y="1328087"/>
                  </a:lnTo>
                  <a:lnTo>
                    <a:pt x="3770818" y="1328087"/>
                  </a:lnTo>
                  <a:lnTo>
                    <a:pt x="3770818" y="1328087"/>
                  </a:lnTo>
                  <a:lnTo>
                    <a:pt x="3776290" y="1328087"/>
                  </a:lnTo>
                  <a:lnTo>
                    <a:pt x="3776290" y="1328087"/>
                  </a:lnTo>
                  <a:lnTo>
                    <a:pt x="3781763" y="1328087"/>
                  </a:lnTo>
                  <a:lnTo>
                    <a:pt x="3781763" y="1328087"/>
                  </a:lnTo>
                  <a:lnTo>
                    <a:pt x="3787236" y="1328087"/>
                  </a:lnTo>
                  <a:lnTo>
                    <a:pt x="3787236" y="1328087"/>
                  </a:lnTo>
                  <a:lnTo>
                    <a:pt x="3792709" y="1328087"/>
                  </a:lnTo>
                  <a:lnTo>
                    <a:pt x="3792709" y="1328087"/>
                  </a:lnTo>
                  <a:lnTo>
                    <a:pt x="3798182" y="1328087"/>
                  </a:lnTo>
                  <a:lnTo>
                    <a:pt x="3798182" y="1328087"/>
                  </a:lnTo>
                  <a:lnTo>
                    <a:pt x="3803655" y="1328087"/>
                  </a:lnTo>
                  <a:lnTo>
                    <a:pt x="3803655" y="1274294"/>
                  </a:lnTo>
                  <a:lnTo>
                    <a:pt x="3809128" y="1274294"/>
                  </a:lnTo>
                  <a:lnTo>
                    <a:pt x="3809128" y="1274294"/>
                  </a:lnTo>
                  <a:lnTo>
                    <a:pt x="3814601" y="1274294"/>
                  </a:lnTo>
                  <a:lnTo>
                    <a:pt x="3814601" y="1274294"/>
                  </a:lnTo>
                  <a:lnTo>
                    <a:pt x="3820074" y="1274294"/>
                  </a:lnTo>
                  <a:lnTo>
                    <a:pt x="3820074" y="1274294"/>
                  </a:lnTo>
                  <a:lnTo>
                    <a:pt x="3825546" y="1274294"/>
                  </a:lnTo>
                  <a:lnTo>
                    <a:pt x="3825546" y="1274294"/>
                  </a:lnTo>
                  <a:lnTo>
                    <a:pt x="3831019" y="1274294"/>
                  </a:lnTo>
                  <a:lnTo>
                    <a:pt x="3831019" y="1274294"/>
                  </a:lnTo>
                  <a:lnTo>
                    <a:pt x="3836492" y="1274294"/>
                  </a:lnTo>
                  <a:lnTo>
                    <a:pt x="3836492" y="1274294"/>
                  </a:lnTo>
                  <a:lnTo>
                    <a:pt x="3841965" y="1274294"/>
                  </a:lnTo>
                  <a:lnTo>
                    <a:pt x="3841965" y="1274294"/>
                  </a:lnTo>
                  <a:lnTo>
                    <a:pt x="3847438" y="1274294"/>
                  </a:lnTo>
                  <a:lnTo>
                    <a:pt x="3847438" y="1274294"/>
                  </a:lnTo>
                  <a:lnTo>
                    <a:pt x="3852911" y="1274294"/>
                  </a:lnTo>
                  <a:lnTo>
                    <a:pt x="3852911" y="1274294"/>
                  </a:lnTo>
                  <a:lnTo>
                    <a:pt x="3858384" y="1274294"/>
                  </a:lnTo>
                  <a:lnTo>
                    <a:pt x="3858384" y="1274294"/>
                  </a:lnTo>
                  <a:lnTo>
                    <a:pt x="3863857" y="1274294"/>
                  </a:lnTo>
                  <a:lnTo>
                    <a:pt x="3863857" y="1274294"/>
                  </a:lnTo>
                  <a:lnTo>
                    <a:pt x="3869329" y="1274294"/>
                  </a:lnTo>
                  <a:lnTo>
                    <a:pt x="3869329" y="1274294"/>
                  </a:lnTo>
                  <a:lnTo>
                    <a:pt x="3874802" y="1274294"/>
                  </a:lnTo>
                  <a:lnTo>
                    <a:pt x="3874802" y="1274294"/>
                  </a:lnTo>
                  <a:lnTo>
                    <a:pt x="3880275" y="1274294"/>
                  </a:lnTo>
                  <a:lnTo>
                    <a:pt x="3880275" y="1274294"/>
                  </a:lnTo>
                  <a:lnTo>
                    <a:pt x="3885748" y="1274294"/>
                  </a:lnTo>
                  <a:lnTo>
                    <a:pt x="3885748" y="1274294"/>
                  </a:lnTo>
                  <a:lnTo>
                    <a:pt x="3891221" y="1274294"/>
                  </a:lnTo>
                  <a:lnTo>
                    <a:pt x="3891221" y="1274294"/>
                  </a:lnTo>
                  <a:lnTo>
                    <a:pt x="3896694" y="1274294"/>
                  </a:lnTo>
                  <a:lnTo>
                    <a:pt x="3896694" y="1274294"/>
                  </a:lnTo>
                  <a:lnTo>
                    <a:pt x="3902167" y="1274294"/>
                  </a:lnTo>
                  <a:lnTo>
                    <a:pt x="3902167" y="1274294"/>
                  </a:lnTo>
                  <a:lnTo>
                    <a:pt x="3907640" y="1274294"/>
                  </a:lnTo>
                  <a:lnTo>
                    <a:pt x="3907640" y="1274294"/>
                  </a:lnTo>
                  <a:lnTo>
                    <a:pt x="3913113" y="1274294"/>
                  </a:lnTo>
                  <a:lnTo>
                    <a:pt x="3913113" y="1274294"/>
                  </a:lnTo>
                  <a:lnTo>
                    <a:pt x="3918585" y="1274294"/>
                  </a:lnTo>
                  <a:lnTo>
                    <a:pt x="3918585" y="1274294"/>
                  </a:lnTo>
                  <a:lnTo>
                    <a:pt x="3924058" y="1274294"/>
                  </a:lnTo>
                  <a:lnTo>
                    <a:pt x="3924058" y="1274294"/>
                  </a:lnTo>
                  <a:lnTo>
                    <a:pt x="3929531" y="1274294"/>
                  </a:lnTo>
                  <a:lnTo>
                    <a:pt x="3929531" y="1274294"/>
                  </a:lnTo>
                  <a:lnTo>
                    <a:pt x="3935004" y="1274294"/>
                  </a:lnTo>
                  <a:lnTo>
                    <a:pt x="3935004" y="1274294"/>
                  </a:lnTo>
                  <a:lnTo>
                    <a:pt x="3940477" y="1274294"/>
                  </a:lnTo>
                  <a:lnTo>
                    <a:pt x="3940477" y="1274294"/>
                  </a:lnTo>
                  <a:lnTo>
                    <a:pt x="3945950" y="1274294"/>
                  </a:lnTo>
                  <a:lnTo>
                    <a:pt x="3945950" y="1274294"/>
                  </a:lnTo>
                  <a:lnTo>
                    <a:pt x="3951423" y="1274294"/>
                  </a:lnTo>
                  <a:lnTo>
                    <a:pt x="3951423" y="1274294"/>
                  </a:lnTo>
                  <a:lnTo>
                    <a:pt x="3956896" y="1274294"/>
                  </a:lnTo>
                  <a:lnTo>
                    <a:pt x="3956896" y="1274294"/>
                  </a:lnTo>
                  <a:lnTo>
                    <a:pt x="3962369" y="1274294"/>
                  </a:lnTo>
                  <a:lnTo>
                    <a:pt x="3962369" y="1274294"/>
                  </a:lnTo>
                  <a:lnTo>
                    <a:pt x="3967841" y="1274294"/>
                  </a:lnTo>
                  <a:lnTo>
                    <a:pt x="3967841" y="1274294"/>
                  </a:lnTo>
                  <a:lnTo>
                    <a:pt x="3973314" y="1274294"/>
                  </a:lnTo>
                  <a:lnTo>
                    <a:pt x="3973314" y="1218723"/>
                  </a:lnTo>
                  <a:lnTo>
                    <a:pt x="3978787" y="1218723"/>
                  </a:lnTo>
                  <a:lnTo>
                    <a:pt x="3978787" y="1218723"/>
                  </a:lnTo>
                  <a:lnTo>
                    <a:pt x="3984260" y="1218723"/>
                  </a:lnTo>
                  <a:lnTo>
                    <a:pt x="3984260" y="1218723"/>
                  </a:lnTo>
                  <a:lnTo>
                    <a:pt x="3989733" y="1218723"/>
                  </a:lnTo>
                  <a:lnTo>
                    <a:pt x="3989733" y="1218723"/>
                  </a:lnTo>
                  <a:lnTo>
                    <a:pt x="3995206" y="1218723"/>
                  </a:lnTo>
                  <a:lnTo>
                    <a:pt x="3995206" y="1218723"/>
                  </a:lnTo>
                  <a:lnTo>
                    <a:pt x="4000679" y="1218723"/>
                  </a:lnTo>
                  <a:lnTo>
                    <a:pt x="4000679" y="1218723"/>
                  </a:lnTo>
                  <a:lnTo>
                    <a:pt x="4006152" y="1218723"/>
                  </a:lnTo>
                  <a:lnTo>
                    <a:pt x="4006152" y="1162963"/>
                  </a:lnTo>
                  <a:lnTo>
                    <a:pt x="4011625" y="1162963"/>
                  </a:lnTo>
                  <a:lnTo>
                    <a:pt x="4011625" y="1162963"/>
                  </a:lnTo>
                  <a:lnTo>
                    <a:pt x="4017097" y="1162963"/>
                  </a:lnTo>
                  <a:lnTo>
                    <a:pt x="4017097" y="1162963"/>
                  </a:lnTo>
                  <a:lnTo>
                    <a:pt x="4022570" y="1162963"/>
                  </a:lnTo>
                  <a:lnTo>
                    <a:pt x="4022570" y="1162963"/>
                  </a:lnTo>
                  <a:lnTo>
                    <a:pt x="4028043" y="1162963"/>
                  </a:lnTo>
                  <a:lnTo>
                    <a:pt x="4028043" y="1162963"/>
                  </a:lnTo>
                  <a:lnTo>
                    <a:pt x="4033516" y="1162963"/>
                  </a:lnTo>
                  <a:lnTo>
                    <a:pt x="4033516" y="1162963"/>
                  </a:lnTo>
                  <a:lnTo>
                    <a:pt x="4038989" y="1162963"/>
                  </a:lnTo>
                  <a:lnTo>
                    <a:pt x="4038989" y="1162963"/>
                  </a:lnTo>
                  <a:lnTo>
                    <a:pt x="4044462" y="1162963"/>
                  </a:lnTo>
                  <a:lnTo>
                    <a:pt x="4044462" y="1162963"/>
                  </a:lnTo>
                  <a:lnTo>
                    <a:pt x="4049935" y="1162963"/>
                  </a:lnTo>
                  <a:lnTo>
                    <a:pt x="4049935" y="1162963"/>
                  </a:lnTo>
                  <a:lnTo>
                    <a:pt x="4055408" y="1162963"/>
                  </a:lnTo>
                  <a:lnTo>
                    <a:pt x="4055408" y="1162963"/>
                  </a:lnTo>
                  <a:lnTo>
                    <a:pt x="4060880" y="1162963"/>
                  </a:lnTo>
                  <a:lnTo>
                    <a:pt x="4060880" y="1162963"/>
                  </a:lnTo>
                  <a:lnTo>
                    <a:pt x="4066353" y="1162963"/>
                  </a:lnTo>
                  <a:lnTo>
                    <a:pt x="4066353" y="1162963"/>
                  </a:lnTo>
                  <a:lnTo>
                    <a:pt x="4071826" y="1162963"/>
                  </a:lnTo>
                  <a:lnTo>
                    <a:pt x="4071826" y="1162963"/>
                  </a:lnTo>
                  <a:lnTo>
                    <a:pt x="4077299" y="1162963"/>
                  </a:lnTo>
                  <a:lnTo>
                    <a:pt x="4077299" y="1162963"/>
                  </a:lnTo>
                  <a:lnTo>
                    <a:pt x="4082772" y="1162963"/>
                  </a:lnTo>
                  <a:lnTo>
                    <a:pt x="4082772" y="1162963"/>
                  </a:lnTo>
                  <a:lnTo>
                    <a:pt x="4088245" y="1162963"/>
                  </a:lnTo>
                  <a:lnTo>
                    <a:pt x="4088245" y="1162963"/>
                  </a:lnTo>
                  <a:lnTo>
                    <a:pt x="4093718" y="1162963"/>
                  </a:lnTo>
                  <a:lnTo>
                    <a:pt x="4093718" y="1162963"/>
                  </a:lnTo>
                  <a:lnTo>
                    <a:pt x="4099191" y="1162963"/>
                  </a:lnTo>
                  <a:lnTo>
                    <a:pt x="4099191" y="1162963"/>
                  </a:lnTo>
                  <a:lnTo>
                    <a:pt x="4104664" y="1162963"/>
                  </a:lnTo>
                  <a:lnTo>
                    <a:pt x="4104664" y="1162963"/>
                  </a:lnTo>
                  <a:lnTo>
                    <a:pt x="4110136" y="1162963"/>
                  </a:lnTo>
                  <a:lnTo>
                    <a:pt x="4110136" y="1162963"/>
                  </a:lnTo>
                  <a:lnTo>
                    <a:pt x="4115609" y="1162963"/>
                  </a:lnTo>
                  <a:lnTo>
                    <a:pt x="4115609" y="1162963"/>
                  </a:lnTo>
                  <a:lnTo>
                    <a:pt x="4121082" y="1162963"/>
                  </a:lnTo>
                  <a:lnTo>
                    <a:pt x="4121082" y="1162963"/>
                  </a:lnTo>
                  <a:lnTo>
                    <a:pt x="4126555" y="1162963"/>
                  </a:lnTo>
                  <a:lnTo>
                    <a:pt x="4126555" y="1162963"/>
                  </a:lnTo>
                  <a:lnTo>
                    <a:pt x="4132028" y="1162963"/>
                  </a:lnTo>
                  <a:lnTo>
                    <a:pt x="4132028" y="1162963"/>
                  </a:lnTo>
                  <a:lnTo>
                    <a:pt x="4137501" y="1162963"/>
                  </a:lnTo>
                  <a:lnTo>
                    <a:pt x="4137501" y="1162963"/>
                  </a:lnTo>
                  <a:lnTo>
                    <a:pt x="4142974" y="1162963"/>
                  </a:lnTo>
                  <a:lnTo>
                    <a:pt x="4142974" y="1162963"/>
                  </a:lnTo>
                  <a:lnTo>
                    <a:pt x="4148447" y="1162963"/>
                  </a:lnTo>
                  <a:lnTo>
                    <a:pt x="4148447" y="1162963"/>
                  </a:lnTo>
                  <a:lnTo>
                    <a:pt x="4153920" y="1162963"/>
                  </a:lnTo>
                  <a:lnTo>
                    <a:pt x="4153920" y="1162963"/>
                  </a:lnTo>
                  <a:lnTo>
                    <a:pt x="4159392" y="1162963"/>
                  </a:lnTo>
                  <a:lnTo>
                    <a:pt x="4159392" y="1162963"/>
                  </a:lnTo>
                  <a:lnTo>
                    <a:pt x="4164865" y="1162963"/>
                  </a:lnTo>
                  <a:lnTo>
                    <a:pt x="4164865" y="1162963"/>
                  </a:lnTo>
                  <a:lnTo>
                    <a:pt x="4170338" y="1162963"/>
                  </a:lnTo>
                  <a:lnTo>
                    <a:pt x="4170338" y="1162963"/>
                  </a:lnTo>
                  <a:lnTo>
                    <a:pt x="4175811" y="1162963"/>
                  </a:lnTo>
                  <a:lnTo>
                    <a:pt x="4175811" y="1162963"/>
                  </a:lnTo>
                  <a:lnTo>
                    <a:pt x="4181284" y="1162963"/>
                  </a:lnTo>
                  <a:lnTo>
                    <a:pt x="4181284" y="1162963"/>
                  </a:lnTo>
                  <a:lnTo>
                    <a:pt x="4186757" y="1162963"/>
                  </a:lnTo>
                  <a:lnTo>
                    <a:pt x="4186757" y="1162963"/>
                  </a:lnTo>
                  <a:lnTo>
                    <a:pt x="4192230" y="1162963"/>
                  </a:lnTo>
                  <a:lnTo>
                    <a:pt x="4192230" y="1162963"/>
                  </a:lnTo>
                  <a:lnTo>
                    <a:pt x="4197703" y="1162963"/>
                  </a:lnTo>
                  <a:lnTo>
                    <a:pt x="4197703" y="1162963"/>
                  </a:lnTo>
                  <a:lnTo>
                    <a:pt x="4203176" y="1162963"/>
                  </a:lnTo>
                  <a:lnTo>
                    <a:pt x="4203176" y="1162963"/>
                  </a:lnTo>
                  <a:lnTo>
                    <a:pt x="4208648" y="1162963"/>
                  </a:lnTo>
                  <a:lnTo>
                    <a:pt x="4208648" y="1162963"/>
                  </a:lnTo>
                  <a:lnTo>
                    <a:pt x="4214121" y="1162963"/>
                  </a:lnTo>
                  <a:lnTo>
                    <a:pt x="4214121" y="1162963"/>
                  </a:lnTo>
                  <a:lnTo>
                    <a:pt x="4219594" y="1162963"/>
                  </a:lnTo>
                  <a:lnTo>
                    <a:pt x="4219594" y="1162963"/>
                  </a:lnTo>
                  <a:lnTo>
                    <a:pt x="4225067" y="1162963"/>
                  </a:lnTo>
                  <a:lnTo>
                    <a:pt x="4225067" y="1162963"/>
                  </a:lnTo>
                  <a:lnTo>
                    <a:pt x="4230540" y="1162963"/>
                  </a:lnTo>
                  <a:lnTo>
                    <a:pt x="4230540" y="1162963"/>
                  </a:lnTo>
                  <a:lnTo>
                    <a:pt x="4236013" y="1162963"/>
                  </a:lnTo>
                  <a:lnTo>
                    <a:pt x="4236013" y="1162963"/>
                  </a:lnTo>
                  <a:lnTo>
                    <a:pt x="4241486" y="1162963"/>
                  </a:lnTo>
                  <a:lnTo>
                    <a:pt x="4241486" y="1162963"/>
                  </a:lnTo>
                  <a:lnTo>
                    <a:pt x="4246959" y="1162963"/>
                  </a:lnTo>
                  <a:lnTo>
                    <a:pt x="4246959" y="1162963"/>
                  </a:lnTo>
                  <a:lnTo>
                    <a:pt x="4252431" y="1162963"/>
                  </a:lnTo>
                  <a:lnTo>
                    <a:pt x="4252431" y="1162963"/>
                  </a:lnTo>
                  <a:lnTo>
                    <a:pt x="4257904" y="1162963"/>
                  </a:lnTo>
                  <a:lnTo>
                    <a:pt x="4257904" y="1162963"/>
                  </a:lnTo>
                  <a:lnTo>
                    <a:pt x="4263377" y="1162963"/>
                  </a:lnTo>
                  <a:lnTo>
                    <a:pt x="4263377" y="1162963"/>
                  </a:lnTo>
                  <a:lnTo>
                    <a:pt x="4268850" y="1162963"/>
                  </a:lnTo>
                  <a:lnTo>
                    <a:pt x="4268850" y="1162963"/>
                  </a:lnTo>
                  <a:lnTo>
                    <a:pt x="4274323" y="1162963"/>
                  </a:lnTo>
                  <a:lnTo>
                    <a:pt x="4274323" y="1162963"/>
                  </a:lnTo>
                  <a:lnTo>
                    <a:pt x="4279796" y="1162963"/>
                  </a:lnTo>
                  <a:lnTo>
                    <a:pt x="4279796" y="1162963"/>
                  </a:lnTo>
                  <a:lnTo>
                    <a:pt x="4285269" y="1162963"/>
                  </a:lnTo>
                  <a:lnTo>
                    <a:pt x="4285269" y="1162963"/>
                  </a:lnTo>
                  <a:lnTo>
                    <a:pt x="4290742" y="1162963"/>
                  </a:lnTo>
                  <a:lnTo>
                    <a:pt x="4290742" y="1162963"/>
                  </a:lnTo>
                  <a:lnTo>
                    <a:pt x="4296215" y="1162963"/>
                  </a:lnTo>
                  <a:lnTo>
                    <a:pt x="4296215" y="1162963"/>
                  </a:lnTo>
                  <a:lnTo>
                    <a:pt x="4301687" y="1162963"/>
                  </a:lnTo>
                  <a:lnTo>
                    <a:pt x="4301687" y="1162963"/>
                  </a:lnTo>
                  <a:lnTo>
                    <a:pt x="4307160" y="1162963"/>
                  </a:lnTo>
                  <a:lnTo>
                    <a:pt x="4307160" y="1162963"/>
                  </a:lnTo>
                  <a:lnTo>
                    <a:pt x="4312633" y="1162963"/>
                  </a:lnTo>
                  <a:lnTo>
                    <a:pt x="4312633" y="1162963"/>
                  </a:lnTo>
                  <a:lnTo>
                    <a:pt x="4318106" y="1162963"/>
                  </a:lnTo>
                  <a:lnTo>
                    <a:pt x="4318106" y="1162963"/>
                  </a:lnTo>
                  <a:lnTo>
                    <a:pt x="4323579" y="1162963"/>
                  </a:lnTo>
                  <a:lnTo>
                    <a:pt x="4323579" y="1162963"/>
                  </a:lnTo>
                  <a:lnTo>
                    <a:pt x="4329052" y="1162963"/>
                  </a:lnTo>
                  <a:lnTo>
                    <a:pt x="4329052" y="1162963"/>
                  </a:lnTo>
                  <a:lnTo>
                    <a:pt x="4334525" y="1162963"/>
                  </a:lnTo>
                  <a:lnTo>
                    <a:pt x="4334525" y="1162963"/>
                  </a:lnTo>
                  <a:lnTo>
                    <a:pt x="4339998" y="1162963"/>
                  </a:lnTo>
                  <a:lnTo>
                    <a:pt x="4339998" y="1162963"/>
                  </a:lnTo>
                  <a:lnTo>
                    <a:pt x="4345471" y="1162963"/>
                  </a:lnTo>
                  <a:lnTo>
                    <a:pt x="4345471" y="1162963"/>
                  </a:lnTo>
                  <a:lnTo>
                    <a:pt x="4350943" y="1162963"/>
                  </a:lnTo>
                  <a:lnTo>
                    <a:pt x="4350943" y="1162963"/>
                  </a:lnTo>
                  <a:lnTo>
                    <a:pt x="4356416" y="1162963"/>
                  </a:lnTo>
                  <a:lnTo>
                    <a:pt x="4356416" y="1162963"/>
                  </a:lnTo>
                  <a:lnTo>
                    <a:pt x="4361889" y="1162963"/>
                  </a:lnTo>
                  <a:lnTo>
                    <a:pt x="4361889" y="1162963"/>
                  </a:lnTo>
                  <a:lnTo>
                    <a:pt x="4367362" y="1162963"/>
                  </a:lnTo>
                  <a:lnTo>
                    <a:pt x="4367362" y="1162963"/>
                  </a:lnTo>
                  <a:lnTo>
                    <a:pt x="4372835" y="1162963"/>
                  </a:lnTo>
                  <a:lnTo>
                    <a:pt x="4372835" y="1162963"/>
                  </a:lnTo>
                  <a:lnTo>
                    <a:pt x="4378308" y="1162963"/>
                  </a:lnTo>
                  <a:lnTo>
                    <a:pt x="4378308" y="1162963"/>
                  </a:lnTo>
                  <a:lnTo>
                    <a:pt x="4383781" y="1162963"/>
                  </a:lnTo>
                  <a:lnTo>
                    <a:pt x="4383781" y="1162963"/>
                  </a:lnTo>
                  <a:lnTo>
                    <a:pt x="4389254" y="1162963"/>
                  </a:lnTo>
                  <a:lnTo>
                    <a:pt x="4389254" y="1162963"/>
                  </a:lnTo>
                  <a:lnTo>
                    <a:pt x="4394726" y="1162963"/>
                  </a:lnTo>
                  <a:lnTo>
                    <a:pt x="4394726" y="1162963"/>
                  </a:lnTo>
                  <a:lnTo>
                    <a:pt x="4400199" y="1162963"/>
                  </a:lnTo>
                  <a:lnTo>
                    <a:pt x="4400199" y="1162963"/>
                  </a:lnTo>
                  <a:lnTo>
                    <a:pt x="4405672" y="1162963"/>
                  </a:lnTo>
                  <a:lnTo>
                    <a:pt x="4405672" y="1162963"/>
                  </a:lnTo>
                  <a:lnTo>
                    <a:pt x="4411145" y="1162963"/>
                  </a:lnTo>
                  <a:lnTo>
                    <a:pt x="4411145" y="1162963"/>
                  </a:lnTo>
                  <a:lnTo>
                    <a:pt x="4416618" y="1162963"/>
                  </a:lnTo>
                  <a:lnTo>
                    <a:pt x="4416618" y="1162963"/>
                  </a:lnTo>
                  <a:lnTo>
                    <a:pt x="4422091" y="1162963"/>
                  </a:lnTo>
                  <a:lnTo>
                    <a:pt x="4422091" y="1162963"/>
                  </a:lnTo>
                  <a:lnTo>
                    <a:pt x="4427564" y="1162963"/>
                  </a:lnTo>
                  <a:lnTo>
                    <a:pt x="4427564" y="1162963"/>
                  </a:lnTo>
                  <a:lnTo>
                    <a:pt x="4433037" y="1162963"/>
                  </a:lnTo>
                  <a:lnTo>
                    <a:pt x="4433037" y="1162963"/>
                  </a:lnTo>
                  <a:lnTo>
                    <a:pt x="4438510" y="1162963"/>
                  </a:lnTo>
                  <a:lnTo>
                    <a:pt x="4438510" y="1162963"/>
                  </a:lnTo>
                  <a:lnTo>
                    <a:pt x="4443982" y="1162963"/>
                  </a:lnTo>
                  <a:lnTo>
                    <a:pt x="4443982" y="1162963"/>
                  </a:lnTo>
                  <a:lnTo>
                    <a:pt x="4449455" y="1162963"/>
                  </a:lnTo>
                  <a:lnTo>
                    <a:pt x="4449455" y="1162963"/>
                  </a:lnTo>
                  <a:lnTo>
                    <a:pt x="4454928" y="1162963"/>
                  </a:lnTo>
                  <a:lnTo>
                    <a:pt x="4454928" y="1162963"/>
                  </a:lnTo>
                  <a:lnTo>
                    <a:pt x="4460401" y="1162963"/>
                  </a:lnTo>
                  <a:lnTo>
                    <a:pt x="4460401" y="1162963"/>
                  </a:lnTo>
                  <a:lnTo>
                    <a:pt x="4465874" y="1162963"/>
                  </a:lnTo>
                  <a:lnTo>
                    <a:pt x="4465874" y="1162963"/>
                  </a:lnTo>
                  <a:lnTo>
                    <a:pt x="4471347" y="1162963"/>
                  </a:lnTo>
                  <a:lnTo>
                    <a:pt x="4471347" y="1162963"/>
                  </a:lnTo>
                  <a:lnTo>
                    <a:pt x="4476820" y="1162963"/>
                  </a:lnTo>
                  <a:lnTo>
                    <a:pt x="4476820" y="1162963"/>
                  </a:lnTo>
                  <a:lnTo>
                    <a:pt x="4482293" y="1162963"/>
                  </a:lnTo>
                  <a:lnTo>
                    <a:pt x="4482293" y="1162963"/>
                  </a:lnTo>
                  <a:lnTo>
                    <a:pt x="4487766" y="1162963"/>
                  </a:lnTo>
                  <a:lnTo>
                    <a:pt x="4487766" y="1162963"/>
                  </a:lnTo>
                  <a:lnTo>
                    <a:pt x="4493238" y="1162963"/>
                  </a:lnTo>
                  <a:lnTo>
                    <a:pt x="4493238" y="1162963"/>
                  </a:lnTo>
                  <a:lnTo>
                    <a:pt x="4498711" y="1162963"/>
                  </a:lnTo>
                  <a:lnTo>
                    <a:pt x="4498711" y="1162963"/>
                  </a:lnTo>
                  <a:lnTo>
                    <a:pt x="4504184" y="1162963"/>
                  </a:lnTo>
                  <a:lnTo>
                    <a:pt x="4504184" y="1162963"/>
                  </a:lnTo>
                  <a:lnTo>
                    <a:pt x="4509657" y="1162963"/>
                  </a:lnTo>
                  <a:lnTo>
                    <a:pt x="4509657" y="1162963"/>
                  </a:lnTo>
                  <a:lnTo>
                    <a:pt x="4515130" y="1162963"/>
                  </a:lnTo>
                  <a:lnTo>
                    <a:pt x="4515130" y="1162963"/>
                  </a:lnTo>
                  <a:lnTo>
                    <a:pt x="4520603" y="1162963"/>
                  </a:lnTo>
                  <a:lnTo>
                    <a:pt x="4520603" y="1162963"/>
                  </a:lnTo>
                  <a:lnTo>
                    <a:pt x="4526076" y="1162963"/>
                  </a:lnTo>
                  <a:lnTo>
                    <a:pt x="4526076" y="1162963"/>
                  </a:lnTo>
                  <a:lnTo>
                    <a:pt x="4531549" y="1162963"/>
                  </a:lnTo>
                  <a:lnTo>
                    <a:pt x="4531549" y="1162963"/>
                  </a:lnTo>
                  <a:lnTo>
                    <a:pt x="4537022" y="1162963"/>
                  </a:lnTo>
                  <a:lnTo>
                    <a:pt x="4537022" y="1162963"/>
                  </a:lnTo>
                  <a:lnTo>
                    <a:pt x="4542494" y="1162963"/>
                  </a:lnTo>
                  <a:lnTo>
                    <a:pt x="4542494" y="1162963"/>
                  </a:lnTo>
                  <a:lnTo>
                    <a:pt x="4547967" y="1162963"/>
                  </a:lnTo>
                  <a:lnTo>
                    <a:pt x="4547967" y="1162963"/>
                  </a:lnTo>
                  <a:lnTo>
                    <a:pt x="4553440" y="1162963"/>
                  </a:lnTo>
                  <a:lnTo>
                    <a:pt x="4553440" y="1162963"/>
                  </a:lnTo>
                  <a:lnTo>
                    <a:pt x="4558913" y="1162963"/>
                  </a:lnTo>
                  <a:lnTo>
                    <a:pt x="4558913" y="1162963"/>
                  </a:lnTo>
                  <a:lnTo>
                    <a:pt x="4564386" y="1162963"/>
                  </a:lnTo>
                  <a:lnTo>
                    <a:pt x="4564386" y="1162963"/>
                  </a:lnTo>
                  <a:lnTo>
                    <a:pt x="4569859" y="1162963"/>
                  </a:lnTo>
                  <a:lnTo>
                    <a:pt x="4569859" y="1162963"/>
                  </a:lnTo>
                  <a:lnTo>
                    <a:pt x="4575332" y="1162963"/>
                  </a:lnTo>
                  <a:lnTo>
                    <a:pt x="4575332" y="1162963"/>
                  </a:lnTo>
                  <a:lnTo>
                    <a:pt x="4580805" y="1162963"/>
                  </a:lnTo>
                  <a:lnTo>
                    <a:pt x="4580805" y="1162963"/>
                  </a:lnTo>
                  <a:lnTo>
                    <a:pt x="4586277" y="1162963"/>
                  </a:lnTo>
                  <a:lnTo>
                    <a:pt x="4586277" y="1162963"/>
                  </a:lnTo>
                  <a:lnTo>
                    <a:pt x="4591750" y="1162963"/>
                  </a:lnTo>
                  <a:lnTo>
                    <a:pt x="4591750" y="1162963"/>
                  </a:lnTo>
                  <a:lnTo>
                    <a:pt x="4597223" y="1162963"/>
                  </a:lnTo>
                  <a:lnTo>
                    <a:pt x="4597223" y="1162963"/>
                  </a:lnTo>
                  <a:lnTo>
                    <a:pt x="4602696" y="1162963"/>
                  </a:lnTo>
                  <a:lnTo>
                    <a:pt x="4602696" y="1162963"/>
                  </a:lnTo>
                  <a:lnTo>
                    <a:pt x="4608169" y="1162963"/>
                  </a:lnTo>
                  <a:lnTo>
                    <a:pt x="4608169" y="1162963"/>
                  </a:lnTo>
                  <a:lnTo>
                    <a:pt x="4613642" y="1162963"/>
                  </a:lnTo>
                  <a:lnTo>
                    <a:pt x="4613642" y="1100528"/>
                  </a:lnTo>
                  <a:lnTo>
                    <a:pt x="4619115" y="1100528"/>
                  </a:lnTo>
                  <a:lnTo>
                    <a:pt x="4619115" y="1100528"/>
                  </a:lnTo>
                  <a:lnTo>
                    <a:pt x="4624588" y="1100528"/>
                  </a:lnTo>
                  <a:lnTo>
                    <a:pt x="4624588" y="1100528"/>
                  </a:lnTo>
                  <a:lnTo>
                    <a:pt x="4630061" y="1100528"/>
                  </a:lnTo>
                  <a:lnTo>
                    <a:pt x="4630061" y="1100528"/>
                  </a:lnTo>
                  <a:lnTo>
                    <a:pt x="4635533" y="1100528"/>
                  </a:lnTo>
                  <a:lnTo>
                    <a:pt x="4635533" y="1100528"/>
                  </a:lnTo>
                  <a:lnTo>
                    <a:pt x="4641006" y="1100528"/>
                  </a:lnTo>
                  <a:lnTo>
                    <a:pt x="4641006" y="1100528"/>
                  </a:lnTo>
                  <a:lnTo>
                    <a:pt x="4646479" y="1100528"/>
                  </a:lnTo>
                  <a:lnTo>
                    <a:pt x="4646479" y="1037824"/>
                  </a:lnTo>
                  <a:lnTo>
                    <a:pt x="4651952" y="1037824"/>
                  </a:lnTo>
                  <a:lnTo>
                    <a:pt x="4651952" y="1037824"/>
                  </a:lnTo>
                  <a:lnTo>
                    <a:pt x="4657425" y="1037824"/>
                  </a:lnTo>
                  <a:lnTo>
                    <a:pt x="4657425" y="1037824"/>
                  </a:lnTo>
                  <a:lnTo>
                    <a:pt x="4662898" y="1037824"/>
                  </a:lnTo>
                  <a:lnTo>
                    <a:pt x="4662898" y="975119"/>
                  </a:lnTo>
                  <a:lnTo>
                    <a:pt x="4668371" y="975119"/>
                  </a:lnTo>
                  <a:lnTo>
                    <a:pt x="4668371" y="975119"/>
                  </a:lnTo>
                  <a:lnTo>
                    <a:pt x="4673844" y="975119"/>
                  </a:lnTo>
                  <a:lnTo>
                    <a:pt x="4673844" y="975119"/>
                  </a:lnTo>
                  <a:lnTo>
                    <a:pt x="4679317" y="975119"/>
                  </a:lnTo>
                  <a:lnTo>
                    <a:pt x="4679317" y="975119"/>
                  </a:lnTo>
                  <a:lnTo>
                    <a:pt x="4684789" y="975119"/>
                  </a:lnTo>
                  <a:lnTo>
                    <a:pt x="4684789" y="975119"/>
                  </a:lnTo>
                  <a:lnTo>
                    <a:pt x="4690262" y="975119"/>
                  </a:lnTo>
                  <a:lnTo>
                    <a:pt x="4690262" y="975119"/>
                  </a:lnTo>
                  <a:lnTo>
                    <a:pt x="4695735" y="975119"/>
                  </a:lnTo>
                  <a:lnTo>
                    <a:pt x="4695735" y="975119"/>
                  </a:lnTo>
                  <a:lnTo>
                    <a:pt x="4701208" y="975119"/>
                  </a:lnTo>
                  <a:lnTo>
                    <a:pt x="4701208" y="975119"/>
                  </a:lnTo>
                  <a:lnTo>
                    <a:pt x="4706681" y="975119"/>
                  </a:lnTo>
                  <a:lnTo>
                    <a:pt x="4706681" y="975119"/>
                  </a:lnTo>
                  <a:lnTo>
                    <a:pt x="4712154" y="975119"/>
                  </a:lnTo>
                  <a:lnTo>
                    <a:pt x="4712154" y="975119"/>
                  </a:lnTo>
                  <a:lnTo>
                    <a:pt x="4717627" y="975119"/>
                  </a:lnTo>
                  <a:lnTo>
                    <a:pt x="4717627" y="975119"/>
                  </a:lnTo>
                  <a:lnTo>
                    <a:pt x="4723100" y="975119"/>
                  </a:lnTo>
                  <a:lnTo>
                    <a:pt x="4723100" y="975119"/>
                  </a:lnTo>
                  <a:lnTo>
                    <a:pt x="4728573" y="975119"/>
                  </a:lnTo>
                  <a:lnTo>
                    <a:pt x="4728573" y="975119"/>
                  </a:lnTo>
                  <a:lnTo>
                    <a:pt x="4734045" y="975119"/>
                  </a:lnTo>
                  <a:lnTo>
                    <a:pt x="4734045" y="975119"/>
                  </a:lnTo>
                  <a:lnTo>
                    <a:pt x="4739518" y="975119"/>
                  </a:lnTo>
                  <a:lnTo>
                    <a:pt x="4739518" y="975119"/>
                  </a:lnTo>
                  <a:lnTo>
                    <a:pt x="4744991" y="975119"/>
                  </a:lnTo>
                  <a:lnTo>
                    <a:pt x="4744991" y="975119"/>
                  </a:lnTo>
                  <a:lnTo>
                    <a:pt x="4750464" y="975119"/>
                  </a:lnTo>
                  <a:lnTo>
                    <a:pt x="4750464" y="975119"/>
                  </a:lnTo>
                  <a:lnTo>
                    <a:pt x="4755937" y="975119"/>
                  </a:lnTo>
                  <a:lnTo>
                    <a:pt x="4755937" y="975119"/>
                  </a:lnTo>
                  <a:lnTo>
                    <a:pt x="4761410" y="975119"/>
                  </a:lnTo>
                  <a:lnTo>
                    <a:pt x="4761410" y="975119"/>
                  </a:lnTo>
                  <a:lnTo>
                    <a:pt x="4766883" y="975119"/>
                  </a:lnTo>
                  <a:lnTo>
                    <a:pt x="4766883" y="975119"/>
                  </a:lnTo>
                  <a:lnTo>
                    <a:pt x="4772356" y="975119"/>
                  </a:lnTo>
                  <a:lnTo>
                    <a:pt x="4772356" y="975119"/>
                  </a:lnTo>
                  <a:lnTo>
                    <a:pt x="4777828" y="975119"/>
                  </a:lnTo>
                  <a:lnTo>
                    <a:pt x="4777828" y="975119"/>
                  </a:lnTo>
                  <a:lnTo>
                    <a:pt x="4783301" y="975119"/>
                  </a:lnTo>
                  <a:lnTo>
                    <a:pt x="4783301" y="975119"/>
                  </a:lnTo>
                  <a:lnTo>
                    <a:pt x="4788774" y="975119"/>
                  </a:lnTo>
                  <a:lnTo>
                    <a:pt x="4788774" y="975119"/>
                  </a:lnTo>
                  <a:lnTo>
                    <a:pt x="4794247" y="975119"/>
                  </a:lnTo>
                  <a:lnTo>
                    <a:pt x="4794247" y="975119"/>
                  </a:lnTo>
                  <a:lnTo>
                    <a:pt x="4799720" y="975119"/>
                  </a:lnTo>
                  <a:lnTo>
                    <a:pt x="4799720" y="975119"/>
                  </a:lnTo>
                  <a:lnTo>
                    <a:pt x="4805193" y="975119"/>
                  </a:lnTo>
                  <a:lnTo>
                    <a:pt x="4805193" y="975119"/>
                  </a:lnTo>
                  <a:lnTo>
                    <a:pt x="4810666" y="975119"/>
                  </a:lnTo>
                  <a:lnTo>
                    <a:pt x="4810666" y="975119"/>
                  </a:lnTo>
                  <a:lnTo>
                    <a:pt x="4816139" y="975119"/>
                  </a:lnTo>
                  <a:lnTo>
                    <a:pt x="4816139" y="975119"/>
                  </a:lnTo>
                  <a:lnTo>
                    <a:pt x="4821612" y="975119"/>
                  </a:lnTo>
                  <a:lnTo>
                    <a:pt x="4821612" y="975119"/>
                  </a:lnTo>
                  <a:lnTo>
                    <a:pt x="4827084" y="975119"/>
                  </a:lnTo>
                  <a:lnTo>
                    <a:pt x="4827084" y="975119"/>
                  </a:lnTo>
                  <a:lnTo>
                    <a:pt x="4832557" y="975119"/>
                  </a:lnTo>
                  <a:lnTo>
                    <a:pt x="4832557" y="975119"/>
                  </a:lnTo>
                  <a:lnTo>
                    <a:pt x="4838030" y="975119"/>
                  </a:lnTo>
                  <a:lnTo>
                    <a:pt x="4838030" y="910701"/>
                  </a:lnTo>
                  <a:lnTo>
                    <a:pt x="4843503" y="910701"/>
                  </a:lnTo>
                  <a:lnTo>
                    <a:pt x="4843503" y="910701"/>
                  </a:lnTo>
                  <a:lnTo>
                    <a:pt x="4848976" y="910701"/>
                  </a:lnTo>
                  <a:lnTo>
                    <a:pt x="4848976" y="910701"/>
                  </a:lnTo>
                  <a:lnTo>
                    <a:pt x="4854449" y="910701"/>
                  </a:lnTo>
                  <a:lnTo>
                    <a:pt x="4854449" y="910701"/>
                  </a:lnTo>
                  <a:lnTo>
                    <a:pt x="4859922" y="910701"/>
                  </a:lnTo>
                  <a:lnTo>
                    <a:pt x="4859922" y="910701"/>
                  </a:lnTo>
                  <a:lnTo>
                    <a:pt x="4865395" y="910701"/>
                  </a:lnTo>
                  <a:lnTo>
                    <a:pt x="4865395" y="910701"/>
                  </a:lnTo>
                  <a:lnTo>
                    <a:pt x="4870868" y="910701"/>
                  </a:lnTo>
                  <a:lnTo>
                    <a:pt x="4870868" y="910701"/>
                  </a:lnTo>
                  <a:lnTo>
                    <a:pt x="4876340" y="910701"/>
                  </a:lnTo>
                  <a:lnTo>
                    <a:pt x="4876340" y="910701"/>
                  </a:lnTo>
                  <a:lnTo>
                    <a:pt x="4881813" y="910701"/>
                  </a:lnTo>
                  <a:lnTo>
                    <a:pt x="4881813" y="910701"/>
                  </a:lnTo>
                  <a:lnTo>
                    <a:pt x="4887286" y="910701"/>
                  </a:lnTo>
                  <a:lnTo>
                    <a:pt x="4887286" y="910701"/>
                  </a:lnTo>
                  <a:lnTo>
                    <a:pt x="4892759" y="910701"/>
                  </a:lnTo>
                  <a:lnTo>
                    <a:pt x="4892759" y="910701"/>
                  </a:lnTo>
                  <a:lnTo>
                    <a:pt x="4898232" y="910701"/>
                  </a:lnTo>
                  <a:lnTo>
                    <a:pt x="4898232" y="910701"/>
                  </a:lnTo>
                  <a:lnTo>
                    <a:pt x="4903705" y="910701"/>
                  </a:lnTo>
                  <a:lnTo>
                    <a:pt x="4903705" y="910701"/>
                  </a:lnTo>
                  <a:lnTo>
                    <a:pt x="4909178" y="910701"/>
                  </a:lnTo>
                  <a:lnTo>
                    <a:pt x="4909178" y="910701"/>
                  </a:lnTo>
                  <a:lnTo>
                    <a:pt x="4914651" y="910701"/>
                  </a:lnTo>
                  <a:lnTo>
                    <a:pt x="4914651" y="910701"/>
                  </a:lnTo>
                  <a:lnTo>
                    <a:pt x="4920123" y="910701"/>
                  </a:lnTo>
                  <a:lnTo>
                    <a:pt x="4920123" y="910701"/>
                  </a:lnTo>
                  <a:lnTo>
                    <a:pt x="4925596" y="910701"/>
                  </a:lnTo>
                  <a:lnTo>
                    <a:pt x="4925596" y="910701"/>
                  </a:lnTo>
                  <a:lnTo>
                    <a:pt x="4931069" y="910701"/>
                  </a:lnTo>
                  <a:lnTo>
                    <a:pt x="4931069" y="910701"/>
                  </a:lnTo>
                  <a:lnTo>
                    <a:pt x="4936542" y="910701"/>
                  </a:lnTo>
                  <a:lnTo>
                    <a:pt x="4936542" y="910701"/>
                  </a:lnTo>
                  <a:lnTo>
                    <a:pt x="4942015" y="910701"/>
                  </a:lnTo>
                  <a:lnTo>
                    <a:pt x="4942015" y="910701"/>
                  </a:lnTo>
                  <a:lnTo>
                    <a:pt x="4947488" y="910701"/>
                  </a:lnTo>
                  <a:lnTo>
                    <a:pt x="4947488" y="910701"/>
                  </a:lnTo>
                  <a:lnTo>
                    <a:pt x="4952961" y="910701"/>
                  </a:lnTo>
                  <a:lnTo>
                    <a:pt x="4952961" y="910701"/>
                  </a:lnTo>
                  <a:lnTo>
                    <a:pt x="4958434" y="910701"/>
                  </a:lnTo>
                  <a:lnTo>
                    <a:pt x="4958434" y="910701"/>
                  </a:lnTo>
                  <a:lnTo>
                    <a:pt x="4963907" y="910701"/>
                  </a:lnTo>
                  <a:lnTo>
                    <a:pt x="4963907" y="910701"/>
                  </a:lnTo>
                  <a:lnTo>
                    <a:pt x="4969379" y="910701"/>
                  </a:lnTo>
                  <a:lnTo>
                    <a:pt x="4969379" y="910701"/>
                  </a:lnTo>
                  <a:lnTo>
                    <a:pt x="4974852" y="910701"/>
                  </a:lnTo>
                  <a:lnTo>
                    <a:pt x="4974852" y="910701"/>
                  </a:lnTo>
                  <a:lnTo>
                    <a:pt x="4980325" y="910701"/>
                  </a:lnTo>
                  <a:lnTo>
                    <a:pt x="4980325" y="910701"/>
                  </a:lnTo>
                  <a:lnTo>
                    <a:pt x="4985798" y="910701"/>
                  </a:lnTo>
                  <a:lnTo>
                    <a:pt x="4985798" y="910701"/>
                  </a:lnTo>
                  <a:lnTo>
                    <a:pt x="4991271" y="910701"/>
                  </a:lnTo>
                  <a:lnTo>
                    <a:pt x="4991271" y="910701"/>
                  </a:lnTo>
                  <a:lnTo>
                    <a:pt x="4996744" y="910701"/>
                  </a:lnTo>
                  <a:lnTo>
                    <a:pt x="4996744" y="910701"/>
                  </a:lnTo>
                  <a:lnTo>
                    <a:pt x="5002217" y="910701"/>
                  </a:lnTo>
                  <a:lnTo>
                    <a:pt x="5002217" y="910701"/>
                  </a:lnTo>
                  <a:lnTo>
                    <a:pt x="5007690" y="910701"/>
                  </a:lnTo>
                  <a:lnTo>
                    <a:pt x="5007690" y="844732"/>
                  </a:lnTo>
                  <a:lnTo>
                    <a:pt x="5013163" y="844732"/>
                  </a:lnTo>
                  <a:lnTo>
                    <a:pt x="5013163" y="844732"/>
                  </a:lnTo>
                  <a:lnTo>
                    <a:pt x="5018635" y="844732"/>
                  </a:lnTo>
                  <a:lnTo>
                    <a:pt x="5018635" y="778762"/>
                  </a:lnTo>
                  <a:lnTo>
                    <a:pt x="5024108" y="778762"/>
                  </a:lnTo>
                  <a:lnTo>
                    <a:pt x="5024108" y="778762"/>
                  </a:lnTo>
                  <a:lnTo>
                    <a:pt x="5029581" y="778762"/>
                  </a:lnTo>
                  <a:lnTo>
                    <a:pt x="5029581" y="778762"/>
                  </a:lnTo>
                  <a:lnTo>
                    <a:pt x="5035054" y="778762"/>
                  </a:lnTo>
                  <a:lnTo>
                    <a:pt x="5035054" y="778762"/>
                  </a:lnTo>
                  <a:lnTo>
                    <a:pt x="5040527" y="778762"/>
                  </a:lnTo>
                  <a:lnTo>
                    <a:pt x="5040527" y="778762"/>
                  </a:lnTo>
                  <a:lnTo>
                    <a:pt x="5046000" y="778762"/>
                  </a:lnTo>
                  <a:lnTo>
                    <a:pt x="5046000" y="778762"/>
                  </a:lnTo>
                  <a:lnTo>
                    <a:pt x="5051473" y="778762"/>
                  </a:lnTo>
                  <a:lnTo>
                    <a:pt x="5051473" y="778762"/>
                  </a:lnTo>
                  <a:lnTo>
                    <a:pt x="5056946" y="778762"/>
                  </a:lnTo>
                  <a:lnTo>
                    <a:pt x="5056946" y="778762"/>
                  </a:lnTo>
                  <a:lnTo>
                    <a:pt x="5062419" y="778762"/>
                  </a:lnTo>
                  <a:lnTo>
                    <a:pt x="5062419" y="778762"/>
                  </a:lnTo>
                  <a:lnTo>
                    <a:pt x="5067891" y="778762"/>
                  </a:lnTo>
                  <a:lnTo>
                    <a:pt x="5067891" y="778762"/>
                  </a:lnTo>
                  <a:lnTo>
                    <a:pt x="5073364" y="778762"/>
                  </a:lnTo>
                  <a:lnTo>
                    <a:pt x="5073364" y="778762"/>
                  </a:lnTo>
                  <a:lnTo>
                    <a:pt x="5078837" y="778762"/>
                  </a:lnTo>
                  <a:lnTo>
                    <a:pt x="5078837" y="778762"/>
                  </a:lnTo>
                  <a:lnTo>
                    <a:pt x="5084310" y="778762"/>
                  </a:lnTo>
                  <a:lnTo>
                    <a:pt x="5084310" y="778762"/>
                  </a:lnTo>
                  <a:lnTo>
                    <a:pt x="5089783" y="778762"/>
                  </a:lnTo>
                  <a:lnTo>
                    <a:pt x="5089783" y="778762"/>
                  </a:lnTo>
                  <a:lnTo>
                    <a:pt x="5095256" y="778762"/>
                  </a:lnTo>
                  <a:lnTo>
                    <a:pt x="5095256" y="778762"/>
                  </a:lnTo>
                  <a:lnTo>
                    <a:pt x="5100729" y="778762"/>
                  </a:lnTo>
                  <a:lnTo>
                    <a:pt x="5100729" y="778762"/>
                  </a:lnTo>
                  <a:lnTo>
                    <a:pt x="5106202" y="778762"/>
                  </a:lnTo>
                  <a:lnTo>
                    <a:pt x="5106202" y="778762"/>
                  </a:lnTo>
                  <a:lnTo>
                    <a:pt x="5111674" y="778762"/>
                  </a:lnTo>
                  <a:lnTo>
                    <a:pt x="5111674" y="778762"/>
                  </a:lnTo>
                  <a:lnTo>
                    <a:pt x="5117147" y="778762"/>
                  </a:lnTo>
                  <a:lnTo>
                    <a:pt x="5117147" y="778762"/>
                  </a:lnTo>
                  <a:lnTo>
                    <a:pt x="5122620" y="778762"/>
                  </a:lnTo>
                  <a:lnTo>
                    <a:pt x="5122620" y="778762"/>
                  </a:lnTo>
                  <a:lnTo>
                    <a:pt x="5128093" y="778762"/>
                  </a:lnTo>
                  <a:lnTo>
                    <a:pt x="5128093" y="711792"/>
                  </a:lnTo>
                  <a:lnTo>
                    <a:pt x="5133566" y="711792"/>
                  </a:lnTo>
                  <a:lnTo>
                    <a:pt x="5133566" y="711792"/>
                  </a:lnTo>
                  <a:lnTo>
                    <a:pt x="5139039" y="711792"/>
                  </a:lnTo>
                  <a:lnTo>
                    <a:pt x="5139039" y="711792"/>
                  </a:lnTo>
                  <a:lnTo>
                    <a:pt x="5144512" y="711792"/>
                  </a:lnTo>
                  <a:lnTo>
                    <a:pt x="5144512" y="711792"/>
                  </a:lnTo>
                  <a:lnTo>
                    <a:pt x="5149985" y="711792"/>
                  </a:lnTo>
                  <a:lnTo>
                    <a:pt x="5149985" y="711792"/>
                  </a:lnTo>
                  <a:lnTo>
                    <a:pt x="5155458" y="711792"/>
                  </a:lnTo>
                  <a:lnTo>
                    <a:pt x="5155458" y="711792"/>
                  </a:lnTo>
                  <a:lnTo>
                    <a:pt x="5160930" y="711792"/>
                  </a:lnTo>
                  <a:lnTo>
                    <a:pt x="5160930" y="711792"/>
                  </a:lnTo>
                  <a:lnTo>
                    <a:pt x="5166403" y="711792"/>
                  </a:lnTo>
                  <a:lnTo>
                    <a:pt x="5166403" y="711792"/>
                  </a:lnTo>
                  <a:lnTo>
                    <a:pt x="5171876" y="711792"/>
                  </a:lnTo>
                  <a:lnTo>
                    <a:pt x="5171876" y="711792"/>
                  </a:lnTo>
                  <a:lnTo>
                    <a:pt x="5177349" y="711792"/>
                  </a:lnTo>
                  <a:lnTo>
                    <a:pt x="5177349" y="711792"/>
                  </a:lnTo>
                  <a:lnTo>
                    <a:pt x="5182822" y="711792"/>
                  </a:lnTo>
                  <a:lnTo>
                    <a:pt x="5182822" y="711792"/>
                  </a:lnTo>
                  <a:lnTo>
                    <a:pt x="5188295" y="711792"/>
                  </a:lnTo>
                  <a:lnTo>
                    <a:pt x="5188295" y="711792"/>
                  </a:lnTo>
                  <a:lnTo>
                    <a:pt x="5193768" y="711792"/>
                  </a:lnTo>
                  <a:lnTo>
                    <a:pt x="5193768" y="711792"/>
                  </a:lnTo>
                  <a:lnTo>
                    <a:pt x="5199241" y="711792"/>
                  </a:lnTo>
                  <a:lnTo>
                    <a:pt x="5199241" y="711792"/>
                  </a:lnTo>
                  <a:lnTo>
                    <a:pt x="5204714" y="711792"/>
                  </a:lnTo>
                  <a:lnTo>
                    <a:pt x="5204714" y="711792"/>
                  </a:lnTo>
                  <a:lnTo>
                    <a:pt x="5210186" y="711792"/>
                  </a:lnTo>
                  <a:lnTo>
                    <a:pt x="5210186" y="711792"/>
                  </a:lnTo>
                  <a:lnTo>
                    <a:pt x="5215659" y="711792"/>
                  </a:lnTo>
                  <a:lnTo>
                    <a:pt x="5215659" y="711792"/>
                  </a:lnTo>
                  <a:lnTo>
                    <a:pt x="5221132" y="711792"/>
                  </a:lnTo>
                  <a:lnTo>
                    <a:pt x="5221132" y="711792"/>
                  </a:lnTo>
                  <a:lnTo>
                    <a:pt x="5226605" y="711792"/>
                  </a:lnTo>
                  <a:lnTo>
                    <a:pt x="5226605" y="711792"/>
                  </a:lnTo>
                  <a:lnTo>
                    <a:pt x="5232078" y="711792"/>
                  </a:lnTo>
                  <a:lnTo>
                    <a:pt x="5232078" y="711792"/>
                  </a:lnTo>
                  <a:lnTo>
                    <a:pt x="5237551" y="711792"/>
                  </a:lnTo>
                  <a:lnTo>
                    <a:pt x="5237551" y="711792"/>
                  </a:lnTo>
                  <a:lnTo>
                    <a:pt x="5243024" y="711792"/>
                  </a:lnTo>
                  <a:lnTo>
                    <a:pt x="5243024" y="711792"/>
                  </a:lnTo>
                  <a:lnTo>
                    <a:pt x="5248497" y="711792"/>
                  </a:lnTo>
                  <a:lnTo>
                    <a:pt x="5248497" y="711792"/>
                  </a:lnTo>
                  <a:lnTo>
                    <a:pt x="5253970" y="711792"/>
                  </a:lnTo>
                  <a:lnTo>
                    <a:pt x="5253970" y="711792"/>
                  </a:lnTo>
                  <a:lnTo>
                    <a:pt x="5259442" y="711792"/>
                  </a:lnTo>
                  <a:lnTo>
                    <a:pt x="5259442" y="711792"/>
                  </a:lnTo>
                  <a:lnTo>
                    <a:pt x="5264915" y="711792"/>
                  </a:lnTo>
                  <a:lnTo>
                    <a:pt x="5264915" y="711792"/>
                  </a:lnTo>
                  <a:lnTo>
                    <a:pt x="5270388" y="711792"/>
                  </a:lnTo>
                  <a:lnTo>
                    <a:pt x="5270388" y="711792"/>
                  </a:lnTo>
                  <a:lnTo>
                    <a:pt x="5275861" y="711792"/>
                  </a:lnTo>
                  <a:lnTo>
                    <a:pt x="5275861" y="711792"/>
                  </a:lnTo>
                  <a:lnTo>
                    <a:pt x="5281334" y="711792"/>
                  </a:lnTo>
                  <a:lnTo>
                    <a:pt x="5281334" y="711792"/>
                  </a:lnTo>
                  <a:lnTo>
                    <a:pt x="5286807" y="711792"/>
                  </a:lnTo>
                  <a:lnTo>
                    <a:pt x="5286807" y="711792"/>
                  </a:lnTo>
                  <a:lnTo>
                    <a:pt x="5292280" y="711792"/>
                  </a:lnTo>
                  <a:lnTo>
                    <a:pt x="5292280" y="711792"/>
                  </a:lnTo>
                  <a:lnTo>
                    <a:pt x="5297753" y="711792"/>
                  </a:lnTo>
                  <a:lnTo>
                    <a:pt x="5297753" y="711792"/>
                  </a:lnTo>
                  <a:lnTo>
                    <a:pt x="5303225" y="711792"/>
                  </a:lnTo>
                  <a:lnTo>
                    <a:pt x="5303225" y="711792"/>
                  </a:lnTo>
                  <a:lnTo>
                    <a:pt x="5308698" y="711792"/>
                  </a:lnTo>
                  <a:lnTo>
                    <a:pt x="5308698" y="711792"/>
                  </a:lnTo>
                  <a:lnTo>
                    <a:pt x="5314171" y="711792"/>
                  </a:lnTo>
                  <a:lnTo>
                    <a:pt x="5314171" y="711792"/>
                  </a:lnTo>
                  <a:lnTo>
                    <a:pt x="5319644" y="711792"/>
                  </a:lnTo>
                  <a:lnTo>
                    <a:pt x="5319644" y="711792"/>
                  </a:lnTo>
                  <a:lnTo>
                    <a:pt x="5325117" y="711792"/>
                  </a:lnTo>
                  <a:lnTo>
                    <a:pt x="5325117" y="711792"/>
                  </a:lnTo>
                  <a:lnTo>
                    <a:pt x="5330590" y="711792"/>
                  </a:lnTo>
                  <a:lnTo>
                    <a:pt x="5330590" y="711792"/>
                  </a:lnTo>
                  <a:lnTo>
                    <a:pt x="5336063" y="711792"/>
                  </a:lnTo>
                  <a:lnTo>
                    <a:pt x="5336063" y="643746"/>
                  </a:lnTo>
                  <a:lnTo>
                    <a:pt x="5341536" y="643746"/>
                  </a:lnTo>
                  <a:lnTo>
                    <a:pt x="5341536" y="643746"/>
                  </a:lnTo>
                  <a:lnTo>
                    <a:pt x="5347009" y="643746"/>
                  </a:lnTo>
                  <a:lnTo>
                    <a:pt x="5347009" y="643746"/>
                  </a:lnTo>
                  <a:lnTo>
                    <a:pt x="5352481" y="643746"/>
                  </a:lnTo>
                  <a:lnTo>
                    <a:pt x="5352481" y="643746"/>
                  </a:lnTo>
                  <a:lnTo>
                    <a:pt x="5357954" y="643746"/>
                  </a:lnTo>
                  <a:lnTo>
                    <a:pt x="5357954" y="643746"/>
                  </a:lnTo>
                  <a:lnTo>
                    <a:pt x="5363427" y="643746"/>
                  </a:lnTo>
                  <a:lnTo>
                    <a:pt x="5363427" y="643746"/>
                  </a:lnTo>
                  <a:lnTo>
                    <a:pt x="5368900" y="643746"/>
                  </a:lnTo>
                  <a:lnTo>
                    <a:pt x="5368900" y="643746"/>
                  </a:lnTo>
                  <a:lnTo>
                    <a:pt x="5374373" y="643746"/>
                  </a:lnTo>
                  <a:lnTo>
                    <a:pt x="5374373" y="643746"/>
                  </a:lnTo>
                  <a:lnTo>
                    <a:pt x="5379846" y="643746"/>
                  </a:lnTo>
                  <a:lnTo>
                    <a:pt x="5379846" y="643746"/>
                  </a:lnTo>
                  <a:lnTo>
                    <a:pt x="5385319" y="643746"/>
                  </a:lnTo>
                  <a:lnTo>
                    <a:pt x="5385319" y="643746"/>
                  </a:lnTo>
                  <a:lnTo>
                    <a:pt x="5390792" y="643746"/>
                  </a:lnTo>
                  <a:lnTo>
                    <a:pt x="5390792" y="643746"/>
                  </a:lnTo>
                  <a:lnTo>
                    <a:pt x="5396265" y="643746"/>
                  </a:lnTo>
                  <a:lnTo>
                    <a:pt x="5396265" y="643746"/>
                  </a:lnTo>
                  <a:lnTo>
                    <a:pt x="5401737" y="643746"/>
                  </a:lnTo>
                  <a:lnTo>
                    <a:pt x="5401737" y="643746"/>
                  </a:lnTo>
                  <a:lnTo>
                    <a:pt x="5407210" y="643746"/>
                  </a:lnTo>
                  <a:lnTo>
                    <a:pt x="5407210" y="643746"/>
                  </a:lnTo>
                  <a:lnTo>
                    <a:pt x="5412683" y="643746"/>
                  </a:lnTo>
                  <a:lnTo>
                    <a:pt x="5412683" y="643746"/>
                  </a:lnTo>
                  <a:lnTo>
                    <a:pt x="5418156" y="643746"/>
                  </a:lnTo>
                  <a:lnTo>
                    <a:pt x="5418156" y="643746"/>
                  </a:lnTo>
                  <a:lnTo>
                    <a:pt x="5423629" y="643746"/>
                  </a:lnTo>
                  <a:lnTo>
                    <a:pt x="5423629" y="643746"/>
                  </a:lnTo>
                  <a:lnTo>
                    <a:pt x="5429102" y="643746"/>
                  </a:lnTo>
                  <a:lnTo>
                    <a:pt x="5429102" y="643746"/>
                  </a:lnTo>
                  <a:lnTo>
                    <a:pt x="5434575" y="643746"/>
                  </a:lnTo>
                  <a:lnTo>
                    <a:pt x="5434575" y="643746"/>
                  </a:lnTo>
                  <a:lnTo>
                    <a:pt x="5440048" y="643746"/>
                  </a:lnTo>
                  <a:lnTo>
                    <a:pt x="5440048" y="643746"/>
                  </a:lnTo>
                  <a:lnTo>
                    <a:pt x="5445520" y="643746"/>
                  </a:lnTo>
                  <a:lnTo>
                    <a:pt x="5445520" y="643746"/>
                  </a:lnTo>
                  <a:lnTo>
                    <a:pt x="5450993" y="643746"/>
                  </a:lnTo>
                  <a:lnTo>
                    <a:pt x="5450993" y="643746"/>
                  </a:lnTo>
                  <a:lnTo>
                    <a:pt x="5456466" y="643746"/>
                  </a:lnTo>
                  <a:lnTo>
                    <a:pt x="5456466" y="643746"/>
                  </a:lnTo>
                  <a:lnTo>
                    <a:pt x="5461939" y="643746"/>
                  </a:lnTo>
                  <a:lnTo>
                    <a:pt x="5461939" y="643746"/>
                  </a:lnTo>
                  <a:lnTo>
                    <a:pt x="5467412" y="643746"/>
                  </a:lnTo>
                  <a:lnTo>
                    <a:pt x="5467412" y="643746"/>
                  </a:lnTo>
                  <a:lnTo>
                    <a:pt x="5472885" y="643746"/>
                  </a:lnTo>
                  <a:lnTo>
                    <a:pt x="5472885" y="643746"/>
                  </a:lnTo>
                  <a:lnTo>
                    <a:pt x="5478358" y="643746"/>
                  </a:lnTo>
                  <a:lnTo>
                    <a:pt x="5478358" y="643746"/>
                  </a:lnTo>
                  <a:lnTo>
                    <a:pt x="5483831" y="643746"/>
                  </a:lnTo>
                  <a:lnTo>
                    <a:pt x="5483831" y="643746"/>
                  </a:lnTo>
                  <a:lnTo>
                    <a:pt x="5489304" y="643746"/>
                  </a:lnTo>
                  <a:lnTo>
                    <a:pt x="5489304" y="643746"/>
                  </a:lnTo>
                  <a:lnTo>
                    <a:pt x="5494776" y="643746"/>
                  </a:lnTo>
                  <a:lnTo>
                    <a:pt x="5494776" y="643746"/>
                  </a:lnTo>
                  <a:lnTo>
                    <a:pt x="5500249" y="643746"/>
                  </a:lnTo>
                  <a:lnTo>
                    <a:pt x="5500249" y="643746"/>
                  </a:lnTo>
                  <a:lnTo>
                    <a:pt x="5505722" y="643746"/>
                  </a:lnTo>
                  <a:lnTo>
                    <a:pt x="5505722" y="643746"/>
                  </a:lnTo>
                  <a:lnTo>
                    <a:pt x="5511195" y="643746"/>
                  </a:lnTo>
                  <a:lnTo>
                    <a:pt x="5511195" y="643746"/>
                  </a:lnTo>
                  <a:lnTo>
                    <a:pt x="5516668" y="643746"/>
                  </a:lnTo>
                  <a:lnTo>
                    <a:pt x="5516668" y="643746"/>
                  </a:lnTo>
                  <a:lnTo>
                    <a:pt x="5522141" y="643746"/>
                  </a:lnTo>
                  <a:lnTo>
                    <a:pt x="5522141" y="643746"/>
                  </a:lnTo>
                  <a:lnTo>
                    <a:pt x="5527614" y="643746"/>
                  </a:lnTo>
                  <a:lnTo>
                    <a:pt x="5527614" y="643746"/>
                  </a:lnTo>
                  <a:lnTo>
                    <a:pt x="5533087" y="643746"/>
                  </a:lnTo>
                  <a:lnTo>
                    <a:pt x="5533087" y="643746"/>
                  </a:lnTo>
                  <a:lnTo>
                    <a:pt x="5538560" y="643746"/>
                  </a:lnTo>
                  <a:lnTo>
                    <a:pt x="5538560" y="643746"/>
                  </a:lnTo>
                  <a:lnTo>
                    <a:pt x="5544032" y="643746"/>
                  </a:lnTo>
                  <a:lnTo>
                    <a:pt x="5544032" y="643746"/>
                  </a:lnTo>
                  <a:lnTo>
                    <a:pt x="5549505" y="643746"/>
                  </a:lnTo>
                  <a:lnTo>
                    <a:pt x="5549505" y="643746"/>
                  </a:lnTo>
                  <a:lnTo>
                    <a:pt x="5554978" y="643746"/>
                  </a:lnTo>
                  <a:lnTo>
                    <a:pt x="5554978" y="643746"/>
                  </a:lnTo>
                  <a:lnTo>
                    <a:pt x="5560451" y="643746"/>
                  </a:lnTo>
                  <a:lnTo>
                    <a:pt x="5560451" y="643746"/>
                  </a:lnTo>
                  <a:lnTo>
                    <a:pt x="5565924" y="643746"/>
                  </a:lnTo>
                  <a:lnTo>
                    <a:pt x="5565924" y="643746"/>
                  </a:lnTo>
                  <a:lnTo>
                    <a:pt x="5571397" y="643746"/>
                  </a:lnTo>
                  <a:lnTo>
                    <a:pt x="5571397" y="643746"/>
                  </a:lnTo>
                  <a:lnTo>
                    <a:pt x="5576870" y="643746"/>
                  </a:lnTo>
                  <a:lnTo>
                    <a:pt x="5576870" y="643746"/>
                  </a:lnTo>
                  <a:lnTo>
                    <a:pt x="5582343" y="643746"/>
                  </a:lnTo>
                  <a:lnTo>
                    <a:pt x="5582343" y="643746"/>
                  </a:lnTo>
                  <a:lnTo>
                    <a:pt x="5587816" y="643746"/>
                  </a:lnTo>
                  <a:lnTo>
                    <a:pt x="5587816" y="643746"/>
                  </a:lnTo>
                  <a:lnTo>
                    <a:pt x="5593288" y="643746"/>
                  </a:lnTo>
                  <a:lnTo>
                    <a:pt x="5593288" y="643746"/>
                  </a:lnTo>
                  <a:lnTo>
                    <a:pt x="5598761" y="643746"/>
                  </a:lnTo>
                  <a:lnTo>
                    <a:pt x="5598761" y="643746"/>
                  </a:lnTo>
                  <a:lnTo>
                    <a:pt x="5604234" y="643746"/>
                  </a:lnTo>
                  <a:lnTo>
                    <a:pt x="5604234" y="643746"/>
                  </a:lnTo>
                  <a:lnTo>
                    <a:pt x="5609707" y="643746"/>
                  </a:lnTo>
                  <a:lnTo>
                    <a:pt x="5609707" y="643746"/>
                  </a:lnTo>
                  <a:lnTo>
                    <a:pt x="5615180" y="643746"/>
                  </a:lnTo>
                  <a:lnTo>
                    <a:pt x="5615180" y="643746"/>
                  </a:lnTo>
                  <a:lnTo>
                    <a:pt x="5620653" y="643746"/>
                  </a:lnTo>
                  <a:lnTo>
                    <a:pt x="5620653" y="643746"/>
                  </a:lnTo>
                  <a:lnTo>
                    <a:pt x="5626126" y="643746"/>
                  </a:lnTo>
                  <a:lnTo>
                    <a:pt x="5626126" y="643746"/>
                  </a:lnTo>
                  <a:lnTo>
                    <a:pt x="5631599" y="643746"/>
                  </a:lnTo>
                  <a:lnTo>
                    <a:pt x="5631599" y="643746"/>
                  </a:lnTo>
                  <a:lnTo>
                    <a:pt x="5637071" y="643746"/>
                  </a:lnTo>
                  <a:lnTo>
                    <a:pt x="5637071" y="643746"/>
                  </a:lnTo>
                  <a:lnTo>
                    <a:pt x="5642544" y="643746"/>
                  </a:lnTo>
                  <a:lnTo>
                    <a:pt x="5642544" y="643746"/>
                  </a:lnTo>
                  <a:lnTo>
                    <a:pt x="5648017" y="643746"/>
                  </a:lnTo>
                  <a:lnTo>
                    <a:pt x="5648017" y="643746"/>
                  </a:lnTo>
                  <a:lnTo>
                    <a:pt x="5653490" y="643746"/>
                  </a:lnTo>
                  <a:lnTo>
                    <a:pt x="5653490" y="643746"/>
                  </a:lnTo>
                  <a:lnTo>
                    <a:pt x="5658963" y="643746"/>
                  </a:lnTo>
                  <a:lnTo>
                    <a:pt x="5658963" y="643746"/>
                  </a:lnTo>
                  <a:lnTo>
                    <a:pt x="5664436" y="643746"/>
                  </a:lnTo>
                  <a:lnTo>
                    <a:pt x="5664436" y="643746"/>
                  </a:lnTo>
                  <a:lnTo>
                    <a:pt x="5669909" y="643746"/>
                  </a:lnTo>
                  <a:lnTo>
                    <a:pt x="5669909" y="643746"/>
                  </a:lnTo>
                  <a:lnTo>
                    <a:pt x="5675382" y="643746"/>
                  </a:lnTo>
                  <a:lnTo>
                    <a:pt x="5675382" y="643746"/>
                  </a:lnTo>
                  <a:lnTo>
                    <a:pt x="5680855" y="643746"/>
                  </a:lnTo>
                  <a:lnTo>
                    <a:pt x="5680855" y="643746"/>
                  </a:lnTo>
                  <a:lnTo>
                    <a:pt x="5686327" y="643746"/>
                  </a:lnTo>
                  <a:lnTo>
                    <a:pt x="5686327" y="643746"/>
                  </a:lnTo>
                  <a:lnTo>
                    <a:pt x="5691800" y="643746"/>
                  </a:lnTo>
                  <a:lnTo>
                    <a:pt x="5691800" y="643746"/>
                  </a:lnTo>
                  <a:lnTo>
                    <a:pt x="5697273" y="643746"/>
                  </a:lnTo>
                  <a:lnTo>
                    <a:pt x="5697273" y="643746"/>
                  </a:lnTo>
                  <a:lnTo>
                    <a:pt x="5702746" y="643746"/>
                  </a:lnTo>
                  <a:lnTo>
                    <a:pt x="5702746" y="643746"/>
                  </a:lnTo>
                  <a:lnTo>
                    <a:pt x="5708219" y="643746"/>
                  </a:lnTo>
                  <a:lnTo>
                    <a:pt x="5708219" y="643746"/>
                  </a:lnTo>
                  <a:lnTo>
                    <a:pt x="5713692" y="643746"/>
                  </a:lnTo>
                  <a:lnTo>
                    <a:pt x="5713692" y="643746"/>
                  </a:lnTo>
                  <a:lnTo>
                    <a:pt x="5719165" y="643746"/>
                  </a:lnTo>
                  <a:lnTo>
                    <a:pt x="5719165" y="643746"/>
                  </a:lnTo>
                  <a:lnTo>
                    <a:pt x="5724638" y="643746"/>
                  </a:lnTo>
                  <a:lnTo>
                    <a:pt x="5724638" y="643746"/>
                  </a:lnTo>
                  <a:lnTo>
                    <a:pt x="5730111" y="643746"/>
                  </a:lnTo>
                  <a:lnTo>
                    <a:pt x="5730111" y="643746"/>
                  </a:lnTo>
                  <a:lnTo>
                    <a:pt x="5735583" y="643746"/>
                  </a:lnTo>
                  <a:lnTo>
                    <a:pt x="5735583" y="643746"/>
                  </a:lnTo>
                  <a:lnTo>
                    <a:pt x="5741056" y="643746"/>
                  </a:lnTo>
                  <a:lnTo>
                    <a:pt x="5741056" y="643746"/>
                  </a:lnTo>
                  <a:lnTo>
                    <a:pt x="5746529" y="643746"/>
                  </a:lnTo>
                  <a:lnTo>
                    <a:pt x="5746529" y="643746"/>
                  </a:lnTo>
                  <a:lnTo>
                    <a:pt x="5752002" y="643746"/>
                  </a:lnTo>
                  <a:lnTo>
                    <a:pt x="5752002" y="643746"/>
                  </a:lnTo>
                  <a:lnTo>
                    <a:pt x="5757475" y="643746"/>
                  </a:lnTo>
                  <a:lnTo>
                    <a:pt x="5757475" y="643746"/>
                  </a:lnTo>
                  <a:lnTo>
                    <a:pt x="5762948" y="643746"/>
                  </a:lnTo>
                  <a:lnTo>
                    <a:pt x="5762948" y="643746"/>
                  </a:lnTo>
                  <a:lnTo>
                    <a:pt x="5768421" y="643746"/>
                  </a:lnTo>
                  <a:lnTo>
                    <a:pt x="5768421" y="643746"/>
                  </a:lnTo>
                  <a:lnTo>
                    <a:pt x="5773894" y="643746"/>
                  </a:lnTo>
                  <a:lnTo>
                    <a:pt x="5773894" y="643746"/>
                  </a:lnTo>
                  <a:lnTo>
                    <a:pt x="5779367" y="643746"/>
                  </a:lnTo>
                  <a:lnTo>
                    <a:pt x="5779367" y="643746"/>
                  </a:lnTo>
                  <a:lnTo>
                    <a:pt x="5784839" y="643746"/>
                  </a:lnTo>
                  <a:lnTo>
                    <a:pt x="5784839" y="643746"/>
                  </a:lnTo>
                  <a:lnTo>
                    <a:pt x="5790312" y="643746"/>
                  </a:lnTo>
                  <a:lnTo>
                    <a:pt x="5790312" y="643746"/>
                  </a:lnTo>
                  <a:lnTo>
                    <a:pt x="5795785" y="643746"/>
                  </a:lnTo>
                  <a:lnTo>
                    <a:pt x="5795785" y="643746"/>
                  </a:lnTo>
                  <a:lnTo>
                    <a:pt x="5801258" y="643746"/>
                  </a:lnTo>
                  <a:lnTo>
                    <a:pt x="5801258" y="643746"/>
                  </a:lnTo>
                  <a:lnTo>
                    <a:pt x="5806731" y="643746"/>
                  </a:lnTo>
                  <a:lnTo>
                    <a:pt x="5806731" y="643746"/>
                  </a:lnTo>
                  <a:lnTo>
                    <a:pt x="5812204" y="643746"/>
                  </a:lnTo>
                  <a:lnTo>
                    <a:pt x="5812204" y="643746"/>
                  </a:lnTo>
                  <a:lnTo>
                    <a:pt x="5817677" y="643746"/>
                  </a:lnTo>
                  <a:lnTo>
                    <a:pt x="5817677" y="643746"/>
                  </a:lnTo>
                  <a:lnTo>
                    <a:pt x="5823150" y="643746"/>
                  </a:lnTo>
                  <a:lnTo>
                    <a:pt x="5823150" y="643746"/>
                  </a:lnTo>
                  <a:lnTo>
                    <a:pt x="5828622" y="643746"/>
                  </a:lnTo>
                  <a:lnTo>
                    <a:pt x="5828622" y="643746"/>
                  </a:lnTo>
                  <a:lnTo>
                    <a:pt x="5834095" y="643746"/>
                  </a:lnTo>
                  <a:lnTo>
                    <a:pt x="5834095" y="643746"/>
                  </a:lnTo>
                  <a:lnTo>
                    <a:pt x="5839568" y="643746"/>
                  </a:lnTo>
                  <a:lnTo>
                    <a:pt x="5839568" y="643746"/>
                  </a:lnTo>
                  <a:lnTo>
                    <a:pt x="5845041" y="643746"/>
                  </a:lnTo>
                  <a:lnTo>
                    <a:pt x="5845041" y="643746"/>
                  </a:lnTo>
                  <a:lnTo>
                    <a:pt x="5850514" y="643746"/>
                  </a:lnTo>
                  <a:lnTo>
                    <a:pt x="5850514" y="643746"/>
                  </a:lnTo>
                  <a:lnTo>
                    <a:pt x="5855987" y="643746"/>
                  </a:lnTo>
                  <a:lnTo>
                    <a:pt x="5855987" y="643746"/>
                  </a:lnTo>
                  <a:lnTo>
                    <a:pt x="5861460" y="643746"/>
                  </a:lnTo>
                  <a:lnTo>
                    <a:pt x="5861460" y="643746"/>
                  </a:lnTo>
                  <a:lnTo>
                    <a:pt x="5866933" y="643746"/>
                  </a:lnTo>
                  <a:lnTo>
                    <a:pt x="5866933" y="643746"/>
                  </a:lnTo>
                  <a:lnTo>
                    <a:pt x="5872406" y="643746"/>
                  </a:lnTo>
                  <a:lnTo>
                    <a:pt x="5872406" y="643746"/>
                  </a:lnTo>
                  <a:lnTo>
                    <a:pt x="5877878" y="643746"/>
                  </a:lnTo>
                  <a:lnTo>
                    <a:pt x="5877878" y="643746"/>
                  </a:lnTo>
                  <a:lnTo>
                    <a:pt x="5883351" y="643746"/>
                  </a:lnTo>
                  <a:lnTo>
                    <a:pt x="5883351" y="643746"/>
                  </a:lnTo>
                  <a:lnTo>
                    <a:pt x="5888824" y="643746"/>
                  </a:lnTo>
                  <a:lnTo>
                    <a:pt x="5888824" y="643746"/>
                  </a:lnTo>
                  <a:lnTo>
                    <a:pt x="5894297" y="643746"/>
                  </a:lnTo>
                  <a:lnTo>
                    <a:pt x="5894297" y="643746"/>
                  </a:lnTo>
                  <a:lnTo>
                    <a:pt x="5899770" y="643746"/>
                  </a:lnTo>
                  <a:lnTo>
                    <a:pt x="5899770" y="643746"/>
                  </a:lnTo>
                  <a:lnTo>
                    <a:pt x="5905243" y="643746"/>
                  </a:lnTo>
                  <a:lnTo>
                    <a:pt x="5905243" y="643746"/>
                  </a:lnTo>
                  <a:lnTo>
                    <a:pt x="5910716" y="643746"/>
                  </a:lnTo>
                  <a:lnTo>
                    <a:pt x="5910716" y="643746"/>
                  </a:lnTo>
                  <a:lnTo>
                    <a:pt x="5916189" y="643746"/>
                  </a:lnTo>
                  <a:lnTo>
                    <a:pt x="5916189" y="643746"/>
                  </a:lnTo>
                  <a:lnTo>
                    <a:pt x="5921662" y="643746"/>
                  </a:lnTo>
                  <a:lnTo>
                    <a:pt x="5921662" y="643746"/>
                  </a:lnTo>
                  <a:lnTo>
                    <a:pt x="5927134" y="643746"/>
                  </a:lnTo>
                  <a:lnTo>
                    <a:pt x="5927134" y="643746"/>
                  </a:lnTo>
                  <a:lnTo>
                    <a:pt x="5932607" y="643746"/>
                  </a:lnTo>
                  <a:lnTo>
                    <a:pt x="5932607" y="643746"/>
                  </a:lnTo>
                  <a:lnTo>
                    <a:pt x="5938080" y="643746"/>
                  </a:lnTo>
                  <a:lnTo>
                    <a:pt x="5938080" y="643746"/>
                  </a:lnTo>
                  <a:lnTo>
                    <a:pt x="5943553" y="643746"/>
                  </a:lnTo>
                  <a:lnTo>
                    <a:pt x="5943553" y="643746"/>
                  </a:lnTo>
                  <a:lnTo>
                    <a:pt x="5949026" y="643746"/>
                  </a:lnTo>
                  <a:lnTo>
                    <a:pt x="5949026" y="643746"/>
                  </a:lnTo>
                  <a:lnTo>
                    <a:pt x="5954499" y="643746"/>
                  </a:lnTo>
                  <a:lnTo>
                    <a:pt x="5954499" y="643746"/>
                  </a:lnTo>
                  <a:lnTo>
                    <a:pt x="5959972" y="643746"/>
                  </a:lnTo>
                  <a:lnTo>
                    <a:pt x="5959972" y="643746"/>
                  </a:lnTo>
                  <a:lnTo>
                    <a:pt x="5965445" y="643746"/>
                  </a:lnTo>
                  <a:lnTo>
                    <a:pt x="5965445" y="643746"/>
                  </a:lnTo>
                  <a:lnTo>
                    <a:pt x="5970918" y="643746"/>
                  </a:lnTo>
                  <a:lnTo>
                    <a:pt x="5970918" y="643746"/>
                  </a:lnTo>
                  <a:lnTo>
                    <a:pt x="5976390" y="643746"/>
                  </a:lnTo>
                  <a:lnTo>
                    <a:pt x="5976390" y="643746"/>
                  </a:lnTo>
                  <a:lnTo>
                    <a:pt x="5981863" y="643746"/>
                  </a:lnTo>
                  <a:lnTo>
                    <a:pt x="5981863" y="643746"/>
                  </a:lnTo>
                  <a:lnTo>
                    <a:pt x="5987336" y="643746"/>
                  </a:lnTo>
                  <a:lnTo>
                    <a:pt x="5987336" y="643746"/>
                  </a:lnTo>
                  <a:lnTo>
                    <a:pt x="5992809" y="643746"/>
                  </a:lnTo>
                  <a:lnTo>
                    <a:pt x="5992809" y="643746"/>
                  </a:lnTo>
                  <a:lnTo>
                    <a:pt x="5998282" y="643746"/>
                  </a:lnTo>
                  <a:lnTo>
                    <a:pt x="5998282" y="643746"/>
                  </a:lnTo>
                  <a:lnTo>
                    <a:pt x="6003755" y="643746"/>
                  </a:lnTo>
                  <a:lnTo>
                    <a:pt x="6003755" y="643746"/>
                  </a:lnTo>
                  <a:lnTo>
                    <a:pt x="6009228" y="643746"/>
                  </a:lnTo>
                  <a:lnTo>
                    <a:pt x="6009228" y="643746"/>
                  </a:lnTo>
                  <a:lnTo>
                    <a:pt x="6014701" y="643746"/>
                  </a:lnTo>
                  <a:lnTo>
                    <a:pt x="6014701" y="643746"/>
                  </a:lnTo>
                  <a:lnTo>
                    <a:pt x="6020173" y="643746"/>
                  </a:lnTo>
                  <a:lnTo>
                    <a:pt x="6020173" y="643746"/>
                  </a:lnTo>
                  <a:lnTo>
                    <a:pt x="6025646" y="643746"/>
                  </a:lnTo>
                  <a:lnTo>
                    <a:pt x="6025646" y="643746"/>
                  </a:lnTo>
                  <a:lnTo>
                    <a:pt x="6031119" y="643746"/>
                  </a:lnTo>
                  <a:lnTo>
                    <a:pt x="6031119" y="643746"/>
                  </a:lnTo>
                  <a:lnTo>
                    <a:pt x="6036592" y="643746"/>
                  </a:lnTo>
                  <a:lnTo>
                    <a:pt x="6036592" y="643746"/>
                  </a:lnTo>
                  <a:lnTo>
                    <a:pt x="6042065" y="643746"/>
                  </a:lnTo>
                  <a:lnTo>
                    <a:pt x="6042065" y="643746"/>
                  </a:lnTo>
                  <a:lnTo>
                    <a:pt x="6047538" y="643746"/>
                  </a:lnTo>
                  <a:lnTo>
                    <a:pt x="6047538" y="643746"/>
                  </a:lnTo>
                  <a:lnTo>
                    <a:pt x="6053011" y="643746"/>
                  </a:lnTo>
                  <a:lnTo>
                    <a:pt x="6053011" y="643746"/>
                  </a:lnTo>
                  <a:lnTo>
                    <a:pt x="6058484" y="643746"/>
                  </a:lnTo>
                  <a:lnTo>
                    <a:pt x="6058484" y="643746"/>
                  </a:lnTo>
                  <a:lnTo>
                    <a:pt x="6063957" y="643746"/>
                  </a:lnTo>
                  <a:lnTo>
                    <a:pt x="6063957" y="643746"/>
                  </a:lnTo>
                  <a:lnTo>
                    <a:pt x="6069429" y="643746"/>
                  </a:lnTo>
                  <a:lnTo>
                    <a:pt x="6069429" y="643746"/>
                  </a:lnTo>
                  <a:lnTo>
                    <a:pt x="6074902" y="643746"/>
                  </a:lnTo>
                  <a:lnTo>
                    <a:pt x="6074902" y="643746"/>
                  </a:lnTo>
                  <a:lnTo>
                    <a:pt x="6080375" y="643746"/>
                  </a:lnTo>
                  <a:lnTo>
                    <a:pt x="6080375" y="643746"/>
                  </a:lnTo>
                  <a:lnTo>
                    <a:pt x="6085848" y="643746"/>
                  </a:lnTo>
                  <a:lnTo>
                    <a:pt x="6085848" y="643746"/>
                  </a:lnTo>
                  <a:lnTo>
                    <a:pt x="6091321" y="643746"/>
                  </a:lnTo>
                  <a:lnTo>
                    <a:pt x="6091321" y="643746"/>
                  </a:lnTo>
                  <a:lnTo>
                    <a:pt x="6096794" y="643746"/>
                  </a:lnTo>
                  <a:lnTo>
                    <a:pt x="6096794" y="643746"/>
                  </a:lnTo>
                  <a:lnTo>
                    <a:pt x="6102267" y="643746"/>
                  </a:lnTo>
                  <a:lnTo>
                    <a:pt x="6102267" y="643746"/>
                  </a:lnTo>
                  <a:lnTo>
                    <a:pt x="6107740" y="643746"/>
                  </a:lnTo>
                  <a:lnTo>
                    <a:pt x="6107740" y="643746"/>
                  </a:lnTo>
                  <a:lnTo>
                    <a:pt x="6113213" y="643746"/>
                  </a:lnTo>
                  <a:lnTo>
                    <a:pt x="6113213" y="643746"/>
                  </a:lnTo>
                  <a:lnTo>
                    <a:pt x="6118685" y="643746"/>
                  </a:lnTo>
                  <a:lnTo>
                    <a:pt x="6118685" y="643746"/>
                  </a:lnTo>
                  <a:lnTo>
                    <a:pt x="6124158" y="643746"/>
                  </a:lnTo>
                  <a:lnTo>
                    <a:pt x="6124158" y="643746"/>
                  </a:lnTo>
                  <a:lnTo>
                    <a:pt x="6129631" y="643746"/>
                  </a:lnTo>
                  <a:lnTo>
                    <a:pt x="6129631" y="643746"/>
                  </a:lnTo>
                  <a:lnTo>
                    <a:pt x="6135104" y="643746"/>
                  </a:lnTo>
                  <a:lnTo>
                    <a:pt x="6135104" y="643746"/>
                  </a:lnTo>
                  <a:lnTo>
                    <a:pt x="6140577" y="643746"/>
                  </a:lnTo>
                  <a:lnTo>
                    <a:pt x="6140577" y="643746"/>
                  </a:lnTo>
                  <a:lnTo>
                    <a:pt x="6146050" y="643746"/>
                  </a:lnTo>
                  <a:lnTo>
                    <a:pt x="6146050" y="643746"/>
                  </a:lnTo>
                  <a:lnTo>
                    <a:pt x="6151523" y="643746"/>
                  </a:lnTo>
                  <a:lnTo>
                    <a:pt x="6151523" y="643746"/>
                  </a:lnTo>
                  <a:lnTo>
                    <a:pt x="6156996" y="643746"/>
                  </a:lnTo>
                  <a:lnTo>
                    <a:pt x="6156996" y="643746"/>
                  </a:lnTo>
                  <a:lnTo>
                    <a:pt x="6162468" y="643746"/>
                  </a:lnTo>
                  <a:lnTo>
                    <a:pt x="6162468" y="643746"/>
                  </a:lnTo>
                  <a:lnTo>
                    <a:pt x="6167941" y="643746"/>
                  </a:lnTo>
                  <a:lnTo>
                    <a:pt x="6167941" y="643746"/>
                  </a:lnTo>
                  <a:lnTo>
                    <a:pt x="6173414" y="643746"/>
                  </a:lnTo>
                  <a:lnTo>
                    <a:pt x="6173414" y="643746"/>
                  </a:lnTo>
                  <a:lnTo>
                    <a:pt x="6178887" y="643746"/>
                  </a:lnTo>
                  <a:lnTo>
                    <a:pt x="6178887" y="643746"/>
                  </a:lnTo>
                  <a:lnTo>
                    <a:pt x="6184360" y="643746"/>
                  </a:lnTo>
                  <a:lnTo>
                    <a:pt x="6184360" y="643746"/>
                  </a:lnTo>
                  <a:lnTo>
                    <a:pt x="6189833" y="643746"/>
                  </a:lnTo>
                  <a:lnTo>
                    <a:pt x="6189833" y="643746"/>
                  </a:lnTo>
                  <a:lnTo>
                    <a:pt x="6195306" y="643746"/>
                  </a:lnTo>
                  <a:lnTo>
                    <a:pt x="6195306" y="643746"/>
                  </a:lnTo>
                  <a:lnTo>
                    <a:pt x="6200779" y="643746"/>
                  </a:lnTo>
                  <a:lnTo>
                    <a:pt x="6200779" y="643746"/>
                  </a:lnTo>
                  <a:lnTo>
                    <a:pt x="6206252" y="643746"/>
                  </a:lnTo>
                  <a:lnTo>
                    <a:pt x="6206252" y="643746"/>
                  </a:lnTo>
                  <a:lnTo>
                    <a:pt x="6211724" y="643746"/>
                  </a:lnTo>
                  <a:lnTo>
                    <a:pt x="6211724" y="643746"/>
                  </a:lnTo>
                  <a:lnTo>
                    <a:pt x="6217197" y="643746"/>
                  </a:lnTo>
                  <a:lnTo>
                    <a:pt x="6217197" y="643746"/>
                  </a:lnTo>
                  <a:lnTo>
                    <a:pt x="6222670" y="643746"/>
                  </a:lnTo>
                  <a:lnTo>
                    <a:pt x="6222670" y="643746"/>
                  </a:lnTo>
                  <a:lnTo>
                    <a:pt x="6228143" y="643746"/>
                  </a:lnTo>
                  <a:lnTo>
                    <a:pt x="6228143" y="643746"/>
                  </a:lnTo>
                  <a:lnTo>
                    <a:pt x="6233616" y="643746"/>
                  </a:lnTo>
                  <a:lnTo>
                    <a:pt x="6233616" y="643746"/>
                  </a:lnTo>
                  <a:lnTo>
                    <a:pt x="6239089" y="643746"/>
                  </a:lnTo>
                  <a:lnTo>
                    <a:pt x="6239089" y="643746"/>
                  </a:lnTo>
                  <a:lnTo>
                    <a:pt x="6244562" y="643746"/>
                  </a:lnTo>
                  <a:lnTo>
                    <a:pt x="6244562" y="643746"/>
                  </a:lnTo>
                  <a:lnTo>
                    <a:pt x="6250035" y="643746"/>
                  </a:lnTo>
                  <a:lnTo>
                    <a:pt x="6250035" y="643746"/>
                  </a:lnTo>
                  <a:lnTo>
                    <a:pt x="6255508" y="643746"/>
                  </a:lnTo>
                  <a:lnTo>
                    <a:pt x="6255508" y="643746"/>
                  </a:lnTo>
                  <a:lnTo>
                    <a:pt x="6260980" y="643746"/>
                  </a:lnTo>
                  <a:lnTo>
                    <a:pt x="6260980" y="643746"/>
                  </a:lnTo>
                  <a:lnTo>
                    <a:pt x="6266453" y="643746"/>
                  </a:lnTo>
                  <a:lnTo>
                    <a:pt x="6266453" y="643746"/>
                  </a:lnTo>
                  <a:lnTo>
                    <a:pt x="6271926" y="643746"/>
                  </a:lnTo>
                  <a:lnTo>
                    <a:pt x="6271926" y="643746"/>
                  </a:lnTo>
                  <a:lnTo>
                    <a:pt x="6277399" y="643746"/>
                  </a:lnTo>
                  <a:lnTo>
                    <a:pt x="6277399" y="561257"/>
                  </a:lnTo>
                  <a:lnTo>
                    <a:pt x="6282872" y="561257"/>
                  </a:lnTo>
                  <a:lnTo>
                    <a:pt x="6282872" y="561257"/>
                  </a:lnTo>
                  <a:lnTo>
                    <a:pt x="6288345" y="561257"/>
                  </a:lnTo>
                  <a:lnTo>
                    <a:pt x="6288345" y="561257"/>
                  </a:lnTo>
                  <a:lnTo>
                    <a:pt x="6299291" y="561257"/>
                  </a:lnTo>
                  <a:lnTo>
                    <a:pt x="6299291" y="561257"/>
                  </a:lnTo>
                  <a:lnTo>
                    <a:pt x="6304764" y="561257"/>
                  </a:lnTo>
                  <a:lnTo>
                    <a:pt x="6304764" y="561257"/>
                  </a:lnTo>
                  <a:lnTo>
                    <a:pt x="6310236" y="561257"/>
                  </a:lnTo>
                  <a:lnTo>
                    <a:pt x="6310236" y="561257"/>
                  </a:lnTo>
                  <a:lnTo>
                    <a:pt x="6315709" y="561257"/>
                  </a:lnTo>
                  <a:lnTo>
                    <a:pt x="6315709" y="561257"/>
                  </a:lnTo>
                  <a:lnTo>
                    <a:pt x="6321182" y="561257"/>
                  </a:lnTo>
                  <a:lnTo>
                    <a:pt x="6321182" y="561257"/>
                  </a:lnTo>
                  <a:lnTo>
                    <a:pt x="6326655" y="561257"/>
                  </a:lnTo>
                  <a:lnTo>
                    <a:pt x="6326655" y="561257"/>
                  </a:lnTo>
                  <a:lnTo>
                    <a:pt x="6332128" y="561257"/>
                  </a:lnTo>
                  <a:lnTo>
                    <a:pt x="6332128" y="561257"/>
                  </a:lnTo>
                  <a:lnTo>
                    <a:pt x="6337601" y="561257"/>
                  </a:lnTo>
                  <a:lnTo>
                    <a:pt x="6337601" y="561257"/>
                  </a:lnTo>
                  <a:lnTo>
                    <a:pt x="6343074" y="561257"/>
                  </a:lnTo>
                  <a:lnTo>
                    <a:pt x="6343074" y="561257"/>
                  </a:lnTo>
                  <a:lnTo>
                    <a:pt x="6348547" y="561257"/>
                  </a:lnTo>
                  <a:lnTo>
                    <a:pt x="6348547" y="561257"/>
                  </a:lnTo>
                  <a:lnTo>
                    <a:pt x="6354019" y="561257"/>
                  </a:lnTo>
                  <a:lnTo>
                    <a:pt x="6354019" y="561257"/>
                  </a:lnTo>
                  <a:lnTo>
                    <a:pt x="6359492" y="561257"/>
                  </a:lnTo>
                  <a:lnTo>
                    <a:pt x="6359492" y="561257"/>
                  </a:lnTo>
                  <a:lnTo>
                    <a:pt x="6364965" y="561257"/>
                  </a:lnTo>
                  <a:lnTo>
                    <a:pt x="6364965" y="561257"/>
                  </a:lnTo>
                  <a:lnTo>
                    <a:pt x="6370438" y="561257"/>
                  </a:lnTo>
                  <a:lnTo>
                    <a:pt x="6370438" y="561257"/>
                  </a:lnTo>
                  <a:lnTo>
                    <a:pt x="6375911" y="561257"/>
                  </a:lnTo>
                  <a:lnTo>
                    <a:pt x="6375911" y="561257"/>
                  </a:lnTo>
                  <a:lnTo>
                    <a:pt x="6381384" y="561257"/>
                  </a:lnTo>
                  <a:lnTo>
                    <a:pt x="6381384" y="561257"/>
                  </a:lnTo>
                  <a:lnTo>
                    <a:pt x="6392330" y="561257"/>
                  </a:lnTo>
                  <a:lnTo>
                    <a:pt x="6392330" y="561257"/>
                  </a:lnTo>
                  <a:lnTo>
                    <a:pt x="6397803" y="561257"/>
                  </a:lnTo>
                  <a:lnTo>
                    <a:pt x="6397803" y="561257"/>
                  </a:lnTo>
                  <a:lnTo>
                    <a:pt x="6403275" y="561257"/>
                  </a:lnTo>
                  <a:lnTo>
                    <a:pt x="6403275" y="561257"/>
                  </a:lnTo>
                  <a:lnTo>
                    <a:pt x="6408748" y="561257"/>
                  </a:lnTo>
                  <a:lnTo>
                    <a:pt x="6408748" y="561257"/>
                  </a:lnTo>
                  <a:lnTo>
                    <a:pt x="6414221" y="561257"/>
                  </a:lnTo>
                  <a:lnTo>
                    <a:pt x="6414221" y="561257"/>
                  </a:lnTo>
                  <a:lnTo>
                    <a:pt x="6419694" y="561257"/>
                  </a:lnTo>
                  <a:lnTo>
                    <a:pt x="6419694" y="561257"/>
                  </a:lnTo>
                  <a:lnTo>
                    <a:pt x="6425167" y="561257"/>
                  </a:lnTo>
                  <a:lnTo>
                    <a:pt x="6425167" y="561257"/>
                  </a:lnTo>
                  <a:lnTo>
                    <a:pt x="6430640" y="561257"/>
                  </a:lnTo>
                  <a:lnTo>
                    <a:pt x="6430640" y="561257"/>
                  </a:lnTo>
                  <a:lnTo>
                    <a:pt x="6436113" y="561257"/>
                  </a:lnTo>
                  <a:lnTo>
                    <a:pt x="6436113" y="561257"/>
                  </a:lnTo>
                  <a:lnTo>
                    <a:pt x="6441586" y="561257"/>
                  </a:lnTo>
                  <a:lnTo>
                    <a:pt x="6441586" y="561257"/>
                  </a:lnTo>
                  <a:lnTo>
                    <a:pt x="6447059" y="561257"/>
                  </a:lnTo>
                  <a:lnTo>
                    <a:pt x="6447059" y="561257"/>
                  </a:lnTo>
                  <a:lnTo>
                    <a:pt x="6452531" y="561257"/>
                  </a:lnTo>
                  <a:lnTo>
                    <a:pt x="6452531" y="561257"/>
                  </a:lnTo>
                  <a:lnTo>
                    <a:pt x="6458004" y="561257"/>
                  </a:lnTo>
                  <a:lnTo>
                    <a:pt x="6458004" y="561257"/>
                  </a:lnTo>
                  <a:lnTo>
                    <a:pt x="6463477" y="561257"/>
                  </a:lnTo>
                  <a:lnTo>
                    <a:pt x="6463477" y="561257"/>
                  </a:lnTo>
                  <a:lnTo>
                    <a:pt x="6468950" y="561257"/>
                  </a:lnTo>
                  <a:lnTo>
                    <a:pt x="6468950" y="561257"/>
                  </a:lnTo>
                  <a:lnTo>
                    <a:pt x="6474423" y="561257"/>
                  </a:lnTo>
                  <a:lnTo>
                    <a:pt x="6474423" y="561257"/>
                  </a:lnTo>
                  <a:lnTo>
                    <a:pt x="6479896" y="561257"/>
                  </a:lnTo>
                  <a:lnTo>
                    <a:pt x="6479896" y="561257"/>
                  </a:lnTo>
                  <a:lnTo>
                    <a:pt x="6485369" y="561257"/>
                  </a:lnTo>
                  <a:lnTo>
                    <a:pt x="6485369" y="561257"/>
                  </a:lnTo>
                  <a:lnTo>
                    <a:pt x="6490842" y="561257"/>
                  </a:lnTo>
                  <a:lnTo>
                    <a:pt x="6490842" y="561257"/>
                  </a:lnTo>
                  <a:lnTo>
                    <a:pt x="6496315" y="561257"/>
                  </a:lnTo>
                  <a:lnTo>
                    <a:pt x="6496315" y="561257"/>
                  </a:lnTo>
                  <a:lnTo>
                    <a:pt x="6501787" y="561257"/>
                  </a:lnTo>
                  <a:lnTo>
                    <a:pt x="6501787" y="561257"/>
                  </a:lnTo>
                  <a:lnTo>
                    <a:pt x="6507260" y="561257"/>
                  </a:lnTo>
                  <a:lnTo>
                    <a:pt x="6507260" y="561257"/>
                  </a:lnTo>
                  <a:lnTo>
                    <a:pt x="6512733" y="561257"/>
                  </a:lnTo>
                  <a:lnTo>
                    <a:pt x="6512733" y="561257"/>
                  </a:lnTo>
                  <a:lnTo>
                    <a:pt x="6518206" y="561257"/>
                  </a:lnTo>
                  <a:lnTo>
                    <a:pt x="6518206" y="561257"/>
                  </a:lnTo>
                  <a:lnTo>
                    <a:pt x="6523679" y="561257"/>
                  </a:lnTo>
                  <a:lnTo>
                    <a:pt x="6523679" y="561257"/>
                  </a:lnTo>
                  <a:lnTo>
                    <a:pt x="6529152" y="561257"/>
                  </a:lnTo>
                  <a:lnTo>
                    <a:pt x="6529152" y="561257"/>
                  </a:lnTo>
                  <a:lnTo>
                    <a:pt x="6534625" y="561257"/>
                  </a:lnTo>
                  <a:lnTo>
                    <a:pt x="6534625" y="561257"/>
                  </a:lnTo>
                  <a:lnTo>
                    <a:pt x="6540098" y="561257"/>
                  </a:lnTo>
                  <a:lnTo>
                    <a:pt x="6540098" y="561257"/>
                  </a:lnTo>
                  <a:lnTo>
                    <a:pt x="6545570" y="561257"/>
                  </a:lnTo>
                  <a:lnTo>
                    <a:pt x="6545570" y="561257"/>
                  </a:lnTo>
                  <a:lnTo>
                    <a:pt x="6551043" y="561257"/>
                  </a:lnTo>
                  <a:lnTo>
                    <a:pt x="6551043" y="561257"/>
                  </a:lnTo>
                  <a:lnTo>
                    <a:pt x="6556516" y="561257"/>
                  </a:lnTo>
                  <a:lnTo>
                    <a:pt x="6556516" y="561257"/>
                  </a:lnTo>
                  <a:lnTo>
                    <a:pt x="6561989" y="561257"/>
                  </a:lnTo>
                  <a:lnTo>
                    <a:pt x="6561989" y="561257"/>
                  </a:lnTo>
                  <a:lnTo>
                    <a:pt x="6567462" y="561257"/>
                  </a:lnTo>
                  <a:lnTo>
                    <a:pt x="6567462" y="561257"/>
                  </a:lnTo>
                  <a:lnTo>
                    <a:pt x="6578408" y="561257"/>
                  </a:lnTo>
                  <a:lnTo>
                    <a:pt x="6578408" y="561257"/>
                  </a:lnTo>
                  <a:lnTo>
                    <a:pt x="6589354" y="561257"/>
                  </a:lnTo>
                  <a:lnTo>
                    <a:pt x="6589354" y="561257"/>
                  </a:lnTo>
                  <a:lnTo>
                    <a:pt x="6594826" y="561257"/>
                  </a:lnTo>
                  <a:lnTo>
                    <a:pt x="6594826" y="561257"/>
                  </a:lnTo>
                  <a:lnTo>
                    <a:pt x="6600299" y="561257"/>
                  </a:lnTo>
                  <a:lnTo>
                    <a:pt x="6600299" y="561257"/>
                  </a:lnTo>
                  <a:lnTo>
                    <a:pt x="6605772" y="561257"/>
                  </a:lnTo>
                  <a:lnTo>
                    <a:pt x="6605772" y="561257"/>
                  </a:lnTo>
                  <a:lnTo>
                    <a:pt x="6611245" y="561257"/>
                  </a:lnTo>
                  <a:lnTo>
                    <a:pt x="6611245" y="561257"/>
                  </a:lnTo>
                  <a:lnTo>
                    <a:pt x="6616718" y="561257"/>
                  </a:lnTo>
                  <a:lnTo>
                    <a:pt x="6616718" y="561257"/>
                  </a:lnTo>
                  <a:lnTo>
                    <a:pt x="6622191" y="561257"/>
                  </a:lnTo>
                  <a:lnTo>
                    <a:pt x="6622191" y="561257"/>
                  </a:lnTo>
                  <a:lnTo>
                    <a:pt x="6627664" y="561257"/>
                  </a:lnTo>
                  <a:lnTo>
                    <a:pt x="6627664" y="561257"/>
                  </a:lnTo>
                  <a:lnTo>
                    <a:pt x="6633137" y="561257"/>
                  </a:lnTo>
                  <a:lnTo>
                    <a:pt x="6633137" y="561257"/>
                  </a:lnTo>
                  <a:lnTo>
                    <a:pt x="6638610" y="561257"/>
                  </a:lnTo>
                  <a:lnTo>
                    <a:pt x="6638610" y="561257"/>
                  </a:lnTo>
                  <a:lnTo>
                    <a:pt x="6644082" y="561257"/>
                  </a:lnTo>
                  <a:lnTo>
                    <a:pt x="6644082" y="561257"/>
                  </a:lnTo>
                  <a:lnTo>
                    <a:pt x="6649555" y="561257"/>
                  </a:lnTo>
                  <a:lnTo>
                    <a:pt x="6649555" y="561257"/>
                  </a:lnTo>
                  <a:lnTo>
                    <a:pt x="6655028" y="561257"/>
                  </a:lnTo>
                  <a:lnTo>
                    <a:pt x="6655028" y="561257"/>
                  </a:lnTo>
                  <a:lnTo>
                    <a:pt x="6660501" y="561257"/>
                  </a:lnTo>
                  <a:lnTo>
                    <a:pt x="6660501" y="561257"/>
                  </a:lnTo>
                  <a:lnTo>
                    <a:pt x="6665974" y="561257"/>
                  </a:lnTo>
                  <a:lnTo>
                    <a:pt x="6665974" y="561257"/>
                  </a:lnTo>
                  <a:lnTo>
                    <a:pt x="6671447" y="561257"/>
                  </a:lnTo>
                  <a:lnTo>
                    <a:pt x="6671447" y="561257"/>
                  </a:lnTo>
                  <a:lnTo>
                    <a:pt x="6676920" y="561257"/>
                  </a:lnTo>
                  <a:lnTo>
                    <a:pt x="6676920" y="561257"/>
                  </a:lnTo>
                  <a:lnTo>
                    <a:pt x="6682393" y="561257"/>
                  </a:lnTo>
                  <a:lnTo>
                    <a:pt x="6682393" y="561257"/>
                  </a:lnTo>
                  <a:lnTo>
                    <a:pt x="6687865" y="561257"/>
                  </a:lnTo>
                  <a:lnTo>
                    <a:pt x="6687865" y="561257"/>
                  </a:lnTo>
                  <a:lnTo>
                    <a:pt x="6693338" y="561257"/>
                  </a:lnTo>
                  <a:lnTo>
                    <a:pt x="6693338" y="561257"/>
                  </a:lnTo>
                  <a:lnTo>
                    <a:pt x="6698811" y="561257"/>
                  </a:lnTo>
                  <a:lnTo>
                    <a:pt x="6698811" y="561257"/>
                  </a:lnTo>
                  <a:lnTo>
                    <a:pt x="6704284" y="561257"/>
                  </a:lnTo>
                  <a:lnTo>
                    <a:pt x="6704284" y="561257"/>
                  </a:lnTo>
                  <a:lnTo>
                    <a:pt x="6709757" y="561257"/>
                  </a:lnTo>
                  <a:lnTo>
                    <a:pt x="6709757" y="561257"/>
                  </a:lnTo>
                  <a:lnTo>
                    <a:pt x="6715230" y="561257"/>
                  </a:lnTo>
                  <a:lnTo>
                    <a:pt x="6715230" y="561257"/>
                  </a:lnTo>
                  <a:lnTo>
                    <a:pt x="6720703" y="561257"/>
                  </a:lnTo>
                  <a:lnTo>
                    <a:pt x="6720703" y="561257"/>
                  </a:lnTo>
                  <a:lnTo>
                    <a:pt x="6726176" y="561257"/>
                  </a:lnTo>
                  <a:lnTo>
                    <a:pt x="6726176" y="561257"/>
                  </a:lnTo>
                  <a:lnTo>
                    <a:pt x="6731649" y="561257"/>
                  </a:lnTo>
                  <a:lnTo>
                    <a:pt x="6731649" y="561257"/>
                  </a:lnTo>
                  <a:lnTo>
                    <a:pt x="6737121" y="561257"/>
                  </a:lnTo>
                  <a:lnTo>
                    <a:pt x="6737121" y="561257"/>
                  </a:lnTo>
                  <a:lnTo>
                    <a:pt x="6742594" y="561257"/>
                  </a:lnTo>
                  <a:lnTo>
                    <a:pt x="6742594" y="561257"/>
                  </a:lnTo>
                  <a:lnTo>
                    <a:pt x="6748067" y="561257"/>
                  </a:lnTo>
                  <a:lnTo>
                    <a:pt x="6748067" y="561257"/>
                  </a:lnTo>
                  <a:lnTo>
                    <a:pt x="6753540" y="561257"/>
                  </a:lnTo>
                  <a:lnTo>
                    <a:pt x="6753540" y="471897"/>
                  </a:lnTo>
                  <a:lnTo>
                    <a:pt x="6759013" y="471897"/>
                  </a:lnTo>
                  <a:lnTo>
                    <a:pt x="6759013" y="471897"/>
                  </a:lnTo>
                  <a:lnTo>
                    <a:pt x="6764486" y="471897"/>
                  </a:lnTo>
                  <a:lnTo>
                    <a:pt x="6764486" y="471897"/>
                  </a:lnTo>
                  <a:lnTo>
                    <a:pt x="6769959" y="471897"/>
                  </a:lnTo>
                  <a:lnTo>
                    <a:pt x="6769959" y="471897"/>
                  </a:lnTo>
                  <a:lnTo>
                    <a:pt x="6775432" y="471897"/>
                  </a:lnTo>
                  <a:lnTo>
                    <a:pt x="6775432" y="471897"/>
                  </a:lnTo>
                  <a:lnTo>
                    <a:pt x="6780905" y="471897"/>
                  </a:lnTo>
                  <a:lnTo>
                    <a:pt x="6780905" y="471897"/>
                  </a:lnTo>
                  <a:lnTo>
                    <a:pt x="6786377" y="471897"/>
                  </a:lnTo>
                  <a:lnTo>
                    <a:pt x="6786377" y="471897"/>
                  </a:lnTo>
                  <a:lnTo>
                    <a:pt x="6791850" y="471897"/>
                  </a:lnTo>
                  <a:lnTo>
                    <a:pt x="6791850" y="471897"/>
                  </a:lnTo>
                  <a:lnTo>
                    <a:pt x="6797323" y="471897"/>
                  </a:lnTo>
                  <a:lnTo>
                    <a:pt x="6797323" y="471897"/>
                  </a:lnTo>
                  <a:lnTo>
                    <a:pt x="6802796" y="471897"/>
                  </a:lnTo>
                  <a:lnTo>
                    <a:pt x="6802796" y="471897"/>
                  </a:lnTo>
                  <a:lnTo>
                    <a:pt x="6808269" y="471897"/>
                  </a:lnTo>
                  <a:lnTo>
                    <a:pt x="6808269" y="471897"/>
                  </a:lnTo>
                  <a:lnTo>
                    <a:pt x="6813742" y="471897"/>
                  </a:lnTo>
                  <a:lnTo>
                    <a:pt x="6813742" y="471897"/>
                  </a:lnTo>
                  <a:lnTo>
                    <a:pt x="6819215" y="471897"/>
                  </a:lnTo>
                  <a:lnTo>
                    <a:pt x="6819215" y="471897"/>
                  </a:lnTo>
                  <a:lnTo>
                    <a:pt x="6824688" y="471897"/>
                  </a:lnTo>
                  <a:lnTo>
                    <a:pt x="6824688" y="471897"/>
                  </a:lnTo>
                  <a:lnTo>
                    <a:pt x="6830161" y="471897"/>
                  </a:lnTo>
                  <a:lnTo>
                    <a:pt x="6830161" y="471897"/>
                  </a:lnTo>
                  <a:lnTo>
                    <a:pt x="6835633" y="471897"/>
                  </a:lnTo>
                  <a:lnTo>
                    <a:pt x="6835633" y="471897"/>
                  </a:lnTo>
                  <a:lnTo>
                    <a:pt x="6846579" y="471897"/>
                  </a:lnTo>
                  <a:lnTo>
                    <a:pt x="6846579" y="471897"/>
                  </a:lnTo>
                  <a:lnTo>
                    <a:pt x="6852052" y="471897"/>
                  </a:lnTo>
                  <a:lnTo>
                    <a:pt x="6852052" y="471897"/>
                  </a:lnTo>
                  <a:lnTo>
                    <a:pt x="6857525" y="471897"/>
                  </a:lnTo>
                  <a:lnTo>
                    <a:pt x="6857525" y="471897"/>
                  </a:lnTo>
                  <a:lnTo>
                    <a:pt x="6862998" y="471897"/>
                  </a:lnTo>
                  <a:lnTo>
                    <a:pt x="6862998" y="471897"/>
                  </a:lnTo>
                  <a:lnTo>
                    <a:pt x="6868471" y="471897"/>
                  </a:lnTo>
                  <a:lnTo>
                    <a:pt x="6868471" y="471897"/>
                  </a:lnTo>
                  <a:lnTo>
                    <a:pt x="6873944" y="471897"/>
                  </a:lnTo>
                  <a:lnTo>
                    <a:pt x="6873944" y="471897"/>
                  </a:lnTo>
                  <a:lnTo>
                    <a:pt x="6879416" y="471897"/>
                  </a:lnTo>
                  <a:lnTo>
                    <a:pt x="6879416" y="471897"/>
                  </a:lnTo>
                  <a:lnTo>
                    <a:pt x="6884889" y="471897"/>
                  </a:lnTo>
                  <a:lnTo>
                    <a:pt x="6884889" y="471897"/>
                  </a:lnTo>
                  <a:lnTo>
                    <a:pt x="6890362" y="471897"/>
                  </a:lnTo>
                  <a:lnTo>
                    <a:pt x="6890362" y="471897"/>
                  </a:lnTo>
                  <a:lnTo>
                    <a:pt x="6895835" y="471897"/>
                  </a:lnTo>
                  <a:lnTo>
                    <a:pt x="6895835" y="471897"/>
                  </a:lnTo>
                  <a:lnTo>
                    <a:pt x="6901308" y="471897"/>
                  </a:lnTo>
                  <a:lnTo>
                    <a:pt x="6901308" y="471897"/>
                  </a:lnTo>
                  <a:lnTo>
                    <a:pt x="6906781" y="471897"/>
                  </a:lnTo>
                  <a:lnTo>
                    <a:pt x="6906781" y="471897"/>
                  </a:lnTo>
                  <a:lnTo>
                    <a:pt x="6912254" y="471897"/>
                  </a:lnTo>
                  <a:lnTo>
                    <a:pt x="6912254" y="471897"/>
                  </a:lnTo>
                  <a:lnTo>
                    <a:pt x="6917727" y="471897"/>
                  </a:lnTo>
                  <a:lnTo>
                    <a:pt x="6917727" y="471897"/>
                  </a:lnTo>
                  <a:lnTo>
                    <a:pt x="6923200" y="471897"/>
                  </a:lnTo>
                  <a:lnTo>
                    <a:pt x="6923200" y="471897"/>
                  </a:lnTo>
                  <a:lnTo>
                    <a:pt x="6928672" y="471897"/>
                  </a:lnTo>
                  <a:lnTo>
                    <a:pt x="6928672" y="471897"/>
                  </a:lnTo>
                  <a:lnTo>
                    <a:pt x="6934145" y="471897"/>
                  </a:lnTo>
                  <a:lnTo>
                    <a:pt x="6934145" y="471897"/>
                  </a:lnTo>
                  <a:lnTo>
                    <a:pt x="6939618" y="471897"/>
                  </a:lnTo>
                  <a:lnTo>
                    <a:pt x="6939618" y="471897"/>
                  </a:lnTo>
                  <a:lnTo>
                    <a:pt x="6945091" y="471897"/>
                  </a:lnTo>
                  <a:lnTo>
                    <a:pt x="6945091" y="471897"/>
                  </a:lnTo>
                  <a:lnTo>
                    <a:pt x="6950564" y="471897"/>
                  </a:lnTo>
                  <a:lnTo>
                    <a:pt x="6950564" y="471897"/>
                  </a:lnTo>
                  <a:lnTo>
                    <a:pt x="6956037" y="471897"/>
                  </a:lnTo>
                  <a:lnTo>
                    <a:pt x="6956037" y="471897"/>
                  </a:lnTo>
                  <a:lnTo>
                    <a:pt x="6961510" y="471897"/>
                  </a:lnTo>
                  <a:lnTo>
                    <a:pt x="6961510" y="471897"/>
                  </a:lnTo>
                  <a:lnTo>
                    <a:pt x="6966983" y="471897"/>
                  </a:lnTo>
                  <a:lnTo>
                    <a:pt x="6966983" y="471897"/>
                  </a:lnTo>
                  <a:lnTo>
                    <a:pt x="6972456" y="471897"/>
                  </a:lnTo>
                  <a:lnTo>
                    <a:pt x="6972456" y="471897"/>
                  </a:lnTo>
                  <a:lnTo>
                    <a:pt x="6977928" y="471897"/>
                  </a:lnTo>
                  <a:lnTo>
                    <a:pt x="6977928" y="471897"/>
                  </a:lnTo>
                  <a:lnTo>
                    <a:pt x="6983401" y="471897"/>
                  </a:lnTo>
                  <a:lnTo>
                    <a:pt x="6983401" y="471897"/>
                  </a:lnTo>
                  <a:lnTo>
                    <a:pt x="6988874" y="471897"/>
                  </a:lnTo>
                  <a:lnTo>
                    <a:pt x="6988874" y="471897"/>
                  </a:lnTo>
                  <a:lnTo>
                    <a:pt x="6994347" y="471897"/>
                  </a:lnTo>
                  <a:lnTo>
                    <a:pt x="6994347" y="471897"/>
                  </a:lnTo>
                  <a:lnTo>
                    <a:pt x="6999820" y="471897"/>
                  </a:lnTo>
                  <a:lnTo>
                    <a:pt x="6999820" y="471897"/>
                  </a:lnTo>
                  <a:lnTo>
                    <a:pt x="7005293" y="471897"/>
                  </a:lnTo>
                  <a:lnTo>
                    <a:pt x="7005293" y="471897"/>
                  </a:lnTo>
                  <a:lnTo>
                    <a:pt x="7010766" y="471897"/>
                  </a:lnTo>
                  <a:lnTo>
                    <a:pt x="7010766" y="471897"/>
                  </a:lnTo>
                  <a:lnTo>
                    <a:pt x="7016239" y="471897"/>
                  </a:lnTo>
                  <a:lnTo>
                    <a:pt x="7016239" y="471897"/>
                  </a:lnTo>
                  <a:lnTo>
                    <a:pt x="7021712" y="471897"/>
                  </a:lnTo>
                  <a:lnTo>
                    <a:pt x="7021712" y="471897"/>
                  </a:lnTo>
                  <a:lnTo>
                    <a:pt x="7027184" y="471897"/>
                  </a:lnTo>
                  <a:lnTo>
                    <a:pt x="7027184" y="471897"/>
                  </a:lnTo>
                  <a:lnTo>
                    <a:pt x="7032657" y="471897"/>
                  </a:lnTo>
                  <a:lnTo>
                    <a:pt x="7032657" y="471897"/>
                  </a:lnTo>
                  <a:lnTo>
                    <a:pt x="7038130" y="471897"/>
                  </a:lnTo>
                  <a:lnTo>
                    <a:pt x="7038130" y="471897"/>
                  </a:lnTo>
                  <a:lnTo>
                    <a:pt x="7043603" y="471897"/>
                  </a:lnTo>
                  <a:lnTo>
                    <a:pt x="7043603" y="471897"/>
                  </a:lnTo>
                  <a:lnTo>
                    <a:pt x="7049076" y="471897"/>
                  </a:lnTo>
                  <a:lnTo>
                    <a:pt x="7049076" y="471897"/>
                  </a:lnTo>
                  <a:lnTo>
                    <a:pt x="7054549" y="471897"/>
                  </a:lnTo>
                  <a:lnTo>
                    <a:pt x="7054549" y="471897"/>
                  </a:lnTo>
                  <a:lnTo>
                    <a:pt x="7060022" y="471897"/>
                  </a:lnTo>
                  <a:lnTo>
                    <a:pt x="7060022" y="471897"/>
                  </a:lnTo>
                  <a:lnTo>
                    <a:pt x="7065495" y="471897"/>
                  </a:lnTo>
                  <a:lnTo>
                    <a:pt x="7065495" y="471897"/>
                  </a:lnTo>
                  <a:lnTo>
                    <a:pt x="7070967" y="471897"/>
                  </a:lnTo>
                  <a:lnTo>
                    <a:pt x="7070967" y="471897"/>
                  </a:lnTo>
                  <a:lnTo>
                    <a:pt x="7076440" y="471897"/>
                  </a:lnTo>
                  <a:lnTo>
                    <a:pt x="7076440" y="471897"/>
                  </a:lnTo>
                  <a:lnTo>
                    <a:pt x="7081913" y="471897"/>
                  </a:lnTo>
                  <a:lnTo>
                    <a:pt x="7081913" y="471897"/>
                  </a:lnTo>
                  <a:lnTo>
                    <a:pt x="7087386" y="471897"/>
                  </a:lnTo>
                  <a:lnTo>
                    <a:pt x="7087386" y="471897"/>
                  </a:lnTo>
                  <a:lnTo>
                    <a:pt x="7092859" y="471897"/>
                  </a:lnTo>
                  <a:lnTo>
                    <a:pt x="7092859" y="471897"/>
                  </a:lnTo>
                  <a:lnTo>
                    <a:pt x="7098332" y="471897"/>
                  </a:lnTo>
                  <a:lnTo>
                    <a:pt x="7098332" y="471897"/>
                  </a:lnTo>
                  <a:lnTo>
                    <a:pt x="7103805" y="471897"/>
                  </a:lnTo>
                  <a:lnTo>
                    <a:pt x="7103805" y="471897"/>
                  </a:lnTo>
                  <a:lnTo>
                    <a:pt x="7109278" y="471897"/>
                  </a:lnTo>
                  <a:lnTo>
                    <a:pt x="7109278" y="471897"/>
                  </a:lnTo>
                  <a:lnTo>
                    <a:pt x="7120223" y="471897"/>
                  </a:lnTo>
                  <a:lnTo>
                    <a:pt x="7120223" y="471897"/>
                  </a:lnTo>
                  <a:lnTo>
                    <a:pt x="7125696" y="471897"/>
                  </a:lnTo>
                  <a:lnTo>
                    <a:pt x="7125696" y="471897"/>
                  </a:lnTo>
                  <a:lnTo>
                    <a:pt x="7131169" y="471897"/>
                  </a:lnTo>
                  <a:lnTo>
                    <a:pt x="7131169" y="471897"/>
                  </a:lnTo>
                  <a:lnTo>
                    <a:pt x="7136642" y="471897"/>
                  </a:lnTo>
                  <a:lnTo>
                    <a:pt x="7136642" y="471897"/>
                  </a:lnTo>
                  <a:lnTo>
                    <a:pt x="7142115" y="471897"/>
                  </a:lnTo>
                  <a:lnTo>
                    <a:pt x="7142115" y="471897"/>
                  </a:lnTo>
                  <a:lnTo>
                    <a:pt x="7147588" y="471897"/>
                  </a:lnTo>
                  <a:lnTo>
                    <a:pt x="7147588" y="471897"/>
                  </a:lnTo>
                  <a:lnTo>
                    <a:pt x="7153061" y="471897"/>
                  </a:lnTo>
                  <a:lnTo>
                    <a:pt x="7153061" y="471897"/>
                  </a:lnTo>
                  <a:lnTo>
                    <a:pt x="7158534" y="471897"/>
                  </a:lnTo>
                  <a:lnTo>
                    <a:pt x="7158534" y="471897"/>
                  </a:lnTo>
                  <a:lnTo>
                    <a:pt x="7164007" y="471897"/>
                  </a:lnTo>
                  <a:lnTo>
                    <a:pt x="7164007" y="471897"/>
                  </a:lnTo>
                  <a:lnTo>
                    <a:pt x="7169479" y="471897"/>
                  </a:lnTo>
                  <a:lnTo>
                    <a:pt x="7169479" y="471897"/>
                  </a:lnTo>
                  <a:lnTo>
                    <a:pt x="7174952" y="471897"/>
                  </a:lnTo>
                  <a:lnTo>
                    <a:pt x="7174952" y="471897"/>
                  </a:lnTo>
                  <a:lnTo>
                    <a:pt x="7180425" y="471897"/>
                  </a:lnTo>
                  <a:lnTo>
                    <a:pt x="7180425" y="471897"/>
                  </a:lnTo>
                  <a:lnTo>
                    <a:pt x="7185898" y="471897"/>
                  </a:lnTo>
                  <a:lnTo>
                    <a:pt x="7185898" y="471897"/>
                  </a:lnTo>
                  <a:lnTo>
                    <a:pt x="7191371" y="471897"/>
                  </a:lnTo>
                  <a:lnTo>
                    <a:pt x="7191371" y="471897"/>
                  </a:lnTo>
                  <a:lnTo>
                    <a:pt x="7196844" y="471897"/>
                  </a:lnTo>
                  <a:lnTo>
                    <a:pt x="7196844" y="471897"/>
                  </a:lnTo>
                  <a:lnTo>
                    <a:pt x="7202317" y="471897"/>
                  </a:lnTo>
                  <a:lnTo>
                    <a:pt x="7202317" y="471897"/>
                  </a:lnTo>
                  <a:lnTo>
                    <a:pt x="7207790" y="471897"/>
                  </a:lnTo>
                  <a:lnTo>
                    <a:pt x="7207790" y="471897"/>
                  </a:lnTo>
                  <a:lnTo>
                    <a:pt x="7213262" y="471897"/>
                  </a:lnTo>
                  <a:lnTo>
                    <a:pt x="7213262" y="471897"/>
                  </a:lnTo>
                  <a:lnTo>
                    <a:pt x="7218735" y="471897"/>
                  </a:lnTo>
                  <a:lnTo>
                    <a:pt x="7218735" y="471897"/>
                  </a:lnTo>
                  <a:lnTo>
                    <a:pt x="7224208" y="471897"/>
                  </a:lnTo>
                  <a:lnTo>
                    <a:pt x="7224208" y="471897"/>
                  </a:lnTo>
                  <a:lnTo>
                    <a:pt x="7229681" y="471897"/>
                  </a:lnTo>
                  <a:lnTo>
                    <a:pt x="7229681" y="471897"/>
                  </a:lnTo>
                  <a:lnTo>
                    <a:pt x="7235154" y="471897"/>
                  </a:lnTo>
                  <a:lnTo>
                    <a:pt x="7235154" y="471897"/>
                  </a:lnTo>
                  <a:lnTo>
                    <a:pt x="7240627" y="471897"/>
                  </a:lnTo>
                  <a:lnTo>
                    <a:pt x="7240627" y="471897"/>
                  </a:lnTo>
                  <a:lnTo>
                    <a:pt x="7246100" y="471897"/>
                  </a:lnTo>
                  <a:lnTo>
                    <a:pt x="7246100" y="471897"/>
                  </a:lnTo>
                  <a:lnTo>
                    <a:pt x="7251573" y="471897"/>
                  </a:lnTo>
                  <a:lnTo>
                    <a:pt x="7251573" y="471897"/>
                  </a:lnTo>
                  <a:lnTo>
                    <a:pt x="7257046" y="471897"/>
                  </a:lnTo>
                  <a:lnTo>
                    <a:pt x="7257046" y="471897"/>
                  </a:lnTo>
                  <a:lnTo>
                    <a:pt x="7262518" y="471897"/>
                  </a:lnTo>
                  <a:lnTo>
                    <a:pt x="7262518" y="471897"/>
                  </a:lnTo>
                  <a:lnTo>
                    <a:pt x="7267991" y="471897"/>
                  </a:lnTo>
                  <a:lnTo>
                    <a:pt x="7267991" y="471897"/>
                  </a:lnTo>
                  <a:lnTo>
                    <a:pt x="7278937" y="471897"/>
                  </a:lnTo>
                  <a:lnTo>
                    <a:pt x="7278937" y="471897"/>
                  </a:lnTo>
                  <a:lnTo>
                    <a:pt x="7284410" y="471897"/>
                  </a:lnTo>
                  <a:lnTo>
                    <a:pt x="7284410" y="471897"/>
                  </a:lnTo>
                  <a:lnTo>
                    <a:pt x="7289883" y="471897"/>
                  </a:lnTo>
                  <a:lnTo>
                    <a:pt x="7289883" y="471897"/>
                  </a:lnTo>
                  <a:lnTo>
                    <a:pt x="7295356" y="471897"/>
                  </a:lnTo>
                  <a:lnTo>
                    <a:pt x="7295356" y="471897"/>
                  </a:lnTo>
                  <a:lnTo>
                    <a:pt x="7300829" y="471897"/>
                  </a:lnTo>
                  <a:lnTo>
                    <a:pt x="7300829" y="471897"/>
                  </a:lnTo>
                  <a:lnTo>
                    <a:pt x="7306302" y="471897"/>
                  </a:lnTo>
                  <a:lnTo>
                    <a:pt x="7306302" y="471897"/>
                  </a:lnTo>
                  <a:lnTo>
                    <a:pt x="7311774" y="471897"/>
                  </a:lnTo>
                  <a:lnTo>
                    <a:pt x="7311774" y="471897"/>
                  </a:lnTo>
                  <a:lnTo>
                    <a:pt x="7317247" y="471897"/>
                  </a:lnTo>
                  <a:lnTo>
                    <a:pt x="7317247" y="471897"/>
                  </a:lnTo>
                  <a:lnTo>
                    <a:pt x="7322720" y="471897"/>
                  </a:lnTo>
                  <a:lnTo>
                    <a:pt x="7322720" y="471897"/>
                  </a:lnTo>
                  <a:lnTo>
                    <a:pt x="7328193" y="471897"/>
                  </a:lnTo>
                  <a:lnTo>
                    <a:pt x="7328193" y="471897"/>
                  </a:lnTo>
                  <a:lnTo>
                    <a:pt x="7333666" y="471897"/>
                  </a:lnTo>
                  <a:lnTo>
                    <a:pt x="7333666" y="471897"/>
                  </a:lnTo>
                  <a:lnTo>
                    <a:pt x="7339139" y="471897"/>
                  </a:lnTo>
                  <a:lnTo>
                    <a:pt x="7339139" y="471897"/>
                  </a:lnTo>
                  <a:lnTo>
                    <a:pt x="7344612" y="471897"/>
                  </a:lnTo>
                  <a:lnTo>
                    <a:pt x="7344612" y="471897"/>
                  </a:lnTo>
                  <a:lnTo>
                    <a:pt x="7350085" y="471897"/>
                  </a:lnTo>
                  <a:lnTo>
                    <a:pt x="7350085" y="471897"/>
                  </a:lnTo>
                  <a:lnTo>
                    <a:pt x="7355558" y="471897"/>
                  </a:lnTo>
                  <a:lnTo>
                    <a:pt x="7355558" y="471897"/>
                  </a:lnTo>
                  <a:lnTo>
                    <a:pt x="7361030" y="471897"/>
                  </a:lnTo>
                  <a:lnTo>
                    <a:pt x="7361030" y="471897"/>
                  </a:lnTo>
                  <a:lnTo>
                    <a:pt x="7366503" y="471897"/>
                  </a:lnTo>
                  <a:lnTo>
                    <a:pt x="7366503" y="471897"/>
                  </a:lnTo>
                  <a:lnTo>
                    <a:pt x="7371976" y="471897"/>
                  </a:lnTo>
                  <a:lnTo>
                    <a:pt x="7371976" y="471897"/>
                  </a:lnTo>
                  <a:lnTo>
                    <a:pt x="7377449" y="471897"/>
                  </a:lnTo>
                  <a:lnTo>
                    <a:pt x="7377449" y="471897"/>
                  </a:lnTo>
                  <a:lnTo>
                    <a:pt x="7382922" y="471897"/>
                  </a:lnTo>
                  <a:lnTo>
                    <a:pt x="7382922" y="471897"/>
                  </a:lnTo>
                  <a:lnTo>
                    <a:pt x="7388395" y="471897"/>
                  </a:lnTo>
                  <a:lnTo>
                    <a:pt x="7388395" y="471897"/>
                  </a:lnTo>
                  <a:lnTo>
                    <a:pt x="7393868" y="471897"/>
                  </a:lnTo>
                  <a:lnTo>
                    <a:pt x="7393868" y="471897"/>
                  </a:lnTo>
                  <a:lnTo>
                    <a:pt x="7399341" y="471897"/>
                  </a:lnTo>
                  <a:lnTo>
                    <a:pt x="7399341" y="471897"/>
                  </a:lnTo>
                  <a:lnTo>
                    <a:pt x="7404813" y="471897"/>
                  </a:lnTo>
                  <a:lnTo>
                    <a:pt x="7404813" y="471897"/>
                  </a:lnTo>
                  <a:lnTo>
                    <a:pt x="7410286" y="471897"/>
                  </a:lnTo>
                  <a:lnTo>
                    <a:pt x="7410286" y="471897"/>
                  </a:lnTo>
                  <a:lnTo>
                    <a:pt x="7415759" y="471897"/>
                  </a:lnTo>
                  <a:lnTo>
                    <a:pt x="7415759" y="471897"/>
                  </a:lnTo>
                  <a:lnTo>
                    <a:pt x="7421232" y="471897"/>
                  </a:lnTo>
                  <a:lnTo>
                    <a:pt x="7421232" y="471897"/>
                  </a:lnTo>
                  <a:lnTo>
                    <a:pt x="7426705" y="471897"/>
                  </a:lnTo>
                  <a:lnTo>
                    <a:pt x="7426705" y="471897"/>
                  </a:lnTo>
                  <a:lnTo>
                    <a:pt x="7432178" y="471897"/>
                  </a:lnTo>
                  <a:lnTo>
                    <a:pt x="7432178" y="471897"/>
                  </a:lnTo>
                  <a:lnTo>
                    <a:pt x="7437651" y="471897"/>
                  </a:lnTo>
                  <a:lnTo>
                    <a:pt x="7437651" y="471897"/>
                  </a:lnTo>
                  <a:lnTo>
                    <a:pt x="7443124" y="471897"/>
                  </a:lnTo>
                  <a:lnTo>
                    <a:pt x="7443124" y="471897"/>
                  </a:lnTo>
                  <a:lnTo>
                    <a:pt x="7448597" y="471897"/>
                  </a:lnTo>
                  <a:lnTo>
                    <a:pt x="7448597" y="471897"/>
                  </a:lnTo>
                  <a:lnTo>
                    <a:pt x="7454069" y="471897"/>
                  </a:lnTo>
                  <a:lnTo>
                    <a:pt x="7454069" y="471897"/>
                  </a:lnTo>
                  <a:lnTo>
                    <a:pt x="7459542" y="471897"/>
                  </a:lnTo>
                  <a:lnTo>
                    <a:pt x="7459542" y="471897"/>
                  </a:lnTo>
                  <a:lnTo>
                    <a:pt x="7465015" y="471897"/>
                  </a:lnTo>
                  <a:lnTo>
                    <a:pt x="7465015" y="471897"/>
                  </a:lnTo>
                  <a:lnTo>
                    <a:pt x="7470488" y="471897"/>
                  </a:lnTo>
                  <a:lnTo>
                    <a:pt x="7470488" y="471897"/>
                  </a:lnTo>
                  <a:lnTo>
                    <a:pt x="7475961" y="471897"/>
                  </a:lnTo>
                  <a:lnTo>
                    <a:pt x="7475961" y="471897"/>
                  </a:lnTo>
                  <a:lnTo>
                    <a:pt x="7481434" y="471897"/>
                  </a:lnTo>
                  <a:lnTo>
                    <a:pt x="7481434" y="471897"/>
                  </a:lnTo>
                  <a:lnTo>
                    <a:pt x="7486907" y="471897"/>
                  </a:lnTo>
                  <a:lnTo>
                    <a:pt x="7486907" y="471897"/>
                  </a:lnTo>
                  <a:lnTo>
                    <a:pt x="7492380" y="471897"/>
                  </a:lnTo>
                  <a:lnTo>
                    <a:pt x="7492380" y="471897"/>
                  </a:lnTo>
                  <a:lnTo>
                    <a:pt x="7497853" y="471897"/>
                  </a:lnTo>
                  <a:lnTo>
                    <a:pt x="7497853" y="471897"/>
                  </a:lnTo>
                  <a:lnTo>
                    <a:pt x="7503325" y="471897"/>
                  </a:lnTo>
                  <a:lnTo>
                    <a:pt x="7503325" y="471897"/>
                  </a:lnTo>
                  <a:lnTo>
                    <a:pt x="7508798" y="471897"/>
                  </a:lnTo>
                  <a:lnTo>
                    <a:pt x="7508798" y="471897"/>
                  </a:lnTo>
                  <a:lnTo>
                    <a:pt x="7514271" y="471897"/>
                  </a:lnTo>
                  <a:lnTo>
                    <a:pt x="7514271" y="471897"/>
                  </a:lnTo>
                  <a:lnTo>
                    <a:pt x="7519744" y="471897"/>
                  </a:lnTo>
                  <a:lnTo>
                    <a:pt x="7519744" y="471897"/>
                  </a:lnTo>
                  <a:lnTo>
                    <a:pt x="7525217" y="471897"/>
                  </a:lnTo>
                  <a:lnTo>
                    <a:pt x="7525217" y="471897"/>
                  </a:lnTo>
                  <a:lnTo>
                    <a:pt x="7530690" y="471897"/>
                  </a:lnTo>
                  <a:lnTo>
                    <a:pt x="7530690" y="471897"/>
                  </a:lnTo>
                  <a:lnTo>
                    <a:pt x="7541636" y="471897"/>
                  </a:lnTo>
                  <a:lnTo>
                    <a:pt x="7541636" y="471897"/>
                  </a:lnTo>
                  <a:lnTo>
                    <a:pt x="7547109" y="471897"/>
                  </a:lnTo>
                  <a:lnTo>
                    <a:pt x="7547109" y="471897"/>
                  </a:lnTo>
                  <a:lnTo>
                    <a:pt x="7552581" y="471897"/>
                  </a:lnTo>
                  <a:lnTo>
                    <a:pt x="7552581" y="471897"/>
                  </a:lnTo>
                  <a:lnTo>
                    <a:pt x="7558054" y="471897"/>
                  </a:lnTo>
                  <a:lnTo>
                    <a:pt x="7558054" y="471897"/>
                  </a:lnTo>
                  <a:lnTo>
                    <a:pt x="7563527" y="471897"/>
                  </a:lnTo>
                  <a:lnTo>
                    <a:pt x="7563527" y="471897"/>
                  </a:lnTo>
                  <a:lnTo>
                    <a:pt x="7569000" y="471897"/>
                  </a:lnTo>
                  <a:lnTo>
                    <a:pt x="7569000" y="471897"/>
                  </a:lnTo>
                  <a:lnTo>
                    <a:pt x="7574473" y="471897"/>
                  </a:lnTo>
                  <a:lnTo>
                    <a:pt x="7574473" y="471897"/>
                  </a:lnTo>
                  <a:lnTo>
                    <a:pt x="7579946" y="471897"/>
                  </a:lnTo>
                  <a:lnTo>
                    <a:pt x="7579946" y="471897"/>
                  </a:lnTo>
                  <a:lnTo>
                    <a:pt x="7585419" y="471897"/>
                  </a:lnTo>
                  <a:lnTo>
                    <a:pt x="7585419" y="471897"/>
                  </a:lnTo>
                  <a:lnTo>
                    <a:pt x="7596364" y="471897"/>
                  </a:lnTo>
                  <a:lnTo>
                    <a:pt x="7596364" y="471897"/>
                  </a:lnTo>
                  <a:lnTo>
                    <a:pt x="7601837" y="471897"/>
                  </a:lnTo>
                  <a:lnTo>
                    <a:pt x="7601837" y="471897"/>
                  </a:lnTo>
                  <a:lnTo>
                    <a:pt x="7607310" y="471897"/>
                  </a:lnTo>
                  <a:lnTo>
                    <a:pt x="7607310" y="471897"/>
                  </a:lnTo>
                  <a:lnTo>
                    <a:pt x="7618256" y="471897"/>
                  </a:lnTo>
                  <a:lnTo>
                    <a:pt x="7618256" y="471897"/>
                  </a:lnTo>
                  <a:lnTo>
                    <a:pt x="7623729" y="471897"/>
                  </a:lnTo>
                  <a:lnTo>
                    <a:pt x="7623729" y="471897"/>
                  </a:lnTo>
                  <a:lnTo>
                    <a:pt x="7629202" y="471897"/>
                  </a:lnTo>
                  <a:lnTo>
                    <a:pt x="7629202" y="471897"/>
                  </a:lnTo>
                  <a:lnTo>
                    <a:pt x="7640148" y="471897"/>
                  </a:lnTo>
                  <a:lnTo>
                    <a:pt x="7640148" y="471897"/>
                  </a:lnTo>
                  <a:lnTo>
                    <a:pt x="7645620" y="471897"/>
                  </a:lnTo>
                  <a:lnTo>
                    <a:pt x="7645620" y="471897"/>
                  </a:lnTo>
                  <a:lnTo>
                    <a:pt x="7651093" y="471897"/>
                  </a:lnTo>
                  <a:lnTo>
                    <a:pt x="7651093" y="471897"/>
                  </a:lnTo>
                  <a:lnTo>
                    <a:pt x="7656566" y="471897"/>
                  </a:lnTo>
                  <a:lnTo>
                    <a:pt x="7656566" y="471897"/>
                  </a:lnTo>
                  <a:lnTo>
                    <a:pt x="7662039" y="471897"/>
                  </a:lnTo>
                  <a:lnTo>
                    <a:pt x="7662039" y="471897"/>
                  </a:lnTo>
                  <a:lnTo>
                    <a:pt x="7667512" y="471897"/>
                  </a:lnTo>
                  <a:lnTo>
                    <a:pt x="7667512" y="471897"/>
                  </a:lnTo>
                  <a:lnTo>
                    <a:pt x="7672985" y="471897"/>
                  </a:lnTo>
                  <a:lnTo>
                    <a:pt x="7672985" y="471897"/>
                  </a:lnTo>
                  <a:lnTo>
                    <a:pt x="7678458" y="471897"/>
                  </a:lnTo>
                  <a:lnTo>
                    <a:pt x="7678458" y="471897"/>
                  </a:lnTo>
                  <a:lnTo>
                    <a:pt x="7683931" y="471897"/>
                  </a:lnTo>
                  <a:lnTo>
                    <a:pt x="7683931" y="471897"/>
                  </a:lnTo>
                  <a:lnTo>
                    <a:pt x="7689404" y="471897"/>
                  </a:lnTo>
                  <a:lnTo>
                    <a:pt x="7689404" y="471897"/>
                  </a:lnTo>
                  <a:lnTo>
                    <a:pt x="7694876" y="471897"/>
                  </a:lnTo>
                  <a:lnTo>
                    <a:pt x="7694876" y="471897"/>
                  </a:lnTo>
                  <a:lnTo>
                    <a:pt x="7700349" y="471897"/>
                  </a:lnTo>
                  <a:lnTo>
                    <a:pt x="7700349" y="471897"/>
                  </a:lnTo>
                  <a:lnTo>
                    <a:pt x="7705822" y="471897"/>
                  </a:lnTo>
                  <a:lnTo>
                    <a:pt x="7705822" y="471897"/>
                  </a:lnTo>
                  <a:lnTo>
                    <a:pt x="7711295" y="471897"/>
                  </a:lnTo>
                  <a:lnTo>
                    <a:pt x="7711295" y="471897"/>
                  </a:lnTo>
                  <a:lnTo>
                    <a:pt x="7716768" y="471897"/>
                  </a:lnTo>
                  <a:lnTo>
                    <a:pt x="7716768" y="471897"/>
                  </a:lnTo>
                  <a:lnTo>
                    <a:pt x="7722241" y="471897"/>
                  </a:lnTo>
                  <a:lnTo>
                    <a:pt x="7722241" y="471897"/>
                  </a:lnTo>
                  <a:lnTo>
                    <a:pt x="7727714" y="471897"/>
                  </a:lnTo>
                  <a:lnTo>
                    <a:pt x="7727714" y="471897"/>
                  </a:lnTo>
                  <a:lnTo>
                    <a:pt x="7733187" y="471897"/>
                  </a:lnTo>
                  <a:lnTo>
                    <a:pt x="7733187" y="471897"/>
                  </a:lnTo>
                  <a:lnTo>
                    <a:pt x="7738659" y="471897"/>
                  </a:lnTo>
                  <a:lnTo>
                    <a:pt x="7738659" y="471897"/>
                  </a:lnTo>
                  <a:lnTo>
                    <a:pt x="7744132" y="471897"/>
                  </a:lnTo>
                  <a:lnTo>
                    <a:pt x="7744132" y="471897"/>
                  </a:lnTo>
                  <a:lnTo>
                    <a:pt x="7749605" y="471897"/>
                  </a:lnTo>
                  <a:lnTo>
                    <a:pt x="7749605" y="471897"/>
                  </a:lnTo>
                  <a:lnTo>
                    <a:pt x="7755078" y="471897"/>
                  </a:lnTo>
                  <a:lnTo>
                    <a:pt x="7755078" y="471897"/>
                  </a:lnTo>
                  <a:lnTo>
                    <a:pt x="7760551" y="471897"/>
                  </a:lnTo>
                  <a:lnTo>
                    <a:pt x="7760551" y="471897"/>
                  </a:lnTo>
                  <a:lnTo>
                    <a:pt x="7766024" y="471897"/>
                  </a:lnTo>
                  <a:lnTo>
                    <a:pt x="7766024" y="471897"/>
                  </a:lnTo>
                  <a:lnTo>
                    <a:pt x="7771497" y="471897"/>
                  </a:lnTo>
                  <a:lnTo>
                    <a:pt x="7771497" y="471897"/>
                  </a:lnTo>
                  <a:lnTo>
                    <a:pt x="7776970" y="471897"/>
                  </a:lnTo>
                  <a:lnTo>
                    <a:pt x="7776970" y="471897"/>
                  </a:lnTo>
                  <a:lnTo>
                    <a:pt x="7782443" y="471897"/>
                  </a:lnTo>
                  <a:lnTo>
                    <a:pt x="7782443" y="471897"/>
                  </a:lnTo>
                  <a:lnTo>
                    <a:pt x="7787915" y="471897"/>
                  </a:lnTo>
                  <a:lnTo>
                    <a:pt x="7787915" y="471897"/>
                  </a:lnTo>
                  <a:lnTo>
                    <a:pt x="7793388" y="471897"/>
                  </a:lnTo>
                  <a:lnTo>
                    <a:pt x="7793388" y="471897"/>
                  </a:lnTo>
                  <a:lnTo>
                    <a:pt x="7798861" y="471897"/>
                  </a:lnTo>
                  <a:lnTo>
                    <a:pt x="7798861" y="471897"/>
                  </a:lnTo>
                  <a:lnTo>
                    <a:pt x="7804334" y="471897"/>
                  </a:lnTo>
                  <a:lnTo>
                    <a:pt x="7804334" y="471897"/>
                  </a:lnTo>
                  <a:lnTo>
                    <a:pt x="7809807" y="471897"/>
                  </a:lnTo>
                  <a:lnTo>
                    <a:pt x="7809807" y="471897"/>
                  </a:lnTo>
                  <a:lnTo>
                    <a:pt x="7826226" y="471897"/>
                  </a:lnTo>
                  <a:lnTo>
                    <a:pt x="7826226" y="365708"/>
                  </a:lnTo>
                  <a:lnTo>
                    <a:pt x="7831699" y="365708"/>
                  </a:lnTo>
                  <a:lnTo>
                    <a:pt x="7831699" y="365708"/>
                  </a:lnTo>
                  <a:lnTo>
                    <a:pt x="7837171" y="365708"/>
                  </a:lnTo>
                  <a:lnTo>
                    <a:pt x="7837171" y="365708"/>
                  </a:lnTo>
                  <a:lnTo>
                    <a:pt x="7842644" y="365708"/>
                  </a:lnTo>
                  <a:lnTo>
                    <a:pt x="7842644" y="365708"/>
                  </a:lnTo>
                  <a:lnTo>
                    <a:pt x="7848117" y="365708"/>
                  </a:lnTo>
                  <a:lnTo>
                    <a:pt x="7848117" y="365708"/>
                  </a:lnTo>
                  <a:lnTo>
                    <a:pt x="7853590" y="365708"/>
                  </a:lnTo>
                  <a:lnTo>
                    <a:pt x="7853590" y="365708"/>
                  </a:lnTo>
                  <a:lnTo>
                    <a:pt x="7859063" y="365708"/>
                  </a:lnTo>
                  <a:lnTo>
                    <a:pt x="7859063" y="365708"/>
                  </a:lnTo>
                  <a:lnTo>
                    <a:pt x="7864536" y="365708"/>
                  </a:lnTo>
                  <a:lnTo>
                    <a:pt x="7864536" y="365708"/>
                  </a:lnTo>
                  <a:lnTo>
                    <a:pt x="7870009" y="365708"/>
                  </a:lnTo>
                  <a:lnTo>
                    <a:pt x="7870009" y="365708"/>
                  </a:lnTo>
                  <a:lnTo>
                    <a:pt x="7880955" y="365708"/>
                  </a:lnTo>
                  <a:lnTo>
                    <a:pt x="7880955" y="365708"/>
                  </a:lnTo>
                  <a:lnTo>
                    <a:pt x="7886427" y="365708"/>
                  </a:lnTo>
                  <a:lnTo>
                    <a:pt x="7886427" y="365708"/>
                  </a:lnTo>
                  <a:lnTo>
                    <a:pt x="7891900" y="365708"/>
                  </a:lnTo>
                  <a:lnTo>
                    <a:pt x="7891900" y="365708"/>
                  </a:lnTo>
                  <a:lnTo>
                    <a:pt x="7897373" y="365708"/>
                  </a:lnTo>
                  <a:lnTo>
                    <a:pt x="7897373" y="365708"/>
                  </a:lnTo>
                  <a:lnTo>
                    <a:pt x="7902846" y="365708"/>
                  </a:lnTo>
                  <a:lnTo>
                    <a:pt x="7902846" y="365708"/>
                  </a:lnTo>
                  <a:lnTo>
                    <a:pt x="7908319" y="365708"/>
                  </a:lnTo>
                  <a:lnTo>
                    <a:pt x="7908319" y="365708"/>
                  </a:lnTo>
                  <a:lnTo>
                    <a:pt x="7913792" y="365708"/>
                  </a:lnTo>
                  <a:lnTo>
                    <a:pt x="7913792" y="365708"/>
                  </a:lnTo>
                  <a:lnTo>
                    <a:pt x="7919265" y="365708"/>
                  </a:lnTo>
                  <a:lnTo>
                    <a:pt x="7919265" y="365708"/>
                  </a:lnTo>
                  <a:lnTo>
                    <a:pt x="7924738" y="365708"/>
                  </a:lnTo>
                  <a:lnTo>
                    <a:pt x="7924738" y="365708"/>
                  </a:lnTo>
                  <a:lnTo>
                    <a:pt x="7930210" y="365708"/>
                  </a:lnTo>
                  <a:lnTo>
                    <a:pt x="7930210" y="365708"/>
                  </a:lnTo>
                  <a:lnTo>
                    <a:pt x="7935683" y="365708"/>
                  </a:lnTo>
                  <a:lnTo>
                    <a:pt x="7935683" y="365708"/>
                  </a:lnTo>
                  <a:lnTo>
                    <a:pt x="7941156" y="365708"/>
                  </a:lnTo>
                  <a:lnTo>
                    <a:pt x="7941156" y="365708"/>
                  </a:lnTo>
                  <a:lnTo>
                    <a:pt x="7946629" y="365708"/>
                  </a:lnTo>
                  <a:lnTo>
                    <a:pt x="7946629" y="365708"/>
                  </a:lnTo>
                  <a:lnTo>
                    <a:pt x="7952102" y="365708"/>
                  </a:lnTo>
                  <a:lnTo>
                    <a:pt x="7952102" y="365708"/>
                  </a:lnTo>
                  <a:lnTo>
                    <a:pt x="7957575" y="365708"/>
                  </a:lnTo>
                  <a:lnTo>
                    <a:pt x="7957575" y="365708"/>
                  </a:lnTo>
                  <a:lnTo>
                    <a:pt x="7963048" y="365708"/>
                  </a:lnTo>
                  <a:lnTo>
                    <a:pt x="7963048" y="365708"/>
                  </a:lnTo>
                  <a:lnTo>
                    <a:pt x="7968521" y="365708"/>
                  </a:lnTo>
                  <a:lnTo>
                    <a:pt x="7968521" y="365708"/>
                  </a:lnTo>
                  <a:lnTo>
                    <a:pt x="7973994" y="365708"/>
                  </a:lnTo>
                  <a:lnTo>
                    <a:pt x="7973994" y="365708"/>
                  </a:lnTo>
                  <a:lnTo>
                    <a:pt x="7979466" y="365708"/>
                  </a:lnTo>
                  <a:lnTo>
                    <a:pt x="7979466" y="365708"/>
                  </a:lnTo>
                  <a:lnTo>
                    <a:pt x="7984939" y="365708"/>
                  </a:lnTo>
                  <a:lnTo>
                    <a:pt x="7984939" y="365708"/>
                  </a:lnTo>
                  <a:lnTo>
                    <a:pt x="7990412" y="365708"/>
                  </a:lnTo>
                  <a:lnTo>
                    <a:pt x="7990412" y="365708"/>
                  </a:lnTo>
                  <a:lnTo>
                    <a:pt x="7995885" y="365708"/>
                  </a:lnTo>
                  <a:lnTo>
                    <a:pt x="7995885" y="365708"/>
                  </a:lnTo>
                  <a:lnTo>
                    <a:pt x="8006831" y="365708"/>
                  </a:lnTo>
                  <a:lnTo>
                    <a:pt x="8006831" y="365708"/>
                  </a:lnTo>
                  <a:lnTo>
                    <a:pt x="8012304" y="365708"/>
                  </a:lnTo>
                  <a:lnTo>
                    <a:pt x="8012304" y="365708"/>
                  </a:lnTo>
                  <a:lnTo>
                    <a:pt x="8017777" y="365708"/>
                  </a:lnTo>
                  <a:lnTo>
                    <a:pt x="8017777" y="365708"/>
                  </a:lnTo>
                  <a:lnTo>
                    <a:pt x="8023250" y="365708"/>
                  </a:lnTo>
                  <a:lnTo>
                    <a:pt x="8023250" y="365708"/>
                  </a:lnTo>
                  <a:lnTo>
                    <a:pt x="8034195" y="365708"/>
                  </a:lnTo>
                  <a:lnTo>
                    <a:pt x="8034195" y="365708"/>
                  </a:lnTo>
                  <a:lnTo>
                    <a:pt x="8039668" y="365708"/>
                  </a:lnTo>
                  <a:lnTo>
                    <a:pt x="8039668" y="365708"/>
                  </a:lnTo>
                  <a:lnTo>
                    <a:pt x="8045141" y="365708"/>
                  </a:lnTo>
                  <a:lnTo>
                    <a:pt x="8045141" y="365708"/>
                  </a:lnTo>
                  <a:lnTo>
                    <a:pt x="8050614" y="365708"/>
                  </a:lnTo>
                  <a:lnTo>
                    <a:pt x="8050614" y="365708"/>
                  </a:lnTo>
                  <a:lnTo>
                    <a:pt x="8056087" y="365708"/>
                  </a:lnTo>
                  <a:lnTo>
                    <a:pt x="8056087" y="365708"/>
                  </a:lnTo>
                  <a:lnTo>
                    <a:pt x="8061560" y="365708"/>
                  </a:lnTo>
                  <a:lnTo>
                    <a:pt x="8061560" y="365708"/>
                  </a:lnTo>
                  <a:lnTo>
                    <a:pt x="8072506" y="365708"/>
                  </a:lnTo>
                  <a:lnTo>
                    <a:pt x="8072506" y="254492"/>
                  </a:lnTo>
                  <a:lnTo>
                    <a:pt x="8077978" y="254492"/>
                  </a:lnTo>
                  <a:lnTo>
                    <a:pt x="8077978" y="254492"/>
                  </a:lnTo>
                  <a:lnTo>
                    <a:pt x="8083451" y="254492"/>
                  </a:lnTo>
                  <a:lnTo>
                    <a:pt x="8083451" y="254492"/>
                  </a:lnTo>
                  <a:lnTo>
                    <a:pt x="8088924" y="254492"/>
                  </a:lnTo>
                  <a:lnTo>
                    <a:pt x="8088924" y="254492"/>
                  </a:lnTo>
                  <a:lnTo>
                    <a:pt x="8094397" y="254492"/>
                  </a:lnTo>
                  <a:lnTo>
                    <a:pt x="8094397" y="254492"/>
                  </a:lnTo>
                  <a:lnTo>
                    <a:pt x="8099870" y="254492"/>
                  </a:lnTo>
                  <a:lnTo>
                    <a:pt x="8099870" y="254492"/>
                  </a:lnTo>
                  <a:lnTo>
                    <a:pt x="8105343" y="254492"/>
                  </a:lnTo>
                  <a:lnTo>
                    <a:pt x="8105343" y="254492"/>
                  </a:lnTo>
                  <a:lnTo>
                    <a:pt x="8110816" y="254492"/>
                  </a:lnTo>
                  <a:lnTo>
                    <a:pt x="8110816" y="254492"/>
                  </a:lnTo>
                  <a:lnTo>
                    <a:pt x="8116289" y="254492"/>
                  </a:lnTo>
                  <a:lnTo>
                    <a:pt x="8116289" y="254492"/>
                  </a:lnTo>
                  <a:lnTo>
                    <a:pt x="8121761" y="254492"/>
                  </a:lnTo>
                  <a:lnTo>
                    <a:pt x="8121761" y="254492"/>
                  </a:lnTo>
                  <a:lnTo>
                    <a:pt x="8127234" y="254492"/>
                  </a:lnTo>
                  <a:lnTo>
                    <a:pt x="8127234" y="254492"/>
                  </a:lnTo>
                  <a:lnTo>
                    <a:pt x="8132707" y="254492"/>
                  </a:lnTo>
                  <a:lnTo>
                    <a:pt x="8132707" y="254492"/>
                  </a:lnTo>
                  <a:lnTo>
                    <a:pt x="8138180" y="254492"/>
                  </a:lnTo>
                  <a:lnTo>
                    <a:pt x="8138180" y="254492"/>
                  </a:lnTo>
                  <a:lnTo>
                    <a:pt x="8154599" y="254492"/>
                  </a:lnTo>
                  <a:lnTo>
                    <a:pt x="8154599" y="254492"/>
                  </a:lnTo>
                  <a:lnTo>
                    <a:pt x="8160072" y="254492"/>
                  </a:lnTo>
                  <a:lnTo>
                    <a:pt x="8160072" y="254492"/>
                  </a:lnTo>
                  <a:lnTo>
                    <a:pt x="8171017" y="254492"/>
                  </a:lnTo>
                  <a:lnTo>
                    <a:pt x="8171017" y="254492"/>
                  </a:lnTo>
                  <a:lnTo>
                    <a:pt x="8176490" y="254492"/>
                  </a:lnTo>
                  <a:lnTo>
                    <a:pt x="8176490" y="254492"/>
                  </a:lnTo>
                  <a:lnTo>
                    <a:pt x="8181963" y="254492"/>
                  </a:lnTo>
                  <a:lnTo>
                    <a:pt x="8181963" y="254492"/>
                  </a:lnTo>
                  <a:lnTo>
                    <a:pt x="8187436" y="254492"/>
                  </a:lnTo>
                  <a:lnTo>
                    <a:pt x="8187436" y="254492"/>
                  </a:lnTo>
                  <a:lnTo>
                    <a:pt x="8192909" y="254492"/>
                  </a:lnTo>
                  <a:lnTo>
                    <a:pt x="8192909" y="254492"/>
                  </a:lnTo>
                  <a:lnTo>
                    <a:pt x="8198382" y="254492"/>
                  </a:lnTo>
                  <a:lnTo>
                    <a:pt x="8198382" y="254492"/>
                  </a:lnTo>
                  <a:lnTo>
                    <a:pt x="8203855" y="254492"/>
                  </a:lnTo>
                  <a:lnTo>
                    <a:pt x="8203855" y="254492"/>
                  </a:lnTo>
                  <a:lnTo>
                    <a:pt x="8209328" y="254492"/>
                  </a:lnTo>
                  <a:lnTo>
                    <a:pt x="8209328" y="254492"/>
                  </a:lnTo>
                  <a:lnTo>
                    <a:pt x="8214801" y="254492"/>
                  </a:lnTo>
                  <a:lnTo>
                    <a:pt x="8214801" y="254492"/>
                  </a:lnTo>
                  <a:lnTo>
                    <a:pt x="8220273" y="254492"/>
                  </a:lnTo>
                  <a:lnTo>
                    <a:pt x="8220273" y="254492"/>
                  </a:lnTo>
                  <a:lnTo>
                    <a:pt x="8225746" y="254492"/>
                  </a:lnTo>
                  <a:lnTo>
                    <a:pt x="8225746" y="254492"/>
                  </a:lnTo>
                  <a:lnTo>
                    <a:pt x="8231219" y="254492"/>
                  </a:lnTo>
                  <a:lnTo>
                    <a:pt x="8231219" y="254492"/>
                  </a:lnTo>
                  <a:lnTo>
                    <a:pt x="8236692" y="254492"/>
                  </a:lnTo>
                  <a:lnTo>
                    <a:pt x="8236692" y="254492"/>
                  </a:lnTo>
                  <a:lnTo>
                    <a:pt x="8242165" y="254492"/>
                  </a:lnTo>
                  <a:lnTo>
                    <a:pt x="8242165" y="254492"/>
                  </a:lnTo>
                  <a:lnTo>
                    <a:pt x="8247638" y="254492"/>
                  </a:lnTo>
                  <a:lnTo>
                    <a:pt x="8247638" y="254492"/>
                  </a:lnTo>
                  <a:lnTo>
                    <a:pt x="8253111" y="254492"/>
                  </a:lnTo>
                  <a:lnTo>
                    <a:pt x="8253111" y="254492"/>
                  </a:lnTo>
                  <a:lnTo>
                    <a:pt x="8258584" y="254492"/>
                  </a:lnTo>
                  <a:lnTo>
                    <a:pt x="8258584" y="254492"/>
                  </a:lnTo>
                  <a:lnTo>
                    <a:pt x="8264056" y="254492"/>
                  </a:lnTo>
                  <a:lnTo>
                    <a:pt x="8264056" y="254492"/>
                  </a:lnTo>
                  <a:lnTo>
                    <a:pt x="8269529" y="254492"/>
                  </a:lnTo>
                  <a:lnTo>
                    <a:pt x="8269529" y="254492"/>
                  </a:lnTo>
                  <a:lnTo>
                    <a:pt x="8275002" y="254492"/>
                  </a:lnTo>
                  <a:lnTo>
                    <a:pt x="8275002" y="254492"/>
                  </a:lnTo>
                  <a:lnTo>
                    <a:pt x="8280475" y="254492"/>
                  </a:lnTo>
                  <a:lnTo>
                    <a:pt x="8280475" y="254492"/>
                  </a:lnTo>
                  <a:lnTo>
                    <a:pt x="8285948" y="254492"/>
                  </a:lnTo>
                  <a:lnTo>
                    <a:pt x="8285948" y="254492"/>
                  </a:lnTo>
                  <a:lnTo>
                    <a:pt x="8291421" y="254492"/>
                  </a:lnTo>
                  <a:lnTo>
                    <a:pt x="8291421" y="254492"/>
                  </a:lnTo>
                  <a:lnTo>
                    <a:pt x="8296894" y="254492"/>
                  </a:lnTo>
                  <a:lnTo>
                    <a:pt x="8296894" y="254492"/>
                  </a:lnTo>
                  <a:lnTo>
                    <a:pt x="8307840" y="254492"/>
                  </a:lnTo>
                  <a:lnTo>
                    <a:pt x="8307840" y="254492"/>
                  </a:lnTo>
                  <a:lnTo>
                    <a:pt x="8313312" y="254492"/>
                  </a:lnTo>
                  <a:lnTo>
                    <a:pt x="8313312" y="254492"/>
                  </a:lnTo>
                  <a:lnTo>
                    <a:pt x="8318785" y="254492"/>
                  </a:lnTo>
                  <a:lnTo>
                    <a:pt x="8318785" y="254492"/>
                  </a:lnTo>
                  <a:lnTo>
                    <a:pt x="8324258" y="254492"/>
                  </a:lnTo>
                  <a:lnTo>
                    <a:pt x="8324258" y="254492"/>
                  </a:lnTo>
                  <a:lnTo>
                    <a:pt x="8329731" y="254492"/>
                  </a:lnTo>
                  <a:lnTo>
                    <a:pt x="8329731" y="254492"/>
                  </a:lnTo>
                  <a:lnTo>
                    <a:pt x="8335204" y="254492"/>
                  </a:lnTo>
                  <a:lnTo>
                    <a:pt x="8335204" y="254492"/>
                  </a:lnTo>
                  <a:lnTo>
                    <a:pt x="8340677" y="254492"/>
                  </a:lnTo>
                  <a:lnTo>
                    <a:pt x="8340677" y="254492"/>
                  </a:lnTo>
                  <a:lnTo>
                    <a:pt x="8346150" y="254492"/>
                  </a:lnTo>
                  <a:lnTo>
                    <a:pt x="8346150" y="254492"/>
                  </a:lnTo>
                  <a:lnTo>
                    <a:pt x="8351623" y="254492"/>
                  </a:lnTo>
                  <a:lnTo>
                    <a:pt x="8351623" y="141886"/>
                  </a:lnTo>
                  <a:lnTo>
                    <a:pt x="8357096" y="141886"/>
                  </a:lnTo>
                  <a:lnTo>
                    <a:pt x="8357096" y="141886"/>
                  </a:lnTo>
                  <a:lnTo>
                    <a:pt x="8362568" y="141886"/>
                  </a:lnTo>
                  <a:lnTo>
                    <a:pt x="8362568" y="141886"/>
                  </a:lnTo>
                  <a:lnTo>
                    <a:pt x="8368041" y="141886"/>
                  </a:lnTo>
                  <a:lnTo>
                    <a:pt x="8368041" y="141886"/>
                  </a:lnTo>
                  <a:lnTo>
                    <a:pt x="8373514" y="141886"/>
                  </a:lnTo>
                  <a:lnTo>
                    <a:pt x="8373514" y="141886"/>
                  </a:lnTo>
                  <a:lnTo>
                    <a:pt x="8378987" y="141886"/>
                  </a:lnTo>
                  <a:lnTo>
                    <a:pt x="8378987" y="141886"/>
                  </a:lnTo>
                  <a:lnTo>
                    <a:pt x="8384460" y="141886"/>
                  </a:lnTo>
                  <a:lnTo>
                    <a:pt x="8384460" y="141886"/>
                  </a:lnTo>
                  <a:lnTo>
                    <a:pt x="8389933" y="141886"/>
                  </a:lnTo>
                  <a:lnTo>
                    <a:pt x="8389933" y="141886"/>
                  </a:lnTo>
                  <a:lnTo>
                    <a:pt x="8400879" y="141886"/>
                  </a:lnTo>
                  <a:lnTo>
                    <a:pt x="8400879" y="141886"/>
                  </a:lnTo>
                  <a:lnTo>
                    <a:pt x="8406352" y="141886"/>
                  </a:lnTo>
                  <a:lnTo>
                    <a:pt x="8406352" y="141886"/>
                  </a:lnTo>
                  <a:lnTo>
                    <a:pt x="8411824" y="141886"/>
                  </a:lnTo>
                  <a:lnTo>
                    <a:pt x="8411824" y="141886"/>
                  </a:lnTo>
                  <a:lnTo>
                    <a:pt x="8417297" y="141886"/>
                  </a:lnTo>
                  <a:lnTo>
                    <a:pt x="8417297" y="141886"/>
                  </a:lnTo>
                  <a:lnTo>
                    <a:pt x="8422770" y="141886"/>
                  </a:lnTo>
                  <a:lnTo>
                    <a:pt x="8422770" y="141886"/>
                  </a:lnTo>
                  <a:lnTo>
                    <a:pt x="8428243" y="141886"/>
                  </a:lnTo>
                  <a:lnTo>
                    <a:pt x="8428243" y="141886"/>
                  </a:lnTo>
                  <a:lnTo>
                    <a:pt x="8433716" y="141886"/>
                  </a:lnTo>
                  <a:lnTo>
                    <a:pt x="8433716" y="141886"/>
                  </a:lnTo>
                  <a:lnTo>
                    <a:pt x="8439189" y="141886"/>
                  </a:lnTo>
                  <a:lnTo>
                    <a:pt x="8439189" y="141886"/>
                  </a:lnTo>
                  <a:lnTo>
                    <a:pt x="8444662" y="141886"/>
                  </a:lnTo>
                  <a:lnTo>
                    <a:pt x="8444662" y="141886"/>
                  </a:lnTo>
                  <a:lnTo>
                    <a:pt x="8450135" y="141886"/>
                  </a:lnTo>
                  <a:lnTo>
                    <a:pt x="8450135" y="141886"/>
                  </a:lnTo>
                  <a:lnTo>
                    <a:pt x="8455607" y="141886"/>
                  </a:lnTo>
                  <a:lnTo>
                    <a:pt x="8455607" y="141886"/>
                  </a:lnTo>
                  <a:lnTo>
                    <a:pt x="8461080" y="141886"/>
                  </a:lnTo>
                  <a:lnTo>
                    <a:pt x="8461080" y="141886"/>
                  </a:lnTo>
                  <a:lnTo>
                    <a:pt x="8466553" y="141886"/>
                  </a:lnTo>
                  <a:lnTo>
                    <a:pt x="8466553" y="141886"/>
                  </a:lnTo>
                  <a:lnTo>
                    <a:pt x="8472026" y="141886"/>
                  </a:lnTo>
                  <a:lnTo>
                    <a:pt x="8472026" y="141886"/>
                  </a:lnTo>
                  <a:lnTo>
                    <a:pt x="8482972" y="141886"/>
                  </a:lnTo>
                  <a:lnTo>
                    <a:pt x="8482972" y="141886"/>
                  </a:lnTo>
                  <a:lnTo>
                    <a:pt x="8488445" y="141886"/>
                  </a:lnTo>
                  <a:lnTo>
                    <a:pt x="8488445" y="141886"/>
                  </a:lnTo>
                  <a:lnTo>
                    <a:pt x="8493918" y="141886"/>
                  </a:lnTo>
                  <a:lnTo>
                    <a:pt x="8493918" y="141886"/>
                  </a:lnTo>
                  <a:lnTo>
                    <a:pt x="8499391" y="141886"/>
                  </a:lnTo>
                  <a:lnTo>
                    <a:pt x="8499391" y="141886"/>
                  </a:lnTo>
                  <a:lnTo>
                    <a:pt x="8504863" y="141886"/>
                  </a:lnTo>
                  <a:lnTo>
                    <a:pt x="8504863" y="141886"/>
                  </a:lnTo>
                  <a:lnTo>
                    <a:pt x="8510336" y="141886"/>
                  </a:lnTo>
                  <a:lnTo>
                    <a:pt x="8510336" y="141886"/>
                  </a:lnTo>
                  <a:lnTo>
                    <a:pt x="8515809" y="141886"/>
                  </a:lnTo>
                  <a:lnTo>
                    <a:pt x="8515809" y="141886"/>
                  </a:lnTo>
                  <a:lnTo>
                    <a:pt x="8526755" y="141886"/>
                  </a:lnTo>
                  <a:lnTo>
                    <a:pt x="8526755" y="141886"/>
                  </a:lnTo>
                  <a:lnTo>
                    <a:pt x="8532228" y="141886"/>
                  </a:lnTo>
                  <a:lnTo>
                    <a:pt x="8532228" y="141886"/>
                  </a:lnTo>
                  <a:lnTo>
                    <a:pt x="8537701" y="141886"/>
                  </a:lnTo>
                  <a:lnTo>
                    <a:pt x="8537701" y="141886"/>
                  </a:lnTo>
                  <a:lnTo>
                    <a:pt x="8543174" y="141886"/>
                  </a:lnTo>
                  <a:lnTo>
                    <a:pt x="8543174" y="141886"/>
                  </a:lnTo>
                  <a:lnTo>
                    <a:pt x="8548647" y="141886"/>
                  </a:lnTo>
                  <a:lnTo>
                    <a:pt x="8548647" y="141886"/>
                  </a:lnTo>
                  <a:lnTo>
                    <a:pt x="8554119" y="141886"/>
                  </a:lnTo>
                  <a:lnTo>
                    <a:pt x="8554119" y="141886"/>
                  </a:lnTo>
                  <a:lnTo>
                    <a:pt x="8559592" y="141886"/>
                  </a:lnTo>
                  <a:lnTo>
                    <a:pt x="8559592" y="141886"/>
                  </a:lnTo>
                  <a:lnTo>
                    <a:pt x="8565065" y="141886"/>
                  </a:lnTo>
                  <a:lnTo>
                    <a:pt x="8565065" y="141886"/>
                  </a:lnTo>
                  <a:lnTo>
                    <a:pt x="8570538" y="141886"/>
                  </a:lnTo>
                  <a:lnTo>
                    <a:pt x="8570538" y="141886"/>
                  </a:lnTo>
                  <a:lnTo>
                    <a:pt x="8576011" y="141886"/>
                  </a:lnTo>
                  <a:lnTo>
                    <a:pt x="8576011" y="141886"/>
                  </a:lnTo>
                  <a:lnTo>
                    <a:pt x="8581484" y="141886"/>
                  </a:lnTo>
                  <a:lnTo>
                    <a:pt x="8581484" y="141886"/>
                  </a:lnTo>
                  <a:lnTo>
                    <a:pt x="8586957" y="141886"/>
                  </a:lnTo>
                  <a:lnTo>
                    <a:pt x="8586957" y="141886"/>
                  </a:lnTo>
                  <a:lnTo>
                    <a:pt x="8592430" y="141886"/>
                  </a:lnTo>
                  <a:lnTo>
                    <a:pt x="8592430" y="141886"/>
                  </a:lnTo>
                  <a:lnTo>
                    <a:pt x="8597903" y="141886"/>
                  </a:lnTo>
                  <a:lnTo>
                    <a:pt x="8597903" y="141886"/>
                  </a:lnTo>
                  <a:lnTo>
                    <a:pt x="8603375" y="141886"/>
                  </a:lnTo>
                  <a:lnTo>
                    <a:pt x="8603375" y="141886"/>
                  </a:lnTo>
                  <a:lnTo>
                    <a:pt x="8614321" y="141886"/>
                  </a:lnTo>
                  <a:lnTo>
                    <a:pt x="8614321" y="141886"/>
                  </a:lnTo>
                  <a:lnTo>
                    <a:pt x="8619794" y="141886"/>
                  </a:lnTo>
                  <a:lnTo>
                    <a:pt x="8619794" y="141886"/>
                  </a:lnTo>
                  <a:lnTo>
                    <a:pt x="8625267" y="141886"/>
                  </a:lnTo>
                  <a:lnTo>
                    <a:pt x="8625267" y="141886"/>
                  </a:lnTo>
                  <a:lnTo>
                    <a:pt x="8630740" y="141886"/>
                  </a:lnTo>
                  <a:lnTo>
                    <a:pt x="8630740" y="141886"/>
                  </a:lnTo>
                  <a:lnTo>
                    <a:pt x="8641686" y="141886"/>
                  </a:lnTo>
                  <a:lnTo>
                    <a:pt x="8641686" y="141886"/>
                  </a:lnTo>
                  <a:lnTo>
                    <a:pt x="8647158" y="141886"/>
                  </a:lnTo>
                  <a:lnTo>
                    <a:pt x="8647158" y="141886"/>
                  </a:lnTo>
                  <a:lnTo>
                    <a:pt x="8652631" y="141886"/>
                  </a:lnTo>
                  <a:lnTo>
                    <a:pt x="8652631" y="141886"/>
                  </a:lnTo>
                  <a:lnTo>
                    <a:pt x="8658104" y="141886"/>
                  </a:lnTo>
                  <a:lnTo>
                    <a:pt x="8658104" y="141886"/>
                  </a:lnTo>
                  <a:lnTo>
                    <a:pt x="8669050" y="141886"/>
                  </a:lnTo>
                  <a:lnTo>
                    <a:pt x="8669050" y="141886"/>
                  </a:lnTo>
                  <a:lnTo>
                    <a:pt x="8674523" y="141886"/>
                  </a:lnTo>
                  <a:lnTo>
                    <a:pt x="8674523" y="141886"/>
                  </a:lnTo>
                  <a:lnTo>
                    <a:pt x="8679996" y="141886"/>
                  </a:lnTo>
                  <a:lnTo>
                    <a:pt x="8679996" y="141886"/>
                  </a:lnTo>
                  <a:lnTo>
                    <a:pt x="8685469" y="141886"/>
                  </a:lnTo>
                  <a:lnTo>
                    <a:pt x="8685469" y="141886"/>
                  </a:lnTo>
                  <a:lnTo>
                    <a:pt x="8690942" y="141886"/>
                  </a:lnTo>
                  <a:lnTo>
                    <a:pt x="8690942" y="141886"/>
                  </a:lnTo>
                  <a:lnTo>
                    <a:pt x="8696414" y="141886"/>
                  </a:lnTo>
                  <a:lnTo>
                    <a:pt x="8696414" y="141886"/>
                  </a:lnTo>
                  <a:lnTo>
                    <a:pt x="8707360" y="141886"/>
                  </a:lnTo>
                  <a:lnTo>
                    <a:pt x="8707360" y="141886"/>
                  </a:lnTo>
                  <a:lnTo>
                    <a:pt x="8712833" y="141886"/>
                  </a:lnTo>
                  <a:lnTo>
                    <a:pt x="8712833" y="141886"/>
                  </a:lnTo>
                  <a:lnTo>
                    <a:pt x="8723779" y="141886"/>
                  </a:lnTo>
                  <a:lnTo>
                    <a:pt x="8723779" y="141886"/>
                  </a:lnTo>
                  <a:lnTo>
                    <a:pt x="8729252" y="141886"/>
                  </a:lnTo>
                  <a:lnTo>
                    <a:pt x="8729252" y="141886"/>
                  </a:lnTo>
                  <a:lnTo>
                    <a:pt x="8734725" y="141886"/>
                  </a:lnTo>
                  <a:lnTo>
                    <a:pt x="8734725" y="141886"/>
                  </a:lnTo>
                  <a:lnTo>
                    <a:pt x="8740198" y="141886"/>
                  </a:lnTo>
                  <a:lnTo>
                    <a:pt x="8740198" y="141886"/>
                  </a:lnTo>
                  <a:lnTo>
                    <a:pt x="8745670" y="141886"/>
                  </a:lnTo>
                  <a:lnTo>
                    <a:pt x="8745670" y="141886"/>
                  </a:lnTo>
                  <a:lnTo>
                    <a:pt x="8751143" y="141886"/>
                  </a:lnTo>
                  <a:lnTo>
                    <a:pt x="8751143" y="141886"/>
                  </a:lnTo>
                  <a:lnTo>
                    <a:pt x="8756616" y="141886"/>
                  </a:lnTo>
                  <a:lnTo>
                    <a:pt x="8756616" y="141886"/>
                  </a:lnTo>
                  <a:lnTo>
                    <a:pt x="8767562" y="141886"/>
                  </a:lnTo>
                  <a:lnTo>
                    <a:pt x="8767562" y="141886"/>
                  </a:lnTo>
                  <a:lnTo>
                    <a:pt x="8773035" y="141886"/>
                  </a:lnTo>
                  <a:lnTo>
                    <a:pt x="8773035" y="141886"/>
                  </a:lnTo>
                  <a:lnTo>
                    <a:pt x="8778508" y="141886"/>
                  </a:lnTo>
                  <a:lnTo>
                    <a:pt x="8778508" y="141886"/>
                  </a:lnTo>
                  <a:lnTo>
                    <a:pt x="8783981" y="141886"/>
                  </a:lnTo>
                  <a:lnTo>
                    <a:pt x="8783981" y="141886"/>
                  </a:lnTo>
                  <a:lnTo>
                    <a:pt x="8789453" y="141886"/>
                  </a:lnTo>
                  <a:lnTo>
                    <a:pt x="8789453" y="141886"/>
                  </a:lnTo>
                  <a:lnTo>
                    <a:pt x="8794926" y="141886"/>
                  </a:lnTo>
                  <a:lnTo>
                    <a:pt x="8794926" y="141886"/>
                  </a:lnTo>
                  <a:lnTo>
                    <a:pt x="8800399" y="141886"/>
                  </a:lnTo>
                  <a:lnTo>
                    <a:pt x="8800399" y="141886"/>
                  </a:lnTo>
                  <a:lnTo>
                    <a:pt x="8805872" y="141886"/>
                  </a:lnTo>
                  <a:lnTo>
                    <a:pt x="8805872" y="141886"/>
                  </a:lnTo>
                  <a:lnTo>
                    <a:pt x="8811345" y="141886"/>
                  </a:lnTo>
                  <a:lnTo>
                    <a:pt x="8811345" y="141886"/>
                  </a:lnTo>
                  <a:lnTo>
                    <a:pt x="8816818" y="141886"/>
                  </a:lnTo>
                  <a:lnTo>
                    <a:pt x="8816818" y="141886"/>
                  </a:lnTo>
                  <a:lnTo>
                    <a:pt x="8822291" y="141886"/>
                  </a:lnTo>
                  <a:lnTo>
                    <a:pt x="8822291" y="141886"/>
                  </a:lnTo>
                  <a:lnTo>
                    <a:pt x="8827764" y="141886"/>
                  </a:lnTo>
                  <a:lnTo>
                    <a:pt x="8827764" y="141886"/>
                  </a:lnTo>
                  <a:lnTo>
                    <a:pt x="8833237" y="141886"/>
                  </a:lnTo>
                  <a:lnTo>
                    <a:pt x="8833237" y="141886"/>
                  </a:lnTo>
                  <a:lnTo>
                    <a:pt x="8838709" y="141886"/>
                  </a:lnTo>
                  <a:lnTo>
                    <a:pt x="8838709" y="141886"/>
                  </a:lnTo>
                  <a:lnTo>
                    <a:pt x="8849655" y="141886"/>
                  </a:lnTo>
                  <a:lnTo>
                    <a:pt x="8849655" y="141886"/>
                  </a:lnTo>
                  <a:lnTo>
                    <a:pt x="8855128" y="141886"/>
                  </a:lnTo>
                  <a:lnTo>
                    <a:pt x="8855128" y="141886"/>
                  </a:lnTo>
                  <a:lnTo>
                    <a:pt x="8866074" y="141886"/>
                  </a:lnTo>
                  <a:lnTo>
                    <a:pt x="8866074" y="141886"/>
                  </a:lnTo>
                  <a:lnTo>
                    <a:pt x="8871547" y="141886"/>
                  </a:lnTo>
                  <a:lnTo>
                    <a:pt x="8871547" y="141886"/>
                  </a:lnTo>
                  <a:lnTo>
                    <a:pt x="8877020" y="141886"/>
                  </a:lnTo>
                  <a:lnTo>
                    <a:pt x="8877020" y="141886"/>
                  </a:lnTo>
                  <a:lnTo>
                    <a:pt x="8882493" y="141886"/>
                  </a:lnTo>
                  <a:lnTo>
                    <a:pt x="8882493" y="141886"/>
                  </a:lnTo>
                  <a:lnTo>
                    <a:pt x="8887965" y="141886"/>
                  </a:lnTo>
                  <a:lnTo>
                    <a:pt x="8887965" y="141886"/>
                  </a:lnTo>
                  <a:lnTo>
                    <a:pt x="8893438" y="141886"/>
                  </a:lnTo>
                  <a:lnTo>
                    <a:pt x="8893438" y="141886"/>
                  </a:lnTo>
                  <a:lnTo>
                    <a:pt x="8904384" y="141886"/>
                  </a:lnTo>
                  <a:lnTo>
                    <a:pt x="8904384" y="141886"/>
                  </a:lnTo>
                  <a:lnTo>
                    <a:pt x="8909857" y="141886"/>
                  </a:lnTo>
                  <a:lnTo>
                    <a:pt x="8909857" y="141886"/>
                  </a:lnTo>
                  <a:lnTo>
                    <a:pt x="8915330" y="141886"/>
                  </a:lnTo>
                  <a:lnTo>
                    <a:pt x="8915330" y="141886"/>
                  </a:lnTo>
                  <a:lnTo>
                    <a:pt x="8926276" y="141886"/>
                  </a:lnTo>
                  <a:lnTo>
                    <a:pt x="8926276" y="141886"/>
                  </a:lnTo>
                  <a:lnTo>
                    <a:pt x="8931749" y="141886"/>
                  </a:lnTo>
                  <a:lnTo>
                    <a:pt x="8931749" y="141886"/>
                  </a:lnTo>
                  <a:lnTo>
                    <a:pt x="8937221" y="141886"/>
                  </a:lnTo>
                  <a:lnTo>
                    <a:pt x="8937221" y="141886"/>
                  </a:lnTo>
                  <a:lnTo>
                    <a:pt x="8942694" y="141886"/>
                  </a:lnTo>
                  <a:lnTo>
                    <a:pt x="8942694" y="141886"/>
                  </a:lnTo>
                  <a:lnTo>
                    <a:pt x="8948167" y="141886"/>
                  </a:lnTo>
                  <a:lnTo>
                    <a:pt x="8948167" y="141886"/>
                  </a:lnTo>
                  <a:lnTo>
                    <a:pt x="8959113" y="141886"/>
                  </a:lnTo>
                  <a:lnTo>
                    <a:pt x="8959113" y="141886"/>
                  </a:lnTo>
                  <a:lnTo>
                    <a:pt x="8964586" y="141886"/>
                  </a:lnTo>
                  <a:lnTo>
                    <a:pt x="8964586" y="141886"/>
                  </a:lnTo>
                  <a:lnTo>
                    <a:pt x="8970059" y="141886"/>
                  </a:lnTo>
                  <a:lnTo>
                    <a:pt x="8970059" y="141886"/>
                  </a:lnTo>
                  <a:lnTo>
                    <a:pt x="8981004" y="141886"/>
                  </a:lnTo>
                  <a:lnTo>
                    <a:pt x="8981004" y="141886"/>
                  </a:lnTo>
                  <a:lnTo>
                    <a:pt x="8986477" y="141886"/>
                  </a:lnTo>
                  <a:lnTo>
                    <a:pt x="8986477" y="141886"/>
                  </a:lnTo>
                  <a:lnTo>
                    <a:pt x="8997423" y="141886"/>
                  </a:lnTo>
                  <a:lnTo>
                    <a:pt x="8997423" y="141886"/>
                  </a:lnTo>
                  <a:lnTo>
                    <a:pt x="9002896" y="141886"/>
                  </a:lnTo>
                  <a:lnTo>
                    <a:pt x="9002896" y="141886"/>
                  </a:lnTo>
                  <a:lnTo>
                    <a:pt x="9008369" y="141886"/>
                  </a:lnTo>
                  <a:lnTo>
                    <a:pt x="9008369" y="141886"/>
                  </a:lnTo>
                  <a:lnTo>
                    <a:pt x="9013842" y="141886"/>
                  </a:lnTo>
                  <a:lnTo>
                    <a:pt x="9013842" y="141886"/>
                  </a:lnTo>
                  <a:lnTo>
                    <a:pt x="9024788" y="141886"/>
                  </a:lnTo>
                  <a:lnTo>
                    <a:pt x="9024788" y="141886"/>
                  </a:lnTo>
                  <a:lnTo>
                    <a:pt x="9030260" y="141886"/>
                  </a:lnTo>
                  <a:lnTo>
                    <a:pt x="9030260" y="141886"/>
                  </a:lnTo>
                  <a:lnTo>
                    <a:pt x="9035733" y="141886"/>
                  </a:lnTo>
                  <a:lnTo>
                    <a:pt x="9035733" y="141886"/>
                  </a:lnTo>
                  <a:lnTo>
                    <a:pt x="9041206" y="141886"/>
                  </a:lnTo>
                  <a:lnTo>
                    <a:pt x="9041206" y="141886"/>
                  </a:lnTo>
                  <a:lnTo>
                    <a:pt x="9046679" y="141886"/>
                  </a:lnTo>
                  <a:lnTo>
                    <a:pt x="9046679" y="141886"/>
                  </a:lnTo>
                  <a:lnTo>
                    <a:pt x="9052152" y="141886"/>
                  </a:lnTo>
                  <a:lnTo>
                    <a:pt x="9052152" y="141886"/>
                  </a:lnTo>
                  <a:lnTo>
                    <a:pt x="9057625" y="141886"/>
                  </a:lnTo>
                  <a:lnTo>
                    <a:pt x="9057625" y="141886"/>
                  </a:lnTo>
                  <a:lnTo>
                    <a:pt x="9063098" y="141886"/>
                  </a:lnTo>
                  <a:lnTo>
                    <a:pt x="9063098" y="141886"/>
                  </a:lnTo>
                  <a:lnTo>
                    <a:pt x="9074044" y="141886"/>
                  </a:lnTo>
                  <a:lnTo>
                    <a:pt x="9074044" y="141886"/>
                  </a:lnTo>
                  <a:lnTo>
                    <a:pt x="9079516" y="141886"/>
                  </a:lnTo>
                  <a:lnTo>
                    <a:pt x="9079516" y="141886"/>
                  </a:lnTo>
                  <a:lnTo>
                    <a:pt x="9084989" y="141886"/>
                  </a:lnTo>
                  <a:lnTo>
                    <a:pt x="9084989" y="141886"/>
                  </a:lnTo>
                  <a:lnTo>
                    <a:pt x="9090462" y="141886"/>
                  </a:lnTo>
                  <a:lnTo>
                    <a:pt x="9090462" y="141886"/>
                  </a:lnTo>
                  <a:lnTo>
                    <a:pt x="9095935" y="141886"/>
                  </a:lnTo>
                  <a:lnTo>
                    <a:pt x="9095935" y="141886"/>
                  </a:lnTo>
                  <a:lnTo>
                    <a:pt x="9101408" y="141886"/>
                  </a:lnTo>
                  <a:lnTo>
                    <a:pt x="9101408" y="141886"/>
                  </a:lnTo>
                  <a:lnTo>
                    <a:pt x="9106881" y="141886"/>
                  </a:lnTo>
                  <a:lnTo>
                    <a:pt x="9106881" y="141886"/>
                  </a:lnTo>
                  <a:lnTo>
                    <a:pt x="9117827" y="141886"/>
                  </a:lnTo>
                  <a:lnTo>
                    <a:pt x="9117827" y="141886"/>
                  </a:lnTo>
                  <a:lnTo>
                    <a:pt x="9123300" y="141886"/>
                  </a:lnTo>
                  <a:lnTo>
                    <a:pt x="9123300" y="141886"/>
                  </a:lnTo>
                  <a:lnTo>
                    <a:pt x="9128772" y="141886"/>
                  </a:lnTo>
                  <a:lnTo>
                    <a:pt x="9128772" y="141886"/>
                  </a:lnTo>
                  <a:lnTo>
                    <a:pt x="9134245" y="141886"/>
                  </a:lnTo>
                  <a:lnTo>
                    <a:pt x="9134245" y="141886"/>
                  </a:lnTo>
                  <a:lnTo>
                    <a:pt x="9139718" y="141886"/>
                  </a:lnTo>
                  <a:lnTo>
                    <a:pt x="9139718" y="141886"/>
                  </a:lnTo>
                  <a:lnTo>
                    <a:pt x="9145191" y="141886"/>
                  </a:lnTo>
                  <a:lnTo>
                    <a:pt x="9145191" y="141886"/>
                  </a:lnTo>
                  <a:lnTo>
                    <a:pt x="9156137" y="141886"/>
                  </a:lnTo>
                  <a:lnTo>
                    <a:pt x="9156137" y="141886"/>
                  </a:lnTo>
                  <a:lnTo>
                    <a:pt x="9161610" y="141886"/>
                  </a:lnTo>
                  <a:lnTo>
                    <a:pt x="9161610" y="141886"/>
                  </a:lnTo>
                  <a:lnTo>
                    <a:pt x="9167083" y="141886"/>
                  </a:lnTo>
                  <a:lnTo>
                    <a:pt x="9167083" y="141886"/>
                  </a:lnTo>
                  <a:lnTo>
                    <a:pt x="9172555" y="141886"/>
                  </a:lnTo>
                  <a:lnTo>
                    <a:pt x="9172555" y="141886"/>
                  </a:lnTo>
                  <a:lnTo>
                    <a:pt x="9178028" y="141886"/>
                  </a:lnTo>
                  <a:lnTo>
                    <a:pt x="9178028" y="141886"/>
                  </a:lnTo>
                  <a:lnTo>
                    <a:pt x="9183501" y="141886"/>
                  </a:lnTo>
                  <a:lnTo>
                    <a:pt x="9183501" y="141886"/>
                  </a:lnTo>
                  <a:lnTo>
                    <a:pt x="9188974" y="141886"/>
                  </a:lnTo>
                  <a:lnTo>
                    <a:pt x="9188974" y="141886"/>
                  </a:lnTo>
                  <a:lnTo>
                    <a:pt x="9194447" y="141886"/>
                  </a:lnTo>
                  <a:lnTo>
                    <a:pt x="9194447" y="141886"/>
                  </a:lnTo>
                  <a:lnTo>
                    <a:pt x="9199920" y="141886"/>
                  </a:lnTo>
                  <a:lnTo>
                    <a:pt x="9199920" y="141886"/>
                  </a:lnTo>
                  <a:lnTo>
                    <a:pt x="9205393" y="141886"/>
                  </a:lnTo>
                  <a:lnTo>
                    <a:pt x="9205393" y="141886"/>
                  </a:lnTo>
                  <a:lnTo>
                    <a:pt x="9216339" y="141886"/>
                  </a:lnTo>
                  <a:lnTo>
                    <a:pt x="9216339" y="141886"/>
                  </a:lnTo>
                  <a:lnTo>
                    <a:pt x="9221811" y="141886"/>
                  </a:lnTo>
                  <a:lnTo>
                    <a:pt x="9221811" y="141886"/>
                  </a:lnTo>
                  <a:lnTo>
                    <a:pt x="9232757" y="141886"/>
                  </a:lnTo>
                  <a:lnTo>
                    <a:pt x="9232757" y="141886"/>
                  </a:lnTo>
                  <a:lnTo>
                    <a:pt x="9238230" y="141886"/>
                  </a:lnTo>
                  <a:lnTo>
                    <a:pt x="9238230" y="141886"/>
                  </a:lnTo>
                  <a:lnTo>
                    <a:pt x="9243703" y="141886"/>
                  </a:lnTo>
                  <a:lnTo>
                    <a:pt x="9243703" y="141886"/>
                  </a:lnTo>
                  <a:lnTo>
                    <a:pt x="9249176" y="141886"/>
                  </a:lnTo>
                  <a:lnTo>
                    <a:pt x="9249176" y="141886"/>
                  </a:lnTo>
                  <a:lnTo>
                    <a:pt x="9254649" y="141886"/>
                  </a:lnTo>
                  <a:lnTo>
                    <a:pt x="9254649" y="141886"/>
                  </a:lnTo>
                  <a:lnTo>
                    <a:pt x="9260122" y="141886"/>
                  </a:lnTo>
                  <a:lnTo>
                    <a:pt x="9260122" y="141886"/>
                  </a:lnTo>
                  <a:lnTo>
                    <a:pt x="9265595" y="141886"/>
                  </a:lnTo>
                  <a:lnTo>
                    <a:pt x="9265595" y="141886"/>
                  </a:lnTo>
                  <a:lnTo>
                    <a:pt x="9271067" y="141886"/>
                  </a:lnTo>
                  <a:lnTo>
                    <a:pt x="9271067" y="141886"/>
                  </a:lnTo>
                  <a:lnTo>
                    <a:pt x="9276540" y="141886"/>
                  </a:lnTo>
                  <a:lnTo>
                    <a:pt x="9276540" y="141886"/>
                  </a:lnTo>
                  <a:lnTo>
                    <a:pt x="9287486" y="141886"/>
                  </a:lnTo>
                  <a:lnTo>
                    <a:pt x="9287486" y="141886"/>
                  </a:lnTo>
                  <a:lnTo>
                    <a:pt x="9292959" y="141886"/>
                  </a:lnTo>
                  <a:lnTo>
                    <a:pt x="9292959" y="141886"/>
                  </a:lnTo>
                  <a:lnTo>
                    <a:pt x="9298432" y="141886"/>
                  </a:lnTo>
                  <a:lnTo>
                    <a:pt x="9298432" y="141886"/>
                  </a:lnTo>
                  <a:lnTo>
                    <a:pt x="9303905" y="141886"/>
                  </a:lnTo>
                  <a:lnTo>
                    <a:pt x="9303905" y="141886"/>
                  </a:lnTo>
                  <a:lnTo>
                    <a:pt x="9309378" y="141886"/>
                  </a:lnTo>
                  <a:lnTo>
                    <a:pt x="9309378" y="141886"/>
                  </a:lnTo>
                  <a:lnTo>
                    <a:pt x="9314850" y="141886"/>
                  </a:lnTo>
                  <a:lnTo>
                    <a:pt x="9314850" y="141886"/>
                  </a:lnTo>
                  <a:lnTo>
                    <a:pt x="9320323" y="141886"/>
                  </a:lnTo>
                  <a:lnTo>
                    <a:pt x="9320323" y="141886"/>
                  </a:lnTo>
                  <a:lnTo>
                    <a:pt x="9325796" y="141886"/>
                  </a:lnTo>
                  <a:lnTo>
                    <a:pt x="9325796" y="141886"/>
                  </a:lnTo>
                  <a:lnTo>
                    <a:pt x="9336742" y="141886"/>
                  </a:lnTo>
                  <a:lnTo>
                    <a:pt x="9336742" y="141886"/>
                  </a:lnTo>
                  <a:lnTo>
                    <a:pt x="9342215" y="141886"/>
                  </a:lnTo>
                  <a:lnTo>
                    <a:pt x="9342215" y="141886"/>
                  </a:lnTo>
                  <a:lnTo>
                    <a:pt x="9347688" y="141886"/>
                  </a:lnTo>
                  <a:lnTo>
                    <a:pt x="9347688" y="141886"/>
                  </a:lnTo>
                  <a:lnTo>
                    <a:pt x="9353161" y="141886"/>
                  </a:lnTo>
                  <a:lnTo>
                    <a:pt x="9353161" y="141886"/>
                  </a:lnTo>
                  <a:lnTo>
                    <a:pt x="9364106" y="141886"/>
                  </a:lnTo>
                  <a:lnTo>
                    <a:pt x="9364106" y="141886"/>
                  </a:lnTo>
                  <a:lnTo>
                    <a:pt x="9375052" y="141886"/>
                  </a:lnTo>
                  <a:lnTo>
                    <a:pt x="9375052" y="141886"/>
                  </a:lnTo>
                  <a:lnTo>
                    <a:pt x="9380525" y="141886"/>
                  </a:lnTo>
                  <a:lnTo>
                    <a:pt x="9380525" y="141886"/>
                  </a:lnTo>
                  <a:lnTo>
                    <a:pt x="9385998" y="141886"/>
                  </a:lnTo>
                  <a:lnTo>
                    <a:pt x="9385998" y="141886"/>
                  </a:lnTo>
                  <a:lnTo>
                    <a:pt x="9391471" y="141886"/>
                  </a:lnTo>
                  <a:lnTo>
                    <a:pt x="9391471" y="141886"/>
                  </a:lnTo>
                  <a:lnTo>
                    <a:pt x="9396944" y="141886"/>
                  </a:lnTo>
                  <a:lnTo>
                    <a:pt x="9396944" y="141886"/>
                  </a:lnTo>
                  <a:lnTo>
                    <a:pt x="9402417" y="141886"/>
                  </a:lnTo>
                  <a:lnTo>
                    <a:pt x="9402417" y="141886"/>
                  </a:lnTo>
                  <a:lnTo>
                    <a:pt x="9407890" y="141886"/>
                  </a:lnTo>
                  <a:lnTo>
                    <a:pt x="9407890" y="141886"/>
                  </a:lnTo>
                  <a:lnTo>
                    <a:pt x="9418835" y="141886"/>
                  </a:lnTo>
                  <a:lnTo>
                    <a:pt x="9418835" y="141886"/>
                  </a:lnTo>
                  <a:lnTo>
                    <a:pt x="9424308" y="141886"/>
                  </a:lnTo>
                  <a:lnTo>
                    <a:pt x="9424308" y="141886"/>
                  </a:lnTo>
                  <a:lnTo>
                    <a:pt x="9429781" y="141886"/>
                  </a:lnTo>
                  <a:lnTo>
                    <a:pt x="9429781" y="141886"/>
                  </a:lnTo>
                  <a:lnTo>
                    <a:pt x="9435254" y="141886"/>
                  </a:lnTo>
                  <a:lnTo>
                    <a:pt x="9435254" y="141886"/>
                  </a:lnTo>
                  <a:lnTo>
                    <a:pt x="9440727" y="141886"/>
                  </a:lnTo>
                  <a:lnTo>
                    <a:pt x="9440727" y="141886"/>
                  </a:lnTo>
                  <a:lnTo>
                    <a:pt x="9462618" y="141886"/>
                  </a:lnTo>
                  <a:lnTo>
                    <a:pt x="9462618" y="141886"/>
                  </a:lnTo>
                  <a:lnTo>
                    <a:pt x="9468091" y="141886"/>
                  </a:lnTo>
                  <a:lnTo>
                    <a:pt x="9468091" y="141886"/>
                  </a:lnTo>
                  <a:lnTo>
                    <a:pt x="9479037" y="141886"/>
                  </a:lnTo>
                  <a:lnTo>
                    <a:pt x="9479037" y="141886"/>
                  </a:lnTo>
                  <a:lnTo>
                    <a:pt x="9484510" y="141886"/>
                  </a:lnTo>
                  <a:lnTo>
                    <a:pt x="9484510" y="141886"/>
                  </a:lnTo>
                  <a:lnTo>
                    <a:pt x="9489983" y="141886"/>
                  </a:lnTo>
                  <a:lnTo>
                    <a:pt x="9489983" y="141886"/>
                  </a:lnTo>
                  <a:lnTo>
                    <a:pt x="9495456" y="141886"/>
                  </a:lnTo>
                  <a:lnTo>
                    <a:pt x="9495456" y="141886"/>
                  </a:lnTo>
                  <a:lnTo>
                    <a:pt x="9500929" y="141886"/>
                  </a:lnTo>
                  <a:lnTo>
                    <a:pt x="9500929" y="141886"/>
                  </a:lnTo>
                  <a:lnTo>
                    <a:pt x="9506401" y="141886"/>
                  </a:lnTo>
                  <a:lnTo>
                    <a:pt x="9506401" y="141886"/>
                  </a:lnTo>
                  <a:lnTo>
                    <a:pt x="9511874" y="141886"/>
                  </a:lnTo>
                  <a:lnTo>
                    <a:pt x="9511874" y="141886"/>
                  </a:lnTo>
                  <a:lnTo>
                    <a:pt x="9517347" y="141886"/>
                  </a:lnTo>
                  <a:lnTo>
                    <a:pt x="9517347" y="141886"/>
                  </a:lnTo>
                  <a:lnTo>
                    <a:pt x="9522820" y="141886"/>
                  </a:lnTo>
                  <a:lnTo>
                    <a:pt x="9522820" y="141886"/>
                  </a:lnTo>
                  <a:lnTo>
                    <a:pt x="9528293" y="141886"/>
                  </a:lnTo>
                  <a:lnTo>
                    <a:pt x="9528293" y="141886"/>
                  </a:lnTo>
                  <a:lnTo>
                    <a:pt x="9533766" y="141886"/>
                  </a:lnTo>
                  <a:lnTo>
                    <a:pt x="9533766" y="141886"/>
                  </a:lnTo>
                  <a:lnTo>
                    <a:pt x="9539239" y="141886"/>
                  </a:lnTo>
                  <a:lnTo>
                    <a:pt x="9539239" y="141886"/>
                  </a:lnTo>
                  <a:lnTo>
                    <a:pt x="9544712" y="141886"/>
                  </a:lnTo>
                  <a:lnTo>
                    <a:pt x="9544712" y="141886"/>
                  </a:lnTo>
                  <a:lnTo>
                    <a:pt x="9550185" y="141886"/>
                  </a:lnTo>
                  <a:lnTo>
                    <a:pt x="9550185" y="141886"/>
                  </a:lnTo>
                  <a:lnTo>
                    <a:pt x="9555657" y="141886"/>
                  </a:lnTo>
                  <a:lnTo>
                    <a:pt x="9555657" y="141886"/>
                  </a:lnTo>
                  <a:lnTo>
                    <a:pt x="9561130" y="141886"/>
                  </a:lnTo>
                  <a:lnTo>
                    <a:pt x="9561130" y="141886"/>
                  </a:lnTo>
                  <a:lnTo>
                    <a:pt x="9566603" y="141886"/>
                  </a:lnTo>
                  <a:lnTo>
                    <a:pt x="9566603" y="141886"/>
                  </a:lnTo>
                  <a:lnTo>
                    <a:pt x="9572076" y="141886"/>
                  </a:lnTo>
                  <a:lnTo>
                    <a:pt x="9572076" y="141886"/>
                  </a:lnTo>
                  <a:lnTo>
                    <a:pt x="9577549" y="141886"/>
                  </a:lnTo>
                  <a:lnTo>
                    <a:pt x="9577549" y="141886"/>
                  </a:lnTo>
                  <a:lnTo>
                    <a:pt x="9583022" y="141886"/>
                  </a:lnTo>
                  <a:lnTo>
                    <a:pt x="9583022" y="141886"/>
                  </a:lnTo>
                  <a:lnTo>
                    <a:pt x="9593968" y="141886"/>
                  </a:lnTo>
                  <a:lnTo>
                    <a:pt x="9593968" y="141886"/>
                  </a:lnTo>
                  <a:lnTo>
                    <a:pt x="9610386" y="141886"/>
                  </a:lnTo>
                  <a:lnTo>
                    <a:pt x="9610386" y="141886"/>
                  </a:lnTo>
                  <a:lnTo>
                    <a:pt x="9615859" y="141886"/>
                  </a:lnTo>
                  <a:lnTo>
                    <a:pt x="9615859" y="141886"/>
                  </a:lnTo>
                  <a:lnTo>
                    <a:pt x="9621332" y="141886"/>
                  </a:lnTo>
                  <a:lnTo>
                    <a:pt x="9621332" y="141886"/>
                  </a:lnTo>
                  <a:lnTo>
                    <a:pt x="9626805" y="141886"/>
                  </a:lnTo>
                  <a:lnTo>
                    <a:pt x="9626805" y="141886"/>
                  </a:lnTo>
                  <a:lnTo>
                    <a:pt x="9632278" y="141886"/>
                  </a:lnTo>
                  <a:lnTo>
                    <a:pt x="9632278" y="141886"/>
                  </a:lnTo>
                  <a:lnTo>
                    <a:pt x="9637751" y="141886"/>
                  </a:lnTo>
                  <a:lnTo>
                    <a:pt x="9637751" y="141886"/>
                  </a:lnTo>
                  <a:lnTo>
                    <a:pt x="9643224" y="141886"/>
                  </a:lnTo>
                  <a:lnTo>
                    <a:pt x="9643224" y="141886"/>
                  </a:lnTo>
                  <a:lnTo>
                    <a:pt x="9648697" y="141886"/>
                  </a:lnTo>
                  <a:lnTo>
                    <a:pt x="9648697" y="141886"/>
                  </a:lnTo>
                  <a:lnTo>
                    <a:pt x="9654169" y="141886"/>
                  </a:lnTo>
                  <a:lnTo>
                    <a:pt x="9654169" y="141886"/>
                  </a:lnTo>
                  <a:lnTo>
                    <a:pt x="9665115" y="141886"/>
                  </a:lnTo>
                  <a:lnTo>
                    <a:pt x="9665115" y="141886"/>
                  </a:lnTo>
                  <a:lnTo>
                    <a:pt x="9681534" y="141886"/>
                  </a:lnTo>
                  <a:lnTo>
                    <a:pt x="9681534" y="141886"/>
                  </a:lnTo>
                  <a:lnTo>
                    <a:pt x="9687007" y="141886"/>
                  </a:lnTo>
                  <a:lnTo>
                    <a:pt x="9687007" y="141886"/>
                  </a:lnTo>
                  <a:lnTo>
                    <a:pt x="9692480" y="141886"/>
                  </a:lnTo>
                  <a:lnTo>
                    <a:pt x="9692480" y="0"/>
                  </a:lnTo>
                  <a:lnTo>
                    <a:pt x="9708898" y="0"/>
                  </a:lnTo>
                  <a:lnTo>
                    <a:pt x="9708898" y="0"/>
                  </a:lnTo>
                  <a:lnTo>
                    <a:pt x="9714371" y="0"/>
                  </a:lnTo>
                  <a:lnTo>
                    <a:pt x="9714371" y="0"/>
                  </a:lnTo>
                  <a:lnTo>
                    <a:pt x="9719844" y="0"/>
                  </a:lnTo>
                  <a:lnTo>
                    <a:pt x="9719844" y="0"/>
                  </a:lnTo>
                  <a:lnTo>
                    <a:pt x="9725317" y="0"/>
                  </a:lnTo>
                  <a:lnTo>
                    <a:pt x="9725317" y="0"/>
                  </a:lnTo>
                  <a:lnTo>
                    <a:pt x="9730790" y="0"/>
                  </a:lnTo>
                  <a:lnTo>
                    <a:pt x="9730790" y="0"/>
                  </a:lnTo>
                  <a:lnTo>
                    <a:pt x="9741736" y="0"/>
                  </a:lnTo>
                  <a:lnTo>
                    <a:pt x="9741736" y="0"/>
                  </a:lnTo>
                  <a:lnTo>
                    <a:pt x="9747208" y="0"/>
                  </a:lnTo>
                  <a:lnTo>
                    <a:pt x="9747208" y="0"/>
                  </a:lnTo>
                  <a:lnTo>
                    <a:pt x="9752681" y="0"/>
                  </a:lnTo>
                  <a:lnTo>
                    <a:pt x="9752681" y="0"/>
                  </a:lnTo>
                  <a:lnTo>
                    <a:pt x="9758154" y="0"/>
                  </a:lnTo>
                  <a:lnTo>
                    <a:pt x="9758154" y="0"/>
                  </a:lnTo>
                  <a:lnTo>
                    <a:pt x="9763627" y="0"/>
                  </a:lnTo>
                  <a:lnTo>
                    <a:pt x="9763627" y="0"/>
                  </a:lnTo>
                  <a:lnTo>
                    <a:pt x="9769100" y="0"/>
                  </a:lnTo>
                  <a:lnTo>
                    <a:pt x="9769100" y="0"/>
                  </a:lnTo>
                  <a:lnTo>
                    <a:pt x="9774573" y="0"/>
                  </a:lnTo>
                  <a:lnTo>
                    <a:pt x="9774573" y="0"/>
                  </a:lnTo>
                  <a:lnTo>
                    <a:pt x="9790992" y="0"/>
                  </a:lnTo>
                  <a:lnTo>
                    <a:pt x="9790992" y="0"/>
                  </a:lnTo>
                  <a:lnTo>
                    <a:pt x="9796464" y="0"/>
                  </a:lnTo>
                  <a:lnTo>
                    <a:pt x="9796464" y="0"/>
                  </a:lnTo>
                  <a:lnTo>
                    <a:pt x="9801937" y="0"/>
                  </a:lnTo>
                  <a:lnTo>
                    <a:pt x="9801937" y="0"/>
                  </a:lnTo>
                  <a:lnTo>
                    <a:pt x="9807410" y="0"/>
                  </a:lnTo>
                  <a:lnTo>
                    <a:pt x="9807410" y="0"/>
                  </a:lnTo>
                  <a:lnTo>
                    <a:pt x="9812883" y="0"/>
                  </a:lnTo>
                  <a:lnTo>
                    <a:pt x="9812883" y="0"/>
                  </a:lnTo>
                  <a:lnTo>
                    <a:pt x="9818356" y="0"/>
                  </a:lnTo>
                  <a:lnTo>
                    <a:pt x="9818356" y="0"/>
                  </a:lnTo>
                  <a:lnTo>
                    <a:pt x="9829302" y="0"/>
                  </a:lnTo>
                  <a:lnTo>
                    <a:pt x="9829302" y="0"/>
                  </a:lnTo>
                  <a:lnTo>
                    <a:pt x="9834775" y="0"/>
                  </a:lnTo>
                  <a:lnTo>
                    <a:pt x="9834775" y="0"/>
                  </a:lnTo>
                  <a:lnTo>
                    <a:pt x="9840247" y="0"/>
                  </a:lnTo>
                  <a:lnTo>
                    <a:pt x="9840247" y="0"/>
                  </a:lnTo>
                  <a:lnTo>
                    <a:pt x="9845720" y="0"/>
                  </a:lnTo>
                  <a:lnTo>
                    <a:pt x="9845720" y="0"/>
                  </a:lnTo>
                  <a:lnTo>
                    <a:pt x="9851193" y="0"/>
                  </a:lnTo>
                  <a:lnTo>
                    <a:pt x="9851193" y="0"/>
                  </a:lnTo>
                  <a:lnTo>
                    <a:pt x="9856666" y="0"/>
                  </a:lnTo>
                  <a:lnTo>
                    <a:pt x="9856666" y="0"/>
                  </a:lnTo>
                  <a:lnTo>
                    <a:pt x="9862139" y="0"/>
                  </a:lnTo>
                  <a:lnTo>
                    <a:pt x="9862139" y="0"/>
                  </a:lnTo>
                  <a:lnTo>
                    <a:pt x="9867612" y="0"/>
                  </a:lnTo>
                  <a:lnTo>
                    <a:pt x="9867612" y="0"/>
                  </a:lnTo>
                  <a:lnTo>
                    <a:pt x="9873085" y="0"/>
                  </a:lnTo>
                  <a:lnTo>
                    <a:pt x="9873085" y="0"/>
                  </a:lnTo>
                  <a:lnTo>
                    <a:pt x="9884031" y="0"/>
                  </a:lnTo>
                  <a:lnTo>
                    <a:pt x="9884031" y="0"/>
                  </a:lnTo>
                  <a:lnTo>
                    <a:pt x="9889503" y="0"/>
                  </a:lnTo>
                  <a:lnTo>
                    <a:pt x="9889503" y="0"/>
                  </a:lnTo>
                  <a:lnTo>
                    <a:pt x="9905922" y="0"/>
                  </a:lnTo>
                  <a:lnTo>
                    <a:pt x="9905922" y="0"/>
                  </a:lnTo>
                  <a:lnTo>
                    <a:pt x="9911395" y="0"/>
                  </a:lnTo>
                  <a:lnTo>
                    <a:pt x="9911395" y="0"/>
                  </a:lnTo>
                  <a:lnTo>
                    <a:pt x="9916868" y="0"/>
                  </a:lnTo>
                  <a:lnTo>
                    <a:pt x="9916868" y="0"/>
                  </a:lnTo>
                  <a:lnTo>
                    <a:pt x="9927814" y="0"/>
                  </a:lnTo>
                  <a:lnTo>
                    <a:pt x="9927814" y="0"/>
                  </a:lnTo>
                  <a:lnTo>
                    <a:pt x="9933287" y="0"/>
                  </a:lnTo>
                  <a:lnTo>
                    <a:pt x="9933287" y="0"/>
                  </a:lnTo>
                  <a:lnTo>
                    <a:pt x="9938759" y="0"/>
                  </a:lnTo>
                  <a:lnTo>
                    <a:pt x="9938759" y="0"/>
                  </a:lnTo>
                  <a:lnTo>
                    <a:pt x="9949705" y="0"/>
                  </a:lnTo>
                  <a:lnTo>
                    <a:pt x="9949705" y="0"/>
                  </a:lnTo>
                  <a:lnTo>
                    <a:pt x="9955178" y="0"/>
                  </a:lnTo>
                  <a:lnTo>
                    <a:pt x="9955178" y="0"/>
                  </a:lnTo>
                  <a:lnTo>
                    <a:pt x="9960651" y="0"/>
                  </a:lnTo>
                  <a:lnTo>
                    <a:pt x="9960651" y="0"/>
                  </a:lnTo>
                  <a:lnTo>
                    <a:pt x="9966124" y="0"/>
                  </a:lnTo>
                  <a:lnTo>
                    <a:pt x="9966124" y="0"/>
                  </a:lnTo>
                  <a:lnTo>
                    <a:pt x="9977070" y="0"/>
                  </a:lnTo>
                  <a:lnTo>
                    <a:pt x="9977070" y="0"/>
                  </a:lnTo>
                  <a:lnTo>
                    <a:pt x="9988015" y="0"/>
                  </a:lnTo>
                  <a:lnTo>
                    <a:pt x="9988015" y="0"/>
                  </a:lnTo>
                </a:path>
              </a:pathLst>
            </a:custGeom>
            <a:ln w="13550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4034" y="3248740"/>
              <a:ext cx="9988015" cy="2849306"/>
            </a:xfrm>
            <a:custGeom>
              <a:avLst/>
              <a:pathLst>
                <a:path w="9988015" h="2849306">
                  <a:moveTo>
                    <a:pt x="0" y="2849306"/>
                  </a:moveTo>
                  <a:lnTo>
                    <a:pt x="5472" y="2849306"/>
                  </a:lnTo>
                  <a:lnTo>
                    <a:pt x="5472" y="2849306"/>
                  </a:lnTo>
                  <a:lnTo>
                    <a:pt x="10945" y="2849306"/>
                  </a:lnTo>
                  <a:lnTo>
                    <a:pt x="10945" y="2849306"/>
                  </a:lnTo>
                  <a:lnTo>
                    <a:pt x="16418" y="2849306"/>
                  </a:lnTo>
                  <a:lnTo>
                    <a:pt x="16418" y="2849306"/>
                  </a:lnTo>
                  <a:lnTo>
                    <a:pt x="21891" y="2849306"/>
                  </a:lnTo>
                  <a:lnTo>
                    <a:pt x="21891" y="2849306"/>
                  </a:lnTo>
                  <a:lnTo>
                    <a:pt x="27364" y="2849306"/>
                  </a:lnTo>
                  <a:lnTo>
                    <a:pt x="27364" y="2849306"/>
                  </a:lnTo>
                  <a:lnTo>
                    <a:pt x="32837" y="2849306"/>
                  </a:lnTo>
                  <a:lnTo>
                    <a:pt x="32837" y="2849306"/>
                  </a:lnTo>
                  <a:lnTo>
                    <a:pt x="38310" y="2849306"/>
                  </a:lnTo>
                  <a:lnTo>
                    <a:pt x="38310" y="2849306"/>
                  </a:lnTo>
                  <a:lnTo>
                    <a:pt x="43783" y="2849306"/>
                  </a:lnTo>
                  <a:lnTo>
                    <a:pt x="43783" y="2849306"/>
                  </a:lnTo>
                  <a:lnTo>
                    <a:pt x="49255" y="2849306"/>
                  </a:lnTo>
                  <a:lnTo>
                    <a:pt x="49255" y="2835741"/>
                  </a:lnTo>
                  <a:lnTo>
                    <a:pt x="54728" y="2835741"/>
                  </a:lnTo>
                  <a:lnTo>
                    <a:pt x="54728" y="2835741"/>
                  </a:lnTo>
                  <a:lnTo>
                    <a:pt x="60201" y="2835741"/>
                  </a:lnTo>
                  <a:lnTo>
                    <a:pt x="60201" y="2835741"/>
                  </a:lnTo>
                  <a:lnTo>
                    <a:pt x="65674" y="2835741"/>
                  </a:lnTo>
                  <a:lnTo>
                    <a:pt x="65674" y="2835741"/>
                  </a:lnTo>
                  <a:lnTo>
                    <a:pt x="71147" y="2835741"/>
                  </a:lnTo>
                  <a:lnTo>
                    <a:pt x="71147" y="2835741"/>
                  </a:lnTo>
                  <a:lnTo>
                    <a:pt x="76620" y="2835741"/>
                  </a:lnTo>
                  <a:lnTo>
                    <a:pt x="76620" y="2835741"/>
                  </a:lnTo>
                  <a:lnTo>
                    <a:pt x="82093" y="2835741"/>
                  </a:lnTo>
                  <a:lnTo>
                    <a:pt x="82093" y="2835741"/>
                  </a:lnTo>
                  <a:lnTo>
                    <a:pt x="87566" y="2835741"/>
                  </a:lnTo>
                  <a:lnTo>
                    <a:pt x="87566" y="2835741"/>
                  </a:lnTo>
                  <a:lnTo>
                    <a:pt x="93039" y="2835741"/>
                  </a:lnTo>
                  <a:lnTo>
                    <a:pt x="93039" y="2835741"/>
                  </a:lnTo>
                  <a:lnTo>
                    <a:pt x="98511" y="2835741"/>
                  </a:lnTo>
                  <a:lnTo>
                    <a:pt x="98511" y="2835741"/>
                  </a:lnTo>
                  <a:lnTo>
                    <a:pt x="103984" y="2835741"/>
                  </a:lnTo>
                  <a:lnTo>
                    <a:pt x="103984" y="2835741"/>
                  </a:lnTo>
                  <a:lnTo>
                    <a:pt x="109457" y="2835741"/>
                  </a:lnTo>
                  <a:lnTo>
                    <a:pt x="109457" y="2835741"/>
                  </a:lnTo>
                  <a:lnTo>
                    <a:pt x="114930" y="2835741"/>
                  </a:lnTo>
                  <a:lnTo>
                    <a:pt x="114930" y="2822146"/>
                  </a:lnTo>
                  <a:lnTo>
                    <a:pt x="120403" y="2822146"/>
                  </a:lnTo>
                  <a:lnTo>
                    <a:pt x="120403" y="2822146"/>
                  </a:lnTo>
                  <a:lnTo>
                    <a:pt x="125876" y="2822146"/>
                  </a:lnTo>
                  <a:lnTo>
                    <a:pt x="125876" y="2822146"/>
                  </a:lnTo>
                  <a:lnTo>
                    <a:pt x="131349" y="2822146"/>
                  </a:lnTo>
                  <a:lnTo>
                    <a:pt x="131349" y="2822146"/>
                  </a:lnTo>
                  <a:lnTo>
                    <a:pt x="136822" y="2822146"/>
                  </a:lnTo>
                  <a:lnTo>
                    <a:pt x="136822" y="2822146"/>
                  </a:lnTo>
                  <a:lnTo>
                    <a:pt x="142295" y="2822146"/>
                  </a:lnTo>
                  <a:lnTo>
                    <a:pt x="142295" y="2822146"/>
                  </a:lnTo>
                  <a:lnTo>
                    <a:pt x="147767" y="2822146"/>
                  </a:lnTo>
                  <a:lnTo>
                    <a:pt x="147767" y="2822146"/>
                  </a:lnTo>
                  <a:lnTo>
                    <a:pt x="153240" y="2822146"/>
                  </a:lnTo>
                  <a:lnTo>
                    <a:pt x="153240" y="2822146"/>
                  </a:lnTo>
                  <a:lnTo>
                    <a:pt x="158713" y="2822146"/>
                  </a:lnTo>
                  <a:lnTo>
                    <a:pt x="158713" y="2822146"/>
                  </a:lnTo>
                  <a:lnTo>
                    <a:pt x="164186" y="2822146"/>
                  </a:lnTo>
                  <a:lnTo>
                    <a:pt x="164186" y="2822146"/>
                  </a:lnTo>
                  <a:lnTo>
                    <a:pt x="169659" y="2822146"/>
                  </a:lnTo>
                  <a:lnTo>
                    <a:pt x="169659" y="2822146"/>
                  </a:lnTo>
                  <a:lnTo>
                    <a:pt x="175132" y="2822146"/>
                  </a:lnTo>
                  <a:lnTo>
                    <a:pt x="175132" y="2822146"/>
                  </a:lnTo>
                  <a:lnTo>
                    <a:pt x="180605" y="2822146"/>
                  </a:lnTo>
                  <a:lnTo>
                    <a:pt x="180605" y="2822146"/>
                  </a:lnTo>
                  <a:lnTo>
                    <a:pt x="186078" y="2822146"/>
                  </a:lnTo>
                  <a:lnTo>
                    <a:pt x="186078" y="2822146"/>
                  </a:lnTo>
                  <a:lnTo>
                    <a:pt x="191550" y="2822146"/>
                  </a:lnTo>
                  <a:lnTo>
                    <a:pt x="191550" y="2808490"/>
                  </a:lnTo>
                  <a:lnTo>
                    <a:pt x="197023" y="2808490"/>
                  </a:lnTo>
                  <a:lnTo>
                    <a:pt x="197023" y="2808490"/>
                  </a:lnTo>
                  <a:lnTo>
                    <a:pt x="202496" y="2808490"/>
                  </a:lnTo>
                  <a:lnTo>
                    <a:pt x="202496" y="2808490"/>
                  </a:lnTo>
                  <a:lnTo>
                    <a:pt x="207969" y="2808490"/>
                  </a:lnTo>
                  <a:lnTo>
                    <a:pt x="207969" y="2808490"/>
                  </a:lnTo>
                  <a:lnTo>
                    <a:pt x="213442" y="2808490"/>
                  </a:lnTo>
                  <a:lnTo>
                    <a:pt x="213442" y="2808490"/>
                  </a:lnTo>
                  <a:lnTo>
                    <a:pt x="218915" y="2808490"/>
                  </a:lnTo>
                  <a:lnTo>
                    <a:pt x="218915" y="2808490"/>
                  </a:lnTo>
                  <a:lnTo>
                    <a:pt x="224388" y="2808490"/>
                  </a:lnTo>
                  <a:lnTo>
                    <a:pt x="224388" y="2794798"/>
                  </a:lnTo>
                  <a:lnTo>
                    <a:pt x="229861" y="2794798"/>
                  </a:lnTo>
                  <a:lnTo>
                    <a:pt x="229861" y="2767413"/>
                  </a:lnTo>
                  <a:lnTo>
                    <a:pt x="235334" y="2767413"/>
                  </a:lnTo>
                  <a:lnTo>
                    <a:pt x="235334" y="2767413"/>
                  </a:lnTo>
                  <a:lnTo>
                    <a:pt x="240806" y="2767413"/>
                  </a:lnTo>
                  <a:lnTo>
                    <a:pt x="240806" y="2767413"/>
                  </a:lnTo>
                  <a:lnTo>
                    <a:pt x="246279" y="2767413"/>
                  </a:lnTo>
                  <a:lnTo>
                    <a:pt x="246279" y="2767413"/>
                  </a:lnTo>
                  <a:lnTo>
                    <a:pt x="251752" y="2767413"/>
                  </a:lnTo>
                  <a:lnTo>
                    <a:pt x="251752" y="2767413"/>
                  </a:lnTo>
                  <a:lnTo>
                    <a:pt x="257225" y="2767413"/>
                  </a:lnTo>
                  <a:lnTo>
                    <a:pt x="257225" y="2767413"/>
                  </a:lnTo>
                  <a:lnTo>
                    <a:pt x="262698" y="2767413"/>
                  </a:lnTo>
                  <a:lnTo>
                    <a:pt x="262698" y="2753705"/>
                  </a:lnTo>
                  <a:lnTo>
                    <a:pt x="268171" y="2753705"/>
                  </a:lnTo>
                  <a:lnTo>
                    <a:pt x="268171" y="2753705"/>
                  </a:lnTo>
                  <a:lnTo>
                    <a:pt x="273644" y="2753705"/>
                  </a:lnTo>
                  <a:lnTo>
                    <a:pt x="273644" y="2753705"/>
                  </a:lnTo>
                  <a:lnTo>
                    <a:pt x="279117" y="2753705"/>
                  </a:lnTo>
                  <a:lnTo>
                    <a:pt x="279117" y="2753705"/>
                  </a:lnTo>
                  <a:lnTo>
                    <a:pt x="284590" y="2753705"/>
                  </a:lnTo>
                  <a:lnTo>
                    <a:pt x="284590" y="2753705"/>
                  </a:lnTo>
                  <a:lnTo>
                    <a:pt x="290062" y="2753705"/>
                  </a:lnTo>
                  <a:lnTo>
                    <a:pt x="290062" y="2753705"/>
                  </a:lnTo>
                  <a:lnTo>
                    <a:pt x="295535" y="2753705"/>
                  </a:lnTo>
                  <a:lnTo>
                    <a:pt x="295535" y="2753705"/>
                  </a:lnTo>
                  <a:lnTo>
                    <a:pt x="301008" y="2753705"/>
                  </a:lnTo>
                  <a:lnTo>
                    <a:pt x="301008" y="2753705"/>
                  </a:lnTo>
                  <a:lnTo>
                    <a:pt x="306481" y="2753705"/>
                  </a:lnTo>
                  <a:lnTo>
                    <a:pt x="306481" y="2753705"/>
                  </a:lnTo>
                  <a:lnTo>
                    <a:pt x="311954" y="2753705"/>
                  </a:lnTo>
                  <a:lnTo>
                    <a:pt x="311954" y="2753705"/>
                  </a:lnTo>
                  <a:lnTo>
                    <a:pt x="317427" y="2753705"/>
                  </a:lnTo>
                  <a:lnTo>
                    <a:pt x="317427" y="2753705"/>
                  </a:lnTo>
                  <a:lnTo>
                    <a:pt x="322900" y="2753705"/>
                  </a:lnTo>
                  <a:lnTo>
                    <a:pt x="322900" y="2753705"/>
                  </a:lnTo>
                  <a:lnTo>
                    <a:pt x="328373" y="2753705"/>
                  </a:lnTo>
                  <a:lnTo>
                    <a:pt x="328373" y="2753705"/>
                  </a:lnTo>
                  <a:lnTo>
                    <a:pt x="333846" y="2753705"/>
                  </a:lnTo>
                  <a:lnTo>
                    <a:pt x="333846" y="2753705"/>
                  </a:lnTo>
                  <a:lnTo>
                    <a:pt x="339318" y="2753705"/>
                  </a:lnTo>
                  <a:lnTo>
                    <a:pt x="339318" y="2739932"/>
                  </a:lnTo>
                  <a:lnTo>
                    <a:pt x="344791" y="2739932"/>
                  </a:lnTo>
                  <a:lnTo>
                    <a:pt x="344791" y="2726159"/>
                  </a:lnTo>
                  <a:lnTo>
                    <a:pt x="350264" y="2726159"/>
                  </a:lnTo>
                  <a:lnTo>
                    <a:pt x="350264" y="2726159"/>
                  </a:lnTo>
                  <a:lnTo>
                    <a:pt x="355737" y="2726159"/>
                  </a:lnTo>
                  <a:lnTo>
                    <a:pt x="355737" y="2726159"/>
                  </a:lnTo>
                  <a:lnTo>
                    <a:pt x="361210" y="2726159"/>
                  </a:lnTo>
                  <a:lnTo>
                    <a:pt x="361210" y="2726159"/>
                  </a:lnTo>
                  <a:lnTo>
                    <a:pt x="366683" y="2726159"/>
                  </a:lnTo>
                  <a:lnTo>
                    <a:pt x="366683" y="2726159"/>
                  </a:lnTo>
                  <a:lnTo>
                    <a:pt x="372156" y="2726159"/>
                  </a:lnTo>
                  <a:lnTo>
                    <a:pt x="372156" y="2726159"/>
                  </a:lnTo>
                  <a:lnTo>
                    <a:pt x="377629" y="2726159"/>
                  </a:lnTo>
                  <a:lnTo>
                    <a:pt x="377629" y="2726159"/>
                  </a:lnTo>
                  <a:lnTo>
                    <a:pt x="383101" y="2726159"/>
                  </a:lnTo>
                  <a:lnTo>
                    <a:pt x="383101" y="2726159"/>
                  </a:lnTo>
                  <a:lnTo>
                    <a:pt x="388574" y="2726159"/>
                  </a:lnTo>
                  <a:lnTo>
                    <a:pt x="388574" y="2726159"/>
                  </a:lnTo>
                  <a:lnTo>
                    <a:pt x="394047" y="2726159"/>
                  </a:lnTo>
                  <a:lnTo>
                    <a:pt x="394047" y="2726159"/>
                  </a:lnTo>
                  <a:lnTo>
                    <a:pt x="399520" y="2726159"/>
                  </a:lnTo>
                  <a:lnTo>
                    <a:pt x="399520" y="2726159"/>
                  </a:lnTo>
                  <a:lnTo>
                    <a:pt x="404993" y="2726159"/>
                  </a:lnTo>
                  <a:lnTo>
                    <a:pt x="404993" y="2726159"/>
                  </a:lnTo>
                  <a:lnTo>
                    <a:pt x="410466" y="2726159"/>
                  </a:lnTo>
                  <a:lnTo>
                    <a:pt x="410466" y="2726159"/>
                  </a:lnTo>
                  <a:lnTo>
                    <a:pt x="415939" y="2726159"/>
                  </a:lnTo>
                  <a:lnTo>
                    <a:pt x="415939" y="2712315"/>
                  </a:lnTo>
                  <a:lnTo>
                    <a:pt x="421412" y="2712315"/>
                  </a:lnTo>
                  <a:lnTo>
                    <a:pt x="421412" y="2712315"/>
                  </a:lnTo>
                  <a:lnTo>
                    <a:pt x="426885" y="2712315"/>
                  </a:lnTo>
                  <a:lnTo>
                    <a:pt x="426885" y="2712315"/>
                  </a:lnTo>
                  <a:lnTo>
                    <a:pt x="432357" y="2712315"/>
                  </a:lnTo>
                  <a:lnTo>
                    <a:pt x="432357" y="2712315"/>
                  </a:lnTo>
                  <a:lnTo>
                    <a:pt x="437830" y="2712315"/>
                  </a:lnTo>
                  <a:lnTo>
                    <a:pt x="437830" y="2712315"/>
                  </a:lnTo>
                  <a:lnTo>
                    <a:pt x="443303" y="2712315"/>
                  </a:lnTo>
                  <a:lnTo>
                    <a:pt x="443303" y="2712315"/>
                  </a:lnTo>
                  <a:lnTo>
                    <a:pt x="448776" y="2712315"/>
                  </a:lnTo>
                  <a:lnTo>
                    <a:pt x="448776" y="2712315"/>
                  </a:lnTo>
                  <a:lnTo>
                    <a:pt x="454249" y="2712315"/>
                  </a:lnTo>
                  <a:lnTo>
                    <a:pt x="454249" y="2712315"/>
                  </a:lnTo>
                  <a:lnTo>
                    <a:pt x="459722" y="2712315"/>
                  </a:lnTo>
                  <a:lnTo>
                    <a:pt x="459722" y="2712315"/>
                  </a:lnTo>
                  <a:lnTo>
                    <a:pt x="465195" y="2712315"/>
                  </a:lnTo>
                  <a:lnTo>
                    <a:pt x="465195" y="2712315"/>
                  </a:lnTo>
                  <a:lnTo>
                    <a:pt x="470668" y="2712315"/>
                  </a:lnTo>
                  <a:lnTo>
                    <a:pt x="470668" y="2712315"/>
                  </a:lnTo>
                  <a:lnTo>
                    <a:pt x="476141" y="2712315"/>
                  </a:lnTo>
                  <a:lnTo>
                    <a:pt x="476141" y="2712315"/>
                  </a:lnTo>
                  <a:lnTo>
                    <a:pt x="481613" y="2712315"/>
                  </a:lnTo>
                  <a:lnTo>
                    <a:pt x="481613" y="2712315"/>
                  </a:lnTo>
                  <a:lnTo>
                    <a:pt x="487086" y="2712315"/>
                  </a:lnTo>
                  <a:lnTo>
                    <a:pt x="487086" y="2712315"/>
                  </a:lnTo>
                  <a:lnTo>
                    <a:pt x="492559" y="2712315"/>
                  </a:lnTo>
                  <a:lnTo>
                    <a:pt x="492559" y="2712315"/>
                  </a:lnTo>
                  <a:lnTo>
                    <a:pt x="498032" y="2712315"/>
                  </a:lnTo>
                  <a:lnTo>
                    <a:pt x="498032" y="2712315"/>
                  </a:lnTo>
                  <a:lnTo>
                    <a:pt x="503505" y="2712315"/>
                  </a:lnTo>
                  <a:lnTo>
                    <a:pt x="503505" y="2712315"/>
                  </a:lnTo>
                  <a:lnTo>
                    <a:pt x="508978" y="2712315"/>
                  </a:lnTo>
                  <a:lnTo>
                    <a:pt x="508978" y="2712315"/>
                  </a:lnTo>
                  <a:lnTo>
                    <a:pt x="514451" y="2712315"/>
                  </a:lnTo>
                  <a:lnTo>
                    <a:pt x="514451" y="2712315"/>
                  </a:lnTo>
                  <a:lnTo>
                    <a:pt x="519924" y="2712315"/>
                  </a:lnTo>
                  <a:lnTo>
                    <a:pt x="519924" y="2712315"/>
                  </a:lnTo>
                  <a:lnTo>
                    <a:pt x="525397" y="2712315"/>
                  </a:lnTo>
                  <a:lnTo>
                    <a:pt x="525397" y="2712315"/>
                  </a:lnTo>
                  <a:lnTo>
                    <a:pt x="530869" y="2712315"/>
                  </a:lnTo>
                  <a:lnTo>
                    <a:pt x="530869" y="2712315"/>
                  </a:lnTo>
                  <a:lnTo>
                    <a:pt x="536342" y="2712315"/>
                  </a:lnTo>
                  <a:lnTo>
                    <a:pt x="536342" y="2698391"/>
                  </a:lnTo>
                  <a:lnTo>
                    <a:pt x="541815" y="2698391"/>
                  </a:lnTo>
                  <a:lnTo>
                    <a:pt x="541815" y="2698391"/>
                  </a:lnTo>
                  <a:lnTo>
                    <a:pt x="547288" y="2698391"/>
                  </a:lnTo>
                  <a:lnTo>
                    <a:pt x="547288" y="2698391"/>
                  </a:lnTo>
                  <a:lnTo>
                    <a:pt x="552761" y="2698391"/>
                  </a:lnTo>
                  <a:lnTo>
                    <a:pt x="552761" y="2698391"/>
                  </a:lnTo>
                  <a:lnTo>
                    <a:pt x="558234" y="2698391"/>
                  </a:lnTo>
                  <a:lnTo>
                    <a:pt x="558234" y="2698391"/>
                  </a:lnTo>
                  <a:lnTo>
                    <a:pt x="563707" y="2698391"/>
                  </a:lnTo>
                  <a:lnTo>
                    <a:pt x="563707" y="2684462"/>
                  </a:lnTo>
                  <a:lnTo>
                    <a:pt x="569180" y="2684462"/>
                  </a:lnTo>
                  <a:lnTo>
                    <a:pt x="569180" y="2684462"/>
                  </a:lnTo>
                  <a:lnTo>
                    <a:pt x="574652" y="2684462"/>
                  </a:lnTo>
                  <a:lnTo>
                    <a:pt x="574652" y="2670533"/>
                  </a:lnTo>
                  <a:lnTo>
                    <a:pt x="580125" y="2670533"/>
                  </a:lnTo>
                  <a:lnTo>
                    <a:pt x="580125" y="2670533"/>
                  </a:lnTo>
                  <a:lnTo>
                    <a:pt x="585598" y="2670533"/>
                  </a:lnTo>
                  <a:lnTo>
                    <a:pt x="585598" y="2670533"/>
                  </a:lnTo>
                  <a:lnTo>
                    <a:pt x="591071" y="2670533"/>
                  </a:lnTo>
                  <a:lnTo>
                    <a:pt x="591071" y="2670533"/>
                  </a:lnTo>
                  <a:lnTo>
                    <a:pt x="596544" y="2670533"/>
                  </a:lnTo>
                  <a:lnTo>
                    <a:pt x="596544" y="2670533"/>
                  </a:lnTo>
                  <a:lnTo>
                    <a:pt x="602017" y="2670533"/>
                  </a:lnTo>
                  <a:lnTo>
                    <a:pt x="602017" y="2670533"/>
                  </a:lnTo>
                  <a:lnTo>
                    <a:pt x="607490" y="2670533"/>
                  </a:lnTo>
                  <a:lnTo>
                    <a:pt x="607490" y="2670533"/>
                  </a:lnTo>
                  <a:lnTo>
                    <a:pt x="612963" y="2670533"/>
                  </a:lnTo>
                  <a:lnTo>
                    <a:pt x="612963" y="2670533"/>
                  </a:lnTo>
                  <a:lnTo>
                    <a:pt x="618436" y="2670533"/>
                  </a:lnTo>
                  <a:lnTo>
                    <a:pt x="618436" y="2670533"/>
                  </a:lnTo>
                  <a:lnTo>
                    <a:pt x="623908" y="2670533"/>
                  </a:lnTo>
                  <a:lnTo>
                    <a:pt x="623908" y="2656569"/>
                  </a:lnTo>
                  <a:lnTo>
                    <a:pt x="629381" y="2656569"/>
                  </a:lnTo>
                  <a:lnTo>
                    <a:pt x="629381" y="2656569"/>
                  </a:lnTo>
                  <a:lnTo>
                    <a:pt x="634854" y="2656569"/>
                  </a:lnTo>
                  <a:lnTo>
                    <a:pt x="634854" y="2656569"/>
                  </a:lnTo>
                  <a:lnTo>
                    <a:pt x="640327" y="2656569"/>
                  </a:lnTo>
                  <a:lnTo>
                    <a:pt x="640327" y="2656569"/>
                  </a:lnTo>
                  <a:lnTo>
                    <a:pt x="645800" y="2656569"/>
                  </a:lnTo>
                  <a:lnTo>
                    <a:pt x="645800" y="2656569"/>
                  </a:lnTo>
                  <a:lnTo>
                    <a:pt x="651273" y="2656569"/>
                  </a:lnTo>
                  <a:lnTo>
                    <a:pt x="651273" y="2656569"/>
                  </a:lnTo>
                  <a:lnTo>
                    <a:pt x="656746" y="2656569"/>
                  </a:lnTo>
                  <a:lnTo>
                    <a:pt x="656746" y="2656569"/>
                  </a:lnTo>
                  <a:lnTo>
                    <a:pt x="662219" y="2656569"/>
                  </a:lnTo>
                  <a:lnTo>
                    <a:pt x="662219" y="2656569"/>
                  </a:lnTo>
                  <a:lnTo>
                    <a:pt x="667692" y="2656569"/>
                  </a:lnTo>
                  <a:lnTo>
                    <a:pt x="667692" y="2656569"/>
                  </a:lnTo>
                  <a:lnTo>
                    <a:pt x="673164" y="2656569"/>
                  </a:lnTo>
                  <a:lnTo>
                    <a:pt x="673164" y="2656569"/>
                  </a:lnTo>
                  <a:lnTo>
                    <a:pt x="678637" y="2656569"/>
                  </a:lnTo>
                  <a:lnTo>
                    <a:pt x="678637" y="2656569"/>
                  </a:lnTo>
                  <a:lnTo>
                    <a:pt x="684110" y="2656569"/>
                  </a:lnTo>
                  <a:lnTo>
                    <a:pt x="684110" y="2656569"/>
                  </a:lnTo>
                  <a:lnTo>
                    <a:pt x="689583" y="2656569"/>
                  </a:lnTo>
                  <a:lnTo>
                    <a:pt x="689583" y="2656569"/>
                  </a:lnTo>
                  <a:lnTo>
                    <a:pt x="695056" y="2656569"/>
                  </a:lnTo>
                  <a:lnTo>
                    <a:pt x="695056" y="2642575"/>
                  </a:lnTo>
                  <a:lnTo>
                    <a:pt x="700529" y="2642575"/>
                  </a:lnTo>
                  <a:lnTo>
                    <a:pt x="700529" y="2642575"/>
                  </a:lnTo>
                  <a:lnTo>
                    <a:pt x="706002" y="2642575"/>
                  </a:lnTo>
                  <a:lnTo>
                    <a:pt x="706002" y="2642575"/>
                  </a:lnTo>
                  <a:lnTo>
                    <a:pt x="711475" y="2642575"/>
                  </a:lnTo>
                  <a:lnTo>
                    <a:pt x="711475" y="2642575"/>
                  </a:lnTo>
                  <a:lnTo>
                    <a:pt x="716947" y="2642575"/>
                  </a:lnTo>
                  <a:lnTo>
                    <a:pt x="716947" y="2642575"/>
                  </a:lnTo>
                  <a:lnTo>
                    <a:pt x="722420" y="2642575"/>
                  </a:lnTo>
                  <a:lnTo>
                    <a:pt x="722420" y="2642575"/>
                  </a:lnTo>
                  <a:lnTo>
                    <a:pt x="727893" y="2642575"/>
                  </a:lnTo>
                  <a:lnTo>
                    <a:pt x="727893" y="2642575"/>
                  </a:lnTo>
                  <a:lnTo>
                    <a:pt x="733366" y="2642575"/>
                  </a:lnTo>
                  <a:lnTo>
                    <a:pt x="733366" y="2628557"/>
                  </a:lnTo>
                  <a:lnTo>
                    <a:pt x="738839" y="2628557"/>
                  </a:lnTo>
                  <a:lnTo>
                    <a:pt x="738839" y="2628557"/>
                  </a:lnTo>
                  <a:lnTo>
                    <a:pt x="744312" y="2628557"/>
                  </a:lnTo>
                  <a:lnTo>
                    <a:pt x="744312" y="2628557"/>
                  </a:lnTo>
                  <a:lnTo>
                    <a:pt x="749785" y="2628557"/>
                  </a:lnTo>
                  <a:lnTo>
                    <a:pt x="749785" y="2628557"/>
                  </a:lnTo>
                  <a:lnTo>
                    <a:pt x="755258" y="2628557"/>
                  </a:lnTo>
                  <a:lnTo>
                    <a:pt x="755258" y="2628557"/>
                  </a:lnTo>
                  <a:lnTo>
                    <a:pt x="760731" y="2628557"/>
                  </a:lnTo>
                  <a:lnTo>
                    <a:pt x="760731" y="2600522"/>
                  </a:lnTo>
                  <a:lnTo>
                    <a:pt x="766203" y="2600522"/>
                  </a:lnTo>
                  <a:lnTo>
                    <a:pt x="766203" y="2600522"/>
                  </a:lnTo>
                  <a:lnTo>
                    <a:pt x="771676" y="2600522"/>
                  </a:lnTo>
                  <a:lnTo>
                    <a:pt x="771676" y="2600522"/>
                  </a:lnTo>
                  <a:lnTo>
                    <a:pt x="777149" y="2600522"/>
                  </a:lnTo>
                  <a:lnTo>
                    <a:pt x="777149" y="2600522"/>
                  </a:lnTo>
                  <a:lnTo>
                    <a:pt x="782622" y="2600522"/>
                  </a:lnTo>
                  <a:lnTo>
                    <a:pt x="782622" y="2600522"/>
                  </a:lnTo>
                  <a:lnTo>
                    <a:pt x="788095" y="2600522"/>
                  </a:lnTo>
                  <a:lnTo>
                    <a:pt x="788095" y="2586473"/>
                  </a:lnTo>
                  <a:lnTo>
                    <a:pt x="793568" y="2586473"/>
                  </a:lnTo>
                  <a:lnTo>
                    <a:pt x="793568" y="2586473"/>
                  </a:lnTo>
                  <a:lnTo>
                    <a:pt x="799041" y="2586473"/>
                  </a:lnTo>
                  <a:lnTo>
                    <a:pt x="799041" y="2586473"/>
                  </a:lnTo>
                  <a:lnTo>
                    <a:pt x="804514" y="2586473"/>
                  </a:lnTo>
                  <a:lnTo>
                    <a:pt x="804514" y="2586473"/>
                  </a:lnTo>
                  <a:lnTo>
                    <a:pt x="809987" y="2586473"/>
                  </a:lnTo>
                  <a:lnTo>
                    <a:pt x="809987" y="2586473"/>
                  </a:lnTo>
                  <a:lnTo>
                    <a:pt x="815459" y="2586473"/>
                  </a:lnTo>
                  <a:lnTo>
                    <a:pt x="815459" y="2586473"/>
                  </a:lnTo>
                  <a:lnTo>
                    <a:pt x="820932" y="2586473"/>
                  </a:lnTo>
                  <a:lnTo>
                    <a:pt x="820932" y="2586473"/>
                  </a:lnTo>
                  <a:lnTo>
                    <a:pt x="826405" y="2586473"/>
                  </a:lnTo>
                  <a:lnTo>
                    <a:pt x="826405" y="2586473"/>
                  </a:lnTo>
                  <a:lnTo>
                    <a:pt x="831878" y="2586473"/>
                  </a:lnTo>
                  <a:lnTo>
                    <a:pt x="831878" y="2586473"/>
                  </a:lnTo>
                  <a:lnTo>
                    <a:pt x="837351" y="2586473"/>
                  </a:lnTo>
                  <a:lnTo>
                    <a:pt x="837351" y="2586473"/>
                  </a:lnTo>
                  <a:lnTo>
                    <a:pt x="842824" y="2586473"/>
                  </a:lnTo>
                  <a:lnTo>
                    <a:pt x="842824" y="2586473"/>
                  </a:lnTo>
                  <a:lnTo>
                    <a:pt x="848297" y="2586473"/>
                  </a:lnTo>
                  <a:lnTo>
                    <a:pt x="848297" y="2586473"/>
                  </a:lnTo>
                  <a:lnTo>
                    <a:pt x="853770" y="2586473"/>
                  </a:lnTo>
                  <a:lnTo>
                    <a:pt x="853770" y="2586473"/>
                  </a:lnTo>
                  <a:lnTo>
                    <a:pt x="859243" y="2586473"/>
                  </a:lnTo>
                  <a:lnTo>
                    <a:pt x="859243" y="2586473"/>
                  </a:lnTo>
                  <a:lnTo>
                    <a:pt x="864715" y="2586473"/>
                  </a:lnTo>
                  <a:lnTo>
                    <a:pt x="864715" y="2586473"/>
                  </a:lnTo>
                  <a:lnTo>
                    <a:pt x="870188" y="2586473"/>
                  </a:lnTo>
                  <a:lnTo>
                    <a:pt x="870188" y="2586473"/>
                  </a:lnTo>
                  <a:lnTo>
                    <a:pt x="875661" y="2586473"/>
                  </a:lnTo>
                  <a:lnTo>
                    <a:pt x="875661" y="2586473"/>
                  </a:lnTo>
                  <a:lnTo>
                    <a:pt x="881134" y="2586473"/>
                  </a:lnTo>
                  <a:lnTo>
                    <a:pt x="881134" y="2586473"/>
                  </a:lnTo>
                  <a:lnTo>
                    <a:pt x="886607" y="2586473"/>
                  </a:lnTo>
                  <a:lnTo>
                    <a:pt x="886607" y="2586473"/>
                  </a:lnTo>
                  <a:lnTo>
                    <a:pt x="892080" y="2586473"/>
                  </a:lnTo>
                  <a:lnTo>
                    <a:pt x="892080" y="2586473"/>
                  </a:lnTo>
                  <a:lnTo>
                    <a:pt x="897553" y="2586473"/>
                  </a:lnTo>
                  <a:lnTo>
                    <a:pt x="897553" y="2586473"/>
                  </a:lnTo>
                  <a:lnTo>
                    <a:pt x="903026" y="2586473"/>
                  </a:lnTo>
                  <a:lnTo>
                    <a:pt x="903026" y="2586473"/>
                  </a:lnTo>
                  <a:lnTo>
                    <a:pt x="908498" y="2586473"/>
                  </a:lnTo>
                  <a:lnTo>
                    <a:pt x="908498" y="2586473"/>
                  </a:lnTo>
                  <a:lnTo>
                    <a:pt x="913971" y="2586473"/>
                  </a:lnTo>
                  <a:lnTo>
                    <a:pt x="913971" y="2586473"/>
                  </a:lnTo>
                  <a:lnTo>
                    <a:pt x="919444" y="2586473"/>
                  </a:lnTo>
                  <a:lnTo>
                    <a:pt x="919444" y="2558291"/>
                  </a:lnTo>
                  <a:lnTo>
                    <a:pt x="924917" y="2558291"/>
                  </a:lnTo>
                  <a:lnTo>
                    <a:pt x="924917" y="2558291"/>
                  </a:lnTo>
                  <a:lnTo>
                    <a:pt x="930390" y="2558291"/>
                  </a:lnTo>
                  <a:lnTo>
                    <a:pt x="930390" y="2558291"/>
                  </a:lnTo>
                  <a:lnTo>
                    <a:pt x="935863" y="2558291"/>
                  </a:lnTo>
                  <a:lnTo>
                    <a:pt x="935863" y="2558291"/>
                  </a:lnTo>
                  <a:lnTo>
                    <a:pt x="941336" y="2558291"/>
                  </a:lnTo>
                  <a:lnTo>
                    <a:pt x="941336" y="2558291"/>
                  </a:lnTo>
                  <a:lnTo>
                    <a:pt x="946809" y="2558291"/>
                  </a:lnTo>
                  <a:lnTo>
                    <a:pt x="946809" y="2558291"/>
                  </a:lnTo>
                  <a:lnTo>
                    <a:pt x="952282" y="2558291"/>
                  </a:lnTo>
                  <a:lnTo>
                    <a:pt x="952282" y="2558291"/>
                  </a:lnTo>
                  <a:lnTo>
                    <a:pt x="957754" y="2558291"/>
                  </a:lnTo>
                  <a:lnTo>
                    <a:pt x="957754" y="2558291"/>
                  </a:lnTo>
                  <a:lnTo>
                    <a:pt x="963227" y="2558291"/>
                  </a:lnTo>
                  <a:lnTo>
                    <a:pt x="963227" y="2558291"/>
                  </a:lnTo>
                  <a:lnTo>
                    <a:pt x="968700" y="2558291"/>
                  </a:lnTo>
                  <a:lnTo>
                    <a:pt x="968700" y="2558291"/>
                  </a:lnTo>
                  <a:lnTo>
                    <a:pt x="974173" y="2558291"/>
                  </a:lnTo>
                  <a:lnTo>
                    <a:pt x="974173" y="2558291"/>
                  </a:lnTo>
                  <a:lnTo>
                    <a:pt x="979646" y="2558291"/>
                  </a:lnTo>
                  <a:lnTo>
                    <a:pt x="979646" y="2558291"/>
                  </a:lnTo>
                  <a:lnTo>
                    <a:pt x="985119" y="2558291"/>
                  </a:lnTo>
                  <a:lnTo>
                    <a:pt x="985119" y="2558291"/>
                  </a:lnTo>
                  <a:lnTo>
                    <a:pt x="990592" y="2558291"/>
                  </a:lnTo>
                  <a:lnTo>
                    <a:pt x="990592" y="2558291"/>
                  </a:lnTo>
                  <a:lnTo>
                    <a:pt x="996065" y="2558291"/>
                  </a:lnTo>
                  <a:lnTo>
                    <a:pt x="996065" y="2558291"/>
                  </a:lnTo>
                  <a:lnTo>
                    <a:pt x="1001538" y="2558291"/>
                  </a:lnTo>
                  <a:lnTo>
                    <a:pt x="1001538" y="2558291"/>
                  </a:lnTo>
                  <a:lnTo>
                    <a:pt x="1007010" y="2558291"/>
                  </a:lnTo>
                  <a:lnTo>
                    <a:pt x="1007010" y="2558291"/>
                  </a:lnTo>
                  <a:lnTo>
                    <a:pt x="1012483" y="2558291"/>
                  </a:lnTo>
                  <a:lnTo>
                    <a:pt x="1012483" y="2558291"/>
                  </a:lnTo>
                  <a:lnTo>
                    <a:pt x="1017956" y="2558291"/>
                  </a:lnTo>
                  <a:lnTo>
                    <a:pt x="1017956" y="2558291"/>
                  </a:lnTo>
                  <a:lnTo>
                    <a:pt x="1023429" y="2558291"/>
                  </a:lnTo>
                  <a:lnTo>
                    <a:pt x="1023429" y="2558291"/>
                  </a:lnTo>
                  <a:lnTo>
                    <a:pt x="1028902" y="2558291"/>
                  </a:lnTo>
                  <a:lnTo>
                    <a:pt x="1028902" y="2558291"/>
                  </a:lnTo>
                  <a:lnTo>
                    <a:pt x="1034375" y="2558291"/>
                  </a:lnTo>
                  <a:lnTo>
                    <a:pt x="1034375" y="2558291"/>
                  </a:lnTo>
                  <a:lnTo>
                    <a:pt x="1039848" y="2558291"/>
                  </a:lnTo>
                  <a:lnTo>
                    <a:pt x="1039848" y="2558291"/>
                  </a:lnTo>
                  <a:lnTo>
                    <a:pt x="1045321" y="2558291"/>
                  </a:lnTo>
                  <a:lnTo>
                    <a:pt x="1045321" y="2558291"/>
                  </a:lnTo>
                  <a:lnTo>
                    <a:pt x="1050794" y="2558291"/>
                  </a:lnTo>
                  <a:lnTo>
                    <a:pt x="1050794" y="2558291"/>
                  </a:lnTo>
                  <a:lnTo>
                    <a:pt x="1056266" y="2558291"/>
                  </a:lnTo>
                  <a:lnTo>
                    <a:pt x="1056266" y="2558291"/>
                  </a:lnTo>
                  <a:lnTo>
                    <a:pt x="1061739" y="2558291"/>
                  </a:lnTo>
                  <a:lnTo>
                    <a:pt x="1061739" y="2558291"/>
                  </a:lnTo>
                  <a:lnTo>
                    <a:pt x="1067212" y="2558291"/>
                  </a:lnTo>
                  <a:lnTo>
                    <a:pt x="1067212" y="2558291"/>
                  </a:lnTo>
                  <a:lnTo>
                    <a:pt x="1072685" y="2558291"/>
                  </a:lnTo>
                  <a:lnTo>
                    <a:pt x="1072685" y="2544105"/>
                  </a:lnTo>
                  <a:lnTo>
                    <a:pt x="1078158" y="2544105"/>
                  </a:lnTo>
                  <a:lnTo>
                    <a:pt x="1078158" y="2544105"/>
                  </a:lnTo>
                  <a:lnTo>
                    <a:pt x="1083631" y="2544105"/>
                  </a:lnTo>
                  <a:lnTo>
                    <a:pt x="1083631" y="2544105"/>
                  </a:lnTo>
                  <a:lnTo>
                    <a:pt x="1089104" y="2544105"/>
                  </a:lnTo>
                  <a:lnTo>
                    <a:pt x="1089104" y="2544105"/>
                  </a:lnTo>
                  <a:lnTo>
                    <a:pt x="1094577" y="2544105"/>
                  </a:lnTo>
                  <a:lnTo>
                    <a:pt x="1094577" y="2544105"/>
                  </a:lnTo>
                  <a:lnTo>
                    <a:pt x="1100049" y="2544105"/>
                  </a:lnTo>
                  <a:lnTo>
                    <a:pt x="1100049" y="2544105"/>
                  </a:lnTo>
                  <a:lnTo>
                    <a:pt x="1105522" y="2544105"/>
                  </a:lnTo>
                  <a:lnTo>
                    <a:pt x="1105522" y="2544105"/>
                  </a:lnTo>
                  <a:lnTo>
                    <a:pt x="1110995" y="2544105"/>
                  </a:lnTo>
                  <a:lnTo>
                    <a:pt x="1110995" y="2544105"/>
                  </a:lnTo>
                  <a:lnTo>
                    <a:pt x="1116468" y="2544105"/>
                  </a:lnTo>
                  <a:lnTo>
                    <a:pt x="1116468" y="2544105"/>
                  </a:lnTo>
                  <a:lnTo>
                    <a:pt x="1121941" y="2544105"/>
                  </a:lnTo>
                  <a:lnTo>
                    <a:pt x="1121941" y="2544105"/>
                  </a:lnTo>
                  <a:lnTo>
                    <a:pt x="1127414" y="2544105"/>
                  </a:lnTo>
                  <a:lnTo>
                    <a:pt x="1127414" y="2544105"/>
                  </a:lnTo>
                  <a:lnTo>
                    <a:pt x="1132887" y="2544105"/>
                  </a:lnTo>
                  <a:lnTo>
                    <a:pt x="1132887" y="2544105"/>
                  </a:lnTo>
                  <a:lnTo>
                    <a:pt x="1138360" y="2544105"/>
                  </a:lnTo>
                  <a:lnTo>
                    <a:pt x="1138360" y="2544105"/>
                  </a:lnTo>
                  <a:lnTo>
                    <a:pt x="1143833" y="2544105"/>
                  </a:lnTo>
                  <a:lnTo>
                    <a:pt x="1143833" y="2544105"/>
                  </a:lnTo>
                  <a:lnTo>
                    <a:pt x="1149305" y="2544105"/>
                  </a:lnTo>
                  <a:lnTo>
                    <a:pt x="1149305" y="2544105"/>
                  </a:lnTo>
                  <a:lnTo>
                    <a:pt x="1154778" y="2544105"/>
                  </a:lnTo>
                  <a:lnTo>
                    <a:pt x="1154778" y="2544105"/>
                  </a:lnTo>
                  <a:lnTo>
                    <a:pt x="1160251" y="2544105"/>
                  </a:lnTo>
                  <a:lnTo>
                    <a:pt x="1160251" y="2544105"/>
                  </a:lnTo>
                  <a:lnTo>
                    <a:pt x="1165724" y="2544105"/>
                  </a:lnTo>
                  <a:lnTo>
                    <a:pt x="1165724" y="2544105"/>
                  </a:lnTo>
                  <a:lnTo>
                    <a:pt x="1171197" y="2544105"/>
                  </a:lnTo>
                  <a:lnTo>
                    <a:pt x="1171197" y="2544105"/>
                  </a:lnTo>
                  <a:lnTo>
                    <a:pt x="1176670" y="2544105"/>
                  </a:lnTo>
                  <a:lnTo>
                    <a:pt x="1176670" y="2544105"/>
                  </a:lnTo>
                  <a:lnTo>
                    <a:pt x="1182143" y="2544105"/>
                  </a:lnTo>
                  <a:lnTo>
                    <a:pt x="1182143" y="2544105"/>
                  </a:lnTo>
                  <a:lnTo>
                    <a:pt x="1187616" y="2544105"/>
                  </a:lnTo>
                  <a:lnTo>
                    <a:pt x="1187616" y="2544105"/>
                  </a:lnTo>
                  <a:lnTo>
                    <a:pt x="1193089" y="2544105"/>
                  </a:lnTo>
                  <a:lnTo>
                    <a:pt x="1193089" y="2544105"/>
                  </a:lnTo>
                  <a:lnTo>
                    <a:pt x="1198561" y="2544105"/>
                  </a:lnTo>
                  <a:lnTo>
                    <a:pt x="1198561" y="2544105"/>
                  </a:lnTo>
                  <a:lnTo>
                    <a:pt x="1204034" y="2544105"/>
                  </a:lnTo>
                  <a:lnTo>
                    <a:pt x="1204034" y="2544105"/>
                  </a:lnTo>
                  <a:lnTo>
                    <a:pt x="1209507" y="2544105"/>
                  </a:lnTo>
                  <a:lnTo>
                    <a:pt x="1209507" y="2544105"/>
                  </a:lnTo>
                  <a:lnTo>
                    <a:pt x="1214980" y="2544105"/>
                  </a:lnTo>
                  <a:lnTo>
                    <a:pt x="1214980" y="2544105"/>
                  </a:lnTo>
                  <a:lnTo>
                    <a:pt x="1220453" y="2544105"/>
                  </a:lnTo>
                  <a:lnTo>
                    <a:pt x="1220453" y="2544105"/>
                  </a:lnTo>
                  <a:lnTo>
                    <a:pt x="1225926" y="2544105"/>
                  </a:lnTo>
                  <a:lnTo>
                    <a:pt x="1225926" y="2544105"/>
                  </a:lnTo>
                  <a:lnTo>
                    <a:pt x="1231399" y="2544105"/>
                  </a:lnTo>
                  <a:lnTo>
                    <a:pt x="1231399" y="2544105"/>
                  </a:lnTo>
                  <a:lnTo>
                    <a:pt x="1236872" y="2544105"/>
                  </a:lnTo>
                  <a:lnTo>
                    <a:pt x="1236872" y="2529847"/>
                  </a:lnTo>
                  <a:lnTo>
                    <a:pt x="1242344" y="2529847"/>
                  </a:lnTo>
                  <a:lnTo>
                    <a:pt x="1242344" y="2529847"/>
                  </a:lnTo>
                  <a:lnTo>
                    <a:pt x="1247817" y="2529847"/>
                  </a:lnTo>
                  <a:lnTo>
                    <a:pt x="1247817" y="2529847"/>
                  </a:lnTo>
                  <a:lnTo>
                    <a:pt x="1253290" y="2529847"/>
                  </a:lnTo>
                  <a:lnTo>
                    <a:pt x="1253290" y="2529847"/>
                  </a:lnTo>
                  <a:lnTo>
                    <a:pt x="1258763" y="2529847"/>
                  </a:lnTo>
                  <a:lnTo>
                    <a:pt x="1258763" y="2515589"/>
                  </a:lnTo>
                  <a:lnTo>
                    <a:pt x="1264236" y="2515589"/>
                  </a:lnTo>
                  <a:lnTo>
                    <a:pt x="1264236" y="2501331"/>
                  </a:lnTo>
                  <a:lnTo>
                    <a:pt x="1269709" y="2501331"/>
                  </a:lnTo>
                  <a:lnTo>
                    <a:pt x="1269709" y="2501331"/>
                  </a:lnTo>
                  <a:lnTo>
                    <a:pt x="1275182" y="2501331"/>
                  </a:lnTo>
                  <a:lnTo>
                    <a:pt x="1275182" y="2501331"/>
                  </a:lnTo>
                  <a:lnTo>
                    <a:pt x="1280655" y="2501331"/>
                  </a:lnTo>
                  <a:lnTo>
                    <a:pt x="1280655" y="2501331"/>
                  </a:lnTo>
                  <a:lnTo>
                    <a:pt x="1286128" y="2501331"/>
                  </a:lnTo>
                  <a:lnTo>
                    <a:pt x="1286128" y="2501331"/>
                  </a:lnTo>
                  <a:lnTo>
                    <a:pt x="1291600" y="2501331"/>
                  </a:lnTo>
                  <a:lnTo>
                    <a:pt x="1291600" y="2487066"/>
                  </a:lnTo>
                  <a:lnTo>
                    <a:pt x="1297073" y="2487066"/>
                  </a:lnTo>
                  <a:lnTo>
                    <a:pt x="1297073" y="2472801"/>
                  </a:lnTo>
                  <a:lnTo>
                    <a:pt x="1302546" y="2472801"/>
                  </a:lnTo>
                  <a:lnTo>
                    <a:pt x="1302546" y="2458536"/>
                  </a:lnTo>
                  <a:lnTo>
                    <a:pt x="1308019" y="2458536"/>
                  </a:lnTo>
                  <a:lnTo>
                    <a:pt x="1308019" y="2458536"/>
                  </a:lnTo>
                  <a:lnTo>
                    <a:pt x="1313492" y="2458536"/>
                  </a:lnTo>
                  <a:lnTo>
                    <a:pt x="1313492" y="2458536"/>
                  </a:lnTo>
                  <a:lnTo>
                    <a:pt x="1318965" y="2458536"/>
                  </a:lnTo>
                  <a:lnTo>
                    <a:pt x="1318965" y="2458536"/>
                  </a:lnTo>
                  <a:lnTo>
                    <a:pt x="1324438" y="2458536"/>
                  </a:lnTo>
                  <a:lnTo>
                    <a:pt x="1324438" y="2458536"/>
                  </a:lnTo>
                  <a:lnTo>
                    <a:pt x="1329911" y="2458536"/>
                  </a:lnTo>
                  <a:lnTo>
                    <a:pt x="1329911" y="2458536"/>
                  </a:lnTo>
                  <a:lnTo>
                    <a:pt x="1335384" y="2458536"/>
                  </a:lnTo>
                  <a:lnTo>
                    <a:pt x="1335384" y="2458536"/>
                  </a:lnTo>
                  <a:lnTo>
                    <a:pt x="1340856" y="2458536"/>
                  </a:lnTo>
                  <a:lnTo>
                    <a:pt x="1340856" y="2458536"/>
                  </a:lnTo>
                  <a:lnTo>
                    <a:pt x="1346329" y="2458536"/>
                  </a:lnTo>
                  <a:lnTo>
                    <a:pt x="1346329" y="2458536"/>
                  </a:lnTo>
                  <a:lnTo>
                    <a:pt x="1351802" y="2458536"/>
                  </a:lnTo>
                  <a:lnTo>
                    <a:pt x="1351802" y="2458536"/>
                  </a:lnTo>
                  <a:lnTo>
                    <a:pt x="1357275" y="2458536"/>
                  </a:lnTo>
                  <a:lnTo>
                    <a:pt x="1357275" y="2458536"/>
                  </a:lnTo>
                  <a:lnTo>
                    <a:pt x="1362748" y="2458536"/>
                  </a:lnTo>
                  <a:lnTo>
                    <a:pt x="1362748" y="2458536"/>
                  </a:lnTo>
                  <a:lnTo>
                    <a:pt x="1368221" y="2458536"/>
                  </a:lnTo>
                  <a:lnTo>
                    <a:pt x="1368221" y="2458536"/>
                  </a:lnTo>
                  <a:lnTo>
                    <a:pt x="1373694" y="2458536"/>
                  </a:lnTo>
                  <a:lnTo>
                    <a:pt x="1373694" y="2458536"/>
                  </a:lnTo>
                  <a:lnTo>
                    <a:pt x="1379167" y="2458536"/>
                  </a:lnTo>
                  <a:lnTo>
                    <a:pt x="1379167" y="2458536"/>
                  </a:lnTo>
                  <a:lnTo>
                    <a:pt x="1384640" y="2458536"/>
                  </a:lnTo>
                  <a:lnTo>
                    <a:pt x="1384640" y="2458536"/>
                  </a:lnTo>
                  <a:lnTo>
                    <a:pt x="1390112" y="2458536"/>
                  </a:lnTo>
                  <a:lnTo>
                    <a:pt x="1390112" y="2458536"/>
                  </a:lnTo>
                  <a:lnTo>
                    <a:pt x="1395585" y="2458536"/>
                  </a:lnTo>
                  <a:lnTo>
                    <a:pt x="1395585" y="2444184"/>
                  </a:lnTo>
                  <a:lnTo>
                    <a:pt x="1401058" y="2444184"/>
                  </a:lnTo>
                  <a:lnTo>
                    <a:pt x="1401058" y="2444184"/>
                  </a:lnTo>
                  <a:lnTo>
                    <a:pt x="1406531" y="2444184"/>
                  </a:lnTo>
                  <a:lnTo>
                    <a:pt x="1406531" y="2444184"/>
                  </a:lnTo>
                  <a:lnTo>
                    <a:pt x="1412004" y="2444184"/>
                  </a:lnTo>
                  <a:lnTo>
                    <a:pt x="1412004" y="2444184"/>
                  </a:lnTo>
                  <a:lnTo>
                    <a:pt x="1417477" y="2444184"/>
                  </a:lnTo>
                  <a:lnTo>
                    <a:pt x="1417477" y="2429817"/>
                  </a:lnTo>
                  <a:lnTo>
                    <a:pt x="1422950" y="2429817"/>
                  </a:lnTo>
                  <a:lnTo>
                    <a:pt x="1422950" y="2429817"/>
                  </a:lnTo>
                  <a:lnTo>
                    <a:pt x="1428423" y="2429817"/>
                  </a:lnTo>
                  <a:lnTo>
                    <a:pt x="1428423" y="2429817"/>
                  </a:lnTo>
                  <a:lnTo>
                    <a:pt x="1433895" y="2429817"/>
                  </a:lnTo>
                  <a:lnTo>
                    <a:pt x="1433895" y="2429817"/>
                  </a:lnTo>
                  <a:lnTo>
                    <a:pt x="1439368" y="2429817"/>
                  </a:lnTo>
                  <a:lnTo>
                    <a:pt x="1439368" y="2429817"/>
                  </a:lnTo>
                  <a:lnTo>
                    <a:pt x="1444841" y="2429817"/>
                  </a:lnTo>
                  <a:lnTo>
                    <a:pt x="1444841" y="2429817"/>
                  </a:lnTo>
                  <a:lnTo>
                    <a:pt x="1450314" y="2429817"/>
                  </a:lnTo>
                  <a:lnTo>
                    <a:pt x="1450314" y="2429817"/>
                  </a:lnTo>
                  <a:lnTo>
                    <a:pt x="1455787" y="2429817"/>
                  </a:lnTo>
                  <a:lnTo>
                    <a:pt x="1455787" y="2415444"/>
                  </a:lnTo>
                  <a:lnTo>
                    <a:pt x="1461260" y="2415444"/>
                  </a:lnTo>
                  <a:lnTo>
                    <a:pt x="1461260" y="2415444"/>
                  </a:lnTo>
                  <a:lnTo>
                    <a:pt x="1466733" y="2415444"/>
                  </a:lnTo>
                  <a:lnTo>
                    <a:pt x="1466733" y="2415444"/>
                  </a:lnTo>
                  <a:lnTo>
                    <a:pt x="1472206" y="2415444"/>
                  </a:lnTo>
                  <a:lnTo>
                    <a:pt x="1472206" y="2415444"/>
                  </a:lnTo>
                  <a:lnTo>
                    <a:pt x="1477679" y="2415444"/>
                  </a:lnTo>
                  <a:lnTo>
                    <a:pt x="1477679" y="2415444"/>
                  </a:lnTo>
                  <a:lnTo>
                    <a:pt x="1483151" y="2415444"/>
                  </a:lnTo>
                  <a:lnTo>
                    <a:pt x="1483151" y="2415444"/>
                  </a:lnTo>
                  <a:lnTo>
                    <a:pt x="1488624" y="2415444"/>
                  </a:lnTo>
                  <a:lnTo>
                    <a:pt x="1488624" y="2415444"/>
                  </a:lnTo>
                  <a:lnTo>
                    <a:pt x="1494097" y="2415444"/>
                  </a:lnTo>
                  <a:lnTo>
                    <a:pt x="1494097" y="2401043"/>
                  </a:lnTo>
                  <a:lnTo>
                    <a:pt x="1499570" y="2401043"/>
                  </a:lnTo>
                  <a:lnTo>
                    <a:pt x="1499570" y="2401043"/>
                  </a:lnTo>
                  <a:lnTo>
                    <a:pt x="1505043" y="2401043"/>
                  </a:lnTo>
                  <a:lnTo>
                    <a:pt x="1505043" y="2401043"/>
                  </a:lnTo>
                  <a:lnTo>
                    <a:pt x="1510516" y="2401043"/>
                  </a:lnTo>
                  <a:lnTo>
                    <a:pt x="1510516" y="2401043"/>
                  </a:lnTo>
                  <a:lnTo>
                    <a:pt x="1515989" y="2401043"/>
                  </a:lnTo>
                  <a:lnTo>
                    <a:pt x="1515989" y="2401043"/>
                  </a:lnTo>
                  <a:lnTo>
                    <a:pt x="1521462" y="2401043"/>
                  </a:lnTo>
                  <a:lnTo>
                    <a:pt x="1521462" y="2401043"/>
                  </a:lnTo>
                  <a:lnTo>
                    <a:pt x="1526935" y="2401043"/>
                  </a:lnTo>
                  <a:lnTo>
                    <a:pt x="1526935" y="2386627"/>
                  </a:lnTo>
                  <a:lnTo>
                    <a:pt x="1532407" y="2386627"/>
                  </a:lnTo>
                  <a:lnTo>
                    <a:pt x="1532407" y="2386627"/>
                  </a:lnTo>
                  <a:lnTo>
                    <a:pt x="1537880" y="2386627"/>
                  </a:lnTo>
                  <a:lnTo>
                    <a:pt x="1537880" y="2386627"/>
                  </a:lnTo>
                  <a:lnTo>
                    <a:pt x="1543353" y="2386627"/>
                  </a:lnTo>
                  <a:lnTo>
                    <a:pt x="1543353" y="2386627"/>
                  </a:lnTo>
                  <a:lnTo>
                    <a:pt x="1548826" y="2386627"/>
                  </a:lnTo>
                  <a:lnTo>
                    <a:pt x="1548826" y="2386627"/>
                  </a:lnTo>
                  <a:lnTo>
                    <a:pt x="1554299" y="2386627"/>
                  </a:lnTo>
                  <a:lnTo>
                    <a:pt x="1554299" y="2386627"/>
                  </a:lnTo>
                  <a:lnTo>
                    <a:pt x="1559772" y="2386627"/>
                  </a:lnTo>
                  <a:lnTo>
                    <a:pt x="1559772" y="2386627"/>
                  </a:lnTo>
                  <a:lnTo>
                    <a:pt x="1565245" y="2386627"/>
                  </a:lnTo>
                  <a:lnTo>
                    <a:pt x="1565245" y="2386627"/>
                  </a:lnTo>
                  <a:lnTo>
                    <a:pt x="1570718" y="2386627"/>
                  </a:lnTo>
                  <a:lnTo>
                    <a:pt x="1570718" y="2357755"/>
                  </a:lnTo>
                  <a:lnTo>
                    <a:pt x="1576191" y="2357755"/>
                  </a:lnTo>
                  <a:lnTo>
                    <a:pt x="1576191" y="2357755"/>
                  </a:lnTo>
                  <a:lnTo>
                    <a:pt x="1581663" y="2357755"/>
                  </a:lnTo>
                  <a:lnTo>
                    <a:pt x="1581663" y="2357755"/>
                  </a:lnTo>
                  <a:lnTo>
                    <a:pt x="1587136" y="2357755"/>
                  </a:lnTo>
                  <a:lnTo>
                    <a:pt x="1587136" y="2357755"/>
                  </a:lnTo>
                  <a:lnTo>
                    <a:pt x="1592609" y="2357755"/>
                  </a:lnTo>
                  <a:lnTo>
                    <a:pt x="1592609" y="2357755"/>
                  </a:lnTo>
                  <a:lnTo>
                    <a:pt x="1598082" y="2357755"/>
                  </a:lnTo>
                  <a:lnTo>
                    <a:pt x="1598082" y="2357755"/>
                  </a:lnTo>
                  <a:lnTo>
                    <a:pt x="1603555" y="2357755"/>
                  </a:lnTo>
                  <a:lnTo>
                    <a:pt x="1603555" y="2357755"/>
                  </a:lnTo>
                  <a:lnTo>
                    <a:pt x="1609028" y="2357755"/>
                  </a:lnTo>
                  <a:lnTo>
                    <a:pt x="1609028" y="2357755"/>
                  </a:lnTo>
                  <a:lnTo>
                    <a:pt x="1614501" y="2357755"/>
                  </a:lnTo>
                  <a:lnTo>
                    <a:pt x="1614501" y="2343305"/>
                  </a:lnTo>
                  <a:lnTo>
                    <a:pt x="1619974" y="2343305"/>
                  </a:lnTo>
                  <a:lnTo>
                    <a:pt x="1619974" y="2343305"/>
                  </a:lnTo>
                  <a:lnTo>
                    <a:pt x="1625446" y="2343305"/>
                  </a:lnTo>
                  <a:lnTo>
                    <a:pt x="1625446" y="2343305"/>
                  </a:lnTo>
                  <a:lnTo>
                    <a:pt x="1630919" y="2343305"/>
                  </a:lnTo>
                  <a:lnTo>
                    <a:pt x="1630919" y="2343305"/>
                  </a:lnTo>
                  <a:lnTo>
                    <a:pt x="1636392" y="2343305"/>
                  </a:lnTo>
                  <a:lnTo>
                    <a:pt x="1636392" y="2343305"/>
                  </a:lnTo>
                  <a:lnTo>
                    <a:pt x="1641865" y="2343305"/>
                  </a:lnTo>
                  <a:lnTo>
                    <a:pt x="1641865" y="2343305"/>
                  </a:lnTo>
                  <a:lnTo>
                    <a:pt x="1647338" y="2343305"/>
                  </a:lnTo>
                  <a:lnTo>
                    <a:pt x="1647338" y="2343305"/>
                  </a:lnTo>
                  <a:lnTo>
                    <a:pt x="1652811" y="2343305"/>
                  </a:lnTo>
                  <a:lnTo>
                    <a:pt x="1652811" y="2343305"/>
                  </a:lnTo>
                  <a:lnTo>
                    <a:pt x="1658284" y="2343305"/>
                  </a:lnTo>
                  <a:lnTo>
                    <a:pt x="1658284" y="2343305"/>
                  </a:lnTo>
                  <a:lnTo>
                    <a:pt x="1663757" y="2343305"/>
                  </a:lnTo>
                  <a:lnTo>
                    <a:pt x="1663757" y="2328826"/>
                  </a:lnTo>
                  <a:lnTo>
                    <a:pt x="1669230" y="2328826"/>
                  </a:lnTo>
                  <a:lnTo>
                    <a:pt x="1669230" y="2328826"/>
                  </a:lnTo>
                  <a:lnTo>
                    <a:pt x="1674702" y="2328826"/>
                  </a:lnTo>
                  <a:lnTo>
                    <a:pt x="1674702" y="2328826"/>
                  </a:lnTo>
                  <a:lnTo>
                    <a:pt x="1680175" y="2328826"/>
                  </a:lnTo>
                  <a:lnTo>
                    <a:pt x="1680175" y="2328826"/>
                  </a:lnTo>
                  <a:lnTo>
                    <a:pt x="1685648" y="2328826"/>
                  </a:lnTo>
                  <a:lnTo>
                    <a:pt x="1685648" y="2328826"/>
                  </a:lnTo>
                  <a:lnTo>
                    <a:pt x="1691121" y="2328826"/>
                  </a:lnTo>
                  <a:lnTo>
                    <a:pt x="1691121" y="2314340"/>
                  </a:lnTo>
                  <a:lnTo>
                    <a:pt x="1696594" y="2314340"/>
                  </a:lnTo>
                  <a:lnTo>
                    <a:pt x="1696594" y="2314340"/>
                  </a:lnTo>
                  <a:lnTo>
                    <a:pt x="1702067" y="2314340"/>
                  </a:lnTo>
                  <a:lnTo>
                    <a:pt x="1702067" y="2314340"/>
                  </a:lnTo>
                  <a:lnTo>
                    <a:pt x="1707540" y="2314340"/>
                  </a:lnTo>
                  <a:lnTo>
                    <a:pt x="1707540" y="2314340"/>
                  </a:lnTo>
                  <a:lnTo>
                    <a:pt x="1713013" y="2314340"/>
                  </a:lnTo>
                  <a:lnTo>
                    <a:pt x="1713013" y="2314340"/>
                  </a:lnTo>
                  <a:lnTo>
                    <a:pt x="1718486" y="2314340"/>
                  </a:lnTo>
                  <a:lnTo>
                    <a:pt x="1718486" y="2314340"/>
                  </a:lnTo>
                  <a:lnTo>
                    <a:pt x="1723958" y="2314340"/>
                  </a:lnTo>
                  <a:lnTo>
                    <a:pt x="1723958" y="2285339"/>
                  </a:lnTo>
                  <a:lnTo>
                    <a:pt x="1729431" y="2285339"/>
                  </a:lnTo>
                  <a:lnTo>
                    <a:pt x="1729431" y="2285339"/>
                  </a:lnTo>
                  <a:lnTo>
                    <a:pt x="1734904" y="2285339"/>
                  </a:lnTo>
                  <a:lnTo>
                    <a:pt x="1734904" y="2285339"/>
                  </a:lnTo>
                  <a:lnTo>
                    <a:pt x="1740377" y="2285339"/>
                  </a:lnTo>
                  <a:lnTo>
                    <a:pt x="1740377" y="2270832"/>
                  </a:lnTo>
                  <a:lnTo>
                    <a:pt x="1745850" y="2270832"/>
                  </a:lnTo>
                  <a:lnTo>
                    <a:pt x="1745850" y="2270832"/>
                  </a:lnTo>
                  <a:lnTo>
                    <a:pt x="1751323" y="2270832"/>
                  </a:lnTo>
                  <a:lnTo>
                    <a:pt x="1751323" y="2270832"/>
                  </a:lnTo>
                  <a:lnTo>
                    <a:pt x="1756796" y="2270832"/>
                  </a:lnTo>
                  <a:lnTo>
                    <a:pt x="1756796" y="2270832"/>
                  </a:lnTo>
                  <a:lnTo>
                    <a:pt x="1762269" y="2270832"/>
                  </a:lnTo>
                  <a:lnTo>
                    <a:pt x="1762269" y="2270832"/>
                  </a:lnTo>
                  <a:lnTo>
                    <a:pt x="1767741" y="2270832"/>
                  </a:lnTo>
                  <a:lnTo>
                    <a:pt x="1767741" y="2270832"/>
                  </a:lnTo>
                  <a:lnTo>
                    <a:pt x="1773214" y="2270832"/>
                  </a:lnTo>
                  <a:lnTo>
                    <a:pt x="1773214" y="2270832"/>
                  </a:lnTo>
                  <a:lnTo>
                    <a:pt x="1778687" y="2270832"/>
                  </a:lnTo>
                  <a:lnTo>
                    <a:pt x="1778687" y="2270832"/>
                  </a:lnTo>
                  <a:lnTo>
                    <a:pt x="1784160" y="2270832"/>
                  </a:lnTo>
                  <a:lnTo>
                    <a:pt x="1784160" y="2270832"/>
                  </a:lnTo>
                  <a:lnTo>
                    <a:pt x="1789633" y="2270832"/>
                  </a:lnTo>
                  <a:lnTo>
                    <a:pt x="1789633" y="2270832"/>
                  </a:lnTo>
                  <a:lnTo>
                    <a:pt x="1795106" y="2270832"/>
                  </a:lnTo>
                  <a:lnTo>
                    <a:pt x="1795106" y="2270832"/>
                  </a:lnTo>
                  <a:lnTo>
                    <a:pt x="1800579" y="2270832"/>
                  </a:lnTo>
                  <a:lnTo>
                    <a:pt x="1800579" y="2270832"/>
                  </a:lnTo>
                  <a:lnTo>
                    <a:pt x="1806052" y="2270832"/>
                  </a:lnTo>
                  <a:lnTo>
                    <a:pt x="1806052" y="2270832"/>
                  </a:lnTo>
                  <a:lnTo>
                    <a:pt x="1811525" y="2270832"/>
                  </a:lnTo>
                  <a:lnTo>
                    <a:pt x="1811525" y="2270832"/>
                  </a:lnTo>
                  <a:lnTo>
                    <a:pt x="1816997" y="2270832"/>
                  </a:lnTo>
                  <a:lnTo>
                    <a:pt x="1816997" y="2270832"/>
                  </a:lnTo>
                  <a:lnTo>
                    <a:pt x="1822470" y="2270832"/>
                  </a:lnTo>
                  <a:lnTo>
                    <a:pt x="1822470" y="2256295"/>
                  </a:lnTo>
                  <a:lnTo>
                    <a:pt x="1827943" y="2256295"/>
                  </a:lnTo>
                  <a:lnTo>
                    <a:pt x="1827943" y="2256295"/>
                  </a:lnTo>
                  <a:lnTo>
                    <a:pt x="1833416" y="2256295"/>
                  </a:lnTo>
                  <a:lnTo>
                    <a:pt x="1833416" y="2256295"/>
                  </a:lnTo>
                  <a:lnTo>
                    <a:pt x="1838889" y="2256295"/>
                  </a:lnTo>
                  <a:lnTo>
                    <a:pt x="1838889" y="2256295"/>
                  </a:lnTo>
                  <a:lnTo>
                    <a:pt x="1844362" y="2256295"/>
                  </a:lnTo>
                  <a:lnTo>
                    <a:pt x="1844362" y="2256295"/>
                  </a:lnTo>
                  <a:lnTo>
                    <a:pt x="1849835" y="2256295"/>
                  </a:lnTo>
                  <a:lnTo>
                    <a:pt x="1849835" y="2256295"/>
                  </a:lnTo>
                  <a:lnTo>
                    <a:pt x="1855308" y="2256295"/>
                  </a:lnTo>
                  <a:lnTo>
                    <a:pt x="1855308" y="2256295"/>
                  </a:lnTo>
                  <a:lnTo>
                    <a:pt x="1860781" y="2256295"/>
                  </a:lnTo>
                  <a:lnTo>
                    <a:pt x="1860781" y="2256295"/>
                  </a:lnTo>
                  <a:lnTo>
                    <a:pt x="1866253" y="2256295"/>
                  </a:lnTo>
                  <a:lnTo>
                    <a:pt x="1866253" y="2241721"/>
                  </a:lnTo>
                  <a:lnTo>
                    <a:pt x="1871726" y="2241721"/>
                  </a:lnTo>
                  <a:lnTo>
                    <a:pt x="1871726" y="2241721"/>
                  </a:lnTo>
                  <a:lnTo>
                    <a:pt x="1877199" y="2241721"/>
                  </a:lnTo>
                  <a:lnTo>
                    <a:pt x="1877199" y="2241721"/>
                  </a:lnTo>
                  <a:lnTo>
                    <a:pt x="1882672" y="2241721"/>
                  </a:lnTo>
                  <a:lnTo>
                    <a:pt x="1882672" y="2241721"/>
                  </a:lnTo>
                  <a:lnTo>
                    <a:pt x="1888145" y="2241721"/>
                  </a:lnTo>
                  <a:lnTo>
                    <a:pt x="1888145" y="2241721"/>
                  </a:lnTo>
                  <a:lnTo>
                    <a:pt x="1893618" y="2241721"/>
                  </a:lnTo>
                  <a:lnTo>
                    <a:pt x="1893618" y="2241721"/>
                  </a:lnTo>
                  <a:lnTo>
                    <a:pt x="1899091" y="2241721"/>
                  </a:lnTo>
                  <a:lnTo>
                    <a:pt x="1899091" y="2241721"/>
                  </a:lnTo>
                  <a:lnTo>
                    <a:pt x="1904564" y="2241721"/>
                  </a:lnTo>
                  <a:lnTo>
                    <a:pt x="1904564" y="2241721"/>
                  </a:lnTo>
                  <a:lnTo>
                    <a:pt x="1910037" y="2241721"/>
                  </a:lnTo>
                  <a:lnTo>
                    <a:pt x="1910037" y="2241721"/>
                  </a:lnTo>
                  <a:lnTo>
                    <a:pt x="1915509" y="2241721"/>
                  </a:lnTo>
                  <a:lnTo>
                    <a:pt x="1915509" y="2227139"/>
                  </a:lnTo>
                  <a:lnTo>
                    <a:pt x="1920982" y="2227139"/>
                  </a:lnTo>
                  <a:lnTo>
                    <a:pt x="1920982" y="2227139"/>
                  </a:lnTo>
                  <a:lnTo>
                    <a:pt x="1926455" y="2227139"/>
                  </a:lnTo>
                  <a:lnTo>
                    <a:pt x="1926455" y="2212536"/>
                  </a:lnTo>
                  <a:lnTo>
                    <a:pt x="1931928" y="2212536"/>
                  </a:lnTo>
                  <a:lnTo>
                    <a:pt x="1931928" y="2212536"/>
                  </a:lnTo>
                  <a:lnTo>
                    <a:pt x="1937401" y="2212536"/>
                  </a:lnTo>
                  <a:lnTo>
                    <a:pt x="1937401" y="2212536"/>
                  </a:lnTo>
                  <a:lnTo>
                    <a:pt x="1942874" y="2212536"/>
                  </a:lnTo>
                  <a:lnTo>
                    <a:pt x="1942874" y="2212536"/>
                  </a:lnTo>
                  <a:lnTo>
                    <a:pt x="1948347" y="2212536"/>
                  </a:lnTo>
                  <a:lnTo>
                    <a:pt x="1948347" y="2197909"/>
                  </a:lnTo>
                  <a:lnTo>
                    <a:pt x="1953820" y="2197909"/>
                  </a:lnTo>
                  <a:lnTo>
                    <a:pt x="1953820" y="2197909"/>
                  </a:lnTo>
                  <a:lnTo>
                    <a:pt x="1959292" y="2197909"/>
                  </a:lnTo>
                  <a:lnTo>
                    <a:pt x="1959292" y="2197909"/>
                  </a:lnTo>
                  <a:lnTo>
                    <a:pt x="1964765" y="2197909"/>
                  </a:lnTo>
                  <a:lnTo>
                    <a:pt x="1964765" y="2197909"/>
                  </a:lnTo>
                  <a:lnTo>
                    <a:pt x="1970238" y="2197909"/>
                  </a:lnTo>
                  <a:lnTo>
                    <a:pt x="1970238" y="2197909"/>
                  </a:lnTo>
                  <a:lnTo>
                    <a:pt x="1975711" y="2197909"/>
                  </a:lnTo>
                  <a:lnTo>
                    <a:pt x="1975711" y="2197909"/>
                  </a:lnTo>
                  <a:lnTo>
                    <a:pt x="1981184" y="2197909"/>
                  </a:lnTo>
                  <a:lnTo>
                    <a:pt x="1981184" y="2197909"/>
                  </a:lnTo>
                  <a:lnTo>
                    <a:pt x="1986657" y="2197909"/>
                  </a:lnTo>
                  <a:lnTo>
                    <a:pt x="1986657" y="2197909"/>
                  </a:lnTo>
                  <a:lnTo>
                    <a:pt x="1992130" y="2197909"/>
                  </a:lnTo>
                  <a:lnTo>
                    <a:pt x="1992130" y="2197909"/>
                  </a:lnTo>
                  <a:lnTo>
                    <a:pt x="1997603" y="2197909"/>
                  </a:lnTo>
                  <a:lnTo>
                    <a:pt x="1997603" y="2197909"/>
                  </a:lnTo>
                  <a:lnTo>
                    <a:pt x="2003076" y="2197909"/>
                  </a:lnTo>
                  <a:lnTo>
                    <a:pt x="2003076" y="2197909"/>
                  </a:lnTo>
                  <a:lnTo>
                    <a:pt x="2008548" y="2197909"/>
                  </a:lnTo>
                  <a:lnTo>
                    <a:pt x="2008548" y="2197909"/>
                  </a:lnTo>
                  <a:lnTo>
                    <a:pt x="2014021" y="2197909"/>
                  </a:lnTo>
                  <a:lnTo>
                    <a:pt x="2014021" y="2197909"/>
                  </a:lnTo>
                  <a:lnTo>
                    <a:pt x="2019494" y="2197909"/>
                  </a:lnTo>
                  <a:lnTo>
                    <a:pt x="2019494" y="2197909"/>
                  </a:lnTo>
                  <a:lnTo>
                    <a:pt x="2024967" y="2197909"/>
                  </a:lnTo>
                  <a:lnTo>
                    <a:pt x="2024967" y="2197909"/>
                  </a:lnTo>
                  <a:lnTo>
                    <a:pt x="2030440" y="2197909"/>
                  </a:lnTo>
                  <a:lnTo>
                    <a:pt x="2030440" y="2183230"/>
                  </a:lnTo>
                  <a:lnTo>
                    <a:pt x="2035913" y="2183230"/>
                  </a:lnTo>
                  <a:lnTo>
                    <a:pt x="2035913" y="2183230"/>
                  </a:lnTo>
                  <a:lnTo>
                    <a:pt x="2041386" y="2183230"/>
                  </a:lnTo>
                  <a:lnTo>
                    <a:pt x="2041386" y="2183230"/>
                  </a:lnTo>
                  <a:lnTo>
                    <a:pt x="2046859" y="2183230"/>
                  </a:lnTo>
                  <a:lnTo>
                    <a:pt x="2046859" y="2183230"/>
                  </a:lnTo>
                  <a:lnTo>
                    <a:pt x="2052332" y="2183230"/>
                  </a:lnTo>
                  <a:lnTo>
                    <a:pt x="2052332" y="2183230"/>
                  </a:lnTo>
                  <a:lnTo>
                    <a:pt x="2057804" y="2183230"/>
                  </a:lnTo>
                  <a:lnTo>
                    <a:pt x="2057804" y="2183230"/>
                  </a:lnTo>
                  <a:lnTo>
                    <a:pt x="2063277" y="2183230"/>
                  </a:lnTo>
                  <a:lnTo>
                    <a:pt x="2063277" y="2183230"/>
                  </a:lnTo>
                  <a:lnTo>
                    <a:pt x="2068750" y="2183230"/>
                  </a:lnTo>
                  <a:lnTo>
                    <a:pt x="2068750" y="2168542"/>
                  </a:lnTo>
                  <a:lnTo>
                    <a:pt x="2074223" y="2168542"/>
                  </a:lnTo>
                  <a:lnTo>
                    <a:pt x="2074223" y="2168542"/>
                  </a:lnTo>
                  <a:lnTo>
                    <a:pt x="2079696" y="2168542"/>
                  </a:lnTo>
                  <a:lnTo>
                    <a:pt x="2079696" y="2168542"/>
                  </a:lnTo>
                  <a:lnTo>
                    <a:pt x="2085169" y="2168542"/>
                  </a:lnTo>
                  <a:lnTo>
                    <a:pt x="2085169" y="2168542"/>
                  </a:lnTo>
                  <a:lnTo>
                    <a:pt x="2090642" y="2168542"/>
                  </a:lnTo>
                  <a:lnTo>
                    <a:pt x="2090642" y="2168542"/>
                  </a:lnTo>
                  <a:lnTo>
                    <a:pt x="2096115" y="2168542"/>
                  </a:lnTo>
                  <a:lnTo>
                    <a:pt x="2096115" y="2153847"/>
                  </a:lnTo>
                  <a:lnTo>
                    <a:pt x="2101588" y="2153847"/>
                  </a:lnTo>
                  <a:lnTo>
                    <a:pt x="2101588" y="2153847"/>
                  </a:lnTo>
                  <a:lnTo>
                    <a:pt x="2107060" y="2153847"/>
                  </a:lnTo>
                  <a:lnTo>
                    <a:pt x="2107060" y="2153847"/>
                  </a:lnTo>
                  <a:lnTo>
                    <a:pt x="2112533" y="2153847"/>
                  </a:lnTo>
                  <a:lnTo>
                    <a:pt x="2112533" y="2153847"/>
                  </a:lnTo>
                  <a:lnTo>
                    <a:pt x="2118006" y="2153847"/>
                  </a:lnTo>
                  <a:lnTo>
                    <a:pt x="2118006" y="2153847"/>
                  </a:lnTo>
                  <a:lnTo>
                    <a:pt x="2123479" y="2153847"/>
                  </a:lnTo>
                  <a:lnTo>
                    <a:pt x="2123479" y="2153847"/>
                  </a:lnTo>
                  <a:lnTo>
                    <a:pt x="2128952" y="2153847"/>
                  </a:lnTo>
                  <a:lnTo>
                    <a:pt x="2128952" y="2153847"/>
                  </a:lnTo>
                  <a:lnTo>
                    <a:pt x="2134425" y="2153847"/>
                  </a:lnTo>
                  <a:lnTo>
                    <a:pt x="2134425" y="2153847"/>
                  </a:lnTo>
                  <a:lnTo>
                    <a:pt x="2139898" y="2153847"/>
                  </a:lnTo>
                  <a:lnTo>
                    <a:pt x="2139898" y="2153847"/>
                  </a:lnTo>
                  <a:lnTo>
                    <a:pt x="2145371" y="2153847"/>
                  </a:lnTo>
                  <a:lnTo>
                    <a:pt x="2145371" y="2139106"/>
                  </a:lnTo>
                  <a:lnTo>
                    <a:pt x="2150843" y="2139106"/>
                  </a:lnTo>
                  <a:lnTo>
                    <a:pt x="2150843" y="2139106"/>
                  </a:lnTo>
                  <a:lnTo>
                    <a:pt x="2156316" y="2139106"/>
                  </a:lnTo>
                  <a:lnTo>
                    <a:pt x="2156316" y="2139106"/>
                  </a:lnTo>
                  <a:lnTo>
                    <a:pt x="2161789" y="2139106"/>
                  </a:lnTo>
                  <a:lnTo>
                    <a:pt x="2161789" y="2139106"/>
                  </a:lnTo>
                  <a:lnTo>
                    <a:pt x="2167262" y="2139106"/>
                  </a:lnTo>
                  <a:lnTo>
                    <a:pt x="2167262" y="2139106"/>
                  </a:lnTo>
                  <a:lnTo>
                    <a:pt x="2172735" y="2139106"/>
                  </a:lnTo>
                  <a:lnTo>
                    <a:pt x="2172735" y="2139106"/>
                  </a:lnTo>
                  <a:lnTo>
                    <a:pt x="2178208" y="2139106"/>
                  </a:lnTo>
                  <a:lnTo>
                    <a:pt x="2178208" y="2139106"/>
                  </a:lnTo>
                  <a:lnTo>
                    <a:pt x="2183681" y="2139106"/>
                  </a:lnTo>
                  <a:lnTo>
                    <a:pt x="2183681" y="2139106"/>
                  </a:lnTo>
                  <a:lnTo>
                    <a:pt x="2189154" y="2139106"/>
                  </a:lnTo>
                  <a:lnTo>
                    <a:pt x="2189154" y="2139106"/>
                  </a:lnTo>
                  <a:lnTo>
                    <a:pt x="2194627" y="2139106"/>
                  </a:lnTo>
                  <a:lnTo>
                    <a:pt x="2194627" y="2124333"/>
                  </a:lnTo>
                  <a:lnTo>
                    <a:pt x="2200099" y="2124333"/>
                  </a:lnTo>
                  <a:lnTo>
                    <a:pt x="2200099" y="2124333"/>
                  </a:lnTo>
                  <a:lnTo>
                    <a:pt x="2205572" y="2124333"/>
                  </a:lnTo>
                  <a:lnTo>
                    <a:pt x="2205572" y="2124333"/>
                  </a:lnTo>
                  <a:lnTo>
                    <a:pt x="2211045" y="2124333"/>
                  </a:lnTo>
                  <a:lnTo>
                    <a:pt x="2211045" y="2124333"/>
                  </a:lnTo>
                  <a:lnTo>
                    <a:pt x="2216518" y="2124333"/>
                  </a:lnTo>
                  <a:lnTo>
                    <a:pt x="2216518" y="2124333"/>
                  </a:lnTo>
                  <a:lnTo>
                    <a:pt x="2221991" y="2124333"/>
                  </a:lnTo>
                  <a:lnTo>
                    <a:pt x="2221991" y="2124333"/>
                  </a:lnTo>
                  <a:lnTo>
                    <a:pt x="2227464" y="2124333"/>
                  </a:lnTo>
                  <a:lnTo>
                    <a:pt x="2227464" y="2124333"/>
                  </a:lnTo>
                  <a:lnTo>
                    <a:pt x="2232937" y="2124333"/>
                  </a:lnTo>
                  <a:lnTo>
                    <a:pt x="2232937" y="2124333"/>
                  </a:lnTo>
                  <a:lnTo>
                    <a:pt x="2238410" y="2124333"/>
                  </a:lnTo>
                  <a:lnTo>
                    <a:pt x="2238410" y="2124333"/>
                  </a:lnTo>
                  <a:lnTo>
                    <a:pt x="2243883" y="2124333"/>
                  </a:lnTo>
                  <a:lnTo>
                    <a:pt x="2243883" y="2124333"/>
                  </a:lnTo>
                  <a:lnTo>
                    <a:pt x="2249355" y="2124333"/>
                  </a:lnTo>
                  <a:lnTo>
                    <a:pt x="2249355" y="2109512"/>
                  </a:lnTo>
                  <a:lnTo>
                    <a:pt x="2254828" y="2109512"/>
                  </a:lnTo>
                  <a:lnTo>
                    <a:pt x="2254828" y="2109512"/>
                  </a:lnTo>
                  <a:lnTo>
                    <a:pt x="2260301" y="2109512"/>
                  </a:lnTo>
                  <a:lnTo>
                    <a:pt x="2260301" y="2094691"/>
                  </a:lnTo>
                  <a:lnTo>
                    <a:pt x="2265774" y="2094691"/>
                  </a:lnTo>
                  <a:lnTo>
                    <a:pt x="2265774" y="2094691"/>
                  </a:lnTo>
                  <a:lnTo>
                    <a:pt x="2271247" y="2094691"/>
                  </a:lnTo>
                  <a:lnTo>
                    <a:pt x="2271247" y="2079862"/>
                  </a:lnTo>
                  <a:lnTo>
                    <a:pt x="2276720" y="2079862"/>
                  </a:lnTo>
                  <a:lnTo>
                    <a:pt x="2276720" y="2079862"/>
                  </a:lnTo>
                  <a:lnTo>
                    <a:pt x="2282193" y="2079862"/>
                  </a:lnTo>
                  <a:lnTo>
                    <a:pt x="2282193" y="2079862"/>
                  </a:lnTo>
                  <a:lnTo>
                    <a:pt x="2287666" y="2079862"/>
                  </a:lnTo>
                  <a:lnTo>
                    <a:pt x="2287666" y="2079862"/>
                  </a:lnTo>
                  <a:lnTo>
                    <a:pt x="2293138" y="2079862"/>
                  </a:lnTo>
                  <a:lnTo>
                    <a:pt x="2293138" y="2079862"/>
                  </a:lnTo>
                  <a:lnTo>
                    <a:pt x="2298611" y="2079862"/>
                  </a:lnTo>
                  <a:lnTo>
                    <a:pt x="2298611" y="2065026"/>
                  </a:lnTo>
                  <a:lnTo>
                    <a:pt x="2304084" y="2065026"/>
                  </a:lnTo>
                  <a:lnTo>
                    <a:pt x="2304084" y="2050189"/>
                  </a:lnTo>
                  <a:lnTo>
                    <a:pt x="2309557" y="2050189"/>
                  </a:lnTo>
                  <a:lnTo>
                    <a:pt x="2309557" y="2050189"/>
                  </a:lnTo>
                  <a:lnTo>
                    <a:pt x="2315030" y="2050189"/>
                  </a:lnTo>
                  <a:lnTo>
                    <a:pt x="2315030" y="2050189"/>
                  </a:lnTo>
                  <a:lnTo>
                    <a:pt x="2320503" y="2050189"/>
                  </a:lnTo>
                  <a:lnTo>
                    <a:pt x="2320503" y="2035352"/>
                  </a:lnTo>
                  <a:lnTo>
                    <a:pt x="2325976" y="2035352"/>
                  </a:lnTo>
                  <a:lnTo>
                    <a:pt x="2325976" y="2035352"/>
                  </a:lnTo>
                  <a:lnTo>
                    <a:pt x="2331449" y="2035352"/>
                  </a:lnTo>
                  <a:lnTo>
                    <a:pt x="2331449" y="2035352"/>
                  </a:lnTo>
                  <a:lnTo>
                    <a:pt x="2336922" y="2035352"/>
                  </a:lnTo>
                  <a:lnTo>
                    <a:pt x="2336922" y="2020515"/>
                  </a:lnTo>
                  <a:lnTo>
                    <a:pt x="2342394" y="2020515"/>
                  </a:lnTo>
                  <a:lnTo>
                    <a:pt x="2342394" y="2020515"/>
                  </a:lnTo>
                  <a:lnTo>
                    <a:pt x="2347867" y="2020515"/>
                  </a:lnTo>
                  <a:lnTo>
                    <a:pt x="2347867" y="2005662"/>
                  </a:lnTo>
                  <a:lnTo>
                    <a:pt x="2353340" y="2005662"/>
                  </a:lnTo>
                  <a:lnTo>
                    <a:pt x="2353340" y="2005662"/>
                  </a:lnTo>
                  <a:lnTo>
                    <a:pt x="2358813" y="2005662"/>
                  </a:lnTo>
                  <a:lnTo>
                    <a:pt x="2358813" y="1975956"/>
                  </a:lnTo>
                  <a:lnTo>
                    <a:pt x="2364286" y="1975956"/>
                  </a:lnTo>
                  <a:lnTo>
                    <a:pt x="2364286" y="1975956"/>
                  </a:lnTo>
                  <a:lnTo>
                    <a:pt x="2369759" y="1975956"/>
                  </a:lnTo>
                  <a:lnTo>
                    <a:pt x="2369759" y="1961103"/>
                  </a:lnTo>
                  <a:lnTo>
                    <a:pt x="2375232" y="1961103"/>
                  </a:lnTo>
                  <a:lnTo>
                    <a:pt x="2375232" y="1946250"/>
                  </a:lnTo>
                  <a:lnTo>
                    <a:pt x="2380705" y="1946250"/>
                  </a:lnTo>
                  <a:lnTo>
                    <a:pt x="2380705" y="1946250"/>
                  </a:lnTo>
                  <a:lnTo>
                    <a:pt x="2386178" y="1946250"/>
                  </a:lnTo>
                  <a:lnTo>
                    <a:pt x="2386178" y="1946250"/>
                  </a:lnTo>
                  <a:lnTo>
                    <a:pt x="2391650" y="1946250"/>
                  </a:lnTo>
                  <a:lnTo>
                    <a:pt x="2391650" y="1946250"/>
                  </a:lnTo>
                  <a:lnTo>
                    <a:pt x="2397123" y="1946250"/>
                  </a:lnTo>
                  <a:lnTo>
                    <a:pt x="2397123" y="1946250"/>
                  </a:lnTo>
                  <a:lnTo>
                    <a:pt x="2402596" y="1946250"/>
                  </a:lnTo>
                  <a:lnTo>
                    <a:pt x="2402596" y="1931380"/>
                  </a:lnTo>
                  <a:lnTo>
                    <a:pt x="2408069" y="1931380"/>
                  </a:lnTo>
                  <a:lnTo>
                    <a:pt x="2408069" y="1916511"/>
                  </a:lnTo>
                  <a:lnTo>
                    <a:pt x="2413542" y="1916511"/>
                  </a:lnTo>
                  <a:lnTo>
                    <a:pt x="2413542" y="1901641"/>
                  </a:lnTo>
                  <a:lnTo>
                    <a:pt x="2419015" y="1901641"/>
                  </a:lnTo>
                  <a:lnTo>
                    <a:pt x="2419015" y="1886747"/>
                  </a:lnTo>
                  <a:lnTo>
                    <a:pt x="2424488" y="1886747"/>
                  </a:lnTo>
                  <a:lnTo>
                    <a:pt x="2424488" y="1886747"/>
                  </a:lnTo>
                  <a:lnTo>
                    <a:pt x="2429961" y="1886747"/>
                  </a:lnTo>
                  <a:lnTo>
                    <a:pt x="2429961" y="1886747"/>
                  </a:lnTo>
                  <a:lnTo>
                    <a:pt x="2435434" y="1886747"/>
                  </a:lnTo>
                  <a:lnTo>
                    <a:pt x="2435434" y="1886747"/>
                  </a:lnTo>
                  <a:lnTo>
                    <a:pt x="2440906" y="1886747"/>
                  </a:lnTo>
                  <a:lnTo>
                    <a:pt x="2440906" y="1886747"/>
                  </a:lnTo>
                  <a:lnTo>
                    <a:pt x="2446379" y="1886747"/>
                  </a:lnTo>
                  <a:lnTo>
                    <a:pt x="2446379" y="1886747"/>
                  </a:lnTo>
                  <a:lnTo>
                    <a:pt x="2451852" y="1886747"/>
                  </a:lnTo>
                  <a:lnTo>
                    <a:pt x="2451852" y="1871845"/>
                  </a:lnTo>
                  <a:lnTo>
                    <a:pt x="2457325" y="1871845"/>
                  </a:lnTo>
                  <a:lnTo>
                    <a:pt x="2457325" y="1856934"/>
                  </a:lnTo>
                  <a:lnTo>
                    <a:pt x="2462798" y="1856934"/>
                  </a:lnTo>
                  <a:lnTo>
                    <a:pt x="2462798" y="1856934"/>
                  </a:lnTo>
                  <a:lnTo>
                    <a:pt x="2468271" y="1856934"/>
                  </a:lnTo>
                  <a:lnTo>
                    <a:pt x="2468271" y="1856934"/>
                  </a:lnTo>
                  <a:lnTo>
                    <a:pt x="2473744" y="1856934"/>
                  </a:lnTo>
                  <a:lnTo>
                    <a:pt x="2473744" y="1856934"/>
                  </a:lnTo>
                  <a:lnTo>
                    <a:pt x="2479217" y="1856934"/>
                  </a:lnTo>
                  <a:lnTo>
                    <a:pt x="2479217" y="1856934"/>
                  </a:lnTo>
                  <a:lnTo>
                    <a:pt x="2484689" y="1856934"/>
                  </a:lnTo>
                  <a:lnTo>
                    <a:pt x="2484689" y="1856934"/>
                  </a:lnTo>
                  <a:lnTo>
                    <a:pt x="2490162" y="1856934"/>
                  </a:lnTo>
                  <a:lnTo>
                    <a:pt x="2490162" y="1856934"/>
                  </a:lnTo>
                  <a:lnTo>
                    <a:pt x="2495635" y="1856934"/>
                  </a:lnTo>
                  <a:lnTo>
                    <a:pt x="2495635" y="1856934"/>
                  </a:lnTo>
                  <a:lnTo>
                    <a:pt x="2501108" y="1856934"/>
                  </a:lnTo>
                  <a:lnTo>
                    <a:pt x="2501108" y="1856934"/>
                  </a:lnTo>
                  <a:lnTo>
                    <a:pt x="2506581" y="1856934"/>
                  </a:lnTo>
                  <a:lnTo>
                    <a:pt x="2506581" y="1856934"/>
                  </a:lnTo>
                  <a:lnTo>
                    <a:pt x="2512054" y="1856934"/>
                  </a:lnTo>
                  <a:lnTo>
                    <a:pt x="2512054" y="1856934"/>
                  </a:lnTo>
                  <a:lnTo>
                    <a:pt x="2517527" y="1856934"/>
                  </a:lnTo>
                  <a:lnTo>
                    <a:pt x="2517527" y="1856934"/>
                  </a:lnTo>
                  <a:lnTo>
                    <a:pt x="2523000" y="1856934"/>
                  </a:lnTo>
                  <a:lnTo>
                    <a:pt x="2523000" y="1856934"/>
                  </a:lnTo>
                  <a:lnTo>
                    <a:pt x="2528473" y="1856934"/>
                  </a:lnTo>
                  <a:lnTo>
                    <a:pt x="2528473" y="1856934"/>
                  </a:lnTo>
                  <a:lnTo>
                    <a:pt x="2533945" y="1856934"/>
                  </a:lnTo>
                  <a:lnTo>
                    <a:pt x="2533945" y="1856934"/>
                  </a:lnTo>
                  <a:lnTo>
                    <a:pt x="2539418" y="1856934"/>
                  </a:lnTo>
                  <a:lnTo>
                    <a:pt x="2539418" y="1856934"/>
                  </a:lnTo>
                  <a:lnTo>
                    <a:pt x="2544891" y="1856934"/>
                  </a:lnTo>
                  <a:lnTo>
                    <a:pt x="2544891" y="1856934"/>
                  </a:lnTo>
                  <a:lnTo>
                    <a:pt x="2550364" y="1856934"/>
                  </a:lnTo>
                  <a:lnTo>
                    <a:pt x="2550364" y="1856934"/>
                  </a:lnTo>
                  <a:lnTo>
                    <a:pt x="2555837" y="1856934"/>
                  </a:lnTo>
                  <a:lnTo>
                    <a:pt x="2555837" y="1856934"/>
                  </a:lnTo>
                  <a:lnTo>
                    <a:pt x="2561310" y="1856934"/>
                  </a:lnTo>
                  <a:lnTo>
                    <a:pt x="2561310" y="1856934"/>
                  </a:lnTo>
                  <a:lnTo>
                    <a:pt x="2566783" y="1856934"/>
                  </a:lnTo>
                  <a:lnTo>
                    <a:pt x="2566783" y="1856934"/>
                  </a:lnTo>
                  <a:lnTo>
                    <a:pt x="2572256" y="1856934"/>
                  </a:lnTo>
                  <a:lnTo>
                    <a:pt x="2572256" y="1856934"/>
                  </a:lnTo>
                  <a:lnTo>
                    <a:pt x="2577729" y="1856934"/>
                  </a:lnTo>
                  <a:lnTo>
                    <a:pt x="2577729" y="1856934"/>
                  </a:lnTo>
                  <a:lnTo>
                    <a:pt x="2583201" y="1856934"/>
                  </a:lnTo>
                  <a:lnTo>
                    <a:pt x="2583201" y="1856934"/>
                  </a:lnTo>
                  <a:lnTo>
                    <a:pt x="2588674" y="1856934"/>
                  </a:lnTo>
                  <a:lnTo>
                    <a:pt x="2588674" y="1856934"/>
                  </a:lnTo>
                  <a:lnTo>
                    <a:pt x="2594147" y="1856934"/>
                  </a:lnTo>
                  <a:lnTo>
                    <a:pt x="2594147" y="1856934"/>
                  </a:lnTo>
                  <a:lnTo>
                    <a:pt x="2599620" y="1856934"/>
                  </a:lnTo>
                  <a:lnTo>
                    <a:pt x="2599620" y="1856934"/>
                  </a:lnTo>
                  <a:lnTo>
                    <a:pt x="2605093" y="1856934"/>
                  </a:lnTo>
                  <a:lnTo>
                    <a:pt x="2605093" y="1841948"/>
                  </a:lnTo>
                  <a:lnTo>
                    <a:pt x="2610566" y="1841948"/>
                  </a:lnTo>
                  <a:lnTo>
                    <a:pt x="2610566" y="1841948"/>
                  </a:lnTo>
                  <a:lnTo>
                    <a:pt x="2616039" y="1841948"/>
                  </a:lnTo>
                  <a:lnTo>
                    <a:pt x="2616039" y="1841948"/>
                  </a:lnTo>
                  <a:lnTo>
                    <a:pt x="2621512" y="1841948"/>
                  </a:lnTo>
                  <a:lnTo>
                    <a:pt x="2621512" y="1841948"/>
                  </a:lnTo>
                  <a:lnTo>
                    <a:pt x="2626985" y="1841948"/>
                  </a:lnTo>
                  <a:lnTo>
                    <a:pt x="2626985" y="1841948"/>
                  </a:lnTo>
                  <a:lnTo>
                    <a:pt x="2632457" y="1841948"/>
                  </a:lnTo>
                  <a:lnTo>
                    <a:pt x="2632457" y="1841948"/>
                  </a:lnTo>
                  <a:lnTo>
                    <a:pt x="2637930" y="1841948"/>
                  </a:lnTo>
                  <a:lnTo>
                    <a:pt x="2637930" y="1826953"/>
                  </a:lnTo>
                  <a:lnTo>
                    <a:pt x="2643403" y="1826953"/>
                  </a:lnTo>
                  <a:lnTo>
                    <a:pt x="2643403" y="1826953"/>
                  </a:lnTo>
                  <a:lnTo>
                    <a:pt x="2648876" y="1826953"/>
                  </a:lnTo>
                  <a:lnTo>
                    <a:pt x="2648876" y="1826953"/>
                  </a:lnTo>
                  <a:lnTo>
                    <a:pt x="2654349" y="1826953"/>
                  </a:lnTo>
                  <a:lnTo>
                    <a:pt x="2654349" y="1826953"/>
                  </a:lnTo>
                  <a:lnTo>
                    <a:pt x="2659822" y="1826953"/>
                  </a:lnTo>
                  <a:lnTo>
                    <a:pt x="2659822" y="1826953"/>
                  </a:lnTo>
                  <a:lnTo>
                    <a:pt x="2665295" y="1826953"/>
                  </a:lnTo>
                  <a:lnTo>
                    <a:pt x="2665295" y="1811950"/>
                  </a:lnTo>
                  <a:lnTo>
                    <a:pt x="2670768" y="1811950"/>
                  </a:lnTo>
                  <a:lnTo>
                    <a:pt x="2670768" y="1811950"/>
                  </a:lnTo>
                  <a:lnTo>
                    <a:pt x="2676240" y="1811950"/>
                  </a:lnTo>
                  <a:lnTo>
                    <a:pt x="2676240" y="1811950"/>
                  </a:lnTo>
                  <a:lnTo>
                    <a:pt x="2681713" y="1811950"/>
                  </a:lnTo>
                  <a:lnTo>
                    <a:pt x="2681713" y="1796938"/>
                  </a:lnTo>
                  <a:lnTo>
                    <a:pt x="2687186" y="1796938"/>
                  </a:lnTo>
                  <a:lnTo>
                    <a:pt x="2687186" y="1796938"/>
                  </a:lnTo>
                  <a:lnTo>
                    <a:pt x="2692659" y="1796938"/>
                  </a:lnTo>
                  <a:lnTo>
                    <a:pt x="2692659" y="1796938"/>
                  </a:lnTo>
                  <a:lnTo>
                    <a:pt x="2698132" y="1796938"/>
                  </a:lnTo>
                  <a:lnTo>
                    <a:pt x="2698132" y="1796938"/>
                  </a:lnTo>
                  <a:lnTo>
                    <a:pt x="2703605" y="1796938"/>
                  </a:lnTo>
                  <a:lnTo>
                    <a:pt x="2703605" y="1796938"/>
                  </a:lnTo>
                  <a:lnTo>
                    <a:pt x="2709078" y="1796938"/>
                  </a:lnTo>
                  <a:lnTo>
                    <a:pt x="2709078" y="1796938"/>
                  </a:lnTo>
                  <a:lnTo>
                    <a:pt x="2714551" y="1796938"/>
                  </a:lnTo>
                  <a:lnTo>
                    <a:pt x="2714551" y="1796938"/>
                  </a:lnTo>
                  <a:lnTo>
                    <a:pt x="2720024" y="1796938"/>
                  </a:lnTo>
                  <a:lnTo>
                    <a:pt x="2720024" y="1796938"/>
                  </a:lnTo>
                  <a:lnTo>
                    <a:pt x="2725496" y="1796938"/>
                  </a:lnTo>
                  <a:lnTo>
                    <a:pt x="2725496" y="1796938"/>
                  </a:lnTo>
                  <a:lnTo>
                    <a:pt x="2730969" y="1796938"/>
                  </a:lnTo>
                  <a:lnTo>
                    <a:pt x="2730969" y="1796938"/>
                  </a:lnTo>
                  <a:lnTo>
                    <a:pt x="2736442" y="1796938"/>
                  </a:lnTo>
                  <a:lnTo>
                    <a:pt x="2736442" y="1781891"/>
                  </a:lnTo>
                  <a:lnTo>
                    <a:pt x="2741915" y="1781891"/>
                  </a:lnTo>
                  <a:lnTo>
                    <a:pt x="2741915" y="1781891"/>
                  </a:lnTo>
                  <a:lnTo>
                    <a:pt x="2747388" y="1781891"/>
                  </a:lnTo>
                  <a:lnTo>
                    <a:pt x="2747388" y="1781891"/>
                  </a:lnTo>
                  <a:lnTo>
                    <a:pt x="2752861" y="1781891"/>
                  </a:lnTo>
                  <a:lnTo>
                    <a:pt x="2752861" y="1781891"/>
                  </a:lnTo>
                  <a:lnTo>
                    <a:pt x="2758334" y="1781891"/>
                  </a:lnTo>
                  <a:lnTo>
                    <a:pt x="2758334" y="1781891"/>
                  </a:lnTo>
                  <a:lnTo>
                    <a:pt x="2763807" y="1781891"/>
                  </a:lnTo>
                  <a:lnTo>
                    <a:pt x="2763807" y="1781891"/>
                  </a:lnTo>
                  <a:lnTo>
                    <a:pt x="2769280" y="1781891"/>
                  </a:lnTo>
                  <a:lnTo>
                    <a:pt x="2769280" y="1781891"/>
                  </a:lnTo>
                  <a:lnTo>
                    <a:pt x="2774752" y="1781891"/>
                  </a:lnTo>
                  <a:lnTo>
                    <a:pt x="2774752" y="1781891"/>
                  </a:lnTo>
                  <a:lnTo>
                    <a:pt x="2780225" y="1781891"/>
                  </a:lnTo>
                  <a:lnTo>
                    <a:pt x="2780225" y="1781891"/>
                  </a:lnTo>
                  <a:lnTo>
                    <a:pt x="2785698" y="1781891"/>
                  </a:lnTo>
                  <a:lnTo>
                    <a:pt x="2785698" y="1781891"/>
                  </a:lnTo>
                  <a:lnTo>
                    <a:pt x="2791171" y="1781891"/>
                  </a:lnTo>
                  <a:lnTo>
                    <a:pt x="2791171" y="1781891"/>
                  </a:lnTo>
                  <a:lnTo>
                    <a:pt x="2796644" y="1781891"/>
                  </a:lnTo>
                  <a:lnTo>
                    <a:pt x="2796644" y="1781891"/>
                  </a:lnTo>
                  <a:lnTo>
                    <a:pt x="2802117" y="1781891"/>
                  </a:lnTo>
                  <a:lnTo>
                    <a:pt x="2802117" y="1781891"/>
                  </a:lnTo>
                  <a:lnTo>
                    <a:pt x="2807590" y="1781891"/>
                  </a:lnTo>
                  <a:lnTo>
                    <a:pt x="2807590" y="1781891"/>
                  </a:lnTo>
                  <a:lnTo>
                    <a:pt x="2813063" y="1781891"/>
                  </a:lnTo>
                  <a:lnTo>
                    <a:pt x="2813063" y="1781891"/>
                  </a:lnTo>
                  <a:lnTo>
                    <a:pt x="2818535" y="1781891"/>
                  </a:lnTo>
                  <a:lnTo>
                    <a:pt x="2818535" y="1781891"/>
                  </a:lnTo>
                  <a:lnTo>
                    <a:pt x="2824008" y="1781891"/>
                  </a:lnTo>
                  <a:lnTo>
                    <a:pt x="2824008" y="1766792"/>
                  </a:lnTo>
                  <a:lnTo>
                    <a:pt x="2829481" y="1766792"/>
                  </a:lnTo>
                  <a:lnTo>
                    <a:pt x="2829481" y="1766792"/>
                  </a:lnTo>
                  <a:lnTo>
                    <a:pt x="2834954" y="1766792"/>
                  </a:lnTo>
                  <a:lnTo>
                    <a:pt x="2834954" y="1766792"/>
                  </a:lnTo>
                  <a:lnTo>
                    <a:pt x="2840427" y="1766792"/>
                  </a:lnTo>
                  <a:lnTo>
                    <a:pt x="2840427" y="1751676"/>
                  </a:lnTo>
                  <a:lnTo>
                    <a:pt x="2845900" y="1751676"/>
                  </a:lnTo>
                  <a:lnTo>
                    <a:pt x="2845900" y="1751676"/>
                  </a:lnTo>
                  <a:lnTo>
                    <a:pt x="2851373" y="1751676"/>
                  </a:lnTo>
                  <a:lnTo>
                    <a:pt x="2851373" y="1751676"/>
                  </a:lnTo>
                  <a:lnTo>
                    <a:pt x="2856846" y="1751676"/>
                  </a:lnTo>
                  <a:lnTo>
                    <a:pt x="2856846" y="1751676"/>
                  </a:lnTo>
                  <a:lnTo>
                    <a:pt x="2862319" y="1751676"/>
                  </a:lnTo>
                  <a:lnTo>
                    <a:pt x="2862319" y="1736542"/>
                  </a:lnTo>
                  <a:lnTo>
                    <a:pt x="2867791" y="1736542"/>
                  </a:lnTo>
                  <a:lnTo>
                    <a:pt x="2867791" y="1736542"/>
                  </a:lnTo>
                  <a:lnTo>
                    <a:pt x="2873264" y="1736542"/>
                  </a:lnTo>
                  <a:lnTo>
                    <a:pt x="2873264" y="1736542"/>
                  </a:lnTo>
                  <a:lnTo>
                    <a:pt x="2878737" y="1736542"/>
                  </a:lnTo>
                  <a:lnTo>
                    <a:pt x="2878737" y="1736542"/>
                  </a:lnTo>
                  <a:lnTo>
                    <a:pt x="2884210" y="1736542"/>
                  </a:lnTo>
                  <a:lnTo>
                    <a:pt x="2884210" y="1736542"/>
                  </a:lnTo>
                  <a:lnTo>
                    <a:pt x="2889683" y="1736542"/>
                  </a:lnTo>
                  <a:lnTo>
                    <a:pt x="2889683" y="1736542"/>
                  </a:lnTo>
                  <a:lnTo>
                    <a:pt x="2895156" y="1736542"/>
                  </a:lnTo>
                  <a:lnTo>
                    <a:pt x="2895156" y="1736542"/>
                  </a:lnTo>
                  <a:lnTo>
                    <a:pt x="2900629" y="1736542"/>
                  </a:lnTo>
                  <a:lnTo>
                    <a:pt x="2900629" y="1736542"/>
                  </a:lnTo>
                  <a:lnTo>
                    <a:pt x="2906102" y="1736542"/>
                  </a:lnTo>
                  <a:lnTo>
                    <a:pt x="2906102" y="1736542"/>
                  </a:lnTo>
                  <a:lnTo>
                    <a:pt x="2911575" y="1736542"/>
                  </a:lnTo>
                  <a:lnTo>
                    <a:pt x="2911575" y="1736542"/>
                  </a:lnTo>
                  <a:lnTo>
                    <a:pt x="2917047" y="1736542"/>
                  </a:lnTo>
                  <a:lnTo>
                    <a:pt x="2917047" y="1736542"/>
                  </a:lnTo>
                  <a:lnTo>
                    <a:pt x="2922520" y="1736542"/>
                  </a:lnTo>
                  <a:lnTo>
                    <a:pt x="2922520" y="1736542"/>
                  </a:lnTo>
                  <a:lnTo>
                    <a:pt x="2927993" y="1736542"/>
                  </a:lnTo>
                  <a:lnTo>
                    <a:pt x="2927993" y="1736542"/>
                  </a:lnTo>
                  <a:lnTo>
                    <a:pt x="2933466" y="1736542"/>
                  </a:lnTo>
                  <a:lnTo>
                    <a:pt x="2933466" y="1736542"/>
                  </a:lnTo>
                  <a:lnTo>
                    <a:pt x="2938939" y="1736542"/>
                  </a:lnTo>
                  <a:lnTo>
                    <a:pt x="2938939" y="1736542"/>
                  </a:lnTo>
                  <a:lnTo>
                    <a:pt x="2944412" y="1736542"/>
                  </a:lnTo>
                  <a:lnTo>
                    <a:pt x="2944412" y="1736542"/>
                  </a:lnTo>
                  <a:lnTo>
                    <a:pt x="2949885" y="1736542"/>
                  </a:lnTo>
                  <a:lnTo>
                    <a:pt x="2949885" y="1736542"/>
                  </a:lnTo>
                  <a:lnTo>
                    <a:pt x="2955358" y="1736542"/>
                  </a:lnTo>
                  <a:lnTo>
                    <a:pt x="2955358" y="1736542"/>
                  </a:lnTo>
                  <a:lnTo>
                    <a:pt x="2960831" y="1736542"/>
                  </a:lnTo>
                  <a:lnTo>
                    <a:pt x="2960831" y="1736542"/>
                  </a:lnTo>
                  <a:lnTo>
                    <a:pt x="2966303" y="1736542"/>
                  </a:lnTo>
                  <a:lnTo>
                    <a:pt x="2966303" y="1736542"/>
                  </a:lnTo>
                  <a:lnTo>
                    <a:pt x="2971776" y="1736542"/>
                  </a:lnTo>
                  <a:lnTo>
                    <a:pt x="2971776" y="1736542"/>
                  </a:lnTo>
                  <a:lnTo>
                    <a:pt x="2977249" y="1736542"/>
                  </a:lnTo>
                  <a:lnTo>
                    <a:pt x="2977249" y="1736542"/>
                  </a:lnTo>
                  <a:lnTo>
                    <a:pt x="2982722" y="1736542"/>
                  </a:lnTo>
                  <a:lnTo>
                    <a:pt x="2982722" y="1736542"/>
                  </a:lnTo>
                  <a:lnTo>
                    <a:pt x="2988195" y="1736542"/>
                  </a:lnTo>
                  <a:lnTo>
                    <a:pt x="2988195" y="1736542"/>
                  </a:lnTo>
                  <a:lnTo>
                    <a:pt x="2993668" y="1736542"/>
                  </a:lnTo>
                  <a:lnTo>
                    <a:pt x="2993668" y="1736542"/>
                  </a:lnTo>
                  <a:lnTo>
                    <a:pt x="2999141" y="1736542"/>
                  </a:lnTo>
                  <a:lnTo>
                    <a:pt x="2999141" y="1736542"/>
                  </a:lnTo>
                  <a:lnTo>
                    <a:pt x="3004614" y="1736542"/>
                  </a:lnTo>
                  <a:lnTo>
                    <a:pt x="3004614" y="1736542"/>
                  </a:lnTo>
                  <a:lnTo>
                    <a:pt x="3010086" y="1736542"/>
                  </a:lnTo>
                  <a:lnTo>
                    <a:pt x="3010086" y="1736542"/>
                  </a:lnTo>
                  <a:lnTo>
                    <a:pt x="3015559" y="1736542"/>
                  </a:lnTo>
                  <a:lnTo>
                    <a:pt x="3015559" y="1736542"/>
                  </a:lnTo>
                  <a:lnTo>
                    <a:pt x="3021032" y="1736542"/>
                  </a:lnTo>
                  <a:lnTo>
                    <a:pt x="3021032" y="1736542"/>
                  </a:lnTo>
                  <a:lnTo>
                    <a:pt x="3026505" y="1736542"/>
                  </a:lnTo>
                  <a:lnTo>
                    <a:pt x="3026505" y="1736542"/>
                  </a:lnTo>
                  <a:lnTo>
                    <a:pt x="3031978" y="1736542"/>
                  </a:lnTo>
                  <a:lnTo>
                    <a:pt x="3031978" y="1736542"/>
                  </a:lnTo>
                  <a:lnTo>
                    <a:pt x="3037451" y="1736542"/>
                  </a:lnTo>
                  <a:lnTo>
                    <a:pt x="3037451" y="1736542"/>
                  </a:lnTo>
                  <a:lnTo>
                    <a:pt x="3042924" y="1736542"/>
                  </a:lnTo>
                  <a:lnTo>
                    <a:pt x="3042924" y="1721171"/>
                  </a:lnTo>
                  <a:lnTo>
                    <a:pt x="3048397" y="1721171"/>
                  </a:lnTo>
                  <a:lnTo>
                    <a:pt x="3048397" y="1705800"/>
                  </a:lnTo>
                  <a:lnTo>
                    <a:pt x="3053870" y="1705800"/>
                  </a:lnTo>
                  <a:lnTo>
                    <a:pt x="3053870" y="1705800"/>
                  </a:lnTo>
                  <a:lnTo>
                    <a:pt x="3059342" y="1705800"/>
                  </a:lnTo>
                  <a:lnTo>
                    <a:pt x="3059342" y="1705800"/>
                  </a:lnTo>
                  <a:lnTo>
                    <a:pt x="3064815" y="1705800"/>
                  </a:lnTo>
                  <a:lnTo>
                    <a:pt x="3064815" y="1705800"/>
                  </a:lnTo>
                  <a:lnTo>
                    <a:pt x="3070288" y="1705800"/>
                  </a:lnTo>
                  <a:lnTo>
                    <a:pt x="3070288" y="1705800"/>
                  </a:lnTo>
                  <a:lnTo>
                    <a:pt x="3075761" y="1705800"/>
                  </a:lnTo>
                  <a:lnTo>
                    <a:pt x="3075761" y="1705800"/>
                  </a:lnTo>
                  <a:lnTo>
                    <a:pt x="3081234" y="1705800"/>
                  </a:lnTo>
                  <a:lnTo>
                    <a:pt x="3081234" y="1705800"/>
                  </a:lnTo>
                  <a:lnTo>
                    <a:pt x="3086707" y="1705800"/>
                  </a:lnTo>
                  <a:lnTo>
                    <a:pt x="3086707" y="1705800"/>
                  </a:lnTo>
                  <a:lnTo>
                    <a:pt x="3092180" y="1705800"/>
                  </a:lnTo>
                  <a:lnTo>
                    <a:pt x="3092180" y="1705800"/>
                  </a:lnTo>
                  <a:lnTo>
                    <a:pt x="3097653" y="1705800"/>
                  </a:lnTo>
                  <a:lnTo>
                    <a:pt x="3097653" y="1705800"/>
                  </a:lnTo>
                  <a:lnTo>
                    <a:pt x="3103126" y="1705800"/>
                  </a:lnTo>
                  <a:lnTo>
                    <a:pt x="3103126" y="1705800"/>
                  </a:lnTo>
                  <a:lnTo>
                    <a:pt x="3108598" y="1705800"/>
                  </a:lnTo>
                  <a:lnTo>
                    <a:pt x="3108598" y="1705800"/>
                  </a:lnTo>
                  <a:lnTo>
                    <a:pt x="3114071" y="1705800"/>
                  </a:lnTo>
                  <a:lnTo>
                    <a:pt x="3114071" y="1705800"/>
                  </a:lnTo>
                  <a:lnTo>
                    <a:pt x="3119544" y="1705800"/>
                  </a:lnTo>
                  <a:lnTo>
                    <a:pt x="3119544" y="1705800"/>
                  </a:lnTo>
                  <a:lnTo>
                    <a:pt x="3125017" y="1705800"/>
                  </a:lnTo>
                  <a:lnTo>
                    <a:pt x="3125017" y="1705800"/>
                  </a:lnTo>
                  <a:lnTo>
                    <a:pt x="3130490" y="1705800"/>
                  </a:lnTo>
                  <a:lnTo>
                    <a:pt x="3130490" y="1705800"/>
                  </a:lnTo>
                  <a:lnTo>
                    <a:pt x="3135963" y="1705800"/>
                  </a:lnTo>
                  <a:lnTo>
                    <a:pt x="3135963" y="1705800"/>
                  </a:lnTo>
                  <a:lnTo>
                    <a:pt x="3141436" y="1705800"/>
                  </a:lnTo>
                  <a:lnTo>
                    <a:pt x="3141436" y="1705800"/>
                  </a:lnTo>
                  <a:lnTo>
                    <a:pt x="3146909" y="1705800"/>
                  </a:lnTo>
                  <a:lnTo>
                    <a:pt x="3146909" y="1705800"/>
                  </a:lnTo>
                  <a:lnTo>
                    <a:pt x="3152382" y="1705800"/>
                  </a:lnTo>
                  <a:lnTo>
                    <a:pt x="3152382" y="1705800"/>
                  </a:lnTo>
                  <a:lnTo>
                    <a:pt x="3157854" y="1705800"/>
                  </a:lnTo>
                  <a:lnTo>
                    <a:pt x="3157854" y="1705800"/>
                  </a:lnTo>
                  <a:lnTo>
                    <a:pt x="3163327" y="1705800"/>
                  </a:lnTo>
                  <a:lnTo>
                    <a:pt x="3163327" y="1705800"/>
                  </a:lnTo>
                  <a:lnTo>
                    <a:pt x="3168800" y="1705800"/>
                  </a:lnTo>
                  <a:lnTo>
                    <a:pt x="3168800" y="1705800"/>
                  </a:lnTo>
                  <a:lnTo>
                    <a:pt x="3174273" y="1705800"/>
                  </a:lnTo>
                  <a:lnTo>
                    <a:pt x="3174273" y="1705800"/>
                  </a:lnTo>
                  <a:lnTo>
                    <a:pt x="3179746" y="1705800"/>
                  </a:lnTo>
                  <a:lnTo>
                    <a:pt x="3179746" y="1705800"/>
                  </a:lnTo>
                  <a:lnTo>
                    <a:pt x="3185219" y="1705800"/>
                  </a:lnTo>
                  <a:lnTo>
                    <a:pt x="3185219" y="1705800"/>
                  </a:lnTo>
                  <a:lnTo>
                    <a:pt x="3190692" y="1705800"/>
                  </a:lnTo>
                  <a:lnTo>
                    <a:pt x="3190692" y="1705800"/>
                  </a:lnTo>
                  <a:lnTo>
                    <a:pt x="3196165" y="1705800"/>
                  </a:lnTo>
                  <a:lnTo>
                    <a:pt x="3196165" y="1705800"/>
                  </a:lnTo>
                  <a:lnTo>
                    <a:pt x="3201637" y="1705800"/>
                  </a:lnTo>
                  <a:lnTo>
                    <a:pt x="3201637" y="1705800"/>
                  </a:lnTo>
                  <a:lnTo>
                    <a:pt x="3207110" y="1705800"/>
                  </a:lnTo>
                  <a:lnTo>
                    <a:pt x="3207110" y="1705800"/>
                  </a:lnTo>
                  <a:lnTo>
                    <a:pt x="3212583" y="1705800"/>
                  </a:lnTo>
                  <a:lnTo>
                    <a:pt x="3212583" y="1705800"/>
                  </a:lnTo>
                  <a:lnTo>
                    <a:pt x="3218056" y="1705800"/>
                  </a:lnTo>
                  <a:lnTo>
                    <a:pt x="3218056" y="1674813"/>
                  </a:lnTo>
                  <a:lnTo>
                    <a:pt x="3223529" y="1674813"/>
                  </a:lnTo>
                  <a:lnTo>
                    <a:pt x="3223529" y="1674813"/>
                  </a:lnTo>
                  <a:lnTo>
                    <a:pt x="3229002" y="1674813"/>
                  </a:lnTo>
                  <a:lnTo>
                    <a:pt x="3229002" y="1674813"/>
                  </a:lnTo>
                  <a:lnTo>
                    <a:pt x="3234475" y="1674813"/>
                  </a:lnTo>
                  <a:lnTo>
                    <a:pt x="3234475" y="1674813"/>
                  </a:lnTo>
                  <a:lnTo>
                    <a:pt x="3239948" y="1674813"/>
                  </a:lnTo>
                  <a:lnTo>
                    <a:pt x="3239948" y="1674813"/>
                  </a:lnTo>
                  <a:lnTo>
                    <a:pt x="3245421" y="1674813"/>
                  </a:lnTo>
                  <a:lnTo>
                    <a:pt x="3245421" y="1674813"/>
                  </a:lnTo>
                  <a:lnTo>
                    <a:pt x="3250893" y="1674813"/>
                  </a:lnTo>
                  <a:lnTo>
                    <a:pt x="3250893" y="1674813"/>
                  </a:lnTo>
                  <a:lnTo>
                    <a:pt x="3256366" y="1674813"/>
                  </a:lnTo>
                  <a:lnTo>
                    <a:pt x="3256366" y="1674813"/>
                  </a:lnTo>
                  <a:lnTo>
                    <a:pt x="3261839" y="1674813"/>
                  </a:lnTo>
                  <a:lnTo>
                    <a:pt x="3261839" y="1674813"/>
                  </a:lnTo>
                  <a:lnTo>
                    <a:pt x="3267312" y="1674813"/>
                  </a:lnTo>
                  <a:lnTo>
                    <a:pt x="3267312" y="1674813"/>
                  </a:lnTo>
                  <a:lnTo>
                    <a:pt x="3272785" y="1674813"/>
                  </a:lnTo>
                  <a:lnTo>
                    <a:pt x="3272785" y="1674813"/>
                  </a:lnTo>
                  <a:lnTo>
                    <a:pt x="3278258" y="1674813"/>
                  </a:lnTo>
                  <a:lnTo>
                    <a:pt x="3278258" y="1674813"/>
                  </a:lnTo>
                  <a:lnTo>
                    <a:pt x="3283731" y="1674813"/>
                  </a:lnTo>
                  <a:lnTo>
                    <a:pt x="3283731" y="1674813"/>
                  </a:lnTo>
                  <a:lnTo>
                    <a:pt x="3289204" y="1674813"/>
                  </a:lnTo>
                  <a:lnTo>
                    <a:pt x="3289204" y="1674813"/>
                  </a:lnTo>
                  <a:lnTo>
                    <a:pt x="3294677" y="1674813"/>
                  </a:lnTo>
                  <a:lnTo>
                    <a:pt x="3294677" y="1659156"/>
                  </a:lnTo>
                  <a:lnTo>
                    <a:pt x="3300149" y="1659156"/>
                  </a:lnTo>
                  <a:lnTo>
                    <a:pt x="3300149" y="1659156"/>
                  </a:lnTo>
                  <a:lnTo>
                    <a:pt x="3305622" y="1659156"/>
                  </a:lnTo>
                  <a:lnTo>
                    <a:pt x="3305622" y="1659156"/>
                  </a:lnTo>
                  <a:lnTo>
                    <a:pt x="3311095" y="1659156"/>
                  </a:lnTo>
                  <a:lnTo>
                    <a:pt x="3311095" y="1659156"/>
                  </a:lnTo>
                  <a:lnTo>
                    <a:pt x="3316568" y="1659156"/>
                  </a:lnTo>
                  <a:lnTo>
                    <a:pt x="3316568" y="1659156"/>
                  </a:lnTo>
                  <a:lnTo>
                    <a:pt x="3322041" y="1659156"/>
                  </a:lnTo>
                  <a:lnTo>
                    <a:pt x="3322041" y="1659156"/>
                  </a:lnTo>
                  <a:lnTo>
                    <a:pt x="3327514" y="1659156"/>
                  </a:lnTo>
                  <a:lnTo>
                    <a:pt x="3327514" y="1659156"/>
                  </a:lnTo>
                  <a:lnTo>
                    <a:pt x="3332987" y="1659156"/>
                  </a:lnTo>
                  <a:lnTo>
                    <a:pt x="3332987" y="1627644"/>
                  </a:lnTo>
                  <a:lnTo>
                    <a:pt x="3338460" y="1627644"/>
                  </a:lnTo>
                  <a:lnTo>
                    <a:pt x="3338460" y="1627644"/>
                  </a:lnTo>
                  <a:lnTo>
                    <a:pt x="3343932" y="1627644"/>
                  </a:lnTo>
                  <a:lnTo>
                    <a:pt x="3343932" y="1627644"/>
                  </a:lnTo>
                  <a:lnTo>
                    <a:pt x="3349405" y="1627644"/>
                  </a:lnTo>
                  <a:lnTo>
                    <a:pt x="3349405" y="1627644"/>
                  </a:lnTo>
                  <a:lnTo>
                    <a:pt x="3354878" y="1627644"/>
                  </a:lnTo>
                  <a:lnTo>
                    <a:pt x="3354878" y="1627644"/>
                  </a:lnTo>
                  <a:lnTo>
                    <a:pt x="3360351" y="1627644"/>
                  </a:lnTo>
                  <a:lnTo>
                    <a:pt x="3360351" y="1627644"/>
                  </a:lnTo>
                  <a:lnTo>
                    <a:pt x="3365824" y="1627644"/>
                  </a:lnTo>
                  <a:lnTo>
                    <a:pt x="3365824" y="1627644"/>
                  </a:lnTo>
                  <a:lnTo>
                    <a:pt x="3371297" y="1627644"/>
                  </a:lnTo>
                  <a:lnTo>
                    <a:pt x="3371297" y="1627644"/>
                  </a:lnTo>
                  <a:lnTo>
                    <a:pt x="3376770" y="1627644"/>
                  </a:lnTo>
                  <a:lnTo>
                    <a:pt x="3376770" y="1627644"/>
                  </a:lnTo>
                  <a:lnTo>
                    <a:pt x="3382243" y="1627644"/>
                  </a:lnTo>
                  <a:lnTo>
                    <a:pt x="3382243" y="1627644"/>
                  </a:lnTo>
                  <a:lnTo>
                    <a:pt x="3387716" y="1627644"/>
                  </a:lnTo>
                  <a:lnTo>
                    <a:pt x="3387716" y="1627644"/>
                  </a:lnTo>
                  <a:lnTo>
                    <a:pt x="3393188" y="1627644"/>
                  </a:lnTo>
                  <a:lnTo>
                    <a:pt x="3393188" y="1627644"/>
                  </a:lnTo>
                  <a:lnTo>
                    <a:pt x="3398661" y="1627644"/>
                  </a:lnTo>
                  <a:lnTo>
                    <a:pt x="3398661" y="1627644"/>
                  </a:lnTo>
                  <a:lnTo>
                    <a:pt x="3404134" y="1627644"/>
                  </a:lnTo>
                  <a:lnTo>
                    <a:pt x="3404134" y="1627644"/>
                  </a:lnTo>
                  <a:lnTo>
                    <a:pt x="3409607" y="1627644"/>
                  </a:lnTo>
                  <a:lnTo>
                    <a:pt x="3409607" y="1627644"/>
                  </a:lnTo>
                  <a:lnTo>
                    <a:pt x="3415080" y="1627644"/>
                  </a:lnTo>
                  <a:lnTo>
                    <a:pt x="3415080" y="1627644"/>
                  </a:lnTo>
                  <a:lnTo>
                    <a:pt x="3420553" y="1627644"/>
                  </a:lnTo>
                  <a:lnTo>
                    <a:pt x="3420553" y="1627644"/>
                  </a:lnTo>
                  <a:lnTo>
                    <a:pt x="3426026" y="1627644"/>
                  </a:lnTo>
                  <a:lnTo>
                    <a:pt x="3426026" y="1627644"/>
                  </a:lnTo>
                  <a:lnTo>
                    <a:pt x="3431499" y="1627644"/>
                  </a:lnTo>
                  <a:lnTo>
                    <a:pt x="3431499" y="1627644"/>
                  </a:lnTo>
                  <a:lnTo>
                    <a:pt x="3436972" y="1627644"/>
                  </a:lnTo>
                  <a:lnTo>
                    <a:pt x="3436972" y="1627644"/>
                  </a:lnTo>
                  <a:lnTo>
                    <a:pt x="3442444" y="1627644"/>
                  </a:lnTo>
                  <a:lnTo>
                    <a:pt x="3442444" y="1627644"/>
                  </a:lnTo>
                  <a:lnTo>
                    <a:pt x="3447917" y="1627644"/>
                  </a:lnTo>
                  <a:lnTo>
                    <a:pt x="3447917" y="1627644"/>
                  </a:lnTo>
                  <a:lnTo>
                    <a:pt x="3453390" y="1627644"/>
                  </a:lnTo>
                  <a:lnTo>
                    <a:pt x="3453390" y="1627644"/>
                  </a:lnTo>
                  <a:lnTo>
                    <a:pt x="3458863" y="1627644"/>
                  </a:lnTo>
                  <a:lnTo>
                    <a:pt x="3458863" y="1627644"/>
                  </a:lnTo>
                  <a:lnTo>
                    <a:pt x="3464336" y="1627644"/>
                  </a:lnTo>
                  <a:lnTo>
                    <a:pt x="3464336" y="1627644"/>
                  </a:lnTo>
                  <a:lnTo>
                    <a:pt x="3469809" y="1627644"/>
                  </a:lnTo>
                  <a:lnTo>
                    <a:pt x="3469809" y="1627644"/>
                  </a:lnTo>
                  <a:lnTo>
                    <a:pt x="3475282" y="1627644"/>
                  </a:lnTo>
                  <a:lnTo>
                    <a:pt x="3475282" y="1627644"/>
                  </a:lnTo>
                  <a:lnTo>
                    <a:pt x="3480755" y="1627644"/>
                  </a:lnTo>
                  <a:lnTo>
                    <a:pt x="3480755" y="1627644"/>
                  </a:lnTo>
                  <a:lnTo>
                    <a:pt x="3486228" y="1627644"/>
                  </a:lnTo>
                  <a:lnTo>
                    <a:pt x="3486228" y="1627644"/>
                  </a:lnTo>
                  <a:lnTo>
                    <a:pt x="3491700" y="1627644"/>
                  </a:lnTo>
                  <a:lnTo>
                    <a:pt x="3491700" y="1627644"/>
                  </a:lnTo>
                  <a:lnTo>
                    <a:pt x="3497173" y="1627644"/>
                  </a:lnTo>
                  <a:lnTo>
                    <a:pt x="3497173" y="1627644"/>
                  </a:lnTo>
                  <a:lnTo>
                    <a:pt x="3502646" y="1627644"/>
                  </a:lnTo>
                  <a:lnTo>
                    <a:pt x="3502646" y="1627644"/>
                  </a:lnTo>
                  <a:lnTo>
                    <a:pt x="3508119" y="1627644"/>
                  </a:lnTo>
                  <a:lnTo>
                    <a:pt x="3508119" y="1611601"/>
                  </a:lnTo>
                  <a:lnTo>
                    <a:pt x="3513592" y="1611601"/>
                  </a:lnTo>
                  <a:lnTo>
                    <a:pt x="3513592" y="1595548"/>
                  </a:lnTo>
                  <a:lnTo>
                    <a:pt x="3519065" y="1595548"/>
                  </a:lnTo>
                  <a:lnTo>
                    <a:pt x="3519065" y="1595548"/>
                  </a:lnTo>
                  <a:lnTo>
                    <a:pt x="3524538" y="1595548"/>
                  </a:lnTo>
                  <a:lnTo>
                    <a:pt x="3524538" y="1595548"/>
                  </a:lnTo>
                  <a:lnTo>
                    <a:pt x="3530011" y="1595548"/>
                  </a:lnTo>
                  <a:lnTo>
                    <a:pt x="3530011" y="1595548"/>
                  </a:lnTo>
                  <a:lnTo>
                    <a:pt x="3535483" y="1595548"/>
                  </a:lnTo>
                  <a:lnTo>
                    <a:pt x="3535483" y="1595548"/>
                  </a:lnTo>
                  <a:lnTo>
                    <a:pt x="3540956" y="1595548"/>
                  </a:lnTo>
                  <a:lnTo>
                    <a:pt x="3540956" y="1595548"/>
                  </a:lnTo>
                  <a:lnTo>
                    <a:pt x="3546429" y="1595548"/>
                  </a:lnTo>
                  <a:lnTo>
                    <a:pt x="3546429" y="1595548"/>
                  </a:lnTo>
                  <a:lnTo>
                    <a:pt x="3551902" y="1595548"/>
                  </a:lnTo>
                  <a:lnTo>
                    <a:pt x="3551902" y="1595548"/>
                  </a:lnTo>
                  <a:lnTo>
                    <a:pt x="3557375" y="1595548"/>
                  </a:lnTo>
                  <a:lnTo>
                    <a:pt x="3557375" y="1595548"/>
                  </a:lnTo>
                  <a:lnTo>
                    <a:pt x="3562848" y="1595548"/>
                  </a:lnTo>
                  <a:lnTo>
                    <a:pt x="3562848" y="1579421"/>
                  </a:lnTo>
                  <a:lnTo>
                    <a:pt x="3568321" y="1579421"/>
                  </a:lnTo>
                  <a:lnTo>
                    <a:pt x="3568321" y="1579421"/>
                  </a:lnTo>
                  <a:lnTo>
                    <a:pt x="3573794" y="1579421"/>
                  </a:lnTo>
                  <a:lnTo>
                    <a:pt x="3573794" y="1563262"/>
                  </a:lnTo>
                  <a:lnTo>
                    <a:pt x="3579267" y="1563262"/>
                  </a:lnTo>
                  <a:lnTo>
                    <a:pt x="3579267" y="1563262"/>
                  </a:lnTo>
                  <a:lnTo>
                    <a:pt x="3584739" y="1563262"/>
                  </a:lnTo>
                  <a:lnTo>
                    <a:pt x="3584739" y="1563262"/>
                  </a:lnTo>
                  <a:lnTo>
                    <a:pt x="3590212" y="1563262"/>
                  </a:lnTo>
                  <a:lnTo>
                    <a:pt x="3590212" y="1563262"/>
                  </a:lnTo>
                  <a:lnTo>
                    <a:pt x="3595685" y="1563262"/>
                  </a:lnTo>
                  <a:lnTo>
                    <a:pt x="3595685" y="1563262"/>
                  </a:lnTo>
                  <a:lnTo>
                    <a:pt x="3601158" y="1563262"/>
                  </a:lnTo>
                  <a:lnTo>
                    <a:pt x="3601158" y="1563262"/>
                  </a:lnTo>
                  <a:lnTo>
                    <a:pt x="3606631" y="1563262"/>
                  </a:lnTo>
                  <a:lnTo>
                    <a:pt x="3606631" y="1563262"/>
                  </a:lnTo>
                  <a:lnTo>
                    <a:pt x="3612104" y="1563262"/>
                  </a:lnTo>
                  <a:lnTo>
                    <a:pt x="3612104" y="1563262"/>
                  </a:lnTo>
                  <a:lnTo>
                    <a:pt x="3617577" y="1563262"/>
                  </a:lnTo>
                  <a:lnTo>
                    <a:pt x="3617577" y="1563262"/>
                  </a:lnTo>
                  <a:lnTo>
                    <a:pt x="3623050" y="1563262"/>
                  </a:lnTo>
                  <a:lnTo>
                    <a:pt x="3623050" y="1563262"/>
                  </a:lnTo>
                  <a:lnTo>
                    <a:pt x="3628523" y="1563262"/>
                  </a:lnTo>
                  <a:lnTo>
                    <a:pt x="3628523" y="1547016"/>
                  </a:lnTo>
                  <a:lnTo>
                    <a:pt x="3633995" y="1547016"/>
                  </a:lnTo>
                  <a:lnTo>
                    <a:pt x="3633995" y="1547016"/>
                  </a:lnTo>
                  <a:lnTo>
                    <a:pt x="3639468" y="1547016"/>
                  </a:lnTo>
                  <a:lnTo>
                    <a:pt x="3639468" y="1530727"/>
                  </a:lnTo>
                  <a:lnTo>
                    <a:pt x="3644941" y="1530727"/>
                  </a:lnTo>
                  <a:lnTo>
                    <a:pt x="3644941" y="1530727"/>
                  </a:lnTo>
                  <a:lnTo>
                    <a:pt x="3650414" y="1530727"/>
                  </a:lnTo>
                  <a:lnTo>
                    <a:pt x="3650414" y="1530727"/>
                  </a:lnTo>
                  <a:lnTo>
                    <a:pt x="3655887" y="1530727"/>
                  </a:lnTo>
                  <a:lnTo>
                    <a:pt x="3655887" y="1514416"/>
                  </a:lnTo>
                  <a:lnTo>
                    <a:pt x="3661360" y="1514416"/>
                  </a:lnTo>
                  <a:lnTo>
                    <a:pt x="3661360" y="1514416"/>
                  </a:lnTo>
                  <a:lnTo>
                    <a:pt x="3666833" y="1514416"/>
                  </a:lnTo>
                  <a:lnTo>
                    <a:pt x="3666833" y="1514416"/>
                  </a:lnTo>
                  <a:lnTo>
                    <a:pt x="3672306" y="1514416"/>
                  </a:lnTo>
                  <a:lnTo>
                    <a:pt x="3672306" y="1514416"/>
                  </a:lnTo>
                  <a:lnTo>
                    <a:pt x="3677779" y="1514416"/>
                  </a:lnTo>
                  <a:lnTo>
                    <a:pt x="3677779" y="1514416"/>
                  </a:lnTo>
                  <a:lnTo>
                    <a:pt x="3683251" y="1514416"/>
                  </a:lnTo>
                  <a:lnTo>
                    <a:pt x="3683251" y="1514416"/>
                  </a:lnTo>
                  <a:lnTo>
                    <a:pt x="3688724" y="1514416"/>
                  </a:lnTo>
                  <a:lnTo>
                    <a:pt x="3688724" y="1514416"/>
                  </a:lnTo>
                  <a:lnTo>
                    <a:pt x="3694197" y="1514416"/>
                  </a:lnTo>
                  <a:lnTo>
                    <a:pt x="3694197" y="1498028"/>
                  </a:lnTo>
                  <a:lnTo>
                    <a:pt x="3699670" y="1498028"/>
                  </a:lnTo>
                  <a:lnTo>
                    <a:pt x="3699670" y="1498028"/>
                  </a:lnTo>
                  <a:lnTo>
                    <a:pt x="3705143" y="1498028"/>
                  </a:lnTo>
                  <a:lnTo>
                    <a:pt x="3705143" y="1498028"/>
                  </a:lnTo>
                  <a:lnTo>
                    <a:pt x="3710616" y="1498028"/>
                  </a:lnTo>
                  <a:lnTo>
                    <a:pt x="3710616" y="1498028"/>
                  </a:lnTo>
                  <a:lnTo>
                    <a:pt x="3716089" y="1498028"/>
                  </a:lnTo>
                  <a:lnTo>
                    <a:pt x="3716089" y="1498028"/>
                  </a:lnTo>
                  <a:lnTo>
                    <a:pt x="3721562" y="1498028"/>
                  </a:lnTo>
                  <a:lnTo>
                    <a:pt x="3721562" y="1498028"/>
                  </a:lnTo>
                  <a:lnTo>
                    <a:pt x="3727034" y="1498028"/>
                  </a:lnTo>
                  <a:lnTo>
                    <a:pt x="3727034" y="1498028"/>
                  </a:lnTo>
                  <a:lnTo>
                    <a:pt x="3732507" y="1498028"/>
                  </a:lnTo>
                  <a:lnTo>
                    <a:pt x="3732507" y="1498028"/>
                  </a:lnTo>
                  <a:lnTo>
                    <a:pt x="3737980" y="1498028"/>
                  </a:lnTo>
                  <a:lnTo>
                    <a:pt x="3737980" y="1498028"/>
                  </a:lnTo>
                  <a:lnTo>
                    <a:pt x="3743453" y="1498028"/>
                  </a:lnTo>
                  <a:lnTo>
                    <a:pt x="3743453" y="1498028"/>
                  </a:lnTo>
                  <a:lnTo>
                    <a:pt x="3748926" y="1498028"/>
                  </a:lnTo>
                  <a:lnTo>
                    <a:pt x="3748926" y="1498028"/>
                  </a:lnTo>
                  <a:lnTo>
                    <a:pt x="3754399" y="1498028"/>
                  </a:lnTo>
                  <a:lnTo>
                    <a:pt x="3754399" y="1481595"/>
                  </a:lnTo>
                  <a:lnTo>
                    <a:pt x="3759872" y="1481595"/>
                  </a:lnTo>
                  <a:lnTo>
                    <a:pt x="3759872" y="1481595"/>
                  </a:lnTo>
                  <a:lnTo>
                    <a:pt x="3765345" y="1481595"/>
                  </a:lnTo>
                  <a:lnTo>
                    <a:pt x="3765345" y="1465128"/>
                  </a:lnTo>
                  <a:lnTo>
                    <a:pt x="3770818" y="1465128"/>
                  </a:lnTo>
                  <a:lnTo>
                    <a:pt x="3770818" y="1465128"/>
                  </a:lnTo>
                  <a:lnTo>
                    <a:pt x="3776290" y="1465128"/>
                  </a:lnTo>
                  <a:lnTo>
                    <a:pt x="3776290" y="1465128"/>
                  </a:lnTo>
                  <a:lnTo>
                    <a:pt x="3781763" y="1465128"/>
                  </a:lnTo>
                  <a:lnTo>
                    <a:pt x="3781763" y="1465128"/>
                  </a:lnTo>
                  <a:lnTo>
                    <a:pt x="3787236" y="1465128"/>
                  </a:lnTo>
                  <a:lnTo>
                    <a:pt x="3787236" y="1465128"/>
                  </a:lnTo>
                  <a:lnTo>
                    <a:pt x="3792709" y="1465128"/>
                  </a:lnTo>
                  <a:lnTo>
                    <a:pt x="3792709" y="1465128"/>
                  </a:lnTo>
                  <a:lnTo>
                    <a:pt x="3798182" y="1465128"/>
                  </a:lnTo>
                  <a:lnTo>
                    <a:pt x="3798182" y="1465128"/>
                  </a:lnTo>
                  <a:lnTo>
                    <a:pt x="3803655" y="1465128"/>
                  </a:lnTo>
                  <a:lnTo>
                    <a:pt x="3803655" y="1465128"/>
                  </a:lnTo>
                  <a:lnTo>
                    <a:pt x="3809128" y="1465128"/>
                  </a:lnTo>
                  <a:lnTo>
                    <a:pt x="3809128" y="1465128"/>
                  </a:lnTo>
                  <a:lnTo>
                    <a:pt x="3814601" y="1465128"/>
                  </a:lnTo>
                  <a:lnTo>
                    <a:pt x="3814601" y="1465128"/>
                  </a:lnTo>
                  <a:lnTo>
                    <a:pt x="3820074" y="1465128"/>
                  </a:lnTo>
                  <a:lnTo>
                    <a:pt x="3820074" y="1465128"/>
                  </a:lnTo>
                  <a:lnTo>
                    <a:pt x="3825546" y="1465128"/>
                  </a:lnTo>
                  <a:lnTo>
                    <a:pt x="3825546" y="1465128"/>
                  </a:lnTo>
                  <a:lnTo>
                    <a:pt x="3831019" y="1465128"/>
                  </a:lnTo>
                  <a:lnTo>
                    <a:pt x="3831019" y="1465128"/>
                  </a:lnTo>
                  <a:lnTo>
                    <a:pt x="3836492" y="1465128"/>
                  </a:lnTo>
                  <a:lnTo>
                    <a:pt x="3836492" y="1465128"/>
                  </a:lnTo>
                  <a:lnTo>
                    <a:pt x="3841965" y="1465128"/>
                  </a:lnTo>
                  <a:lnTo>
                    <a:pt x="3841965" y="1465128"/>
                  </a:lnTo>
                  <a:lnTo>
                    <a:pt x="3847438" y="1465128"/>
                  </a:lnTo>
                  <a:lnTo>
                    <a:pt x="3847438" y="1465128"/>
                  </a:lnTo>
                  <a:lnTo>
                    <a:pt x="3852911" y="1465128"/>
                  </a:lnTo>
                  <a:lnTo>
                    <a:pt x="3852911" y="1465128"/>
                  </a:lnTo>
                  <a:lnTo>
                    <a:pt x="3858384" y="1465128"/>
                  </a:lnTo>
                  <a:lnTo>
                    <a:pt x="3858384" y="1465128"/>
                  </a:lnTo>
                  <a:lnTo>
                    <a:pt x="3863857" y="1465128"/>
                  </a:lnTo>
                  <a:lnTo>
                    <a:pt x="3863857" y="1465128"/>
                  </a:lnTo>
                  <a:lnTo>
                    <a:pt x="3869329" y="1465128"/>
                  </a:lnTo>
                  <a:lnTo>
                    <a:pt x="3869329" y="1465128"/>
                  </a:lnTo>
                  <a:lnTo>
                    <a:pt x="3874802" y="1465128"/>
                  </a:lnTo>
                  <a:lnTo>
                    <a:pt x="3874802" y="1465128"/>
                  </a:lnTo>
                  <a:lnTo>
                    <a:pt x="3880275" y="1465128"/>
                  </a:lnTo>
                  <a:lnTo>
                    <a:pt x="3880275" y="1465128"/>
                  </a:lnTo>
                  <a:lnTo>
                    <a:pt x="3885748" y="1465128"/>
                  </a:lnTo>
                  <a:lnTo>
                    <a:pt x="3885748" y="1465128"/>
                  </a:lnTo>
                  <a:lnTo>
                    <a:pt x="3891221" y="1465128"/>
                  </a:lnTo>
                  <a:lnTo>
                    <a:pt x="3891221" y="1465128"/>
                  </a:lnTo>
                  <a:lnTo>
                    <a:pt x="3896694" y="1465128"/>
                  </a:lnTo>
                  <a:lnTo>
                    <a:pt x="3896694" y="1465128"/>
                  </a:lnTo>
                  <a:lnTo>
                    <a:pt x="3902167" y="1465128"/>
                  </a:lnTo>
                  <a:lnTo>
                    <a:pt x="3902167" y="1465128"/>
                  </a:lnTo>
                  <a:lnTo>
                    <a:pt x="3907640" y="1465128"/>
                  </a:lnTo>
                  <a:lnTo>
                    <a:pt x="3907640" y="1465128"/>
                  </a:lnTo>
                  <a:lnTo>
                    <a:pt x="3913113" y="1465128"/>
                  </a:lnTo>
                  <a:lnTo>
                    <a:pt x="3913113" y="1465128"/>
                  </a:lnTo>
                  <a:lnTo>
                    <a:pt x="3918585" y="1465128"/>
                  </a:lnTo>
                  <a:lnTo>
                    <a:pt x="3918585" y="1465128"/>
                  </a:lnTo>
                  <a:lnTo>
                    <a:pt x="3924058" y="1465128"/>
                  </a:lnTo>
                  <a:lnTo>
                    <a:pt x="3924058" y="1465128"/>
                  </a:lnTo>
                  <a:lnTo>
                    <a:pt x="3929531" y="1465128"/>
                  </a:lnTo>
                  <a:lnTo>
                    <a:pt x="3929531" y="1465128"/>
                  </a:lnTo>
                  <a:lnTo>
                    <a:pt x="3935004" y="1465128"/>
                  </a:lnTo>
                  <a:lnTo>
                    <a:pt x="3935004" y="1465128"/>
                  </a:lnTo>
                  <a:lnTo>
                    <a:pt x="3940477" y="1465128"/>
                  </a:lnTo>
                  <a:lnTo>
                    <a:pt x="3940477" y="1448266"/>
                  </a:lnTo>
                  <a:lnTo>
                    <a:pt x="3945950" y="1448266"/>
                  </a:lnTo>
                  <a:lnTo>
                    <a:pt x="3945950" y="1448266"/>
                  </a:lnTo>
                  <a:lnTo>
                    <a:pt x="3951423" y="1448266"/>
                  </a:lnTo>
                  <a:lnTo>
                    <a:pt x="3951423" y="1431380"/>
                  </a:lnTo>
                  <a:lnTo>
                    <a:pt x="3956896" y="1431380"/>
                  </a:lnTo>
                  <a:lnTo>
                    <a:pt x="3956896" y="1431380"/>
                  </a:lnTo>
                  <a:lnTo>
                    <a:pt x="3962369" y="1431380"/>
                  </a:lnTo>
                  <a:lnTo>
                    <a:pt x="3962369" y="1414458"/>
                  </a:lnTo>
                  <a:lnTo>
                    <a:pt x="3967841" y="1414458"/>
                  </a:lnTo>
                  <a:lnTo>
                    <a:pt x="3967841" y="1414458"/>
                  </a:lnTo>
                  <a:lnTo>
                    <a:pt x="3973314" y="1414458"/>
                  </a:lnTo>
                  <a:lnTo>
                    <a:pt x="3973314" y="1414458"/>
                  </a:lnTo>
                  <a:lnTo>
                    <a:pt x="3978787" y="1414458"/>
                  </a:lnTo>
                  <a:lnTo>
                    <a:pt x="3978787" y="1397537"/>
                  </a:lnTo>
                  <a:lnTo>
                    <a:pt x="3984260" y="1397537"/>
                  </a:lnTo>
                  <a:lnTo>
                    <a:pt x="3984260" y="1380615"/>
                  </a:lnTo>
                  <a:lnTo>
                    <a:pt x="3989733" y="1380615"/>
                  </a:lnTo>
                  <a:lnTo>
                    <a:pt x="3989733" y="1380615"/>
                  </a:lnTo>
                  <a:lnTo>
                    <a:pt x="3995206" y="1380615"/>
                  </a:lnTo>
                  <a:lnTo>
                    <a:pt x="3995206" y="1380615"/>
                  </a:lnTo>
                  <a:lnTo>
                    <a:pt x="4000679" y="1380615"/>
                  </a:lnTo>
                  <a:lnTo>
                    <a:pt x="4000679" y="1380615"/>
                  </a:lnTo>
                  <a:lnTo>
                    <a:pt x="4006152" y="1380615"/>
                  </a:lnTo>
                  <a:lnTo>
                    <a:pt x="4006152" y="1380615"/>
                  </a:lnTo>
                  <a:lnTo>
                    <a:pt x="4011625" y="1380615"/>
                  </a:lnTo>
                  <a:lnTo>
                    <a:pt x="4011625" y="1380615"/>
                  </a:lnTo>
                  <a:lnTo>
                    <a:pt x="4017097" y="1380615"/>
                  </a:lnTo>
                  <a:lnTo>
                    <a:pt x="4017097" y="1380615"/>
                  </a:lnTo>
                  <a:lnTo>
                    <a:pt x="4022570" y="1380615"/>
                  </a:lnTo>
                  <a:lnTo>
                    <a:pt x="4022570" y="1346722"/>
                  </a:lnTo>
                  <a:lnTo>
                    <a:pt x="4028043" y="1346722"/>
                  </a:lnTo>
                  <a:lnTo>
                    <a:pt x="4028043" y="1346722"/>
                  </a:lnTo>
                  <a:lnTo>
                    <a:pt x="4033516" y="1346722"/>
                  </a:lnTo>
                  <a:lnTo>
                    <a:pt x="4033516" y="1346722"/>
                  </a:lnTo>
                  <a:lnTo>
                    <a:pt x="4038989" y="1346722"/>
                  </a:lnTo>
                  <a:lnTo>
                    <a:pt x="4038989" y="1346722"/>
                  </a:lnTo>
                  <a:lnTo>
                    <a:pt x="4044462" y="1346722"/>
                  </a:lnTo>
                  <a:lnTo>
                    <a:pt x="4044462" y="1346722"/>
                  </a:lnTo>
                  <a:lnTo>
                    <a:pt x="4049935" y="1346722"/>
                  </a:lnTo>
                  <a:lnTo>
                    <a:pt x="4049935" y="1346722"/>
                  </a:lnTo>
                  <a:lnTo>
                    <a:pt x="4055408" y="1346722"/>
                  </a:lnTo>
                  <a:lnTo>
                    <a:pt x="4055408" y="1346722"/>
                  </a:lnTo>
                  <a:lnTo>
                    <a:pt x="4060880" y="1346722"/>
                  </a:lnTo>
                  <a:lnTo>
                    <a:pt x="4060880" y="1346722"/>
                  </a:lnTo>
                  <a:lnTo>
                    <a:pt x="4066353" y="1346722"/>
                  </a:lnTo>
                  <a:lnTo>
                    <a:pt x="4066353" y="1346722"/>
                  </a:lnTo>
                  <a:lnTo>
                    <a:pt x="4071826" y="1346722"/>
                  </a:lnTo>
                  <a:lnTo>
                    <a:pt x="4071826" y="1346722"/>
                  </a:lnTo>
                  <a:lnTo>
                    <a:pt x="4077299" y="1346722"/>
                  </a:lnTo>
                  <a:lnTo>
                    <a:pt x="4077299" y="1346722"/>
                  </a:lnTo>
                  <a:lnTo>
                    <a:pt x="4082772" y="1346722"/>
                  </a:lnTo>
                  <a:lnTo>
                    <a:pt x="4082772" y="1346722"/>
                  </a:lnTo>
                  <a:lnTo>
                    <a:pt x="4088245" y="1346722"/>
                  </a:lnTo>
                  <a:lnTo>
                    <a:pt x="4088245" y="1346722"/>
                  </a:lnTo>
                  <a:lnTo>
                    <a:pt x="4093718" y="1346722"/>
                  </a:lnTo>
                  <a:lnTo>
                    <a:pt x="4093718" y="1346722"/>
                  </a:lnTo>
                  <a:lnTo>
                    <a:pt x="4099191" y="1346722"/>
                  </a:lnTo>
                  <a:lnTo>
                    <a:pt x="4099191" y="1346722"/>
                  </a:lnTo>
                  <a:lnTo>
                    <a:pt x="4104664" y="1346722"/>
                  </a:lnTo>
                  <a:lnTo>
                    <a:pt x="4104664" y="1346722"/>
                  </a:lnTo>
                  <a:lnTo>
                    <a:pt x="4110136" y="1346722"/>
                  </a:lnTo>
                  <a:lnTo>
                    <a:pt x="4110136" y="1346722"/>
                  </a:lnTo>
                  <a:lnTo>
                    <a:pt x="4115609" y="1346722"/>
                  </a:lnTo>
                  <a:lnTo>
                    <a:pt x="4115609" y="1346722"/>
                  </a:lnTo>
                  <a:lnTo>
                    <a:pt x="4121082" y="1346722"/>
                  </a:lnTo>
                  <a:lnTo>
                    <a:pt x="4121082" y="1346722"/>
                  </a:lnTo>
                  <a:lnTo>
                    <a:pt x="4126555" y="1346722"/>
                  </a:lnTo>
                  <a:lnTo>
                    <a:pt x="4126555" y="1329653"/>
                  </a:lnTo>
                  <a:lnTo>
                    <a:pt x="4132028" y="1329653"/>
                  </a:lnTo>
                  <a:lnTo>
                    <a:pt x="4132028" y="1329653"/>
                  </a:lnTo>
                  <a:lnTo>
                    <a:pt x="4137501" y="1329653"/>
                  </a:lnTo>
                  <a:lnTo>
                    <a:pt x="4137501" y="1312559"/>
                  </a:lnTo>
                  <a:lnTo>
                    <a:pt x="4142974" y="1312559"/>
                  </a:lnTo>
                  <a:lnTo>
                    <a:pt x="4142974" y="1312559"/>
                  </a:lnTo>
                  <a:lnTo>
                    <a:pt x="4148447" y="1312559"/>
                  </a:lnTo>
                  <a:lnTo>
                    <a:pt x="4148447" y="1295453"/>
                  </a:lnTo>
                  <a:lnTo>
                    <a:pt x="4153920" y="1295453"/>
                  </a:lnTo>
                  <a:lnTo>
                    <a:pt x="4153920" y="1295453"/>
                  </a:lnTo>
                  <a:lnTo>
                    <a:pt x="4159392" y="1295453"/>
                  </a:lnTo>
                  <a:lnTo>
                    <a:pt x="4159392" y="1295453"/>
                  </a:lnTo>
                  <a:lnTo>
                    <a:pt x="4164865" y="1295453"/>
                  </a:lnTo>
                  <a:lnTo>
                    <a:pt x="4164865" y="1295453"/>
                  </a:lnTo>
                  <a:lnTo>
                    <a:pt x="4170338" y="1295453"/>
                  </a:lnTo>
                  <a:lnTo>
                    <a:pt x="4170338" y="1295453"/>
                  </a:lnTo>
                  <a:lnTo>
                    <a:pt x="4175811" y="1295453"/>
                  </a:lnTo>
                  <a:lnTo>
                    <a:pt x="4175811" y="1295453"/>
                  </a:lnTo>
                  <a:lnTo>
                    <a:pt x="4181284" y="1295453"/>
                  </a:lnTo>
                  <a:lnTo>
                    <a:pt x="4181284" y="1295453"/>
                  </a:lnTo>
                  <a:lnTo>
                    <a:pt x="4186757" y="1295453"/>
                  </a:lnTo>
                  <a:lnTo>
                    <a:pt x="4186757" y="1295453"/>
                  </a:lnTo>
                  <a:lnTo>
                    <a:pt x="4192230" y="1295453"/>
                  </a:lnTo>
                  <a:lnTo>
                    <a:pt x="4192230" y="1278296"/>
                  </a:lnTo>
                  <a:lnTo>
                    <a:pt x="4197703" y="1278296"/>
                  </a:lnTo>
                  <a:lnTo>
                    <a:pt x="4197703" y="1278296"/>
                  </a:lnTo>
                  <a:lnTo>
                    <a:pt x="4203176" y="1278296"/>
                  </a:lnTo>
                  <a:lnTo>
                    <a:pt x="4203176" y="1278296"/>
                  </a:lnTo>
                  <a:lnTo>
                    <a:pt x="4208648" y="1278296"/>
                  </a:lnTo>
                  <a:lnTo>
                    <a:pt x="4208648" y="1278296"/>
                  </a:lnTo>
                  <a:lnTo>
                    <a:pt x="4214121" y="1278296"/>
                  </a:lnTo>
                  <a:lnTo>
                    <a:pt x="4214121" y="1278296"/>
                  </a:lnTo>
                  <a:lnTo>
                    <a:pt x="4219594" y="1278296"/>
                  </a:lnTo>
                  <a:lnTo>
                    <a:pt x="4219594" y="1278296"/>
                  </a:lnTo>
                  <a:lnTo>
                    <a:pt x="4225067" y="1278296"/>
                  </a:lnTo>
                  <a:lnTo>
                    <a:pt x="4225067" y="1278296"/>
                  </a:lnTo>
                  <a:lnTo>
                    <a:pt x="4230540" y="1278296"/>
                  </a:lnTo>
                  <a:lnTo>
                    <a:pt x="4230540" y="1278296"/>
                  </a:lnTo>
                  <a:lnTo>
                    <a:pt x="4236013" y="1278296"/>
                  </a:lnTo>
                  <a:lnTo>
                    <a:pt x="4236013" y="1243855"/>
                  </a:lnTo>
                  <a:lnTo>
                    <a:pt x="4241486" y="1243855"/>
                  </a:lnTo>
                  <a:lnTo>
                    <a:pt x="4241486" y="1243855"/>
                  </a:lnTo>
                  <a:lnTo>
                    <a:pt x="4246959" y="1243855"/>
                  </a:lnTo>
                  <a:lnTo>
                    <a:pt x="4246959" y="1226610"/>
                  </a:lnTo>
                  <a:lnTo>
                    <a:pt x="4252431" y="1226610"/>
                  </a:lnTo>
                  <a:lnTo>
                    <a:pt x="4252431" y="1209364"/>
                  </a:lnTo>
                  <a:lnTo>
                    <a:pt x="4257904" y="1209364"/>
                  </a:lnTo>
                  <a:lnTo>
                    <a:pt x="4257904" y="1209364"/>
                  </a:lnTo>
                  <a:lnTo>
                    <a:pt x="4263377" y="1209364"/>
                  </a:lnTo>
                  <a:lnTo>
                    <a:pt x="4263377" y="1209364"/>
                  </a:lnTo>
                  <a:lnTo>
                    <a:pt x="4268850" y="1209364"/>
                  </a:lnTo>
                  <a:lnTo>
                    <a:pt x="4268850" y="1209364"/>
                  </a:lnTo>
                  <a:lnTo>
                    <a:pt x="4274323" y="1209364"/>
                  </a:lnTo>
                  <a:lnTo>
                    <a:pt x="4274323" y="1209364"/>
                  </a:lnTo>
                  <a:lnTo>
                    <a:pt x="4279796" y="1209364"/>
                  </a:lnTo>
                  <a:lnTo>
                    <a:pt x="4279796" y="1209364"/>
                  </a:lnTo>
                  <a:lnTo>
                    <a:pt x="4285269" y="1209364"/>
                  </a:lnTo>
                  <a:lnTo>
                    <a:pt x="4285269" y="1209364"/>
                  </a:lnTo>
                  <a:lnTo>
                    <a:pt x="4290742" y="1209364"/>
                  </a:lnTo>
                  <a:lnTo>
                    <a:pt x="4290742" y="1209364"/>
                  </a:lnTo>
                  <a:lnTo>
                    <a:pt x="4296215" y="1209364"/>
                  </a:lnTo>
                  <a:lnTo>
                    <a:pt x="4296215" y="1209364"/>
                  </a:lnTo>
                  <a:lnTo>
                    <a:pt x="4301687" y="1209364"/>
                  </a:lnTo>
                  <a:lnTo>
                    <a:pt x="4301687" y="1209364"/>
                  </a:lnTo>
                  <a:lnTo>
                    <a:pt x="4307160" y="1209364"/>
                  </a:lnTo>
                  <a:lnTo>
                    <a:pt x="4307160" y="1209364"/>
                  </a:lnTo>
                  <a:lnTo>
                    <a:pt x="4312633" y="1209364"/>
                  </a:lnTo>
                  <a:lnTo>
                    <a:pt x="4312633" y="1209364"/>
                  </a:lnTo>
                  <a:lnTo>
                    <a:pt x="4318106" y="1209364"/>
                  </a:lnTo>
                  <a:lnTo>
                    <a:pt x="4318106" y="1209364"/>
                  </a:lnTo>
                  <a:lnTo>
                    <a:pt x="4323579" y="1209364"/>
                  </a:lnTo>
                  <a:lnTo>
                    <a:pt x="4323579" y="1192014"/>
                  </a:lnTo>
                  <a:lnTo>
                    <a:pt x="4329052" y="1192014"/>
                  </a:lnTo>
                  <a:lnTo>
                    <a:pt x="4329052" y="1174664"/>
                  </a:lnTo>
                  <a:lnTo>
                    <a:pt x="4334525" y="1174664"/>
                  </a:lnTo>
                  <a:lnTo>
                    <a:pt x="4334525" y="1174664"/>
                  </a:lnTo>
                  <a:lnTo>
                    <a:pt x="4339998" y="1174664"/>
                  </a:lnTo>
                  <a:lnTo>
                    <a:pt x="4339998" y="1174664"/>
                  </a:lnTo>
                  <a:lnTo>
                    <a:pt x="4345471" y="1174664"/>
                  </a:lnTo>
                  <a:lnTo>
                    <a:pt x="4345471" y="1174664"/>
                  </a:lnTo>
                  <a:lnTo>
                    <a:pt x="4350943" y="1174664"/>
                  </a:lnTo>
                  <a:lnTo>
                    <a:pt x="4350943" y="1174664"/>
                  </a:lnTo>
                  <a:lnTo>
                    <a:pt x="4356416" y="1174664"/>
                  </a:lnTo>
                  <a:lnTo>
                    <a:pt x="4356416" y="1174664"/>
                  </a:lnTo>
                  <a:lnTo>
                    <a:pt x="4361889" y="1174664"/>
                  </a:lnTo>
                  <a:lnTo>
                    <a:pt x="4361889" y="1174664"/>
                  </a:lnTo>
                  <a:lnTo>
                    <a:pt x="4367362" y="1174664"/>
                  </a:lnTo>
                  <a:lnTo>
                    <a:pt x="4367362" y="1174664"/>
                  </a:lnTo>
                  <a:lnTo>
                    <a:pt x="4372835" y="1174664"/>
                  </a:lnTo>
                  <a:lnTo>
                    <a:pt x="4372835" y="1174664"/>
                  </a:lnTo>
                  <a:lnTo>
                    <a:pt x="4378308" y="1174664"/>
                  </a:lnTo>
                  <a:lnTo>
                    <a:pt x="4378308" y="1174664"/>
                  </a:lnTo>
                  <a:lnTo>
                    <a:pt x="4383781" y="1174664"/>
                  </a:lnTo>
                  <a:lnTo>
                    <a:pt x="4383781" y="1174664"/>
                  </a:lnTo>
                  <a:lnTo>
                    <a:pt x="4389254" y="1174664"/>
                  </a:lnTo>
                  <a:lnTo>
                    <a:pt x="4389254" y="1174664"/>
                  </a:lnTo>
                  <a:lnTo>
                    <a:pt x="4394726" y="1174664"/>
                  </a:lnTo>
                  <a:lnTo>
                    <a:pt x="4394726" y="1174664"/>
                  </a:lnTo>
                  <a:lnTo>
                    <a:pt x="4400199" y="1174664"/>
                  </a:lnTo>
                  <a:lnTo>
                    <a:pt x="4400199" y="1174664"/>
                  </a:lnTo>
                  <a:lnTo>
                    <a:pt x="4405672" y="1174664"/>
                  </a:lnTo>
                  <a:lnTo>
                    <a:pt x="4405672" y="1174664"/>
                  </a:lnTo>
                  <a:lnTo>
                    <a:pt x="4411145" y="1174664"/>
                  </a:lnTo>
                  <a:lnTo>
                    <a:pt x="4411145" y="1174664"/>
                  </a:lnTo>
                  <a:lnTo>
                    <a:pt x="4416618" y="1174664"/>
                  </a:lnTo>
                  <a:lnTo>
                    <a:pt x="4416618" y="1174664"/>
                  </a:lnTo>
                  <a:lnTo>
                    <a:pt x="4422091" y="1174664"/>
                  </a:lnTo>
                  <a:lnTo>
                    <a:pt x="4422091" y="1174664"/>
                  </a:lnTo>
                  <a:lnTo>
                    <a:pt x="4427564" y="1174664"/>
                  </a:lnTo>
                  <a:lnTo>
                    <a:pt x="4427564" y="1174664"/>
                  </a:lnTo>
                  <a:lnTo>
                    <a:pt x="4433037" y="1174664"/>
                  </a:lnTo>
                  <a:lnTo>
                    <a:pt x="4433037" y="1174664"/>
                  </a:lnTo>
                  <a:lnTo>
                    <a:pt x="4438510" y="1174664"/>
                  </a:lnTo>
                  <a:lnTo>
                    <a:pt x="4438510" y="1174664"/>
                  </a:lnTo>
                  <a:lnTo>
                    <a:pt x="4443982" y="1174664"/>
                  </a:lnTo>
                  <a:lnTo>
                    <a:pt x="4443982" y="1174664"/>
                  </a:lnTo>
                  <a:lnTo>
                    <a:pt x="4449455" y="1174664"/>
                  </a:lnTo>
                  <a:lnTo>
                    <a:pt x="4449455" y="1174664"/>
                  </a:lnTo>
                  <a:lnTo>
                    <a:pt x="4454928" y="1174664"/>
                  </a:lnTo>
                  <a:lnTo>
                    <a:pt x="4454928" y="1174664"/>
                  </a:lnTo>
                  <a:lnTo>
                    <a:pt x="4460401" y="1174664"/>
                  </a:lnTo>
                  <a:lnTo>
                    <a:pt x="4460401" y="1174664"/>
                  </a:lnTo>
                  <a:lnTo>
                    <a:pt x="4465874" y="1174664"/>
                  </a:lnTo>
                  <a:lnTo>
                    <a:pt x="4465874" y="1174664"/>
                  </a:lnTo>
                  <a:lnTo>
                    <a:pt x="4471347" y="1174664"/>
                  </a:lnTo>
                  <a:lnTo>
                    <a:pt x="4471347" y="1174664"/>
                  </a:lnTo>
                  <a:lnTo>
                    <a:pt x="4476820" y="1174664"/>
                  </a:lnTo>
                  <a:lnTo>
                    <a:pt x="4476820" y="1174664"/>
                  </a:lnTo>
                  <a:lnTo>
                    <a:pt x="4482293" y="1174664"/>
                  </a:lnTo>
                  <a:lnTo>
                    <a:pt x="4482293" y="1174664"/>
                  </a:lnTo>
                  <a:lnTo>
                    <a:pt x="4487766" y="1174664"/>
                  </a:lnTo>
                  <a:lnTo>
                    <a:pt x="4487766" y="1174664"/>
                  </a:lnTo>
                  <a:lnTo>
                    <a:pt x="4493238" y="1174664"/>
                  </a:lnTo>
                  <a:lnTo>
                    <a:pt x="4493238" y="1174664"/>
                  </a:lnTo>
                  <a:lnTo>
                    <a:pt x="4498711" y="1174664"/>
                  </a:lnTo>
                  <a:lnTo>
                    <a:pt x="4498711" y="1174664"/>
                  </a:lnTo>
                  <a:lnTo>
                    <a:pt x="4504184" y="1174664"/>
                  </a:lnTo>
                  <a:lnTo>
                    <a:pt x="4504184" y="1174664"/>
                  </a:lnTo>
                  <a:lnTo>
                    <a:pt x="4509657" y="1174664"/>
                  </a:lnTo>
                  <a:lnTo>
                    <a:pt x="4509657" y="1174664"/>
                  </a:lnTo>
                  <a:lnTo>
                    <a:pt x="4515130" y="1174664"/>
                  </a:lnTo>
                  <a:lnTo>
                    <a:pt x="4515130" y="1174664"/>
                  </a:lnTo>
                  <a:lnTo>
                    <a:pt x="4520603" y="1174664"/>
                  </a:lnTo>
                  <a:lnTo>
                    <a:pt x="4520603" y="1174664"/>
                  </a:lnTo>
                  <a:lnTo>
                    <a:pt x="4526076" y="1174664"/>
                  </a:lnTo>
                  <a:lnTo>
                    <a:pt x="4526076" y="1174664"/>
                  </a:lnTo>
                  <a:lnTo>
                    <a:pt x="4531549" y="1174664"/>
                  </a:lnTo>
                  <a:lnTo>
                    <a:pt x="4531549" y="1174664"/>
                  </a:lnTo>
                  <a:lnTo>
                    <a:pt x="4537022" y="1174664"/>
                  </a:lnTo>
                  <a:lnTo>
                    <a:pt x="4537022" y="1174664"/>
                  </a:lnTo>
                  <a:lnTo>
                    <a:pt x="4542494" y="1174664"/>
                  </a:lnTo>
                  <a:lnTo>
                    <a:pt x="4542494" y="1156951"/>
                  </a:lnTo>
                  <a:lnTo>
                    <a:pt x="4547967" y="1156951"/>
                  </a:lnTo>
                  <a:lnTo>
                    <a:pt x="4547967" y="1139224"/>
                  </a:lnTo>
                  <a:lnTo>
                    <a:pt x="4553440" y="1139224"/>
                  </a:lnTo>
                  <a:lnTo>
                    <a:pt x="4553440" y="1139224"/>
                  </a:lnTo>
                  <a:lnTo>
                    <a:pt x="4558913" y="1139224"/>
                  </a:lnTo>
                  <a:lnTo>
                    <a:pt x="4558913" y="1139224"/>
                  </a:lnTo>
                  <a:lnTo>
                    <a:pt x="4564386" y="1139224"/>
                  </a:lnTo>
                  <a:lnTo>
                    <a:pt x="4564386" y="1139224"/>
                  </a:lnTo>
                  <a:lnTo>
                    <a:pt x="4569859" y="1139224"/>
                  </a:lnTo>
                  <a:lnTo>
                    <a:pt x="4569859" y="1139224"/>
                  </a:lnTo>
                  <a:lnTo>
                    <a:pt x="4575332" y="1139224"/>
                  </a:lnTo>
                  <a:lnTo>
                    <a:pt x="4575332" y="1139224"/>
                  </a:lnTo>
                  <a:lnTo>
                    <a:pt x="4580805" y="1139224"/>
                  </a:lnTo>
                  <a:lnTo>
                    <a:pt x="4580805" y="1139224"/>
                  </a:lnTo>
                  <a:lnTo>
                    <a:pt x="4586277" y="1139224"/>
                  </a:lnTo>
                  <a:lnTo>
                    <a:pt x="4586277" y="1139224"/>
                  </a:lnTo>
                  <a:lnTo>
                    <a:pt x="4591750" y="1139224"/>
                  </a:lnTo>
                  <a:lnTo>
                    <a:pt x="4591750" y="1139224"/>
                  </a:lnTo>
                  <a:lnTo>
                    <a:pt x="4597223" y="1139224"/>
                  </a:lnTo>
                  <a:lnTo>
                    <a:pt x="4597223" y="1121455"/>
                  </a:lnTo>
                  <a:lnTo>
                    <a:pt x="4602696" y="1121455"/>
                  </a:lnTo>
                  <a:lnTo>
                    <a:pt x="4602696" y="1103658"/>
                  </a:lnTo>
                  <a:lnTo>
                    <a:pt x="4608169" y="1103658"/>
                  </a:lnTo>
                  <a:lnTo>
                    <a:pt x="4608169" y="1103658"/>
                  </a:lnTo>
                  <a:lnTo>
                    <a:pt x="4613642" y="1103658"/>
                  </a:lnTo>
                  <a:lnTo>
                    <a:pt x="4613642" y="1103658"/>
                  </a:lnTo>
                  <a:lnTo>
                    <a:pt x="4619115" y="1103658"/>
                  </a:lnTo>
                  <a:lnTo>
                    <a:pt x="4619115" y="1103658"/>
                  </a:lnTo>
                  <a:lnTo>
                    <a:pt x="4624588" y="1103658"/>
                  </a:lnTo>
                  <a:lnTo>
                    <a:pt x="4624588" y="1103658"/>
                  </a:lnTo>
                  <a:lnTo>
                    <a:pt x="4630061" y="1103658"/>
                  </a:lnTo>
                  <a:lnTo>
                    <a:pt x="4630061" y="1085847"/>
                  </a:lnTo>
                  <a:lnTo>
                    <a:pt x="4635533" y="1085847"/>
                  </a:lnTo>
                  <a:lnTo>
                    <a:pt x="4635533" y="1085847"/>
                  </a:lnTo>
                  <a:lnTo>
                    <a:pt x="4641006" y="1085847"/>
                  </a:lnTo>
                  <a:lnTo>
                    <a:pt x="4641006" y="1085847"/>
                  </a:lnTo>
                  <a:lnTo>
                    <a:pt x="4646479" y="1085847"/>
                  </a:lnTo>
                  <a:lnTo>
                    <a:pt x="4646479" y="1085847"/>
                  </a:lnTo>
                  <a:lnTo>
                    <a:pt x="4651952" y="1085847"/>
                  </a:lnTo>
                  <a:lnTo>
                    <a:pt x="4651952" y="1085847"/>
                  </a:lnTo>
                  <a:lnTo>
                    <a:pt x="4657425" y="1085847"/>
                  </a:lnTo>
                  <a:lnTo>
                    <a:pt x="4657425" y="1085847"/>
                  </a:lnTo>
                  <a:lnTo>
                    <a:pt x="4662898" y="1085847"/>
                  </a:lnTo>
                  <a:lnTo>
                    <a:pt x="4662898" y="1067936"/>
                  </a:lnTo>
                  <a:lnTo>
                    <a:pt x="4668371" y="1067936"/>
                  </a:lnTo>
                  <a:lnTo>
                    <a:pt x="4668371" y="1067936"/>
                  </a:lnTo>
                  <a:lnTo>
                    <a:pt x="4673844" y="1067936"/>
                  </a:lnTo>
                  <a:lnTo>
                    <a:pt x="4673844" y="1067936"/>
                  </a:lnTo>
                  <a:lnTo>
                    <a:pt x="4679317" y="1067936"/>
                  </a:lnTo>
                  <a:lnTo>
                    <a:pt x="4679317" y="1067936"/>
                  </a:lnTo>
                  <a:lnTo>
                    <a:pt x="4684789" y="1067936"/>
                  </a:lnTo>
                  <a:lnTo>
                    <a:pt x="4684789" y="1067936"/>
                  </a:lnTo>
                  <a:lnTo>
                    <a:pt x="4690262" y="1067936"/>
                  </a:lnTo>
                  <a:lnTo>
                    <a:pt x="4690262" y="1067936"/>
                  </a:lnTo>
                  <a:lnTo>
                    <a:pt x="4695735" y="1067936"/>
                  </a:lnTo>
                  <a:lnTo>
                    <a:pt x="4695735" y="1067936"/>
                  </a:lnTo>
                  <a:lnTo>
                    <a:pt x="4701208" y="1067936"/>
                  </a:lnTo>
                  <a:lnTo>
                    <a:pt x="4701208" y="1067936"/>
                  </a:lnTo>
                  <a:lnTo>
                    <a:pt x="4706681" y="1067936"/>
                  </a:lnTo>
                  <a:lnTo>
                    <a:pt x="4706681" y="1067936"/>
                  </a:lnTo>
                  <a:lnTo>
                    <a:pt x="4712154" y="1067936"/>
                  </a:lnTo>
                  <a:lnTo>
                    <a:pt x="4712154" y="1067936"/>
                  </a:lnTo>
                  <a:lnTo>
                    <a:pt x="4717627" y="1067936"/>
                  </a:lnTo>
                  <a:lnTo>
                    <a:pt x="4717627" y="1067936"/>
                  </a:lnTo>
                  <a:lnTo>
                    <a:pt x="4723100" y="1067936"/>
                  </a:lnTo>
                  <a:lnTo>
                    <a:pt x="4723100" y="1067936"/>
                  </a:lnTo>
                  <a:lnTo>
                    <a:pt x="4728573" y="1067936"/>
                  </a:lnTo>
                  <a:lnTo>
                    <a:pt x="4728573" y="1067936"/>
                  </a:lnTo>
                  <a:lnTo>
                    <a:pt x="4734045" y="1067936"/>
                  </a:lnTo>
                  <a:lnTo>
                    <a:pt x="4734045" y="1067936"/>
                  </a:lnTo>
                  <a:lnTo>
                    <a:pt x="4739518" y="1067936"/>
                  </a:lnTo>
                  <a:lnTo>
                    <a:pt x="4739518" y="1067936"/>
                  </a:lnTo>
                  <a:lnTo>
                    <a:pt x="4744991" y="1067936"/>
                  </a:lnTo>
                  <a:lnTo>
                    <a:pt x="4744991" y="1049968"/>
                  </a:lnTo>
                  <a:lnTo>
                    <a:pt x="4750464" y="1049968"/>
                  </a:lnTo>
                  <a:lnTo>
                    <a:pt x="4750464" y="1049968"/>
                  </a:lnTo>
                  <a:lnTo>
                    <a:pt x="4755937" y="1049968"/>
                  </a:lnTo>
                  <a:lnTo>
                    <a:pt x="4755937" y="1049968"/>
                  </a:lnTo>
                  <a:lnTo>
                    <a:pt x="4761410" y="1049968"/>
                  </a:lnTo>
                  <a:lnTo>
                    <a:pt x="4761410" y="1031956"/>
                  </a:lnTo>
                  <a:lnTo>
                    <a:pt x="4766883" y="1031956"/>
                  </a:lnTo>
                  <a:lnTo>
                    <a:pt x="4766883" y="1031956"/>
                  </a:lnTo>
                  <a:lnTo>
                    <a:pt x="4772356" y="1031956"/>
                  </a:lnTo>
                  <a:lnTo>
                    <a:pt x="4772356" y="1031956"/>
                  </a:lnTo>
                  <a:lnTo>
                    <a:pt x="4777828" y="1031956"/>
                  </a:lnTo>
                  <a:lnTo>
                    <a:pt x="4777828" y="1031956"/>
                  </a:lnTo>
                  <a:lnTo>
                    <a:pt x="4783301" y="1031956"/>
                  </a:lnTo>
                  <a:lnTo>
                    <a:pt x="4783301" y="1031956"/>
                  </a:lnTo>
                  <a:lnTo>
                    <a:pt x="4788774" y="1031956"/>
                  </a:lnTo>
                  <a:lnTo>
                    <a:pt x="4788774" y="1031956"/>
                  </a:lnTo>
                  <a:lnTo>
                    <a:pt x="4794247" y="1031956"/>
                  </a:lnTo>
                  <a:lnTo>
                    <a:pt x="4794247" y="1031956"/>
                  </a:lnTo>
                  <a:lnTo>
                    <a:pt x="4799720" y="1031956"/>
                  </a:lnTo>
                  <a:lnTo>
                    <a:pt x="4799720" y="1031956"/>
                  </a:lnTo>
                  <a:lnTo>
                    <a:pt x="4805193" y="1031956"/>
                  </a:lnTo>
                  <a:lnTo>
                    <a:pt x="4805193" y="1031956"/>
                  </a:lnTo>
                  <a:lnTo>
                    <a:pt x="4810666" y="1031956"/>
                  </a:lnTo>
                  <a:lnTo>
                    <a:pt x="4810666" y="1031956"/>
                  </a:lnTo>
                  <a:lnTo>
                    <a:pt x="4816139" y="1031956"/>
                  </a:lnTo>
                  <a:lnTo>
                    <a:pt x="4816139" y="1031956"/>
                  </a:lnTo>
                  <a:lnTo>
                    <a:pt x="4821612" y="1031956"/>
                  </a:lnTo>
                  <a:lnTo>
                    <a:pt x="4821612" y="1031956"/>
                  </a:lnTo>
                  <a:lnTo>
                    <a:pt x="4827084" y="1031956"/>
                  </a:lnTo>
                  <a:lnTo>
                    <a:pt x="4827084" y="1013782"/>
                  </a:lnTo>
                  <a:lnTo>
                    <a:pt x="4832557" y="1013782"/>
                  </a:lnTo>
                  <a:lnTo>
                    <a:pt x="4832557" y="1013782"/>
                  </a:lnTo>
                  <a:lnTo>
                    <a:pt x="4838030" y="1013782"/>
                  </a:lnTo>
                  <a:lnTo>
                    <a:pt x="4838030" y="1013782"/>
                  </a:lnTo>
                  <a:lnTo>
                    <a:pt x="4843503" y="1013782"/>
                  </a:lnTo>
                  <a:lnTo>
                    <a:pt x="4843503" y="1013782"/>
                  </a:lnTo>
                  <a:lnTo>
                    <a:pt x="4848976" y="1013782"/>
                  </a:lnTo>
                  <a:lnTo>
                    <a:pt x="4848976" y="1013782"/>
                  </a:lnTo>
                  <a:lnTo>
                    <a:pt x="4854449" y="1013782"/>
                  </a:lnTo>
                  <a:lnTo>
                    <a:pt x="4854449" y="1013782"/>
                  </a:lnTo>
                  <a:lnTo>
                    <a:pt x="4859922" y="1013782"/>
                  </a:lnTo>
                  <a:lnTo>
                    <a:pt x="4859922" y="1013782"/>
                  </a:lnTo>
                  <a:lnTo>
                    <a:pt x="4865395" y="1013782"/>
                  </a:lnTo>
                  <a:lnTo>
                    <a:pt x="4865395" y="1013782"/>
                  </a:lnTo>
                  <a:lnTo>
                    <a:pt x="4870868" y="1013782"/>
                  </a:lnTo>
                  <a:lnTo>
                    <a:pt x="4870868" y="1013782"/>
                  </a:lnTo>
                  <a:lnTo>
                    <a:pt x="4876340" y="1013782"/>
                  </a:lnTo>
                  <a:lnTo>
                    <a:pt x="4876340" y="1013782"/>
                  </a:lnTo>
                  <a:lnTo>
                    <a:pt x="4881813" y="1013782"/>
                  </a:lnTo>
                  <a:lnTo>
                    <a:pt x="4881813" y="1013782"/>
                  </a:lnTo>
                  <a:lnTo>
                    <a:pt x="4887286" y="1013782"/>
                  </a:lnTo>
                  <a:lnTo>
                    <a:pt x="4887286" y="1013782"/>
                  </a:lnTo>
                  <a:lnTo>
                    <a:pt x="4892759" y="1013782"/>
                  </a:lnTo>
                  <a:lnTo>
                    <a:pt x="4892759" y="1013782"/>
                  </a:lnTo>
                  <a:lnTo>
                    <a:pt x="4898232" y="1013782"/>
                  </a:lnTo>
                  <a:lnTo>
                    <a:pt x="4898232" y="1013782"/>
                  </a:lnTo>
                  <a:lnTo>
                    <a:pt x="4903705" y="1013782"/>
                  </a:lnTo>
                  <a:lnTo>
                    <a:pt x="4903705" y="1013782"/>
                  </a:lnTo>
                  <a:lnTo>
                    <a:pt x="4909178" y="1013782"/>
                  </a:lnTo>
                  <a:lnTo>
                    <a:pt x="4909178" y="1013782"/>
                  </a:lnTo>
                  <a:lnTo>
                    <a:pt x="4914651" y="1013782"/>
                  </a:lnTo>
                  <a:lnTo>
                    <a:pt x="4914651" y="1013782"/>
                  </a:lnTo>
                  <a:lnTo>
                    <a:pt x="4920123" y="1013782"/>
                  </a:lnTo>
                  <a:lnTo>
                    <a:pt x="4920123" y="1013782"/>
                  </a:lnTo>
                  <a:lnTo>
                    <a:pt x="4925596" y="1013782"/>
                  </a:lnTo>
                  <a:lnTo>
                    <a:pt x="4925596" y="1013782"/>
                  </a:lnTo>
                  <a:lnTo>
                    <a:pt x="4931069" y="1013782"/>
                  </a:lnTo>
                  <a:lnTo>
                    <a:pt x="4931069" y="1013782"/>
                  </a:lnTo>
                  <a:lnTo>
                    <a:pt x="4936542" y="1013782"/>
                  </a:lnTo>
                  <a:lnTo>
                    <a:pt x="4936542" y="1013782"/>
                  </a:lnTo>
                  <a:lnTo>
                    <a:pt x="4942015" y="1013782"/>
                  </a:lnTo>
                  <a:lnTo>
                    <a:pt x="4942015" y="1013782"/>
                  </a:lnTo>
                  <a:lnTo>
                    <a:pt x="4947488" y="1013782"/>
                  </a:lnTo>
                  <a:lnTo>
                    <a:pt x="4947488" y="1013782"/>
                  </a:lnTo>
                  <a:lnTo>
                    <a:pt x="4952961" y="1013782"/>
                  </a:lnTo>
                  <a:lnTo>
                    <a:pt x="4952961" y="1013782"/>
                  </a:lnTo>
                  <a:lnTo>
                    <a:pt x="4958434" y="1013782"/>
                  </a:lnTo>
                  <a:lnTo>
                    <a:pt x="4958434" y="1013782"/>
                  </a:lnTo>
                  <a:lnTo>
                    <a:pt x="4963907" y="1013782"/>
                  </a:lnTo>
                  <a:lnTo>
                    <a:pt x="4963907" y="1013782"/>
                  </a:lnTo>
                  <a:lnTo>
                    <a:pt x="4969379" y="1013782"/>
                  </a:lnTo>
                  <a:lnTo>
                    <a:pt x="4969379" y="1013782"/>
                  </a:lnTo>
                  <a:lnTo>
                    <a:pt x="4974852" y="1013782"/>
                  </a:lnTo>
                  <a:lnTo>
                    <a:pt x="4974852" y="995243"/>
                  </a:lnTo>
                  <a:lnTo>
                    <a:pt x="4980325" y="995243"/>
                  </a:lnTo>
                  <a:lnTo>
                    <a:pt x="4980325" y="995243"/>
                  </a:lnTo>
                  <a:lnTo>
                    <a:pt x="4985798" y="995243"/>
                  </a:lnTo>
                  <a:lnTo>
                    <a:pt x="4985798" y="995243"/>
                  </a:lnTo>
                  <a:lnTo>
                    <a:pt x="4991271" y="995243"/>
                  </a:lnTo>
                  <a:lnTo>
                    <a:pt x="4991271" y="995243"/>
                  </a:lnTo>
                  <a:lnTo>
                    <a:pt x="4996744" y="995243"/>
                  </a:lnTo>
                  <a:lnTo>
                    <a:pt x="4996744" y="995243"/>
                  </a:lnTo>
                  <a:lnTo>
                    <a:pt x="5002217" y="995243"/>
                  </a:lnTo>
                  <a:lnTo>
                    <a:pt x="5002217" y="995243"/>
                  </a:lnTo>
                  <a:lnTo>
                    <a:pt x="5007690" y="995243"/>
                  </a:lnTo>
                  <a:lnTo>
                    <a:pt x="5007690" y="995243"/>
                  </a:lnTo>
                  <a:lnTo>
                    <a:pt x="5013163" y="995243"/>
                  </a:lnTo>
                  <a:lnTo>
                    <a:pt x="5013163" y="995243"/>
                  </a:lnTo>
                  <a:lnTo>
                    <a:pt x="5018635" y="995243"/>
                  </a:lnTo>
                  <a:lnTo>
                    <a:pt x="5018635" y="995243"/>
                  </a:lnTo>
                  <a:lnTo>
                    <a:pt x="5024108" y="995243"/>
                  </a:lnTo>
                  <a:lnTo>
                    <a:pt x="5024108" y="995243"/>
                  </a:lnTo>
                  <a:lnTo>
                    <a:pt x="5029581" y="995243"/>
                  </a:lnTo>
                  <a:lnTo>
                    <a:pt x="5029581" y="995243"/>
                  </a:lnTo>
                  <a:lnTo>
                    <a:pt x="5035054" y="995243"/>
                  </a:lnTo>
                  <a:lnTo>
                    <a:pt x="5035054" y="995243"/>
                  </a:lnTo>
                  <a:lnTo>
                    <a:pt x="5040527" y="995243"/>
                  </a:lnTo>
                  <a:lnTo>
                    <a:pt x="5040527" y="995243"/>
                  </a:lnTo>
                  <a:lnTo>
                    <a:pt x="5046000" y="995243"/>
                  </a:lnTo>
                  <a:lnTo>
                    <a:pt x="5046000" y="995243"/>
                  </a:lnTo>
                  <a:lnTo>
                    <a:pt x="5051473" y="995243"/>
                  </a:lnTo>
                  <a:lnTo>
                    <a:pt x="5051473" y="995243"/>
                  </a:lnTo>
                  <a:lnTo>
                    <a:pt x="5056946" y="995243"/>
                  </a:lnTo>
                  <a:lnTo>
                    <a:pt x="5056946" y="995243"/>
                  </a:lnTo>
                  <a:lnTo>
                    <a:pt x="5062419" y="995243"/>
                  </a:lnTo>
                  <a:lnTo>
                    <a:pt x="5062419" y="995243"/>
                  </a:lnTo>
                  <a:lnTo>
                    <a:pt x="5067891" y="995243"/>
                  </a:lnTo>
                  <a:lnTo>
                    <a:pt x="5067891" y="995243"/>
                  </a:lnTo>
                  <a:lnTo>
                    <a:pt x="5073364" y="995243"/>
                  </a:lnTo>
                  <a:lnTo>
                    <a:pt x="5073364" y="995243"/>
                  </a:lnTo>
                  <a:lnTo>
                    <a:pt x="5078837" y="995243"/>
                  </a:lnTo>
                  <a:lnTo>
                    <a:pt x="5078837" y="995243"/>
                  </a:lnTo>
                  <a:lnTo>
                    <a:pt x="5084310" y="995243"/>
                  </a:lnTo>
                  <a:lnTo>
                    <a:pt x="5084310" y="995243"/>
                  </a:lnTo>
                  <a:lnTo>
                    <a:pt x="5089783" y="995243"/>
                  </a:lnTo>
                  <a:lnTo>
                    <a:pt x="5089783" y="995243"/>
                  </a:lnTo>
                  <a:lnTo>
                    <a:pt x="5095256" y="995243"/>
                  </a:lnTo>
                  <a:lnTo>
                    <a:pt x="5095256" y="976484"/>
                  </a:lnTo>
                  <a:lnTo>
                    <a:pt x="5100729" y="976484"/>
                  </a:lnTo>
                  <a:lnTo>
                    <a:pt x="5100729" y="976484"/>
                  </a:lnTo>
                  <a:lnTo>
                    <a:pt x="5106202" y="976484"/>
                  </a:lnTo>
                  <a:lnTo>
                    <a:pt x="5106202" y="976484"/>
                  </a:lnTo>
                  <a:lnTo>
                    <a:pt x="5111674" y="976484"/>
                  </a:lnTo>
                  <a:lnTo>
                    <a:pt x="5111674" y="976484"/>
                  </a:lnTo>
                  <a:lnTo>
                    <a:pt x="5117147" y="976484"/>
                  </a:lnTo>
                  <a:lnTo>
                    <a:pt x="5117147" y="976484"/>
                  </a:lnTo>
                  <a:lnTo>
                    <a:pt x="5122620" y="976484"/>
                  </a:lnTo>
                  <a:lnTo>
                    <a:pt x="5122620" y="976484"/>
                  </a:lnTo>
                  <a:lnTo>
                    <a:pt x="5128093" y="976484"/>
                  </a:lnTo>
                  <a:lnTo>
                    <a:pt x="5128093" y="976484"/>
                  </a:lnTo>
                  <a:lnTo>
                    <a:pt x="5133566" y="976484"/>
                  </a:lnTo>
                  <a:lnTo>
                    <a:pt x="5133566" y="976484"/>
                  </a:lnTo>
                  <a:lnTo>
                    <a:pt x="5139039" y="976484"/>
                  </a:lnTo>
                  <a:lnTo>
                    <a:pt x="5139039" y="976484"/>
                  </a:lnTo>
                  <a:lnTo>
                    <a:pt x="5144512" y="976484"/>
                  </a:lnTo>
                  <a:lnTo>
                    <a:pt x="5144512" y="976484"/>
                  </a:lnTo>
                  <a:lnTo>
                    <a:pt x="5149985" y="976484"/>
                  </a:lnTo>
                  <a:lnTo>
                    <a:pt x="5149985" y="976484"/>
                  </a:lnTo>
                  <a:lnTo>
                    <a:pt x="5155458" y="976484"/>
                  </a:lnTo>
                  <a:lnTo>
                    <a:pt x="5155458" y="976484"/>
                  </a:lnTo>
                  <a:lnTo>
                    <a:pt x="5160930" y="976484"/>
                  </a:lnTo>
                  <a:lnTo>
                    <a:pt x="5160930" y="976484"/>
                  </a:lnTo>
                  <a:lnTo>
                    <a:pt x="5166403" y="976484"/>
                  </a:lnTo>
                  <a:lnTo>
                    <a:pt x="5166403" y="976484"/>
                  </a:lnTo>
                  <a:lnTo>
                    <a:pt x="5171876" y="976484"/>
                  </a:lnTo>
                  <a:lnTo>
                    <a:pt x="5171876" y="976484"/>
                  </a:lnTo>
                  <a:lnTo>
                    <a:pt x="5177349" y="976484"/>
                  </a:lnTo>
                  <a:lnTo>
                    <a:pt x="5177349" y="976484"/>
                  </a:lnTo>
                  <a:lnTo>
                    <a:pt x="5182822" y="976484"/>
                  </a:lnTo>
                  <a:lnTo>
                    <a:pt x="5182822" y="976484"/>
                  </a:lnTo>
                  <a:lnTo>
                    <a:pt x="5188295" y="976484"/>
                  </a:lnTo>
                  <a:lnTo>
                    <a:pt x="5188295" y="976484"/>
                  </a:lnTo>
                  <a:lnTo>
                    <a:pt x="5193768" y="976484"/>
                  </a:lnTo>
                  <a:lnTo>
                    <a:pt x="5193768" y="976484"/>
                  </a:lnTo>
                  <a:lnTo>
                    <a:pt x="5199241" y="976484"/>
                  </a:lnTo>
                  <a:lnTo>
                    <a:pt x="5199241" y="976484"/>
                  </a:lnTo>
                  <a:lnTo>
                    <a:pt x="5204714" y="976484"/>
                  </a:lnTo>
                  <a:lnTo>
                    <a:pt x="5204714" y="976484"/>
                  </a:lnTo>
                  <a:lnTo>
                    <a:pt x="5210186" y="976484"/>
                  </a:lnTo>
                  <a:lnTo>
                    <a:pt x="5210186" y="976484"/>
                  </a:lnTo>
                  <a:lnTo>
                    <a:pt x="5215659" y="976484"/>
                  </a:lnTo>
                  <a:lnTo>
                    <a:pt x="5215659" y="976484"/>
                  </a:lnTo>
                  <a:lnTo>
                    <a:pt x="5221132" y="976484"/>
                  </a:lnTo>
                  <a:lnTo>
                    <a:pt x="5221132" y="957445"/>
                  </a:lnTo>
                  <a:lnTo>
                    <a:pt x="5226605" y="957445"/>
                  </a:lnTo>
                  <a:lnTo>
                    <a:pt x="5226605" y="957445"/>
                  </a:lnTo>
                  <a:lnTo>
                    <a:pt x="5232078" y="957445"/>
                  </a:lnTo>
                  <a:lnTo>
                    <a:pt x="5232078" y="957445"/>
                  </a:lnTo>
                  <a:lnTo>
                    <a:pt x="5237551" y="957445"/>
                  </a:lnTo>
                  <a:lnTo>
                    <a:pt x="5237551" y="957445"/>
                  </a:lnTo>
                  <a:lnTo>
                    <a:pt x="5243024" y="957445"/>
                  </a:lnTo>
                  <a:lnTo>
                    <a:pt x="5243024" y="957445"/>
                  </a:lnTo>
                  <a:lnTo>
                    <a:pt x="5248497" y="957445"/>
                  </a:lnTo>
                  <a:lnTo>
                    <a:pt x="5248497" y="957445"/>
                  </a:lnTo>
                  <a:lnTo>
                    <a:pt x="5253970" y="957445"/>
                  </a:lnTo>
                  <a:lnTo>
                    <a:pt x="5253970" y="957445"/>
                  </a:lnTo>
                  <a:lnTo>
                    <a:pt x="5259442" y="957445"/>
                  </a:lnTo>
                  <a:lnTo>
                    <a:pt x="5259442" y="957445"/>
                  </a:lnTo>
                  <a:lnTo>
                    <a:pt x="5264915" y="957445"/>
                  </a:lnTo>
                  <a:lnTo>
                    <a:pt x="5264915" y="957445"/>
                  </a:lnTo>
                  <a:lnTo>
                    <a:pt x="5270388" y="957445"/>
                  </a:lnTo>
                  <a:lnTo>
                    <a:pt x="5270388" y="957445"/>
                  </a:lnTo>
                  <a:lnTo>
                    <a:pt x="5275861" y="957445"/>
                  </a:lnTo>
                  <a:lnTo>
                    <a:pt x="5275861" y="957445"/>
                  </a:lnTo>
                  <a:lnTo>
                    <a:pt x="5281334" y="957445"/>
                  </a:lnTo>
                  <a:lnTo>
                    <a:pt x="5281334" y="957445"/>
                  </a:lnTo>
                  <a:lnTo>
                    <a:pt x="5286807" y="957445"/>
                  </a:lnTo>
                  <a:lnTo>
                    <a:pt x="5286807" y="957445"/>
                  </a:lnTo>
                  <a:lnTo>
                    <a:pt x="5292280" y="957445"/>
                  </a:lnTo>
                  <a:lnTo>
                    <a:pt x="5292280" y="957445"/>
                  </a:lnTo>
                  <a:lnTo>
                    <a:pt x="5297753" y="957445"/>
                  </a:lnTo>
                  <a:lnTo>
                    <a:pt x="5297753" y="957445"/>
                  </a:lnTo>
                  <a:lnTo>
                    <a:pt x="5303225" y="957445"/>
                  </a:lnTo>
                  <a:lnTo>
                    <a:pt x="5303225" y="957445"/>
                  </a:lnTo>
                  <a:lnTo>
                    <a:pt x="5308698" y="957445"/>
                  </a:lnTo>
                  <a:lnTo>
                    <a:pt x="5308698" y="957445"/>
                  </a:lnTo>
                  <a:lnTo>
                    <a:pt x="5314171" y="957445"/>
                  </a:lnTo>
                  <a:lnTo>
                    <a:pt x="5314171" y="957445"/>
                  </a:lnTo>
                  <a:lnTo>
                    <a:pt x="5319644" y="957445"/>
                  </a:lnTo>
                  <a:lnTo>
                    <a:pt x="5319644" y="957445"/>
                  </a:lnTo>
                  <a:lnTo>
                    <a:pt x="5325117" y="957445"/>
                  </a:lnTo>
                  <a:lnTo>
                    <a:pt x="5325117" y="938186"/>
                  </a:lnTo>
                  <a:lnTo>
                    <a:pt x="5330590" y="938186"/>
                  </a:lnTo>
                  <a:lnTo>
                    <a:pt x="5330590" y="938186"/>
                  </a:lnTo>
                  <a:lnTo>
                    <a:pt x="5336063" y="938186"/>
                  </a:lnTo>
                  <a:lnTo>
                    <a:pt x="5336063" y="918910"/>
                  </a:lnTo>
                  <a:lnTo>
                    <a:pt x="5341536" y="918910"/>
                  </a:lnTo>
                  <a:lnTo>
                    <a:pt x="5341536" y="918910"/>
                  </a:lnTo>
                  <a:lnTo>
                    <a:pt x="5347009" y="918910"/>
                  </a:lnTo>
                  <a:lnTo>
                    <a:pt x="5347009" y="918910"/>
                  </a:lnTo>
                  <a:lnTo>
                    <a:pt x="5352481" y="918910"/>
                  </a:lnTo>
                  <a:lnTo>
                    <a:pt x="5352481" y="918910"/>
                  </a:lnTo>
                  <a:lnTo>
                    <a:pt x="5357954" y="918910"/>
                  </a:lnTo>
                  <a:lnTo>
                    <a:pt x="5357954" y="918910"/>
                  </a:lnTo>
                  <a:lnTo>
                    <a:pt x="5363427" y="918910"/>
                  </a:lnTo>
                  <a:lnTo>
                    <a:pt x="5363427" y="918910"/>
                  </a:lnTo>
                  <a:lnTo>
                    <a:pt x="5368900" y="918910"/>
                  </a:lnTo>
                  <a:lnTo>
                    <a:pt x="5368900" y="918910"/>
                  </a:lnTo>
                  <a:lnTo>
                    <a:pt x="5374373" y="918910"/>
                  </a:lnTo>
                  <a:lnTo>
                    <a:pt x="5374373" y="918910"/>
                  </a:lnTo>
                  <a:lnTo>
                    <a:pt x="5379846" y="918910"/>
                  </a:lnTo>
                  <a:lnTo>
                    <a:pt x="5379846" y="918910"/>
                  </a:lnTo>
                  <a:lnTo>
                    <a:pt x="5385319" y="918910"/>
                  </a:lnTo>
                  <a:lnTo>
                    <a:pt x="5385319" y="918910"/>
                  </a:lnTo>
                  <a:lnTo>
                    <a:pt x="5390792" y="918910"/>
                  </a:lnTo>
                  <a:lnTo>
                    <a:pt x="5390792" y="918910"/>
                  </a:lnTo>
                  <a:lnTo>
                    <a:pt x="5396265" y="918910"/>
                  </a:lnTo>
                  <a:lnTo>
                    <a:pt x="5396265" y="918910"/>
                  </a:lnTo>
                  <a:lnTo>
                    <a:pt x="5401737" y="918910"/>
                  </a:lnTo>
                  <a:lnTo>
                    <a:pt x="5401737" y="899513"/>
                  </a:lnTo>
                  <a:lnTo>
                    <a:pt x="5407210" y="899513"/>
                  </a:lnTo>
                  <a:lnTo>
                    <a:pt x="5407210" y="899513"/>
                  </a:lnTo>
                  <a:lnTo>
                    <a:pt x="5412683" y="899513"/>
                  </a:lnTo>
                  <a:lnTo>
                    <a:pt x="5412683" y="899513"/>
                  </a:lnTo>
                  <a:lnTo>
                    <a:pt x="5418156" y="899513"/>
                  </a:lnTo>
                  <a:lnTo>
                    <a:pt x="5418156" y="899513"/>
                  </a:lnTo>
                  <a:lnTo>
                    <a:pt x="5423629" y="899513"/>
                  </a:lnTo>
                  <a:lnTo>
                    <a:pt x="5423629" y="899513"/>
                  </a:lnTo>
                  <a:lnTo>
                    <a:pt x="5429102" y="899513"/>
                  </a:lnTo>
                  <a:lnTo>
                    <a:pt x="5429102" y="899513"/>
                  </a:lnTo>
                  <a:lnTo>
                    <a:pt x="5434575" y="899513"/>
                  </a:lnTo>
                  <a:lnTo>
                    <a:pt x="5434575" y="899513"/>
                  </a:lnTo>
                  <a:lnTo>
                    <a:pt x="5440048" y="899513"/>
                  </a:lnTo>
                  <a:lnTo>
                    <a:pt x="5440048" y="899513"/>
                  </a:lnTo>
                  <a:lnTo>
                    <a:pt x="5445520" y="899513"/>
                  </a:lnTo>
                  <a:lnTo>
                    <a:pt x="5445520" y="899513"/>
                  </a:lnTo>
                  <a:lnTo>
                    <a:pt x="5450993" y="899513"/>
                  </a:lnTo>
                  <a:lnTo>
                    <a:pt x="5450993" y="899513"/>
                  </a:lnTo>
                  <a:lnTo>
                    <a:pt x="5456466" y="899513"/>
                  </a:lnTo>
                  <a:lnTo>
                    <a:pt x="5456466" y="899513"/>
                  </a:lnTo>
                  <a:lnTo>
                    <a:pt x="5461939" y="899513"/>
                  </a:lnTo>
                  <a:lnTo>
                    <a:pt x="5461939" y="899513"/>
                  </a:lnTo>
                  <a:lnTo>
                    <a:pt x="5467412" y="899513"/>
                  </a:lnTo>
                  <a:lnTo>
                    <a:pt x="5467412" y="899513"/>
                  </a:lnTo>
                  <a:lnTo>
                    <a:pt x="5472885" y="899513"/>
                  </a:lnTo>
                  <a:lnTo>
                    <a:pt x="5472885" y="899513"/>
                  </a:lnTo>
                  <a:lnTo>
                    <a:pt x="5478358" y="899513"/>
                  </a:lnTo>
                  <a:lnTo>
                    <a:pt x="5478358" y="899513"/>
                  </a:lnTo>
                  <a:lnTo>
                    <a:pt x="5483831" y="899513"/>
                  </a:lnTo>
                  <a:lnTo>
                    <a:pt x="5483831" y="899513"/>
                  </a:lnTo>
                  <a:lnTo>
                    <a:pt x="5489304" y="899513"/>
                  </a:lnTo>
                  <a:lnTo>
                    <a:pt x="5489304" y="879848"/>
                  </a:lnTo>
                  <a:lnTo>
                    <a:pt x="5494776" y="879848"/>
                  </a:lnTo>
                  <a:lnTo>
                    <a:pt x="5494776" y="860184"/>
                  </a:lnTo>
                  <a:lnTo>
                    <a:pt x="5500249" y="860184"/>
                  </a:lnTo>
                  <a:lnTo>
                    <a:pt x="5500249" y="860184"/>
                  </a:lnTo>
                  <a:lnTo>
                    <a:pt x="5505722" y="860184"/>
                  </a:lnTo>
                  <a:lnTo>
                    <a:pt x="5505722" y="860184"/>
                  </a:lnTo>
                  <a:lnTo>
                    <a:pt x="5511195" y="860184"/>
                  </a:lnTo>
                  <a:lnTo>
                    <a:pt x="5511195" y="840483"/>
                  </a:lnTo>
                  <a:lnTo>
                    <a:pt x="5516668" y="840483"/>
                  </a:lnTo>
                  <a:lnTo>
                    <a:pt x="5516668" y="840483"/>
                  </a:lnTo>
                  <a:lnTo>
                    <a:pt x="5522141" y="840483"/>
                  </a:lnTo>
                  <a:lnTo>
                    <a:pt x="5522141" y="840483"/>
                  </a:lnTo>
                  <a:lnTo>
                    <a:pt x="5527614" y="840483"/>
                  </a:lnTo>
                  <a:lnTo>
                    <a:pt x="5527614" y="840483"/>
                  </a:lnTo>
                  <a:lnTo>
                    <a:pt x="5533087" y="840483"/>
                  </a:lnTo>
                  <a:lnTo>
                    <a:pt x="5533087" y="840483"/>
                  </a:lnTo>
                  <a:lnTo>
                    <a:pt x="5538560" y="840483"/>
                  </a:lnTo>
                  <a:lnTo>
                    <a:pt x="5538560" y="840483"/>
                  </a:lnTo>
                  <a:lnTo>
                    <a:pt x="5544032" y="840483"/>
                  </a:lnTo>
                  <a:lnTo>
                    <a:pt x="5544032" y="840483"/>
                  </a:lnTo>
                  <a:lnTo>
                    <a:pt x="5549505" y="840483"/>
                  </a:lnTo>
                  <a:lnTo>
                    <a:pt x="5549505" y="840483"/>
                  </a:lnTo>
                  <a:lnTo>
                    <a:pt x="5554978" y="840483"/>
                  </a:lnTo>
                  <a:lnTo>
                    <a:pt x="5554978" y="840483"/>
                  </a:lnTo>
                  <a:lnTo>
                    <a:pt x="5560451" y="840483"/>
                  </a:lnTo>
                  <a:lnTo>
                    <a:pt x="5560451" y="840483"/>
                  </a:lnTo>
                  <a:lnTo>
                    <a:pt x="5565924" y="840483"/>
                  </a:lnTo>
                  <a:lnTo>
                    <a:pt x="5565924" y="840483"/>
                  </a:lnTo>
                  <a:lnTo>
                    <a:pt x="5571397" y="840483"/>
                  </a:lnTo>
                  <a:lnTo>
                    <a:pt x="5571397" y="840483"/>
                  </a:lnTo>
                  <a:lnTo>
                    <a:pt x="5576870" y="840483"/>
                  </a:lnTo>
                  <a:lnTo>
                    <a:pt x="5576870" y="840483"/>
                  </a:lnTo>
                  <a:lnTo>
                    <a:pt x="5582343" y="840483"/>
                  </a:lnTo>
                  <a:lnTo>
                    <a:pt x="5582343" y="840483"/>
                  </a:lnTo>
                  <a:lnTo>
                    <a:pt x="5587816" y="840483"/>
                  </a:lnTo>
                  <a:lnTo>
                    <a:pt x="5587816" y="840483"/>
                  </a:lnTo>
                  <a:lnTo>
                    <a:pt x="5593288" y="840483"/>
                  </a:lnTo>
                  <a:lnTo>
                    <a:pt x="5593288" y="840483"/>
                  </a:lnTo>
                  <a:lnTo>
                    <a:pt x="5598761" y="840483"/>
                  </a:lnTo>
                  <a:lnTo>
                    <a:pt x="5598761" y="840483"/>
                  </a:lnTo>
                  <a:lnTo>
                    <a:pt x="5604234" y="840483"/>
                  </a:lnTo>
                  <a:lnTo>
                    <a:pt x="5604234" y="840483"/>
                  </a:lnTo>
                  <a:lnTo>
                    <a:pt x="5609707" y="840483"/>
                  </a:lnTo>
                  <a:lnTo>
                    <a:pt x="5609707" y="840483"/>
                  </a:lnTo>
                  <a:lnTo>
                    <a:pt x="5615180" y="840483"/>
                  </a:lnTo>
                  <a:lnTo>
                    <a:pt x="5615180" y="840483"/>
                  </a:lnTo>
                  <a:lnTo>
                    <a:pt x="5620653" y="840483"/>
                  </a:lnTo>
                  <a:lnTo>
                    <a:pt x="5620653" y="840483"/>
                  </a:lnTo>
                  <a:lnTo>
                    <a:pt x="5626126" y="840483"/>
                  </a:lnTo>
                  <a:lnTo>
                    <a:pt x="5626126" y="840483"/>
                  </a:lnTo>
                  <a:lnTo>
                    <a:pt x="5631599" y="840483"/>
                  </a:lnTo>
                  <a:lnTo>
                    <a:pt x="5631599" y="840483"/>
                  </a:lnTo>
                  <a:lnTo>
                    <a:pt x="5637071" y="840483"/>
                  </a:lnTo>
                  <a:lnTo>
                    <a:pt x="5637071" y="840483"/>
                  </a:lnTo>
                  <a:lnTo>
                    <a:pt x="5642544" y="840483"/>
                  </a:lnTo>
                  <a:lnTo>
                    <a:pt x="5642544" y="840483"/>
                  </a:lnTo>
                  <a:lnTo>
                    <a:pt x="5648017" y="840483"/>
                  </a:lnTo>
                  <a:lnTo>
                    <a:pt x="5648017" y="840483"/>
                  </a:lnTo>
                  <a:lnTo>
                    <a:pt x="5653490" y="840483"/>
                  </a:lnTo>
                  <a:lnTo>
                    <a:pt x="5653490" y="840483"/>
                  </a:lnTo>
                  <a:lnTo>
                    <a:pt x="5658963" y="840483"/>
                  </a:lnTo>
                  <a:lnTo>
                    <a:pt x="5658963" y="840483"/>
                  </a:lnTo>
                  <a:lnTo>
                    <a:pt x="5664436" y="840483"/>
                  </a:lnTo>
                  <a:lnTo>
                    <a:pt x="5664436" y="840483"/>
                  </a:lnTo>
                  <a:lnTo>
                    <a:pt x="5669909" y="840483"/>
                  </a:lnTo>
                  <a:lnTo>
                    <a:pt x="5669909" y="840483"/>
                  </a:lnTo>
                  <a:lnTo>
                    <a:pt x="5675382" y="840483"/>
                  </a:lnTo>
                  <a:lnTo>
                    <a:pt x="5675382" y="840483"/>
                  </a:lnTo>
                  <a:lnTo>
                    <a:pt x="5680855" y="840483"/>
                  </a:lnTo>
                  <a:lnTo>
                    <a:pt x="5680855" y="840483"/>
                  </a:lnTo>
                  <a:lnTo>
                    <a:pt x="5686327" y="840483"/>
                  </a:lnTo>
                  <a:lnTo>
                    <a:pt x="5686327" y="840483"/>
                  </a:lnTo>
                  <a:lnTo>
                    <a:pt x="5691800" y="840483"/>
                  </a:lnTo>
                  <a:lnTo>
                    <a:pt x="5691800" y="840483"/>
                  </a:lnTo>
                  <a:lnTo>
                    <a:pt x="5697273" y="840483"/>
                  </a:lnTo>
                  <a:lnTo>
                    <a:pt x="5697273" y="840483"/>
                  </a:lnTo>
                  <a:lnTo>
                    <a:pt x="5702746" y="840483"/>
                  </a:lnTo>
                  <a:lnTo>
                    <a:pt x="5702746" y="840483"/>
                  </a:lnTo>
                  <a:lnTo>
                    <a:pt x="5708219" y="840483"/>
                  </a:lnTo>
                  <a:lnTo>
                    <a:pt x="5708219" y="840483"/>
                  </a:lnTo>
                  <a:lnTo>
                    <a:pt x="5713692" y="840483"/>
                  </a:lnTo>
                  <a:lnTo>
                    <a:pt x="5713692" y="840483"/>
                  </a:lnTo>
                  <a:lnTo>
                    <a:pt x="5719165" y="840483"/>
                  </a:lnTo>
                  <a:lnTo>
                    <a:pt x="5719165" y="840483"/>
                  </a:lnTo>
                  <a:lnTo>
                    <a:pt x="5724638" y="840483"/>
                  </a:lnTo>
                  <a:lnTo>
                    <a:pt x="5724638" y="840483"/>
                  </a:lnTo>
                  <a:lnTo>
                    <a:pt x="5730111" y="840483"/>
                  </a:lnTo>
                  <a:lnTo>
                    <a:pt x="5730111" y="840483"/>
                  </a:lnTo>
                  <a:lnTo>
                    <a:pt x="5735583" y="840483"/>
                  </a:lnTo>
                  <a:lnTo>
                    <a:pt x="5735583" y="820256"/>
                  </a:lnTo>
                  <a:lnTo>
                    <a:pt x="5741056" y="820256"/>
                  </a:lnTo>
                  <a:lnTo>
                    <a:pt x="5741056" y="820256"/>
                  </a:lnTo>
                  <a:lnTo>
                    <a:pt x="5746529" y="820256"/>
                  </a:lnTo>
                  <a:lnTo>
                    <a:pt x="5746529" y="820256"/>
                  </a:lnTo>
                  <a:lnTo>
                    <a:pt x="5752002" y="820256"/>
                  </a:lnTo>
                  <a:lnTo>
                    <a:pt x="5752002" y="820256"/>
                  </a:lnTo>
                  <a:lnTo>
                    <a:pt x="5757475" y="820256"/>
                  </a:lnTo>
                  <a:lnTo>
                    <a:pt x="5757475" y="820256"/>
                  </a:lnTo>
                  <a:lnTo>
                    <a:pt x="5762948" y="820256"/>
                  </a:lnTo>
                  <a:lnTo>
                    <a:pt x="5762948" y="820256"/>
                  </a:lnTo>
                  <a:lnTo>
                    <a:pt x="5768421" y="820256"/>
                  </a:lnTo>
                  <a:lnTo>
                    <a:pt x="5768421" y="820256"/>
                  </a:lnTo>
                  <a:lnTo>
                    <a:pt x="5773894" y="820256"/>
                  </a:lnTo>
                  <a:lnTo>
                    <a:pt x="5773894" y="820256"/>
                  </a:lnTo>
                  <a:lnTo>
                    <a:pt x="5779367" y="820256"/>
                  </a:lnTo>
                  <a:lnTo>
                    <a:pt x="5779367" y="820256"/>
                  </a:lnTo>
                  <a:lnTo>
                    <a:pt x="5784839" y="820256"/>
                  </a:lnTo>
                  <a:lnTo>
                    <a:pt x="5784839" y="799892"/>
                  </a:lnTo>
                  <a:lnTo>
                    <a:pt x="5790312" y="799892"/>
                  </a:lnTo>
                  <a:lnTo>
                    <a:pt x="5790312" y="799892"/>
                  </a:lnTo>
                  <a:lnTo>
                    <a:pt x="5795785" y="799892"/>
                  </a:lnTo>
                  <a:lnTo>
                    <a:pt x="5795785" y="799892"/>
                  </a:lnTo>
                  <a:lnTo>
                    <a:pt x="5801258" y="799892"/>
                  </a:lnTo>
                  <a:lnTo>
                    <a:pt x="5801258" y="799892"/>
                  </a:lnTo>
                  <a:lnTo>
                    <a:pt x="5806731" y="799892"/>
                  </a:lnTo>
                  <a:lnTo>
                    <a:pt x="5806731" y="799892"/>
                  </a:lnTo>
                  <a:lnTo>
                    <a:pt x="5812204" y="799892"/>
                  </a:lnTo>
                  <a:lnTo>
                    <a:pt x="5812204" y="779468"/>
                  </a:lnTo>
                  <a:lnTo>
                    <a:pt x="5817677" y="779468"/>
                  </a:lnTo>
                  <a:lnTo>
                    <a:pt x="5817677" y="779468"/>
                  </a:lnTo>
                  <a:lnTo>
                    <a:pt x="5823150" y="779468"/>
                  </a:lnTo>
                  <a:lnTo>
                    <a:pt x="5823150" y="779468"/>
                  </a:lnTo>
                  <a:lnTo>
                    <a:pt x="5828622" y="779468"/>
                  </a:lnTo>
                  <a:lnTo>
                    <a:pt x="5828622" y="779468"/>
                  </a:lnTo>
                  <a:lnTo>
                    <a:pt x="5834095" y="779468"/>
                  </a:lnTo>
                  <a:lnTo>
                    <a:pt x="5834095" y="779468"/>
                  </a:lnTo>
                  <a:lnTo>
                    <a:pt x="5839568" y="779468"/>
                  </a:lnTo>
                  <a:lnTo>
                    <a:pt x="5839568" y="779468"/>
                  </a:lnTo>
                  <a:lnTo>
                    <a:pt x="5845041" y="779468"/>
                  </a:lnTo>
                  <a:lnTo>
                    <a:pt x="5845041" y="779468"/>
                  </a:lnTo>
                  <a:lnTo>
                    <a:pt x="5850514" y="779468"/>
                  </a:lnTo>
                  <a:lnTo>
                    <a:pt x="5850514" y="779468"/>
                  </a:lnTo>
                  <a:lnTo>
                    <a:pt x="5855987" y="779468"/>
                  </a:lnTo>
                  <a:lnTo>
                    <a:pt x="5855987" y="779468"/>
                  </a:lnTo>
                  <a:lnTo>
                    <a:pt x="5861460" y="779468"/>
                  </a:lnTo>
                  <a:lnTo>
                    <a:pt x="5861460" y="779468"/>
                  </a:lnTo>
                  <a:lnTo>
                    <a:pt x="5866933" y="779468"/>
                  </a:lnTo>
                  <a:lnTo>
                    <a:pt x="5866933" y="779468"/>
                  </a:lnTo>
                  <a:lnTo>
                    <a:pt x="5872406" y="779468"/>
                  </a:lnTo>
                  <a:lnTo>
                    <a:pt x="5872406" y="779468"/>
                  </a:lnTo>
                  <a:lnTo>
                    <a:pt x="5877878" y="779468"/>
                  </a:lnTo>
                  <a:lnTo>
                    <a:pt x="5877878" y="779468"/>
                  </a:lnTo>
                  <a:lnTo>
                    <a:pt x="5883351" y="779468"/>
                  </a:lnTo>
                  <a:lnTo>
                    <a:pt x="5883351" y="779468"/>
                  </a:lnTo>
                  <a:lnTo>
                    <a:pt x="5888824" y="779468"/>
                  </a:lnTo>
                  <a:lnTo>
                    <a:pt x="5888824" y="779468"/>
                  </a:lnTo>
                  <a:lnTo>
                    <a:pt x="5894297" y="779468"/>
                  </a:lnTo>
                  <a:lnTo>
                    <a:pt x="5894297" y="779468"/>
                  </a:lnTo>
                  <a:lnTo>
                    <a:pt x="5899770" y="779468"/>
                  </a:lnTo>
                  <a:lnTo>
                    <a:pt x="5899770" y="779468"/>
                  </a:lnTo>
                  <a:lnTo>
                    <a:pt x="5905243" y="779468"/>
                  </a:lnTo>
                  <a:lnTo>
                    <a:pt x="5905243" y="779468"/>
                  </a:lnTo>
                  <a:lnTo>
                    <a:pt x="5910716" y="779468"/>
                  </a:lnTo>
                  <a:lnTo>
                    <a:pt x="5910716" y="779468"/>
                  </a:lnTo>
                  <a:lnTo>
                    <a:pt x="5916189" y="779468"/>
                  </a:lnTo>
                  <a:lnTo>
                    <a:pt x="5916189" y="779468"/>
                  </a:lnTo>
                  <a:lnTo>
                    <a:pt x="5921662" y="779468"/>
                  </a:lnTo>
                  <a:lnTo>
                    <a:pt x="5921662" y="779468"/>
                  </a:lnTo>
                  <a:lnTo>
                    <a:pt x="5927134" y="779468"/>
                  </a:lnTo>
                  <a:lnTo>
                    <a:pt x="5927134" y="779468"/>
                  </a:lnTo>
                  <a:lnTo>
                    <a:pt x="5932607" y="779468"/>
                  </a:lnTo>
                  <a:lnTo>
                    <a:pt x="5932607" y="779468"/>
                  </a:lnTo>
                  <a:lnTo>
                    <a:pt x="5938080" y="779468"/>
                  </a:lnTo>
                  <a:lnTo>
                    <a:pt x="5938080" y="779468"/>
                  </a:lnTo>
                  <a:lnTo>
                    <a:pt x="5943553" y="779468"/>
                  </a:lnTo>
                  <a:lnTo>
                    <a:pt x="5943553" y="779468"/>
                  </a:lnTo>
                  <a:lnTo>
                    <a:pt x="5949026" y="779468"/>
                  </a:lnTo>
                  <a:lnTo>
                    <a:pt x="5949026" y="779468"/>
                  </a:lnTo>
                  <a:lnTo>
                    <a:pt x="5954499" y="779468"/>
                  </a:lnTo>
                  <a:lnTo>
                    <a:pt x="5954499" y="779468"/>
                  </a:lnTo>
                  <a:lnTo>
                    <a:pt x="5959972" y="779468"/>
                  </a:lnTo>
                  <a:lnTo>
                    <a:pt x="5959972" y="779468"/>
                  </a:lnTo>
                  <a:lnTo>
                    <a:pt x="5965445" y="779468"/>
                  </a:lnTo>
                  <a:lnTo>
                    <a:pt x="5965445" y="779468"/>
                  </a:lnTo>
                  <a:lnTo>
                    <a:pt x="5970918" y="779468"/>
                  </a:lnTo>
                  <a:lnTo>
                    <a:pt x="5970918" y="779468"/>
                  </a:lnTo>
                  <a:lnTo>
                    <a:pt x="5976390" y="779468"/>
                  </a:lnTo>
                  <a:lnTo>
                    <a:pt x="5976390" y="779468"/>
                  </a:lnTo>
                  <a:lnTo>
                    <a:pt x="5981863" y="779468"/>
                  </a:lnTo>
                  <a:lnTo>
                    <a:pt x="5981863" y="779468"/>
                  </a:lnTo>
                  <a:lnTo>
                    <a:pt x="5987336" y="779468"/>
                  </a:lnTo>
                  <a:lnTo>
                    <a:pt x="5987336" y="779468"/>
                  </a:lnTo>
                  <a:lnTo>
                    <a:pt x="5992809" y="779468"/>
                  </a:lnTo>
                  <a:lnTo>
                    <a:pt x="5992809" y="779468"/>
                  </a:lnTo>
                  <a:lnTo>
                    <a:pt x="5998282" y="779468"/>
                  </a:lnTo>
                  <a:lnTo>
                    <a:pt x="5998282" y="779468"/>
                  </a:lnTo>
                  <a:lnTo>
                    <a:pt x="6003755" y="779468"/>
                  </a:lnTo>
                  <a:lnTo>
                    <a:pt x="6003755" y="779468"/>
                  </a:lnTo>
                  <a:lnTo>
                    <a:pt x="6009228" y="779468"/>
                  </a:lnTo>
                  <a:lnTo>
                    <a:pt x="6009228" y="779468"/>
                  </a:lnTo>
                  <a:lnTo>
                    <a:pt x="6014701" y="779468"/>
                  </a:lnTo>
                  <a:lnTo>
                    <a:pt x="6014701" y="779468"/>
                  </a:lnTo>
                  <a:lnTo>
                    <a:pt x="6020173" y="779468"/>
                  </a:lnTo>
                  <a:lnTo>
                    <a:pt x="6020173" y="779468"/>
                  </a:lnTo>
                  <a:lnTo>
                    <a:pt x="6025646" y="779468"/>
                  </a:lnTo>
                  <a:lnTo>
                    <a:pt x="6025646" y="779468"/>
                  </a:lnTo>
                  <a:lnTo>
                    <a:pt x="6031119" y="779468"/>
                  </a:lnTo>
                  <a:lnTo>
                    <a:pt x="6031119" y="779468"/>
                  </a:lnTo>
                  <a:lnTo>
                    <a:pt x="6036592" y="779468"/>
                  </a:lnTo>
                  <a:lnTo>
                    <a:pt x="6036592" y="779468"/>
                  </a:lnTo>
                  <a:lnTo>
                    <a:pt x="6042065" y="779468"/>
                  </a:lnTo>
                  <a:lnTo>
                    <a:pt x="6042065" y="779468"/>
                  </a:lnTo>
                  <a:lnTo>
                    <a:pt x="6047538" y="779468"/>
                  </a:lnTo>
                  <a:lnTo>
                    <a:pt x="6047538" y="779468"/>
                  </a:lnTo>
                  <a:lnTo>
                    <a:pt x="6053011" y="779468"/>
                  </a:lnTo>
                  <a:lnTo>
                    <a:pt x="6053011" y="779468"/>
                  </a:lnTo>
                  <a:lnTo>
                    <a:pt x="6058484" y="779468"/>
                  </a:lnTo>
                  <a:lnTo>
                    <a:pt x="6058484" y="779468"/>
                  </a:lnTo>
                  <a:lnTo>
                    <a:pt x="6063957" y="779468"/>
                  </a:lnTo>
                  <a:lnTo>
                    <a:pt x="6063957" y="779468"/>
                  </a:lnTo>
                  <a:lnTo>
                    <a:pt x="6069429" y="779468"/>
                  </a:lnTo>
                  <a:lnTo>
                    <a:pt x="6069429" y="779468"/>
                  </a:lnTo>
                  <a:lnTo>
                    <a:pt x="6074902" y="779468"/>
                  </a:lnTo>
                  <a:lnTo>
                    <a:pt x="6074902" y="779468"/>
                  </a:lnTo>
                  <a:lnTo>
                    <a:pt x="6080375" y="779468"/>
                  </a:lnTo>
                  <a:lnTo>
                    <a:pt x="6080375" y="779468"/>
                  </a:lnTo>
                  <a:lnTo>
                    <a:pt x="6085848" y="779468"/>
                  </a:lnTo>
                  <a:lnTo>
                    <a:pt x="6085848" y="779468"/>
                  </a:lnTo>
                  <a:lnTo>
                    <a:pt x="6091321" y="779468"/>
                  </a:lnTo>
                  <a:lnTo>
                    <a:pt x="6091321" y="779468"/>
                  </a:lnTo>
                  <a:lnTo>
                    <a:pt x="6096794" y="779468"/>
                  </a:lnTo>
                  <a:lnTo>
                    <a:pt x="6096794" y="758448"/>
                  </a:lnTo>
                  <a:lnTo>
                    <a:pt x="6102267" y="758448"/>
                  </a:lnTo>
                  <a:lnTo>
                    <a:pt x="6102267" y="737428"/>
                  </a:lnTo>
                  <a:lnTo>
                    <a:pt x="6107740" y="737428"/>
                  </a:lnTo>
                  <a:lnTo>
                    <a:pt x="6107740" y="737428"/>
                  </a:lnTo>
                  <a:lnTo>
                    <a:pt x="6113213" y="737428"/>
                  </a:lnTo>
                  <a:lnTo>
                    <a:pt x="6113213" y="737428"/>
                  </a:lnTo>
                  <a:lnTo>
                    <a:pt x="6118685" y="737428"/>
                  </a:lnTo>
                  <a:lnTo>
                    <a:pt x="6118685" y="716408"/>
                  </a:lnTo>
                  <a:lnTo>
                    <a:pt x="6124158" y="716408"/>
                  </a:lnTo>
                  <a:lnTo>
                    <a:pt x="6124158" y="716408"/>
                  </a:lnTo>
                  <a:lnTo>
                    <a:pt x="6129631" y="716408"/>
                  </a:lnTo>
                  <a:lnTo>
                    <a:pt x="6129631" y="716408"/>
                  </a:lnTo>
                  <a:lnTo>
                    <a:pt x="6135104" y="716408"/>
                  </a:lnTo>
                  <a:lnTo>
                    <a:pt x="6135104" y="716408"/>
                  </a:lnTo>
                  <a:lnTo>
                    <a:pt x="6140577" y="716408"/>
                  </a:lnTo>
                  <a:lnTo>
                    <a:pt x="6140577" y="716408"/>
                  </a:lnTo>
                  <a:lnTo>
                    <a:pt x="6146050" y="716408"/>
                  </a:lnTo>
                  <a:lnTo>
                    <a:pt x="6146050" y="716408"/>
                  </a:lnTo>
                  <a:lnTo>
                    <a:pt x="6151523" y="716408"/>
                  </a:lnTo>
                  <a:lnTo>
                    <a:pt x="6151523" y="716408"/>
                  </a:lnTo>
                  <a:lnTo>
                    <a:pt x="6156996" y="716408"/>
                  </a:lnTo>
                  <a:lnTo>
                    <a:pt x="6156996" y="695214"/>
                  </a:lnTo>
                  <a:lnTo>
                    <a:pt x="6162468" y="695214"/>
                  </a:lnTo>
                  <a:lnTo>
                    <a:pt x="6162468" y="695214"/>
                  </a:lnTo>
                  <a:lnTo>
                    <a:pt x="6167941" y="695214"/>
                  </a:lnTo>
                  <a:lnTo>
                    <a:pt x="6167941" y="695214"/>
                  </a:lnTo>
                  <a:lnTo>
                    <a:pt x="6173414" y="695214"/>
                  </a:lnTo>
                  <a:lnTo>
                    <a:pt x="6173414" y="695214"/>
                  </a:lnTo>
                  <a:lnTo>
                    <a:pt x="6178887" y="695214"/>
                  </a:lnTo>
                  <a:lnTo>
                    <a:pt x="6178887" y="695214"/>
                  </a:lnTo>
                  <a:lnTo>
                    <a:pt x="6184360" y="695214"/>
                  </a:lnTo>
                  <a:lnTo>
                    <a:pt x="6184360" y="695214"/>
                  </a:lnTo>
                  <a:lnTo>
                    <a:pt x="6189833" y="695214"/>
                  </a:lnTo>
                  <a:lnTo>
                    <a:pt x="6189833" y="695214"/>
                  </a:lnTo>
                  <a:lnTo>
                    <a:pt x="6195306" y="695214"/>
                  </a:lnTo>
                  <a:lnTo>
                    <a:pt x="6195306" y="695214"/>
                  </a:lnTo>
                  <a:lnTo>
                    <a:pt x="6200779" y="695214"/>
                  </a:lnTo>
                  <a:lnTo>
                    <a:pt x="6200779" y="673866"/>
                  </a:lnTo>
                  <a:lnTo>
                    <a:pt x="6206252" y="673866"/>
                  </a:lnTo>
                  <a:lnTo>
                    <a:pt x="6206252" y="673866"/>
                  </a:lnTo>
                  <a:lnTo>
                    <a:pt x="6211724" y="673866"/>
                  </a:lnTo>
                  <a:lnTo>
                    <a:pt x="6211724" y="673866"/>
                  </a:lnTo>
                  <a:lnTo>
                    <a:pt x="6217197" y="673866"/>
                  </a:lnTo>
                  <a:lnTo>
                    <a:pt x="6217197" y="673866"/>
                  </a:lnTo>
                  <a:lnTo>
                    <a:pt x="6222670" y="673866"/>
                  </a:lnTo>
                  <a:lnTo>
                    <a:pt x="6222670" y="673866"/>
                  </a:lnTo>
                  <a:lnTo>
                    <a:pt x="6228143" y="673866"/>
                  </a:lnTo>
                  <a:lnTo>
                    <a:pt x="6228143" y="673866"/>
                  </a:lnTo>
                  <a:lnTo>
                    <a:pt x="6233616" y="673866"/>
                  </a:lnTo>
                  <a:lnTo>
                    <a:pt x="6233616" y="673866"/>
                  </a:lnTo>
                  <a:lnTo>
                    <a:pt x="6239089" y="673866"/>
                  </a:lnTo>
                  <a:lnTo>
                    <a:pt x="6239089" y="673866"/>
                  </a:lnTo>
                  <a:lnTo>
                    <a:pt x="6244562" y="673866"/>
                  </a:lnTo>
                  <a:lnTo>
                    <a:pt x="6244562" y="630853"/>
                  </a:lnTo>
                  <a:lnTo>
                    <a:pt x="6250035" y="630853"/>
                  </a:lnTo>
                  <a:lnTo>
                    <a:pt x="6250035" y="630853"/>
                  </a:lnTo>
                  <a:lnTo>
                    <a:pt x="6255508" y="630853"/>
                  </a:lnTo>
                  <a:lnTo>
                    <a:pt x="6255508" y="630853"/>
                  </a:lnTo>
                  <a:lnTo>
                    <a:pt x="6260980" y="630853"/>
                  </a:lnTo>
                  <a:lnTo>
                    <a:pt x="6260980" y="630853"/>
                  </a:lnTo>
                  <a:lnTo>
                    <a:pt x="6266453" y="630853"/>
                  </a:lnTo>
                  <a:lnTo>
                    <a:pt x="6266453" y="630853"/>
                  </a:lnTo>
                  <a:lnTo>
                    <a:pt x="6271926" y="630853"/>
                  </a:lnTo>
                  <a:lnTo>
                    <a:pt x="6271926" y="630853"/>
                  </a:lnTo>
                  <a:lnTo>
                    <a:pt x="6277399" y="630853"/>
                  </a:lnTo>
                  <a:lnTo>
                    <a:pt x="6277399" y="630853"/>
                  </a:lnTo>
                  <a:lnTo>
                    <a:pt x="6282872" y="630853"/>
                  </a:lnTo>
                  <a:lnTo>
                    <a:pt x="6282872" y="630853"/>
                  </a:lnTo>
                  <a:lnTo>
                    <a:pt x="6288345" y="630853"/>
                  </a:lnTo>
                  <a:lnTo>
                    <a:pt x="6288345" y="630853"/>
                  </a:lnTo>
                  <a:lnTo>
                    <a:pt x="6299291" y="630853"/>
                  </a:lnTo>
                  <a:lnTo>
                    <a:pt x="6299291" y="630853"/>
                  </a:lnTo>
                  <a:lnTo>
                    <a:pt x="6304764" y="630853"/>
                  </a:lnTo>
                  <a:lnTo>
                    <a:pt x="6304764" y="630853"/>
                  </a:lnTo>
                  <a:lnTo>
                    <a:pt x="6310236" y="630853"/>
                  </a:lnTo>
                  <a:lnTo>
                    <a:pt x="6310236" y="630853"/>
                  </a:lnTo>
                  <a:lnTo>
                    <a:pt x="6315709" y="630853"/>
                  </a:lnTo>
                  <a:lnTo>
                    <a:pt x="6315709" y="630853"/>
                  </a:lnTo>
                  <a:lnTo>
                    <a:pt x="6321182" y="630853"/>
                  </a:lnTo>
                  <a:lnTo>
                    <a:pt x="6321182" y="630853"/>
                  </a:lnTo>
                  <a:lnTo>
                    <a:pt x="6326655" y="630853"/>
                  </a:lnTo>
                  <a:lnTo>
                    <a:pt x="6326655" y="630853"/>
                  </a:lnTo>
                  <a:lnTo>
                    <a:pt x="6332128" y="630853"/>
                  </a:lnTo>
                  <a:lnTo>
                    <a:pt x="6332128" y="630853"/>
                  </a:lnTo>
                  <a:lnTo>
                    <a:pt x="6337601" y="630853"/>
                  </a:lnTo>
                  <a:lnTo>
                    <a:pt x="6337601" y="630853"/>
                  </a:lnTo>
                  <a:lnTo>
                    <a:pt x="6343074" y="630853"/>
                  </a:lnTo>
                  <a:lnTo>
                    <a:pt x="6343074" y="630853"/>
                  </a:lnTo>
                  <a:lnTo>
                    <a:pt x="6348547" y="630853"/>
                  </a:lnTo>
                  <a:lnTo>
                    <a:pt x="6348547" y="630853"/>
                  </a:lnTo>
                  <a:lnTo>
                    <a:pt x="6354019" y="630853"/>
                  </a:lnTo>
                  <a:lnTo>
                    <a:pt x="6354019" y="609093"/>
                  </a:lnTo>
                  <a:lnTo>
                    <a:pt x="6359492" y="609093"/>
                  </a:lnTo>
                  <a:lnTo>
                    <a:pt x="6359492" y="609093"/>
                  </a:lnTo>
                  <a:lnTo>
                    <a:pt x="6364965" y="609093"/>
                  </a:lnTo>
                  <a:lnTo>
                    <a:pt x="6364965" y="609093"/>
                  </a:lnTo>
                  <a:lnTo>
                    <a:pt x="6370438" y="609093"/>
                  </a:lnTo>
                  <a:lnTo>
                    <a:pt x="6370438" y="609093"/>
                  </a:lnTo>
                  <a:lnTo>
                    <a:pt x="6375911" y="609093"/>
                  </a:lnTo>
                  <a:lnTo>
                    <a:pt x="6375911" y="609093"/>
                  </a:lnTo>
                  <a:lnTo>
                    <a:pt x="6381384" y="609093"/>
                  </a:lnTo>
                  <a:lnTo>
                    <a:pt x="6381384" y="609093"/>
                  </a:lnTo>
                  <a:lnTo>
                    <a:pt x="6392330" y="609093"/>
                  </a:lnTo>
                  <a:lnTo>
                    <a:pt x="6392330" y="609093"/>
                  </a:lnTo>
                  <a:lnTo>
                    <a:pt x="6397803" y="609093"/>
                  </a:lnTo>
                  <a:lnTo>
                    <a:pt x="6397803" y="609093"/>
                  </a:lnTo>
                  <a:lnTo>
                    <a:pt x="6403275" y="609093"/>
                  </a:lnTo>
                  <a:lnTo>
                    <a:pt x="6403275" y="609093"/>
                  </a:lnTo>
                  <a:lnTo>
                    <a:pt x="6408748" y="609093"/>
                  </a:lnTo>
                  <a:lnTo>
                    <a:pt x="6408748" y="609093"/>
                  </a:lnTo>
                  <a:lnTo>
                    <a:pt x="6414221" y="609093"/>
                  </a:lnTo>
                  <a:lnTo>
                    <a:pt x="6414221" y="609093"/>
                  </a:lnTo>
                  <a:lnTo>
                    <a:pt x="6419694" y="609093"/>
                  </a:lnTo>
                  <a:lnTo>
                    <a:pt x="6419694" y="609093"/>
                  </a:lnTo>
                  <a:lnTo>
                    <a:pt x="6425167" y="609093"/>
                  </a:lnTo>
                  <a:lnTo>
                    <a:pt x="6425167" y="609093"/>
                  </a:lnTo>
                  <a:lnTo>
                    <a:pt x="6430640" y="609093"/>
                  </a:lnTo>
                  <a:lnTo>
                    <a:pt x="6430640" y="609093"/>
                  </a:lnTo>
                  <a:lnTo>
                    <a:pt x="6436113" y="609093"/>
                  </a:lnTo>
                  <a:lnTo>
                    <a:pt x="6436113" y="609093"/>
                  </a:lnTo>
                  <a:lnTo>
                    <a:pt x="6441586" y="609093"/>
                  </a:lnTo>
                  <a:lnTo>
                    <a:pt x="6441586" y="609093"/>
                  </a:lnTo>
                  <a:lnTo>
                    <a:pt x="6447059" y="609093"/>
                  </a:lnTo>
                  <a:lnTo>
                    <a:pt x="6447059" y="609093"/>
                  </a:lnTo>
                  <a:lnTo>
                    <a:pt x="6452531" y="609093"/>
                  </a:lnTo>
                  <a:lnTo>
                    <a:pt x="6452531" y="609093"/>
                  </a:lnTo>
                  <a:lnTo>
                    <a:pt x="6458004" y="609093"/>
                  </a:lnTo>
                  <a:lnTo>
                    <a:pt x="6458004" y="609093"/>
                  </a:lnTo>
                  <a:lnTo>
                    <a:pt x="6463477" y="609093"/>
                  </a:lnTo>
                  <a:lnTo>
                    <a:pt x="6463477" y="609093"/>
                  </a:lnTo>
                  <a:lnTo>
                    <a:pt x="6468950" y="609093"/>
                  </a:lnTo>
                  <a:lnTo>
                    <a:pt x="6468950" y="587191"/>
                  </a:lnTo>
                  <a:lnTo>
                    <a:pt x="6474423" y="587191"/>
                  </a:lnTo>
                  <a:lnTo>
                    <a:pt x="6474423" y="587191"/>
                  </a:lnTo>
                  <a:lnTo>
                    <a:pt x="6479896" y="587191"/>
                  </a:lnTo>
                  <a:lnTo>
                    <a:pt x="6479896" y="587191"/>
                  </a:lnTo>
                  <a:lnTo>
                    <a:pt x="6485369" y="587191"/>
                  </a:lnTo>
                  <a:lnTo>
                    <a:pt x="6485369" y="587191"/>
                  </a:lnTo>
                  <a:lnTo>
                    <a:pt x="6490842" y="587191"/>
                  </a:lnTo>
                  <a:lnTo>
                    <a:pt x="6490842" y="587191"/>
                  </a:lnTo>
                  <a:lnTo>
                    <a:pt x="6496315" y="587191"/>
                  </a:lnTo>
                  <a:lnTo>
                    <a:pt x="6496315" y="587191"/>
                  </a:lnTo>
                  <a:lnTo>
                    <a:pt x="6501787" y="587191"/>
                  </a:lnTo>
                  <a:lnTo>
                    <a:pt x="6501787" y="587191"/>
                  </a:lnTo>
                  <a:lnTo>
                    <a:pt x="6507260" y="587191"/>
                  </a:lnTo>
                  <a:lnTo>
                    <a:pt x="6507260" y="587191"/>
                  </a:lnTo>
                  <a:lnTo>
                    <a:pt x="6512733" y="587191"/>
                  </a:lnTo>
                  <a:lnTo>
                    <a:pt x="6512733" y="587191"/>
                  </a:lnTo>
                  <a:lnTo>
                    <a:pt x="6518206" y="587191"/>
                  </a:lnTo>
                  <a:lnTo>
                    <a:pt x="6518206" y="587191"/>
                  </a:lnTo>
                  <a:lnTo>
                    <a:pt x="6523679" y="587191"/>
                  </a:lnTo>
                  <a:lnTo>
                    <a:pt x="6523679" y="587191"/>
                  </a:lnTo>
                  <a:lnTo>
                    <a:pt x="6529152" y="587191"/>
                  </a:lnTo>
                  <a:lnTo>
                    <a:pt x="6529152" y="587191"/>
                  </a:lnTo>
                  <a:lnTo>
                    <a:pt x="6534625" y="587191"/>
                  </a:lnTo>
                  <a:lnTo>
                    <a:pt x="6534625" y="587191"/>
                  </a:lnTo>
                  <a:lnTo>
                    <a:pt x="6540098" y="587191"/>
                  </a:lnTo>
                  <a:lnTo>
                    <a:pt x="6540098" y="587191"/>
                  </a:lnTo>
                  <a:lnTo>
                    <a:pt x="6545570" y="587191"/>
                  </a:lnTo>
                  <a:lnTo>
                    <a:pt x="6545570" y="587191"/>
                  </a:lnTo>
                  <a:lnTo>
                    <a:pt x="6551043" y="587191"/>
                  </a:lnTo>
                  <a:lnTo>
                    <a:pt x="6551043" y="587191"/>
                  </a:lnTo>
                  <a:lnTo>
                    <a:pt x="6556516" y="587191"/>
                  </a:lnTo>
                  <a:lnTo>
                    <a:pt x="6556516" y="587191"/>
                  </a:lnTo>
                  <a:lnTo>
                    <a:pt x="6561989" y="587191"/>
                  </a:lnTo>
                  <a:lnTo>
                    <a:pt x="6561989" y="587191"/>
                  </a:lnTo>
                  <a:lnTo>
                    <a:pt x="6567462" y="587191"/>
                  </a:lnTo>
                  <a:lnTo>
                    <a:pt x="6567462" y="587191"/>
                  </a:lnTo>
                  <a:lnTo>
                    <a:pt x="6578408" y="587191"/>
                  </a:lnTo>
                  <a:lnTo>
                    <a:pt x="6578408" y="587191"/>
                  </a:lnTo>
                  <a:lnTo>
                    <a:pt x="6589354" y="587191"/>
                  </a:lnTo>
                  <a:lnTo>
                    <a:pt x="6589354" y="587191"/>
                  </a:lnTo>
                  <a:lnTo>
                    <a:pt x="6594826" y="587191"/>
                  </a:lnTo>
                  <a:lnTo>
                    <a:pt x="6594826" y="587191"/>
                  </a:lnTo>
                  <a:lnTo>
                    <a:pt x="6600299" y="587191"/>
                  </a:lnTo>
                  <a:lnTo>
                    <a:pt x="6600299" y="587191"/>
                  </a:lnTo>
                  <a:lnTo>
                    <a:pt x="6605772" y="587191"/>
                  </a:lnTo>
                  <a:lnTo>
                    <a:pt x="6605772" y="587191"/>
                  </a:lnTo>
                  <a:lnTo>
                    <a:pt x="6611245" y="587191"/>
                  </a:lnTo>
                  <a:lnTo>
                    <a:pt x="6611245" y="587191"/>
                  </a:lnTo>
                  <a:lnTo>
                    <a:pt x="6616718" y="587191"/>
                  </a:lnTo>
                  <a:lnTo>
                    <a:pt x="6616718" y="587191"/>
                  </a:lnTo>
                  <a:lnTo>
                    <a:pt x="6622191" y="587191"/>
                  </a:lnTo>
                  <a:lnTo>
                    <a:pt x="6622191" y="587191"/>
                  </a:lnTo>
                  <a:lnTo>
                    <a:pt x="6627664" y="587191"/>
                  </a:lnTo>
                  <a:lnTo>
                    <a:pt x="6627664" y="587191"/>
                  </a:lnTo>
                  <a:lnTo>
                    <a:pt x="6633137" y="587191"/>
                  </a:lnTo>
                  <a:lnTo>
                    <a:pt x="6633137" y="587191"/>
                  </a:lnTo>
                  <a:lnTo>
                    <a:pt x="6638610" y="587191"/>
                  </a:lnTo>
                  <a:lnTo>
                    <a:pt x="6638610" y="587191"/>
                  </a:lnTo>
                  <a:lnTo>
                    <a:pt x="6644082" y="587191"/>
                  </a:lnTo>
                  <a:lnTo>
                    <a:pt x="6644082" y="587191"/>
                  </a:lnTo>
                  <a:lnTo>
                    <a:pt x="6649555" y="587191"/>
                  </a:lnTo>
                  <a:lnTo>
                    <a:pt x="6649555" y="587191"/>
                  </a:lnTo>
                  <a:lnTo>
                    <a:pt x="6655028" y="587191"/>
                  </a:lnTo>
                  <a:lnTo>
                    <a:pt x="6655028" y="587191"/>
                  </a:lnTo>
                  <a:lnTo>
                    <a:pt x="6660501" y="587191"/>
                  </a:lnTo>
                  <a:lnTo>
                    <a:pt x="6660501" y="587191"/>
                  </a:lnTo>
                  <a:lnTo>
                    <a:pt x="6665974" y="587191"/>
                  </a:lnTo>
                  <a:lnTo>
                    <a:pt x="6665974" y="587191"/>
                  </a:lnTo>
                  <a:lnTo>
                    <a:pt x="6671447" y="587191"/>
                  </a:lnTo>
                  <a:lnTo>
                    <a:pt x="6671447" y="587191"/>
                  </a:lnTo>
                  <a:lnTo>
                    <a:pt x="6676920" y="587191"/>
                  </a:lnTo>
                  <a:lnTo>
                    <a:pt x="6676920" y="587191"/>
                  </a:lnTo>
                  <a:lnTo>
                    <a:pt x="6682393" y="587191"/>
                  </a:lnTo>
                  <a:lnTo>
                    <a:pt x="6682393" y="587191"/>
                  </a:lnTo>
                  <a:lnTo>
                    <a:pt x="6687865" y="587191"/>
                  </a:lnTo>
                  <a:lnTo>
                    <a:pt x="6687865" y="587191"/>
                  </a:lnTo>
                  <a:lnTo>
                    <a:pt x="6693338" y="587191"/>
                  </a:lnTo>
                  <a:lnTo>
                    <a:pt x="6693338" y="587191"/>
                  </a:lnTo>
                  <a:lnTo>
                    <a:pt x="6698811" y="587191"/>
                  </a:lnTo>
                  <a:lnTo>
                    <a:pt x="6698811" y="587191"/>
                  </a:lnTo>
                  <a:lnTo>
                    <a:pt x="6704284" y="587191"/>
                  </a:lnTo>
                  <a:lnTo>
                    <a:pt x="6704284" y="587191"/>
                  </a:lnTo>
                  <a:lnTo>
                    <a:pt x="6709757" y="587191"/>
                  </a:lnTo>
                  <a:lnTo>
                    <a:pt x="6709757" y="587191"/>
                  </a:lnTo>
                  <a:lnTo>
                    <a:pt x="6715230" y="587191"/>
                  </a:lnTo>
                  <a:lnTo>
                    <a:pt x="6715230" y="587191"/>
                  </a:lnTo>
                  <a:lnTo>
                    <a:pt x="6720703" y="587191"/>
                  </a:lnTo>
                  <a:lnTo>
                    <a:pt x="6720703" y="587191"/>
                  </a:lnTo>
                  <a:lnTo>
                    <a:pt x="6726176" y="587191"/>
                  </a:lnTo>
                  <a:lnTo>
                    <a:pt x="6726176" y="587191"/>
                  </a:lnTo>
                  <a:lnTo>
                    <a:pt x="6731649" y="587191"/>
                  </a:lnTo>
                  <a:lnTo>
                    <a:pt x="6731649" y="587191"/>
                  </a:lnTo>
                  <a:lnTo>
                    <a:pt x="6737121" y="587191"/>
                  </a:lnTo>
                  <a:lnTo>
                    <a:pt x="6737121" y="587191"/>
                  </a:lnTo>
                  <a:lnTo>
                    <a:pt x="6742594" y="587191"/>
                  </a:lnTo>
                  <a:lnTo>
                    <a:pt x="6742594" y="587191"/>
                  </a:lnTo>
                  <a:lnTo>
                    <a:pt x="6748067" y="587191"/>
                  </a:lnTo>
                  <a:lnTo>
                    <a:pt x="6748067" y="587191"/>
                  </a:lnTo>
                  <a:lnTo>
                    <a:pt x="6753540" y="587191"/>
                  </a:lnTo>
                  <a:lnTo>
                    <a:pt x="6753540" y="587191"/>
                  </a:lnTo>
                  <a:lnTo>
                    <a:pt x="6759013" y="587191"/>
                  </a:lnTo>
                  <a:lnTo>
                    <a:pt x="6759013" y="587191"/>
                  </a:lnTo>
                  <a:lnTo>
                    <a:pt x="6764486" y="587191"/>
                  </a:lnTo>
                  <a:lnTo>
                    <a:pt x="6764486" y="587191"/>
                  </a:lnTo>
                  <a:lnTo>
                    <a:pt x="6769959" y="587191"/>
                  </a:lnTo>
                  <a:lnTo>
                    <a:pt x="6769959" y="587191"/>
                  </a:lnTo>
                  <a:lnTo>
                    <a:pt x="6775432" y="587191"/>
                  </a:lnTo>
                  <a:lnTo>
                    <a:pt x="6775432" y="587191"/>
                  </a:lnTo>
                  <a:lnTo>
                    <a:pt x="6780905" y="587191"/>
                  </a:lnTo>
                  <a:lnTo>
                    <a:pt x="6780905" y="587191"/>
                  </a:lnTo>
                  <a:lnTo>
                    <a:pt x="6786377" y="587191"/>
                  </a:lnTo>
                  <a:lnTo>
                    <a:pt x="6786377" y="587191"/>
                  </a:lnTo>
                  <a:lnTo>
                    <a:pt x="6791850" y="587191"/>
                  </a:lnTo>
                  <a:lnTo>
                    <a:pt x="6791850" y="587191"/>
                  </a:lnTo>
                  <a:lnTo>
                    <a:pt x="6797323" y="587191"/>
                  </a:lnTo>
                  <a:lnTo>
                    <a:pt x="6797323" y="587191"/>
                  </a:lnTo>
                  <a:lnTo>
                    <a:pt x="6802796" y="587191"/>
                  </a:lnTo>
                  <a:lnTo>
                    <a:pt x="6802796" y="587191"/>
                  </a:lnTo>
                  <a:lnTo>
                    <a:pt x="6808269" y="587191"/>
                  </a:lnTo>
                  <a:lnTo>
                    <a:pt x="6808269" y="587191"/>
                  </a:lnTo>
                  <a:lnTo>
                    <a:pt x="6813742" y="587191"/>
                  </a:lnTo>
                  <a:lnTo>
                    <a:pt x="6813742" y="587191"/>
                  </a:lnTo>
                  <a:lnTo>
                    <a:pt x="6819215" y="587191"/>
                  </a:lnTo>
                  <a:lnTo>
                    <a:pt x="6819215" y="587191"/>
                  </a:lnTo>
                  <a:lnTo>
                    <a:pt x="6824688" y="587191"/>
                  </a:lnTo>
                  <a:lnTo>
                    <a:pt x="6824688" y="587191"/>
                  </a:lnTo>
                  <a:lnTo>
                    <a:pt x="6830161" y="587191"/>
                  </a:lnTo>
                  <a:lnTo>
                    <a:pt x="6830161" y="587191"/>
                  </a:lnTo>
                  <a:lnTo>
                    <a:pt x="6835633" y="587191"/>
                  </a:lnTo>
                  <a:lnTo>
                    <a:pt x="6835633" y="587191"/>
                  </a:lnTo>
                  <a:lnTo>
                    <a:pt x="6846579" y="587191"/>
                  </a:lnTo>
                  <a:lnTo>
                    <a:pt x="6846579" y="587191"/>
                  </a:lnTo>
                  <a:lnTo>
                    <a:pt x="6852052" y="587191"/>
                  </a:lnTo>
                  <a:lnTo>
                    <a:pt x="6852052" y="587191"/>
                  </a:lnTo>
                  <a:lnTo>
                    <a:pt x="6857525" y="587191"/>
                  </a:lnTo>
                  <a:lnTo>
                    <a:pt x="6857525" y="587191"/>
                  </a:lnTo>
                  <a:lnTo>
                    <a:pt x="6862998" y="587191"/>
                  </a:lnTo>
                  <a:lnTo>
                    <a:pt x="6862998" y="587191"/>
                  </a:lnTo>
                  <a:lnTo>
                    <a:pt x="6868471" y="587191"/>
                  </a:lnTo>
                  <a:lnTo>
                    <a:pt x="6868471" y="587191"/>
                  </a:lnTo>
                  <a:lnTo>
                    <a:pt x="6873944" y="587191"/>
                  </a:lnTo>
                  <a:lnTo>
                    <a:pt x="6873944" y="587191"/>
                  </a:lnTo>
                  <a:lnTo>
                    <a:pt x="6879416" y="587191"/>
                  </a:lnTo>
                  <a:lnTo>
                    <a:pt x="6879416" y="587191"/>
                  </a:lnTo>
                  <a:lnTo>
                    <a:pt x="6884889" y="587191"/>
                  </a:lnTo>
                  <a:lnTo>
                    <a:pt x="6884889" y="564572"/>
                  </a:lnTo>
                  <a:lnTo>
                    <a:pt x="6890362" y="564572"/>
                  </a:lnTo>
                  <a:lnTo>
                    <a:pt x="6890362" y="564572"/>
                  </a:lnTo>
                  <a:lnTo>
                    <a:pt x="6895835" y="564572"/>
                  </a:lnTo>
                  <a:lnTo>
                    <a:pt x="6895835" y="564572"/>
                  </a:lnTo>
                  <a:lnTo>
                    <a:pt x="6901308" y="564572"/>
                  </a:lnTo>
                  <a:lnTo>
                    <a:pt x="6901308" y="564572"/>
                  </a:lnTo>
                  <a:lnTo>
                    <a:pt x="6906781" y="564572"/>
                  </a:lnTo>
                  <a:lnTo>
                    <a:pt x="6906781" y="564572"/>
                  </a:lnTo>
                  <a:lnTo>
                    <a:pt x="6912254" y="564572"/>
                  </a:lnTo>
                  <a:lnTo>
                    <a:pt x="6912254" y="564572"/>
                  </a:lnTo>
                  <a:lnTo>
                    <a:pt x="6917727" y="564572"/>
                  </a:lnTo>
                  <a:lnTo>
                    <a:pt x="6917727" y="564572"/>
                  </a:lnTo>
                  <a:lnTo>
                    <a:pt x="6923200" y="564572"/>
                  </a:lnTo>
                  <a:lnTo>
                    <a:pt x="6923200" y="564572"/>
                  </a:lnTo>
                  <a:lnTo>
                    <a:pt x="6928672" y="564572"/>
                  </a:lnTo>
                  <a:lnTo>
                    <a:pt x="6928672" y="564572"/>
                  </a:lnTo>
                  <a:lnTo>
                    <a:pt x="6934145" y="564572"/>
                  </a:lnTo>
                  <a:lnTo>
                    <a:pt x="6934145" y="564572"/>
                  </a:lnTo>
                  <a:lnTo>
                    <a:pt x="6939618" y="564572"/>
                  </a:lnTo>
                  <a:lnTo>
                    <a:pt x="6939618" y="564572"/>
                  </a:lnTo>
                  <a:lnTo>
                    <a:pt x="6945091" y="564572"/>
                  </a:lnTo>
                  <a:lnTo>
                    <a:pt x="6945091" y="564572"/>
                  </a:lnTo>
                  <a:lnTo>
                    <a:pt x="6950564" y="564572"/>
                  </a:lnTo>
                  <a:lnTo>
                    <a:pt x="6950564" y="564572"/>
                  </a:lnTo>
                  <a:lnTo>
                    <a:pt x="6956037" y="564572"/>
                  </a:lnTo>
                  <a:lnTo>
                    <a:pt x="6956037" y="564572"/>
                  </a:lnTo>
                  <a:lnTo>
                    <a:pt x="6961510" y="564572"/>
                  </a:lnTo>
                  <a:lnTo>
                    <a:pt x="6961510" y="564572"/>
                  </a:lnTo>
                  <a:lnTo>
                    <a:pt x="6966983" y="564572"/>
                  </a:lnTo>
                  <a:lnTo>
                    <a:pt x="6966983" y="541796"/>
                  </a:lnTo>
                  <a:lnTo>
                    <a:pt x="6972456" y="541796"/>
                  </a:lnTo>
                  <a:lnTo>
                    <a:pt x="6972456" y="541796"/>
                  </a:lnTo>
                  <a:lnTo>
                    <a:pt x="6977928" y="541796"/>
                  </a:lnTo>
                  <a:lnTo>
                    <a:pt x="6977928" y="541796"/>
                  </a:lnTo>
                  <a:lnTo>
                    <a:pt x="6983401" y="541796"/>
                  </a:lnTo>
                  <a:lnTo>
                    <a:pt x="6983401" y="541796"/>
                  </a:lnTo>
                  <a:lnTo>
                    <a:pt x="6988874" y="541796"/>
                  </a:lnTo>
                  <a:lnTo>
                    <a:pt x="6988874" y="541796"/>
                  </a:lnTo>
                  <a:lnTo>
                    <a:pt x="6994347" y="541796"/>
                  </a:lnTo>
                  <a:lnTo>
                    <a:pt x="6994347" y="541796"/>
                  </a:lnTo>
                  <a:lnTo>
                    <a:pt x="6999820" y="541796"/>
                  </a:lnTo>
                  <a:lnTo>
                    <a:pt x="6999820" y="541796"/>
                  </a:lnTo>
                  <a:lnTo>
                    <a:pt x="7005293" y="541796"/>
                  </a:lnTo>
                  <a:lnTo>
                    <a:pt x="7005293" y="541796"/>
                  </a:lnTo>
                  <a:lnTo>
                    <a:pt x="7010766" y="541796"/>
                  </a:lnTo>
                  <a:lnTo>
                    <a:pt x="7010766" y="541796"/>
                  </a:lnTo>
                  <a:lnTo>
                    <a:pt x="7016239" y="541796"/>
                  </a:lnTo>
                  <a:lnTo>
                    <a:pt x="7016239" y="541796"/>
                  </a:lnTo>
                  <a:lnTo>
                    <a:pt x="7021712" y="541796"/>
                  </a:lnTo>
                  <a:lnTo>
                    <a:pt x="7021712" y="541796"/>
                  </a:lnTo>
                  <a:lnTo>
                    <a:pt x="7027184" y="541796"/>
                  </a:lnTo>
                  <a:lnTo>
                    <a:pt x="7027184" y="541796"/>
                  </a:lnTo>
                  <a:lnTo>
                    <a:pt x="7032657" y="541796"/>
                  </a:lnTo>
                  <a:lnTo>
                    <a:pt x="7032657" y="541796"/>
                  </a:lnTo>
                  <a:lnTo>
                    <a:pt x="7038130" y="541796"/>
                  </a:lnTo>
                  <a:lnTo>
                    <a:pt x="7038130" y="541796"/>
                  </a:lnTo>
                  <a:lnTo>
                    <a:pt x="7043603" y="541796"/>
                  </a:lnTo>
                  <a:lnTo>
                    <a:pt x="7043603" y="541796"/>
                  </a:lnTo>
                  <a:lnTo>
                    <a:pt x="7049076" y="541796"/>
                  </a:lnTo>
                  <a:lnTo>
                    <a:pt x="7049076" y="541796"/>
                  </a:lnTo>
                  <a:lnTo>
                    <a:pt x="7054549" y="541796"/>
                  </a:lnTo>
                  <a:lnTo>
                    <a:pt x="7054549" y="541796"/>
                  </a:lnTo>
                  <a:lnTo>
                    <a:pt x="7060022" y="541796"/>
                  </a:lnTo>
                  <a:lnTo>
                    <a:pt x="7060022" y="541796"/>
                  </a:lnTo>
                  <a:lnTo>
                    <a:pt x="7065495" y="541796"/>
                  </a:lnTo>
                  <a:lnTo>
                    <a:pt x="7065495" y="541796"/>
                  </a:lnTo>
                  <a:lnTo>
                    <a:pt x="7070967" y="541796"/>
                  </a:lnTo>
                  <a:lnTo>
                    <a:pt x="7070967" y="541796"/>
                  </a:lnTo>
                  <a:lnTo>
                    <a:pt x="7076440" y="541796"/>
                  </a:lnTo>
                  <a:lnTo>
                    <a:pt x="7076440" y="541796"/>
                  </a:lnTo>
                  <a:lnTo>
                    <a:pt x="7081913" y="541796"/>
                  </a:lnTo>
                  <a:lnTo>
                    <a:pt x="7081913" y="541796"/>
                  </a:lnTo>
                  <a:lnTo>
                    <a:pt x="7087386" y="541796"/>
                  </a:lnTo>
                  <a:lnTo>
                    <a:pt x="7087386" y="541796"/>
                  </a:lnTo>
                  <a:lnTo>
                    <a:pt x="7092859" y="541796"/>
                  </a:lnTo>
                  <a:lnTo>
                    <a:pt x="7092859" y="541796"/>
                  </a:lnTo>
                  <a:lnTo>
                    <a:pt x="7098332" y="541796"/>
                  </a:lnTo>
                  <a:lnTo>
                    <a:pt x="7098332" y="541796"/>
                  </a:lnTo>
                  <a:lnTo>
                    <a:pt x="7103805" y="541796"/>
                  </a:lnTo>
                  <a:lnTo>
                    <a:pt x="7103805" y="541796"/>
                  </a:lnTo>
                  <a:lnTo>
                    <a:pt x="7109278" y="541796"/>
                  </a:lnTo>
                  <a:lnTo>
                    <a:pt x="7109278" y="541796"/>
                  </a:lnTo>
                  <a:lnTo>
                    <a:pt x="7120223" y="541796"/>
                  </a:lnTo>
                  <a:lnTo>
                    <a:pt x="7120223" y="541796"/>
                  </a:lnTo>
                  <a:lnTo>
                    <a:pt x="7125696" y="541796"/>
                  </a:lnTo>
                  <a:lnTo>
                    <a:pt x="7125696" y="541796"/>
                  </a:lnTo>
                  <a:lnTo>
                    <a:pt x="7131169" y="541796"/>
                  </a:lnTo>
                  <a:lnTo>
                    <a:pt x="7131169" y="541796"/>
                  </a:lnTo>
                  <a:lnTo>
                    <a:pt x="7136642" y="541796"/>
                  </a:lnTo>
                  <a:lnTo>
                    <a:pt x="7136642" y="518645"/>
                  </a:lnTo>
                  <a:lnTo>
                    <a:pt x="7142115" y="518645"/>
                  </a:lnTo>
                  <a:lnTo>
                    <a:pt x="7142115" y="518645"/>
                  </a:lnTo>
                  <a:lnTo>
                    <a:pt x="7147588" y="518645"/>
                  </a:lnTo>
                  <a:lnTo>
                    <a:pt x="7147588" y="518645"/>
                  </a:lnTo>
                  <a:lnTo>
                    <a:pt x="7153061" y="518645"/>
                  </a:lnTo>
                  <a:lnTo>
                    <a:pt x="7153061" y="518645"/>
                  </a:lnTo>
                  <a:lnTo>
                    <a:pt x="7158534" y="518645"/>
                  </a:lnTo>
                  <a:lnTo>
                    <a:pt x="7158534" y="518645"/>
                  </a:lnTo>
                  <a:lnTo>
                    <a:pt x="7164007" y="518645"/>
                  </a:lnTo>
                  <a:lnTo>
                    <a:pt x="7164007" y="518645"/>
                  </a:lnTo>
                  <a:lnTo>
                    <a:pt x="7169479" y="518645"/>
                  </a:lnTo>
                  <a:lnTo>
                    <a:pt x="7169479" y="518645"/>
                  </a:lnTo>
                  <a:lnTo>
                    <a:pt x="7174952" y="518645"/>
                  </a:lnTo>
                  <a:lnTo>
                    <a:pt x="7174952" y="518645"/>
                  </a:lnTo>
                  <a:lnTo>
                    <a:pt x="7180425" y="518645"/>
                  </a:lnTo>
                  <a:lnTo>
                    <a:pt x="7180425" y="518645"/>
                  </a:lnTo>
                  <a:lnTo>
                    <a:pt x="7185898" y="518645"/>
                  </a:lnTo>
                  <a:lnTo>
                    <a:pt x="7185898" y="518645"/>
                  </a:lnTo>
                  <a:lnTo>
                    <a:pt x="7191371" y="518645"/>
                  </a:lnTo>
                  <a:lnTo>
                    <a:pt x="7191371" y="518645"/>
                  </a:lnTo>
                  <a:lnTo>
                    <a:pt x="7196844" y="518645"/>
                  </a:lnTo>
                  <a:lnTo>
                    <a:pt x="7196844" y="518645"/>
                  </a:lnTo>
                  <a:lnTo>
                    <a:pt x="7202317" y="518645"/>
                  </a:lnTo>
                  <a:lnTo>
                    <a:pt x="7202317" y="518645"/>
                  </a:lnTo>
                  <a:lnTo>
                    <a:pt x="7207790" y="518645"/>
                  </a:lnTo>
                  <a:lnTo>
                    <a:pt x="7207790" y="518645"/>
                  </a:lnTo>
                  <a:lnTo>
                    <a:pt x="7213262" y="518645"/>
                  </a:lnTo>
                  <a:lnTo>
                    <a:pt x="7213262" y="518645"/>
                  </a:lnTo>
                  <a:lnTo>
                    <a:pt x="7218735" y="518645"/>
                  </a:lnTo>
                  <a:lnTo>
                    <a:pt x="7218735" y="518645"/>
                  </a:lnTo>
                  <a:lnTo>
                    <a:pt x="7224208" y="518645"/>
                  </a:lnTo>
                  <a:lnTo>
                    <a:pt x="7224208" y="518645"/>
                  </a:lnTo>
                  <a:lnTo>
                    <a:pt x="7229681" y="518645"/>
                  </a:lnTo>
                  <a:lnTo>
                    <a:pt x="7229681" y="518645"/>
                  </a:lnTo>
                  <a:lnTo>
                    <a:pt x="7235154" y="518645"/>
                  </a:lnTo>
                  <a:lnTo>
                    <a:pt x="7235154" y="518645"/>
                  </a:lnTo>
                  <a:lnTo>
                    <a:pt x="7240627" y="518645"/>
                  </a:lnTo>
                  <a:lnTo>
                    <a:pt x="7240627" y="518645"/>
                  </a:lnTo>
                  <a:lnTo>
                    <a:pt x="7246100" y="518645"/>
                  </a:lnTo>
                  <a:lnTo>
                    <a:pt x="7246100" y="518645"/>
                  </a:lnTo>
                  <a:lnTo>
                    <a:pt x="7251573" y="518645"/>
                  </a:lnTo>
                  <a:lnTo>
                    <a:pt x="7251573" y="518645"/>
                  </a:lnTo>
                  <a:lnTo>
                    <a:pt x="7257046" y="518645"/>
                  </a:lnTo>
                  <a:lnTo>
                    <a:pt x="7257046" y="518645"/>
                  </a:lnTo>
                  <a:lnTo>
                    <a:pt x="7262518" y="518645"/>
                  </a:lnTo>
                  <a:lnTo>
                    <a:pt x="7262518" y="518645"/>
                  </a:lnTo>
                  <a:lnTo>
                    <a:pt x="7267991" y="518645"/>
                  </a:lnTo>
                  <a:lnTo>
                    <a:pt x="7267991" y="518645"/>
                  </a:lnTo>
                  <a:lnTo>
                    <a:pt x="7278937" y="518645"/>
                  </a:lnTo>
                  <a:lnTo>
                    <a:pt x="7278937" y="518645"/>
                  </a:lnTo>
                  <a:lnTo>
                    <a:pt x="7284410" y="518645"/>
                  </a:lnTo>
                  <a:lnTo>
                    <a:pt x="7284410" y="518645"/>
                  </a:lnTo>
                  <a:lnTo>
                    <a:pt x="7289883" y="518645"/>
                  </a:lnTo>
                  <a:lnTo>
                    <a:pt x="7289883" y="518645"/>
                  </a:lnTo>
                  <a:lnTo>
                    <a:pt x="7295356" y="518645"/>
                  </a:lnTo>
                  <a:lnTo>
                    <a:pt x="7295356" y="518645"/>
                  </a:lnTo>
                  <a:lnTo>
                    <a:pt x="7300829" y="518645"/>
                  </a:lnTo>
                  <a:lnTo>
                    <a:pt x="7300829" y="518645"/>
                  </a:lnTo>
                  <a:lnTo>
                    <a:pt x="7306302" y="518645"/>
                  </a:lnTo>
                  <a:lnTo>
                    <a:pt x="7306302" y="518645"/>
                  </a:lnTo>
                  <a:lnTo>
                    <a:pt x="7311774" y="518645"/>
                  </a:lnTo>
                  <a:lnTo>
                    <a:pt x="7311774" y="518645"/>
                  </a:lnTo>
                  <a:lnTo>
                    <a:pt x="7317247" y="518645"/>
                  </a:lnTo>
                  <a:lnTo>
                    <a:pt x="7317247" y="518645"/>
                  </a:lnTo>
                  <a:lnTo>
                    <a:pt x="7322720" y="518645"/>
                  </a:lnTo>
                  <a:lnTo>
                    <a:pt x="7322720" y="518645"/>
                  </a:lnTo>
                  <a:lnTo>
                    <a:pt x="7328193" y="518645"/>
                  </a:lnTo>
                  <a:lnTo>
                    <a:pt x="7328193" y="518645"/>
                  </a:lnTo>
                  <a:lnTo>
                    <a:pt x="7333666" y="518645"/>
                  </a:lnTo>
                  <a:lnTo>
                    <a:pt x="7333666" y="518645"/>
                  </a:lnTo>
                  <a:lnTo>
                    <a:pt x="7339139" y="518645"/>
                  </a:lnTo>
                  <a:lnTo>
                    <a:pt x="7339139" y="518645"/>
                  </a:lnTo>
                  <a:lnTo>
                    <a:pt x="7344612" y="518645"/>
                  </a:lnTo>
                  <a:lnTo>
                    <a:pt x="7344612" y="518645"/>
                  </a:lnTo>
                  <a:lnTo>
                    <a:pt x="7350085" y="518645"/>
                  </a:lnTo>
                  <a:lnTo>
                    <a:pt x="7350085" y="518645"/>
                  </a:lnTo>
                  <a:lnTo>
                    <a:pt x="7355558" y="518645"/>
                  </a:lnTo>
                  <a:lnTo>
                    <a:pt x="7355558" y="518645"/>
                  </a:lnTo>
                  <a:lnTo>
                    <a:pt x="7361030" y="518645"/>
                  </a:lnTo>
                  <a:lnTo>
                    <a:pt x="7361030" y="518645"/>
                  </a:lnTo>
                  <a:lnTo>
                    <a:pt x="7366503" y="518645"/>
                  </a:lnTo>
                  <a:lnTo>
                    <a:pt x="7366503" y="518645"/>
                  </a:lnTo>
                  <a:lnTo>
                    <a:pt x="7371976" y="518645"/>
                  </a:lnTo>
                  <a:lnTo>
                    <a:pt x="7371976" y="518645"/>
                  </a:lnTo>
                  <a:lnTo>
                    <a:pt x="7377449" y="518645"/>
                  </a:lnTo>
                  <a:lnTo>
                    <a:pt x="7377449" y="518645"/>
                  </a:lnTo>
                  <a:lnTo>
                    <a:pt x="7382922" y="518645"/>
                  </a:lnTo>
                  <a:lnTo>
                    <a:pt x="7382922" y="518645"/>
                  </a:lnTo>
                  <a:lnTo>
                    <a:pt x="7388395" y="518645"/>
                  </a:lnTo>
                  <a:lnTo>
                    <a:pt x="7388395" y="518645"/>
                  </a:lnTo>
                  <a:lnTo>
                    <a:pt x="7393868" y="518645"/>
                  </a:lnTo>
                  <a:lnTo>
                    <a:pt x="7393868" y="518645"/>
                  </a:lnTo>
                  <a:lnTo>
                    <a:pt x="7399341" y="518645"/>
                  </a:lnTo>
                  <a:lnTo>
                    <a:pt x="7399341" y="518645"/>
                  </a:lnTo>
                  <a:lnTo>
                    <a:pt x="7404813" y="518645"/>
                  </a:lnTo>
                  <a:lnTo>
                    <a:pt x="7404813" y="494840"/>
                  </a:lnTo>
                  <a:lnTo>
                    <a:pt x="7410286" y="494840"/>
                  </a:lnTo>
                  <a:lnTo>
                    <a:pt x="7410286" y="494840"/>
                  </a:lnTo>
                  <a:lnTo>
                    <a:pt x="7415759" y="494840"/>
                  </a:lnTo>
                  <a:lnTo>
                    <a:pt x="7415759" y="494840"/>
                  </a:lnTo>
                  <a:lnTo>
                    <a:pt x="7421232" y="494840"/>
                  </a:lnTo>
                  <a:lnTo>
                    <a:pt x="7421232" y="471036"/>
                  </a:lnTo>
                  <a:lnTo>
                    <a:pt x="7426705" y="471036"/>
                  </a:lnTo>
                  <a:lnTo>
                    <a:pt x="7426705" y="447203"/>
                  </a:lnTo>
                  <a:lnTo>
                    <a:pt x="7432178" y="447203"/>
                  </a:lnTo>
                  <a:lnTo>
                    <a:pt x="7432178" y="447203"/>
                  </a:lnTo>
                  <a:lnTo>
                    <a:pt x="7437651" y="447203"/>
                  </a:lnTo>
                  <a:lnTo>
                    <a:pt x="7437651" y="447203"/>
                  </a:lnTo>
                  <a:lnTo>
                    <a:pt x="7443124" y="447203"/>
                  </a:lnTo>
                  <a:lnTo>
                    <a:pt x="7443124" y="447203"/>
                  </a:lnTo>
                  <a:lnTo>
                    <a:pt x="7448597" y="447203"/>
                  </a:lnTo>
                  <a:lnTo>
                    <a:pt x="7448597" y="447203"/>
                  </a:lnTo>
                  <a:lnTo>
                    <a:pt x="7454069" y="447203"/>
                  </a:lnTo>
                  <a:lnTo>
                    <a:pt x="7454069" y="447203"/>
                  </a:lnTo>
                  <a:lnTo>
                    <a:pt x="7459542" y="447203"/>
                  </a:lnTo>
                  <a:lnTo>
                    <a:pt x="7459542" y="447203"/>
                  </a:lnTo>
                  <a:lnTo>
                    <a:pt x="7465015" y="447203"/>
                  </a:lnTo>
                  <a:lnTo>
                    <a:pt x="7465015" y="447203"/>
                  </a:lnTo>
                  <a:lnTo>
                    <a:pt x="7470488" y="447203"/>
                  </a:lnTo>
                  <a:lnTo>
                    <a:pt x="7470488" y="447203"/>
                  </a:lnTo>
                  <a:lnTo>
                    <a:pt x="7475961" y="447203"/>
                  </a:lnTo>
                  <a:lnTo>
                    <a:pt x="7475961" y="447203"/>
                  </a:lnTo>
                  <a:lnTo>
                    <a:pt x="7481434" y="447203"/>
                  </a:lnTo>
                  <a:lnTo>
                    <a:pt x="7481434" y="447203"/>
                  </a:lnTo>
                  <a:lnTo>
                    <a:pt x="7486907" y="447203"/>
                  </a:lnTo>
                  <a:lnTo>
                    <a:pt x="7486907" y="447203"/>
                  </a:lnTo>
                  <a:lnTo>
                    <a:pt x="7492380" y="447203"/>
                  </a:lnTo>
                  <a:lnTo>
                    <a:pt x="7492380" y="447203"/>
                  </a:lnTo>
                  <a:lnTo>
                    <a:pt x="7497853" y="447203"/>
                  </a:lnTo>
                  <a:lnTo>
                    <a:pt x="7497853" y="447203"/>
                  </a:lnTo>
                  <a:lnTo>
                    <a:pt x="7503325" y="447203"/>
                  </a:lnTo>
                  <a:lnTo>
                    <a:pt x="7503325" y="447203"/>
                  </a:lnTo>
                  <a:lnTo>
                    <a:pt x="7508798" y="447203"/>
                  </a:lnTo>
                  <a:lnTo>
                    <a:pt x="7508798" y="447203"/>
                  </a:lnTo>
                  <a:lnTo>
                    <a:pt x="7514271" y="447203"/>
                  </a:lnTo>
                  <a:lnTo>
                    <a:pt x="7514271" y="447203"/>
                  </a:lnTo>
                  <a:lnTo>
                    <a:pt x="7519744" y="447203"/>
                  </a:lnTo>
                  <a:lnTo>
                    <a:pt x="7519744" y="447203"/>
                  </a:lnTo>
                  <a:lnTo>
                    <a:pt x="7525217" y="447203"/>
                  </a:lnTo>
                  <a:lnTo>
                    <a:pt x="7525217" y="447203"/>
                  </a:lnTo>
                  <a:lnTo>
                    <a:pt x="7530690" y="447203"/>
                  </a:lnTo>
                  <a:lnTo>
                    <a:pt x="7530690" y="447203"/>
                  </a:lnTo>
                  <a:lnTo>
                    <a:pt x="7541636" y="447203"/>
                  </a:lnTo>
                  <a:lnTo>
                    <a:pt x="7541636" y="447203"/>
                  </a:lnTo>
                  <a:lnTo>
                    <a:pt x="7547109" y="447203"/>
                  </a:lnTo>
                  <a:lnTo>
                    <a:pt x="7547109" y="447203"/>
                  </a:lnTo>
                  <a:lnTo>
                    <a:pt x="7552581" y="447203"/>
                  </a:lnTo>
                  <a:lnTo>
                    <a:pt x="7552581" y="447203"/>
                  </a:lnTo>
                  <a:lnTo>
                    <a:pt x="7558054" y="447203"/>
                  </a:lnTo>
                  <a:lnTo>
                    <a:pt x="7558054" y="447203"/>
                  </a:lnTo>
                  <a:lnTo>
                    <a:pt x="7563527" y="447203"/>
                  </a:lnTo>
                  <a:lnTo>
                    <a:pt x="7563527" y="447203"/>
                  </a:lnTo>
                  <a:lnTo>
                    <a:pt x="7569000" y="447203"/>
                  </a:lnTo>
                  <a:lnTo>
                    <a:pt x="7569000" y="447203"/>
                  </a:lnTo>
                  <a:lnTo>
                    <a:pt x="7574473" y="447203"/>
                  </a:lnTo>
                  <a:lnTo>
                    <a:pt x="7574473" y="447203"/>
                  </a:lnTo>
                  <a:lnTo>
                    <a:pt x="7579946" y="447203"/>
                  </a:lnTo>
                  <a:lnTo>
                    <a:pt x="7579946" y="447203"/>
                  </a:lnTo>
                  <a:lnTo>
                    <a:pt x="7585419" y="447203"/>
                  </a:lnTo>
                  <a:lnTo>
                    <a:pt x="7585419" y="447203"/>
                  </a:lnTo>
                  <a:lnTo>
                    <a:pt x="7596364" y="447203"/>
                  </a:lnTo>
                  <a:lnTo>
                    <a:pt x="7596364" y="447203"/>
                  </a:lnTo>
                  <a:lnTo>
                    <a:pt x="7601837" y="447203"/>
                  </a:lnTo>
                  <a:lnTo>
                    <a:pt x="7601837" y="447203"/>
                  </a:lnTo>
                  <a:lnTo>
                    <a:pt x="7607310" y="447203"/>
                  </a:lnTo>
                  <a:lnTo>
                    <a:pt x="7607310" y="447203"/>
                  </a:lnTo>
                  <a:lnTo>
                    <a:pt x="7618256" y="447203"/>
                  </a:lnTo>
                  <a:lnTo>
                    <a:pt x="7618256" y="447203"/>
                  </a:lnTo>
                  <a:lnTo>
                    <a:pt x="7623729" y="447203"/>
                  </a:lnTo>
                  <a:lnTo>
                    <a:pt x="7623729" y="447203"/>
                  </a:lnTo>
                  <a:lnTo>
                    <a:pt x="7629202" y="447203"/>
                  </a:lnTo>
                  <a:lnTo>
                    <a:pt x="7629202" y="422854"/>
                  </a:lnTo>
                  <a:lnTo>
                    <a:pt x="7640148" y="422854"/>
                  </a:lnTo>
                  <a:lnTo>
                    <a:pt x="7640148" y="422854"/>
                  </a:lnTo>
                  <a:lnTo>
                    <a:pt x="7645620" y="422854"/>
                  </a:lnTo>
                  <a:lnTo>
                    <a:pt x="7645620" y="422854"/>
                  </a:lnTo>
                  <a:lnTo>
                    <a:pt x="7651093" y="422854"/>
                  </a:lnTo>
                  <a:lnTo>
                    <a:pt x="7651093" y="422854"/>
                  </a:lnTo>
                  <a:lnTo>
                    <a:pt x="7656566" y="422854"/>
                  </a:lnTo>
                  <a:lnTo>
                    <a:pt x="7656566" y="422854"/>
                  </a:lnTo>
                  <a:lnTo>
                    <a:pt x="7662039" y="422854"/>
                  </a:lnTo>
                  <a:lnTo>
                    <a:pt x="7662039" y="422854"/>
                  </a:lnTo>
                  <a:lnTo>
                    <a:pt x="7667512" y="422854"/>
                  </a:lnTo>
                  <a:lnTo>
                    <a:pt x="7667512" y="422854"/>
                  </a:lnTo>
                  <a:lnTo>
                    <a:pt x="7672985" y="422854"/>
                  </a:lnTo>
                  <a:lnTo>
                    <a:pt x="7672985" y="422854"/>
                  </a:lnTo>
                  <a:lnTo>
                    <a:pt x="7678458" y="422854"/>
                  </a:lnTo>
                  <a:lnTo>
                    <a:pt x="7678458" y="422854"/>
                  </a:lnTo>
                  <a:lnTo>
                    <a:pt x="7683931" y="422854"/>
                  </a:lnTo>
                  <a:lnTo>
                    <a:pt x="7683931" y="422854"/>
                  </a:lnTo>
                  <a:lnTo>
                    <a:pt x="7689404" y="422854"/>
                  </a:lnTo>
                  <a:lnTo>
                    <a:pt x="7689404" y="422854"/>
                  </a:lnTo>
                  <a:lnTo>
                    <a:pt x="7694876" y="422854"/>
                  </a:lnTo>
                  <a:lnTo>
                    <a:pt x="7694876" y="422854"/>
                  </a:lnTo>
                  <a:lnTo>
                    <a:pt x="7700349" y="422854"/>
                  </a:lnTo>
                  <a:lnTo>
                    <a:pt x="7700349" y="422854"/>
                  </a:lnTo>
                  <a:lnTo>
                    <a:pt x="7705822" y="422854"/>
                  </a:lnTo>
                  <a:lnTo>
                    <a:pt x="7705822" y="422854"/>
                  </a:lnTo>
                  <a:lnTo>
                    <a:pt x="7711295" y="422854"/>
                  </a:lnTo>
                  <a:lnTo>
                    <a:pt x="7711295" y="422854"/>
                  </a:lnTo>
                  <a:lnTo>
                    <a:pt x="7716768" y="422854"/>
                  </a:lnTo>
                  <a:lnTo>
                    <a:pt x="7716768" y="422854"/>
                  </a:lnTo>
                  <a:lnTo>
                    <a:pt x="7722241" y="422854"/>
                  </a:lnTo>
                  <a:lnTo>
                    <a:pt x="7722241" y="422854"/>
                  </a:lnTo>
                  <a:lnTo>
                    <a:pt x="7727714" y="422854"/>
                  </a:lnTo>
                  <a:lnTo>
                    <a:pt x="7727714" y="422854"/>
                  </a:lnTo>
                  <a:lnTo>
                    <a:pt x="7733187" y="422854"/>
                  </a:lnTo>
                  <a:lnTo>
                    <a:pt x="7733187" y="422854"/>
                  </a:lnTo>
                  <a:lnTo>
                    <a:pt x="7738659" y="422854"/>
                  </a:lnTo>
                  <a:lnTo>
                    <a:pt x="7738659" y="398219"/>
                  </a:lnTo>
                  <a:lnTo>
                    <a:pt x="7744132" y="398219"/>
                  </a:lnTo>
                  <a:lnTo>
                    <a:pt x="7744132" y="398219"/>
                  </a:lnTo>
                  <a:lnTo>
                    <a:pt x="7749605" y="398219"/>
                  </a:lnTo>
                  <a:lnTo>
                    <a:pt x="7749605" y="398219"/>
                  </a:lnTo>
                  <a:lnTo>
                    <a:pt x="7755078" y="398219"/>
                  </a:lnTo>
                  <a:lnTo>
                    <a:pt x="7755078" y="398219"/>
                  </a:lnTo>
                  <a:lnTo>
                    <a:pt x="7760551" y="398219"/>
                  </a:lnTo>
                  <a:lnTo>
                    <a:pt x="7760551" y="398219"/>
                  </a:lnTo>
                  <a:lnTo>
                    <a:pt x="7766024" y="398219"/>
                  </a:lnTo>
                  <a:lnTo>
                    <a:pt x="7766024" y="373488"/>
                  </a:lnTo>
                  <a:lnTo>
                    <a:pt x="7771497" y="373488"/>
                  </a:lnTo>
                  <a:lnTo>
                    <a:pt x="7771497" y="373488"/>
                  </a:lnTo>
                  <a:lnTo>
                    <a:pt x="7776970" y="373488"/>
                  </a:lnTo>
                  <a:lnTo>
                    <a:pt x="7776970" y="373488"/>
                  </a:lnTo>
                  <a:lnTo>
                    <a:pt x="7782443" y="373488"/>
                  </a:lnTo>
                  <a:lnTo>
                    <a:pt x="7782443" y="373488"/>
                  </a:lnTo>
                  <a:lnTo>
                    <a:pt x="7787915" y="373488"/>
                  </a:lnTo>
                  <a:lnTo>
                    <a:pt x="7787915" y="373488"/>
                  </a:lnTo>
                  <a:lnTo>
                    <a:pt x="7793388" y="373488"/>
                  </a:lnTo>
                  <a:lnTo>
                    <a:pt x="7793388" y="373488"/>
                  </a:lnTo>
                  <a:lnTo>
                    <a:pt x="7798861" y="373488"/>
                  </a:lnTo>
                  <a:lnTo>
                    <a:pt x="7798861" y="373488"/>
                  </a:lnTo>
                  <a:lnTo>
                    <a:pt x="7804334" y="373488"/>
                  </a:lnTo>
                  <a:lnTo>
                    <a:pt x="7804334" y="373488"/>
                  </a:lnTo>
                  <a:lnTo>
                    <a:pt x="7809807" y="373488"/>
                  </a:lnTo>
                  <a:lnTo>
                    <a:pt x="7809807" y="373488"/>
                  </a:lnTo>
                  <a:lnTo>
                    <a:pt x="7826226" y="373488"/>
                  </a:lnTo>
                  <a:lnTo>
                    <a:pt x="7826226" y="373488"/>
                  </a:lnTo>
                  <a:lnTo>
                    <a:pt x="7831699" y="373488"/>
                  </a:lnTo>
                  <a:lnTo>
                    <a:pt x="7831699" y="373488"/>
                  </a:lnTo>
                  <a:lnTo>
                    <a:pt x="7837171" y="373488"/>
                  </a:lnTo>
                  <a:lnTo>
                    <a:pt x="7837171" y="373488"/>
                  </a:lnTo>
                  <a:lnTo>
                    <a:pt x="7842644" y="373488"/>
                  </a:lnTo>
                  <a:lnTo>
                    <a:pt x="7842644" y="373488"/>
                  </a:lnTo>
                  <a:lnTo>
                    <a:pt x="7848117" y="373488"/>
                  </a:lnTo>
                  <a:lnTo>
                    <a:pt x="7848117" y="373488"/>
                  </a:lnTo>
                  <a:lnTo>
                    <a:pt x="7853590" y="373488"/>
                  </a:lnTo>
                  <a:lnTo>
                    <a:pt x="7853590" y="373488"/>
                  </a:lnTo>
                  <a:lnTo>
                    <a:pt x="7859063" y="373488"/>
                  </a:lnTo>
                  <a:lnTo>
                    <a:pt x="7859063" y="348626"/>
                  </a:lnTo>
                  <a:lnTo>
                    <a:pt x="7864536" y="348626"/>
                  </a:lnTo>
                  <a:lnTo>
                    <a:pt x="7864536" y="323764"/>
                  </a:lnTo>
                  <a:lnTo>
                    <a:pt x="7870009" y="323764"/>
                  </a:lnTo>
                  <a:lnTo>
                    <a:pt x="7870009" y="323764"/>
                  </a:lnTo>
                  <a:lnTo>
                    <a:pt x="7880955" y="323764"/>
                  </a:lnTo>
                  <a:lnTo>
                    <a:pt x="7880955" y="323764"/>
                  </a:lnTo>
                  <a:lnTo>
                    <a:pt x="7886427" y="323764"/>
                  </a:lnTo>
                  <a:lnTo>
                    <a:pt x="7886427" y="323764"/>
                  </a:lnTo>
                  <a:lnTo>
                    <a:pt x="7891900" y="323764"/>
                  </a:lnTo>
                  <a:lnTo>
                    <a:pt x="7891900" y="323764"/>
                  </a:lnTo>
                  <a:lnTo>
                    <a:pt x="7897373" y="323764"/>
                  </a:lnTo>
                  <a:lnTo>
                    <a:pt x="7897373" y="323764"/>
                  </a:lnTo>
                  <a:lnTo>
                    <a:pt x="7902846" y="323764"/>
                  </a:lnTo>
                  <a:lnTo>
                    <a:pt x="7902846" y="323764"/>
                  </a:lnTo>
                  <a:lnTo>
                    <a:pt x="7908319" y="323764"/>
                  </a:lnTo>
                  <a:lnTo>
                    <a:pt x="7908319" y="323764"/>
                  </a:lnTo>
                  <a:lnTo>
                    <a:pt x="7913792" y="323764"/>
                  </a:lnTo>
                  <a:lnTo>
                    <a:pt x="7913792" y="323764"/>
                  </a:lnTo>
                  <a:lnTo>
                    <a:pt x="7919265" y="323764"/>
                  </a:lnTo>
                  <a:lnTo>
                    <a:pt x="7919265" y="323764"/>
                  </a:lnTo>
                  <a:lnTo>
                    <a:pt x="7924738" y="323764"/>
                  </a:lnTo>
                  <a:lnTo>
                    <a:pt x="7924738" y="323764"/>
                  </a:lnTo>
                  <a:lnTo>
                    <a:pt x="7930210" y="323764"/>
                  </a:lnTo>
                  <a:lnTo>
                    <a:pt x="7930210" y="323764"/>
                  </a:lnTo>
                  <a:lnTo>
                    <a:pt x="7935683" y="323764"/>
                  </a:lnTo>
                  <a:lnTo>
                    <a:pt x="7935683" y="323764"/>
                  </a:lnTo>
                  <a:lnTo>
                    <a:pt x="7941156" y="323764"/>
                  </a:lnTo>
                  <a:lnTo>
                    <a:pt x="7941156" y="323764"/>
                  </a:lnTo>
                  <a:lnTo>
                    <a:pt x="7946629" y="323764"/>
                  </a:lnTo>
                  <a:lnTo>
                    <a:pt x="7946629" y="323764"/>
                  </a:lnTo>
                  <a:lnTo>
                    <a:pt x="7952102" y="323764"/>
                  </a:lnTo>
                  <a:lnTo>
                    <a:pt x="7952102" y="323764"/>
                  </a:lnTo>
                  <a:lnTo>
                    <a:pt x="7957575" y="323764"/>
                  </a:lnTo>
                  <a:lnTo>
                    <a:pt x="7957575" y="323764"/>
                  </a:lnTo>
                  <a:lnTo>
                    <a:pt x="7963048" y="323764"/>
                  </a:lnTo>
                  <a:lnTo>
                    <a:pt x="7963048" y="323764"/>
                  </a:lnTo>
                  <a:lnTo>
                    <a:pt x="7968521" y="323764"/>
                  </a:lnTo>
                  <a:lnTo>
                    <a:pt x="7968521" y="323764"/>
                  </a:lnTo>
                  <a:lnTo>
                    <a:pt x="7973994" y="323764"/>
                  </a:lnTo>
                  <a:lnTo>
                    <a:pt x="7973994" y="323764"/>
                  </a:lnTo>
                  <a:lnTo>
                    <a:pt x="7979466" y="323764"/>
                  </a:lnTo>
                  <a:lnTo>
                    <a:pt x="7979466" y="323764"/>
                  </a:lnTo>
                  <a:lnTo>
                    <a:pt x="7984939" y="323764"/>
                  </a:lnTo>
                  <a:lnTo>
                    <a:pt x="7984939" y="323764"/>
                  </a:lnTo>
                  <a:lnTo>
                    <a:pt x="7990412" y="323764"/>
                  </a:lnTo>
                  <a:lnTo>
                    <a:pt x="7990412" y="323764"/>
                  </a:lnTo>
                  <a:lnTo>
                    <a:pt x="7995885" y="323764"/>
                  </a:lnTo>
                  <a:lnTo>
                    <a:pt x="7995885" y="323764"/>
                  </a:lnTo>
                  <a:lnTo>
                    <a:pt x="8006831" y="323764"/>
                  </a:lnTo>
                  <a:lnTo>
                    <a:pt x="8006831" y="323764"/>
                  </a:lnTo>
                  <a:lnTo>
                    <a:pt x="8012304" y="323764"/>
                  </a:lnTo>
                  <a:lnTo>
                    <a:pt x="8012304" y="323764"/>
                  </a:lnTo>
                  <a:lnTo>
                    <a:pt x="8017777" y="323764"/>
                  </a:lnTo>
                  <a:lnTo>
                    <a:pt x="8017777" y="323764"/>
                  </a:lnTo>
                  <a:lnTo>
                    <a:pt x="8023250" y="323764"/>
                  </a:lnTo>
                  <a:lnTo>
                    <a:pt x="8023250" y="323764"/>
                  </a:lnTo>
                  <a:lnTo>
                    <a:pt x="8034195" y="323764"/>
                  </a:lnTo>
                  <a:lnTo>
                    <a:pt x="8034195" y="323764"/>
                  </a:lnTo>
                  <a:lnTo>
                    <a:pt x="8039668" y="323764"/>
                  </a:lnTo>
                  <a:lnTo>
                    <a:pt x="8039668" y="323764"/>
                  </a:lnTo>
                  <a:lnTo>
                    <a:pt x="8045141" y="323764"/>
                  </a:lnTo>
                  <a:lnTo>
                    <a:pt x="8045141" y="323764"/>
                  </a:lnTo>
                  <a:lnTo>
                    <a:pt x="8050614" y="323764"/>
                  </a:lnTo>
                  <a:lnTo>
                    <a:pt x="8050614" y="323764"/>
                  </a:lnTo>
                  <a:lnTo>
                    <a:pt x="8056087" y="323764"/>
                  </a:lnTo>
                  <a:lnTo>
                    <a:pt x="8056087" y="323764"/>
                  </a:lnTo>
                  <a:lnTo>
                    <a:pt x="8061560" y="323764"/>
                  </a:lnTo>
                  <a:lnTo>
                    <a:pt x="8061560" y="323764"/>
                  </a:lnTo>
                  <a:lnTo>
                    <a:pt x="8072506" y="323764"/>
                  </a:lnTo>
                  <a:lnTo>
                    <a:pt x="8072506" y="323764"/>
                  </a:lnTo>
                  <a:lnTo>
                    <a:pt x="8077978" y="323764"/>
                  </a:lnTo>
                  <a:lnTo>
                    <a:pt x="8077978" y="323764"/>
                  </a:lnTo>
                  <a:lnTo>
                    <a:pt x="8083451" y="323764"/>
                  </a:lnTo>
                  <a:lnTo>
                    <a:pt x="8083451" y="273369"/>
                  </a:lnTo>
                  <a:lnTo>
                    <a:pt x="8088924" y="273369"/>
                  </a:lnTo>
                  <a:lnTo>
                    <a:pt x="8088924" y="273369"/>
                  </a:lnTo>
                  <a:lnTo>
                    <a:pt x="8094397" y="273369"/>
                  </a:lnTo>
                  <a:lnTo>
                    <a:pt x="8094397" y="273369"/>
                  </a:lnTo>
                  <a:lnTo>
                    <a:pt x="8099870" y="273369"/>
                  </a:lnTo>
                  <a:lnTo>
                    <a:pt x="8099870" y="273369"/>
                  </a:lnTo>
                  <a:lnTo>
                    <a:pt x="8105343" y="273369"/>
                  </a:lnTo>
                  <a:lnTo>
                    <a:pt x="8105343" y="273369"/>
                  </a:lnTo>
                  <a:lnTo>
                    <a:pt x="8110816" y="273369"/>
                  </a:lnTo>
                  <a:lnTo>
                    <a:pt x="8110816" y="273369"/>
                  </a:lnTo>
                  <a:lnTo>
                    <a:pt x="8116289" y="273369"/>
                  </a:lnTo>
                  <a:lnTo>
                    <a:pt x="8116289" y="273369"/>
                  </a:lnTo>
                  <a:lnTo>
                    <a:pt x="8121761" y="273369"/>
                  </a:lnTo>
                  <a:lnTo>
                    <a:pt x="8121761" y="273369"/>
                  </a:lnTo>
                  <a:lnTo>
                    <a:pt x="8127234" y="273369"/>
                  </a:lnTo>
                  <a:lnTo>
                    <a:pt x="8127234" y="273369"/>
                  </a:lnTo>
                  <a:lnTo>
                    <a:pt x="8132707" y="273369"/>
                  </a:lnTo>
                  <a:lnTo>
                    <a:pt x="8132707" y="273369"/>
                  </a:lnTo>
                  <a:lnTo>
                    <a:pt x="8138180" y="273369"/>
                  </a:lnTo>
                  <a:lnTo>
                    <a:pt x="8138180" y="273369"/>
                  </a:lnTo>
                  <a:lnTo>
                    <a:pt x="8154599" y="273369"/>
                  </a:lnTo>
                  <a:lnTo>
                    <a:pt x="8154599" y="273369"/>
                  </a:lnTo>
                  <a:lnTo>
                    <a:pt x="8160072" y="273369"/>
                  </a:lnTo>
                  <a:lnTo>
                    <a:pt x="8160072" y="248000"/>
                  </a:lnTo>
                  <a:lnTo>
                    <a:pt x="8171017" y="248000"/>
                  </a:lnTo>
                  <a:lnTo>
                    <a:pt x="8171017" y="248000"/>
                  </a:lnTo>
                  <a:lnTo>
                    <a:pt x="8176490" y="248000"/>
                  </a:lnTo>
                  <a:lnTo>
                    <a:pt x="8176490" y="248000"/>
                  </a:lnTo>
                  <a:lnTo>
                    <a:pt x="8181963" y="248000"/>
                  </a:lnTo>
                  <a:lnTo>
                    <a:pt x="8181963" y="248000"/>
                  </a:lnTo>
                  <a:lnTo>
                    <a:pt x="8187436" y="248000"/>
                  </a:lnTo>
                  <a:lnTo>
                    <a:pt x="8187436" y="248000"/>
                  </a:lnTo>
                  <a:lnTo>
                    <a:pt x="8192909" y="248000"/>
                  </a:lnTo>
                  <a:lnTo>
                    <a:pt x="8192909" y="248000"/>
                  </a:lnTo>
                  <a:lnTo>
                    <a:pt x="8198382" y="248000"/>
                  </a:lnTo>
                  <a:lnTo>
                    <a:pt x="8198382" y="248000"/>
                  </a:lnTo>
                  <a:lnTo>
                    <a:pt x="8203855" y="248000"/>
                  </a:lnTo>
                  <a:lnTo>
                    <a:pt x="8203855" y="248000"/>
                  </a:lnTo>
                  <a:lnTo>
                    <a:pt x="8209328" y="248000"/>
                  </a:lnTo>
                  <a:lnTo>
                    <a:pt x="8209328" y="248000"/>
                  </a:lnTo>
                  <a:lnTo>
                    <a:pt x="8214801" y="248000"/>
                  </a:lnTo>
                  <a:lnTo>
                    <a:pt x="8214801" y="248000"/>
                  </a:lnTo>
                  <a:lnTo>
                    <a:pt x="8220273" y="248000"/>
                  </a:lnTo>
                  <a:lnTo>
                    <a:pt x="8220273" y="248000"/>
                  </a:lnTo>
                  <a:lnTo>
                    <a:pt x="8225746" y="248000"/>
                  </a:lnTo>
                  <a:lnTo>
                    <a:pt x="8225746" y="248000"/>
                  </a:lnTo>
                  <a:lnTo>
                    <a:pt x="8231219" y="248000"/>
                  </a:lnTo>
                  <a:lnTo>
                    <a:pt x="8231219" y="248000"/>
                  </a:lnTo>
                  <a:lnTo>
                    <a:pt x="8236692" y="248000"/>
                  </a:lnTo>
                  <a:lnTo>
                    <a:pt x="8236692" y="222490"/>
                  </a:lnTo>
                  <a:lnTo>
                    <a:pt x="8242165" y="222490"/>
                  </a:lnTo>
                  <a:lnTo>
                    <a:pt x="8242165" y="222490"/>
                  </a:lnTo>
                  <a:lnTo>
                    <a:pt x="8247638" y="222490"/>
                  </a:lnTo>
                  <a:lnTo>
                    <a:pt x="8247638" y="222490"/>
                  </a:lnTo>
                  <a:lnTo>
                    <a:pt x="8253111" y="222490"/>
                  </a:lnTo>
                  <a:lnTo>
                    <a:pt x="8253111" y="222490"/>
                  </a:lnTo>
                  <a:lnTo>
                    <a:pt x="8258584" y="222490"/>
                  </a:lnTo>
                  <a:lnTo>
                    <a:pt x="8258584" y="222490"/>
                  </a:lnTo>
                  <a:lnTo>
                    <a:pt x="8264056" y="222490"/>
                  </a:lnTo>
                  <a:lnTo>
                    <a:pt x="8264056" y="222490"/>
                  </a:lnTo>
                  <a:lnTo>
                    <a:pt x="8269529" y="222490"/>
                  </a:lnTo>
                  <a:lnTo>
                    <a:pt x="8269529" y="222490"/>
                  </a:lnTo>
                  <a:lnTo>
                    <a:pt x="8275002" y="222490"/>
                  </a:lnTo>
                  <a:lnTo>
                    <a:pt x="8275002" y="222490"/>
                  </a:lnTo>
                  <a:lnTo>
                    <a:pt x="8280475" y="222490"/>
                  </a:lnTo>
                  <a:lnTo>
                    <a:pt x="8280475" y="222490"/>
                  </a:lnTo>
                  <a:lnTo>
                    <a:pt x="8285948" y="222490"/>
                  </a:lnTo>
                  <a:lnTo>
                    <a:pt x="8285948" y="222490"/>
                  </a:lnTo>
                  <a:lnTo>
                    <a:pt x="8291421" y="222490"/>
                  </a:lnTo>
                  <a:lnTo>
                    <a:pt x="8291421" y="222490"/>
                  </a:lnTo>
                  <a:lnTo>
                    <a:pt x="8296894" y="222490"/>
                  </a:lnTo>
                  <a:lnTo>
                    <a:pt x="8296894" y="222490"/>
                  </a:lnTo>
                  <a:lnTo>
                    <a:pt x="8307840" y="222490"/>
                  </a:lnTo>
                  <a:lnTo>
                    <a:pt x="8307840" y="222490"/>
                  </a:lnTo>
                  <a:lnTo>
                    <a:pt x="8313312" y="222490"/>
                  </a:lnTo>
                  <a:lnTo>
                    <a:pt x="8313312" y="222490"/>
                  </a:lnTo>
                  <a:lnTo>
                    <a:pt x="8318785" y="222490"/>
                  </a:lnTo>
                  <a:lnTo>
                    <a:pt x="8318785" y="222490"/>
                  </a:lnTo>
                  <a:lnTo>
                    <a:pt x="8324258" y="222490"/>
                  </a:lnTo>
                  <a:lnTo>
                    <a:pt x="8324258" y="222490"/>
                  </a:lnTo>
                  <a:lnTo>
                    <a:pt x="8329731" y="222490"/>
                  </a:lnTo>
                  <a:lnTo>
                    <a:pt x="8329731" y="222490"/>
                  </a:lnTo>
                  <a:lnTo>
                    <a:pt x="8335204" y="222490"/>
                  </a:lnTo>
                  <a:lnTo>
                    <a:pt x="8335204" y="222490"/>
                  </a:lnTo>
                  <a:lnTo>
                    <a:pt x="8340677" y="222490"/>
                  </a:lnTo>
                  <a:lnTo>
                    <a:pt x="8340677" y="222490"/>
                  </a:lnTo>
                  <a:lnTo>
                    <a:pt x="8346150" y="222490"/>
                  </a:lnTo>
                  <a:lnTo>
                    <a:pt x="8346150" y="222490"/>
                  </a:lnTo>
                  <a:lnTo>
                    <a:pt x="8351623" y="222490"/>
                  </a:lnTo>
                  <a:lnTo>
                    <a:pt x="8351623" y="222490"/>
                  </a:lnTo>
                  <a:lnTo>
                    <a:pt x="8357096" y="222490"/>
                  </a:lnTo>
                  <a:lnTo>
                    <a:pt x="8357096" y="222490"/>
                  </a:lnTo>
                  <a:lnTo>
                    <a:pt x="8362568" y="222490"/>
                  </a:lnTo>
                  <a:lnTo>
                    <a:pt x="8362568" y="222490"/>
                  </a:lnTo>
                  <a:lnTo>
                    <a:pt x="8368041" y="222490"/>
                  </a:lnTo>
                  <a:lnTo>
                    <a:pt x="8368041" y="222490"/>
                  </a:lnTo>
                  <a:lnTo>
                    <a:pt x="8373514" y="222490"/>
                  </a:lnTo>
                  <a:lnTo>
                    <a:pt x="8373514" y="222490"/>
                  </a:lnTo>
                  <a:lnTo>
                    <a:pt x="8378987" y="222490"/>
                  </a:lnTo>
                  <a:lnTo>
                    <a:pt x="8378987" y="222490"/>
                  </a:lnTo>
                  <a:lnTo>
                    <a:pt x="8384460" y="222490"/>
                  </a:lnTo>
                  <a:lnTo>
                    <a:pt x="8384460" y="222490"/>
                  </a:lnTo>
                  <a:lnTo>
                    <a:pt x="8389933" y="222490"/>
                  </a:lnTo>
                  <a:lnTo>
                    <a:pt x="8389933" y="222490"/>
                  </a:lnTo>
                  <a:lnTo>
                    <a:pt x="8400879" y="222490"/>
                  </a:lnTo>
                  <a:lnTo>
                    <a:pt x="8400879" y="222490"/>
                  </a:lnTo>
                  <a:lnTo>
                    <a:pt x="8406352" y="222490"/>
                  </a:lnTo>
                  <a:lnTo>
                    <a:pt x="8406352" y="222490"/>
                  </a:lnTo>
                  <a:lnTo>
                    <a:pt x="8411824" y="222490"/>
                  </a:lnTo>
                  <a:lnTo>
                    <a:pt x="8411824" y="222490"/>
                  </a:lnTo>
                  <a:lnTo>
                    <a:pt x="8417297" y="222490"/>
                  </a:lnTo>
                  <a:lnTo>
                    <a:pt x="8417297" y="222490"/>
                  </a:lnTo>
                  <a:lnTo>
                    <a:pt x="8422770" y="222490"/>
                  </a:lnTo>
                  <a:lnTo>
                    <a:pt x="8422770" y="222490"/>
                  </a:lnTo>
                  <a:lnTo>
                    <a:pt x="8428243" y="222490"/>
                  </a:lnTo>
                  <a:lnTo>
                    <a:pt x="8428243" y="222490"/>
                  </a:lnTo>
                  <a:lnTo>
                    <a:pt x="8433716" y="222490"/>
                  </a:lnTo>
                  <a:lnTo>
                    <a:pt x="8433716" y="222490"/>
                  </a:lnTo>
                  <a:lnTo>
                    <a:pt x="8439189" y="222490"/>
                  </a:lnTo>
                  <a:lnTo>
                    <a:pt x="8439189" y="222490"/>
                  </a:lnTo>
                  <a:lnTo>
                    <a:pt x="8444662" y="222490"/>
                  </a:lnTo>
                  <a:lnTo>
                    <a:pt x="8444662" y="222490"/>
                  </a:lnTo>
                  <a:lnTo>
                    <a:pt x="8450135" y="222490"/>
                  </a:lnTo>
                  <a:lnTo>
                    <a:pt x="8450135" y="222490"/>
                  </a:lnTo>
                  <a:lnTo>
                    <a:pt x="8455607" y="222490"/>
                  </a:lnTo>
                  <a:lnTo>
                    <a:pt x="8455607" y="222490"/>
                  </a:lnTo>
                  <a:lnTo>
                    <a:pt x="8461080" y="222490"/>
                  </a:lnTo>
                  <a:lnTo>
                    <a:pt x="8461080" y="222490"/>
                  </a:lnTo>
                  <a:lnTo>
                    <a:pt x="8466553" y="222490"/>
                  </a:lnTo>
                  <a:lnTo>
                    <a:pt x="8466553" y="222490"/>
                  </a:lnTo>
                  <a:lnTo>
                    <a:pt x="8472026" y="222490"/>
                  </a:lnTo>
                  <a:lnTo>
                    <a:pt x="8472026" y="222490"/>
                  </a:lnTo>
                  <a:lnTo>
                    <a:pt x="8482972" y="222490"/>
                  </a:lnTo>
                  <a:lnTo>
                    <a:pt x="8482972" y="222490"/>
                  </a:lnTo>
                  <a:lnTo>
                    <a:pt x="8488445" y="222490"/>
                  </a:lnTo>
                  <a:lnTo>
                    <a:pt x="8488445" y="196327"/>
                  </a:lnTo>
                  <a:lnTo>
                    <a:pt x="8493918" y="196327"/>
                  </a:lnTo>
                  <a:lnTo>
                    <a:pt x="8493918" y="196327"/>
                  </a:lnTo>
                  <a:lnTo>
                    <a:pt x="8499391" y="196327"/>
                  </a:lnTo>
                  <a:lnTo>
                    <a:pt x="8499391" y="196327"/>
                  </a:lnTo>
                  <a:lnTo>
                    <a:pt x="8504863" y="196327"/>
                  </a:lnTo>
                  <a:lnTo>
                    <a:pt x="8504863" y="196327"/>
                  </a:lnTo>
                  <a:lnTo>
                    <a:pt x="8510336" y="196327"/>
                  </a:lnTo>
                  <a:lnTo>
                    <a:pt x="8510336" y="196327"/>
                  </a:lnTo>
                  <a:lnTo>
                    <a:pt x="8515809" y="196327"/>
                  </a:lnTo>
                  <a:lnTo>
                    <a:pt x="8515809" y="196327"/>
                  </a:lnTo>
                  <a:lnTo>
                    <a:pt x="8526755" y="196327"/>
                  </a:lnTo>
                  <a:lnTo>
                    <a:pt x="8526755" y="196327"/>
                  </a:lnTo>
                  <a:lnTo>
                    <a:pt x="8532228" y="196327"/>
                  </a:lnTo>
                  <a:lnTo>
                    <a:pt x="8532228" y="196327"/>
                  </a:lnTo>
                  <a:lnTo>
                    <a:pt x="8537701" y="196327"/>
                  </a:lnTo>
                  <a:lnTo>
                    <a:pt x="8537701" y="196327"/>
                  </a:lnTo>
                  <a:lnTo>
                    <a:pt x="8543174" y="196327"/>
                  </a:lnTo>
                  <a:lnTo>
                    <a:pt x="8543174" y="196327"/>
                  </a:lnTo>
                  <a:lnTo>
                    <a:pt x="8548647" y="196327"/>
                  </a:lnTo>
                  <a:lnTo>
                    <a:pt x="8548647" y="196327"/>
                  </a:lnTo>
                  <a:lnTo>
                    <a:pt x="8554119" y="196327"/>
                  </a:lnTo>
                  <a:lnTo>
                    <a:pt x="8554119" y="196327"/>
                  </a:lnTo>
                  <a:lnTo>
                    <a:pt x="8559592" y="196327"/>
                  </a:lnTo>
                  <a:lnTo>
                    <a:pt x="8559592" y="196327"/>
                  </a:lnTo>
                  <a:lnTo>
                    <a:pt x="8565065" y="196327"/>
                  </a:lnTo>
                  <a:lnTo>
                    <a:pt x="8565065" y="196327"/>
                  </a:lnTo>
                  <a:lnTo>
                    <a:pt x="8570538" y="196327"/>
                  </a:lnTo>
                  <a:lnTo>
                    <a:pt x="8570538" y="196327"/>
                  </a:lnTo>
                  <a:lnTo>
                    <a:pt x="8576011" y="196327"/>
                  </a:lnTo>
                  <a:lnTo>
                    <a:pt x="8576011" y="196327"/>
                  </a:lnTo>
                  <a:lnTo>
                    <a:pt x="8581484" y="196327"/>
                  </a:lnTo>
                  <a:lnTo>
                    <a:pt x="8581484" y="196327"/>
                  </a:lnTo>
                  <a:lnTo>
                    <a:pt x="8586957" y="196327"/>
                  </a:lnTo>
                  <a:lnTo>
                    <a:pt x="8586957" y="196327"/>
                  </a:lnTo>
                  <a:lnTo>
                    <a:pt x="8592430" y="196327"/>
                  </a:lnTo>
                  <a:lnTo>
                    <a:pt x="8592430" y="196327"/>
                  </a:lnTo>
                  <a:lnTo>
                    <a:pt x="8597903" y="196327"/>
                  </a:lnTo>
                  <a:lnTo>
                    <a:pt x="8597903" y="196327"/>
                  </a:lnTo>
                  <a:lnTo>
                    <a:pt x="8603375" y="196327"/>
                  </a:lnTo>
                  <a:lnTo>
                    <a:pt x="8603375" y="196327"/>
                  </a:lnTo>
                  <a:lnTo>
                    <a:pt x="8614321" y="196327"/>
                  </a:lnTo>
                  <a:lnTo>
                    <a:pt x="8614321" y="196327"/>
                  </a:lnTo>
                  <a:lnTo>
                    <a:pt x="8619794" y="196327"/>
                  </a:lnTo>
                  <a:lnTo>
                    <a:pt x="8619794" y="196327"/>
                  </a:lnTo>
                  <a:lnTo>
                    <a:pt x="8625267" y="196327"/>
                  </a:lnTo>
                  <a:lnTo>
                    <a:pt x="8625267" y="196327"/>
                  </a:lnTo>
                  <a:lnTo>
                    <a:pt x="8630740" y="196327"/>
                  </a:lnTo>
                  <a:lnTo>
                    <a:pt x="8630740" y="196327"/>
                  </a:lnTo>
                  <a:lnTo>
                    <a:pt x="8641686" y="196327"/>
                  </a:lnTo>
                  <a:lnTo>
                    <a:pt x="8641686" y="196327"/>
                  </a:lnTo>
                  <a:lnTo>
                    <a:pt x="8647158" y="196327"/>
                  </a:lnTo>
                  <a:lnTo>
                    <a:pt x="8647158" y="196327"/>
                  </a:lnTo>
                  <a:lnTo>
                    <a:pt x="8652631" y="196327"/>
                  </a:lnTo>
                  <a:lnTo>
                    <a:pt x="8652631" y="196327"/>
                  </a:lnTo>
                  <a:lnTo>
                    <a:pt x="8658104" y="196327"/>
                  </a:lnTo>
                  <a:lnTo>
                    <a:pt x="8658104" y="196327"/>
                  </a:lnTo>
                  <a:lnTo>
                    <a:pt x="8669050" y="196327"/>
                  </a:lnTo>
                  <a:lnTo>
                    <a:pt x="8669050" y="196327"/>
                  </a:lnTo>
                  <a:lnTo>
                    <a:pt x="8674523" y="196327"/>
                  </a:lnTo>
                  <a:lnTo>
                    <a:pt x="8674523" y="196327"/>
                  </a:lnTo>
                  <a:lnTo>
                    <a:pt x="8679996" y="196327"/>
                  </a:lnTo>
                  <a:lnTo>
                    <a:pt x="8679996" y="196327"/>
                  </a:lnTo>
                  <a:lnTo>
                    <a:pt x="8685469" y="196327"/>
                  </a:lnTo>
                  <a:lnTo>
                    <a:pt x="8685469" y="196327"/>
                  </a:lnTo>
                  <a:lnTo>
                    <a:pt x="8690942" y="196327"/>
                  </a:lnTo>
                  <a:lnTo>
                    <a:pt x="8690942" y="196327"/>
                  </a:lnTo>
                  <a:lnTo>
                    <a:pt x="8696414" y="196327"/>
                  </a:lnTo>
                  <a:lnTo>
                    <a:pt x="8696414" y="196327"/>
                  </a:lnTo>
                  <a:lnTo>
                    <a:pt x="8707360" y="196327"/>
                  </a:lnTo>
                  <a:lnTo>
                    <a:pt x="8707360" y="196327"/>
                  </a:lnTo>
                  <a:lnTo>
                    <a:pt x="8712833" y="196327"/>
                  </a:lnTo>
                  <a:lnTo>
                    <a:pt x="8712833" y="196327"/>
                  </a:lnTo>
                  <a:lnTo>
                    <a:pt x="8723779" y="196327"/>
                  </a:lnTo>
                  <a:lnTo>
                    <a:pt x="8723779" y="196327"/>
                  </a:lnTo>
                  <a:lnTo>
                    <a:pt x="8729252" y="196327"/>
                  </a:lnTo>
                  <a:lnTo>
                    <a:pt x="8729252" y="196327"/>
                  </a:lnTo>
                  <a:lnTo>
                    <a:pt x="8734725" y="196327"/>
                  </a:lnTo>
                  <a:lnTo>
                    <a:pt x="8734725" y="196327"/>
                  </a:lnTo>
                  <a:lnTo>
                    <a:pt x="8740198" y="196327"/>
                  </a:lnTo>
                  <a:lnTo>
                    <a:pt x="8740198" y="196327"/>
                  </a:lnTo>
                  <a:lnTo>
                    <a:pt x="8745670" y="196327"/>
                  </a:lnTo>
                  <a:lnTo>
                    <a:pt x="8745670" y="196327"/>
                  </a:lnTo>
                  <a:lnTo>
                    <a:pt x="8751143" y="196327"/>
                  </a:lnTo>
                  <a:lnTo>
                    <a:pt x="8751143" y="196327"/>
                  </a:lnTo>
                  <a:lnTo>
                    <a:pt x="8756616" y="196327"/>
                  </a:lnTo>
                  <a:lnTo>
                    <a:pt x="8756616" y="196327"/>
                  </a:lnTo>
                  <a:lnTo>
                    <a:pt x="8767562" y="196327"/>
                  </a:lnTo>
                  <a:lnTo>
                    <a:pt x="8767562" y="196327"/>
                  </a:lnTo>
                  <a:lnTo>
                    <a:pt x="8773035" y="196327"/>
                  </a:lnTo>
                  <a:lnTo>
                    <a:pt x="8773035" y="196327"/>
                  </a:lnTo>
                  <a:lnTo>
                    <a:pt x="8778508" y="196327"/>
                  </a:lnTo>
                  <a:lnTo>
                    <a:pt x="8778508" y="196327"/>
                  </a:lnTo>
                  <a:lnTo>
                    <a:pt x="8783981" y="196327"/>
                  </a:lnTo>
                  <a:lnTo>
                    <a:pt x="8783981" y="196327"/>
                  </a:lnTo>
                  <a:lnTo>
                    <a:pt x="8789453" y="196327"/>
                  </a:lnTo>
                  <a:lnTo>
                    <a:pt x="8789453" y="196327"/>
                  </a:lnTo>
                  <a:lnTo>
                    <a:pt x="8794926" y="196327"/>
                  </a:lnTo>
                  <a:lnTo>
                    <a:pt x="8794926" y="196327"/>
                  </a:lnTo>
                  <a:lnTo>
                    <a:pt x="8800399" y="196327"/>
                  </a:lnTo>
                  <a:lnTo>
                    <a:pt x="8800399" y="196327"/>
                  </a:lnTo>
                  <a:lnTo>
                    <a:pt x="8805872" y="196327"/>
                  </a:lnTo>
                  <a:lnTo>
                    <a:pt x="8805872" y="196327"/>
                  </a:lnTo>
                  <a:lnTo>
                    <a:pt x="8811345" y="196327"/>
                  </a:lnTo>
                  <a:lnTo>
                    <a:pt x="8811345" y="196327"/>
                  </a:lnTo>
                  <a:lnTo>
                    <a:pt x="8816818" y="196327"/>
                  </a:lnTo>
                  <a:lnTo>
                    <a:pt x="8816818" y="196327"/>
                  </a:lnTo>
                  <a:lnTo>
                    <a:pt x="8822291" y="196327"/>
                  </a:lnTo>
                  <a:lnTo>
                    <a:pt x="8822291" y="196327"/>
                  </a:lnTo>
                  <a:lnTo>
                    <a:pt x="8827764" y="196327"/>
                  </a:lnTo>
                  <a:lnTo>
                    <a:pt x="8827764" y="196327"/>
                  </a:lnTo>
                  <a:lnTo>
                    <a:pt x="8833237" y="196327"/>
                  </a:lnTo>
                  <a:lnTo>
                    <a:pt x="8833237" y="196327"/>
                  </a:lnTo>
                  <a:lnTo>
                    <a:pt x="8838709" y="196327"/>
                  </a:lnTo>
                  <a:lnTo>
                    <a:pt x="8838709" y="196327"/>
                  </a:lnTo>
                  <a:lnTo>
                    <a:pt x="8849655" y="196327"/>
                  </a:lnTo>
                  <a:lnTo>
                    <a:pt x="8849655" y="196327"/>
                  </a:lnTo>
                  <a:lnTo>
                    <a:pt x="8855128" y="196327"/>
                  </a:lnTo>
                  <a:lnTo>
                    <a:pt x="8855128" y="196327"/>
                  </a:lnTo>
                  <a:lnTo>
                    <a:pt x="8866074" y="196327"/>
                  </a:lnTo>
                  <a:lnTo>
                    <a:pt x="8866074" y="196327"/>
                  </a:lnTo>
                  <a:lnTo>
                    <a:pt x="8871547" y="196327"/>
                  </a:lnTo>
                  <a:lnTo>
                    <a:pt x="8871547" y="196327"/>
                  </a:lnTo>
                  <a:lnTo>
                    <a:pt x="8877020" y="196327"/>
                  </a:lnTo>
                  <a:lnTo>
                    <a:pt x="8877020" y="196327"/>
                  </a:lnTo>
                  <a:lnTo>
                    <a:pt x="8882493" y="196327"/>
                  </a:lnTo>
                  <a:lnTo>
                    <a:pt x="8882493" y="196327"/>
                  </a:lnTo>
                  <a:lnTo>
                    <a:pt x="8887965" y="196327"/>
                  </a:lnTo>
                  <a:lnTo>
                    <a:pt x="8887965" y="196327"/>
                  </a:lnTo>
                  <a:lnTo>
                    <a:pt x="8893438" y="196327"/>
                  </a:lnTo>
                  <a:lnTo>
                    <a:pt x="8893438" y="196327"/>
                  </a:lnTo>
                  <a:lnTo>
                    <a:pt x="8904384" y="196327"/>
                  </a:lnTo>
                  <a:lnTo>
                    <a:pt x="8904384" y="196327"/>
                  </a:lnTo>
                  <a:lnTo>
                    <a:pt x="8909857" y="196327"/>
                  </a:lnTo>
                  <a:lnTo>
                    <a:pt x="8909857" y="196327"/>
                  </a:lnTo>
                  <a:lnTo>
                    <a:pt x="8915330" y="196327"/>
                  </a:lnTo>
                  <a:lnTo>
                    <a:pt x="8915330" y="196327"/>
                  </a:lnTo>
                  <a:lnTo>
                    <a:pt x="8926276" y="196327"/>
                  </a:lnTo>
                  <a:lnTo>
                    <a:pt x="8926276" y="196327"/>
                  </a:lnTo>
                  <a:lnTo>
                    <a:pt x="8931749" y="196327"/>
                  </a:lnTo>
                  <a:lnTo>
                    <a:pt x="8931749" y="196327"/>
                  </a:lnTo>
                  <a:lnTo>
                    <a:pt x="8937221" y="196327"/>
                  </a:lnTo>
                  <a:lnTo>
                    <a:pt x="8937221" y="196327"/>
                  </a:lnTo>
                  <a:lnTo>
                    <a:pt x="8942694" y="196327"/>
                  </a:lnTo>
                  <a:lnTo>
                    <a:pt x="8942694" y="196327"/>
                  </a:lnTo>
                  <a:lnTo>
                    <a:pt x="8948167" y="196327"/>
                  </a:lnTo>
                  <a:lnTo>
                    <a:pt x="8948167" y="196327"/>
                  </a:lnTo>
                  <a:lnTo>
                    <a:pt x="8959113" y="196327"/>
                  </a:lnTo>
                  <a:lnTo>
                    <a:pt x="8959113" y="196327"/>
                  </a:lnTo>
                  <a:lnTo>
                    <a:pt x="8964586" y="196327"/>
                  </a:lnTo>
                  <a:lnTo>
                    <a:pt x="8964586" y="196327"/>
                  </a:lnTo>
                  <a:lnTo>
                    <a:pt x="8970059" y="196327"/>
                  </a:lnTo>
                  <a:lnTo>
                    <a:pt x="8970059" y="196327"/>
                  </a:lnTo>
                  <a:lnTo>
                    <a:pt x="8981004" y="196327"/>
                  </a:lnTo>
                  <a:lnTo>
                    <a:pt x="8981004" y="196327"/>
                  </a:lnTo>
                  <a:lnTo>
                    <a:pt x="8986477" y="196327"/>
                  </a:lnTo>
                  <a:lnTo>
                    <a:pt x="8986477" y="196327"/>
                  </a:lnTo>
                  <a:lnTo>
                    <a:pt x="8997423" y="196327"/>
                  </a:lnTo>
                  <a:lnTo>
                    <a:pt x="8997423" y="196327"/>
                  </a:lnTo>
                  <a:lnTo>
                    <a:pt x="9002896" y="196327"/>
                  </a:lnTo>
                  <a:lnTo>
                    <a:pt x="9002896" y="168979"/>
                  </a:lnTo>
                  <a:lnTo>
                    <a:pt x="9008369" y="168979"/>
                  </a:lnTo>
                  <a:lnTo>
                    <a:pt x="9008369" y="168979"/>
                  </a:lnTo>
                  <a:lnTo>
                    <a:pt x="9013842" y="168979"/>
                  </a:lnTo>
                  <a:lnTo>
                    <a:pt x="9013842" y="168979"/>
                  </a:lnTo>
                  <a:lnTo>
                    <a:pt x="9024788" y="168979"/>
                  </a:lnTo>
                  <a:lnTo>
                    <a:pt x="9024788" y="168979"/>
                  </a:lnTo>
                  <a:lnTo>
                    <a:pt x="9030260" y="168979"/>
                  </a:lnTo>
                  <a:lnTo>
                    <a:pt x="9030260" y="168979"/>
                  </a:lnTo>
                  <a:lnTo>
                    <a:pt x="9035733" y="168979"/>
                  </a:lnTo>
                  <a:lnTo>
                    <a:pt x="9035733" y="141548"/>
                  </a:lnTo>
                  <a:lnTo>
                    <a:pt x="9041206" y="141548"/>
                  </a:lnTo>
                  <a:lnTo>
                    <a:pt x="9041206" y="141548"/>
                  </a:lnTo>
                  <a:lnTo>
                    <a:pt x="9046679" y="141548"/>
                  </a:lnTo>
                  <a:lnTo>
                    <a:pt x="9046679" y="141548"/>
                  </a:lnTo>
                  <a:lnTo>
                    <a:pt x="9052152" y="141548"/>
                  </a:lnTo>
                  <a:lnTo>
                    <a:pt x="9052152" y="141548"/>
                  </a:lnTo>
                  <a:lnTo>
                    <a:pt x="9057625" y="141548"/>
                  </a:lnTo>
                  <a:lnTo>
                    <a:pt x="9057625" y="141548"/>
                  </a:lnTo>
                  <a:lnTo>
                    <a:pt x="9063098" y="141548"/>
                  </a:lnTo>
                  <a:lnTo>
                    <a:pt x="9063098" y="141548"/>
                  </a:lnTo>
                  <a:lnTo>
                    <a:pt x="9074044" y="141548"/>
                  </a:lnTo>
                  <a:lnTo>
                    <a:pt x="9074044" y="141548"/>
                  </a:lnTo>
                  <a:lnTo>
                    <a:pt x="9079516" y="141548"/>
                  </a:lnTo>
                  <a:lnTo>
                    <a:pt x="9079516" y="141548"/>
                  </a:lnTo>
                  <a:lnTo>
                    <a:pt x="9084989" y="141548"/>
                  </a:lnTo>
                  <a:lnTo>
                    <a:pt x="9084989" y="141548"/>
                  </a:lnTo>
                  <a:lnTo>
                    <a:pt x="9090462" y="141548"/>
                  </a:lnTo>
                  <a:lnTo>
                    <a:pt x="9090462" y="141548"/>
                  </a:lnTo>
                  <a:lnTo>
                    <a:pt x="9095935" y="141548"/>
                  </a:lnTo>
                  <a:lnTo>
                    <a:pt x="9095935" y="141548"/>
                  </a:lnTo>
                  <a:lnTo>
                    <a:pt x="9101408" y="141548"/>
                  </a:lnTo>
                  <a:lnTo>
                    <a:pt x="9101408" y="141548"/>
                  </a:lnTo>
                  <a:lnTo>
                    <a:pt x="9106881" y="141548"/>
                  </a:lnTo>
                  <a:lnTo>
                    <a:pt x="9106881" y="141548"/>
                  </a:lnTo>
                  <a:lnTo>
                    <a:pt x="9117827" y="141548"/>
                  </a:lnTo>
                  <a:lnTo>
                    <a:pt x="9117827" y="141548"/>
                  </a:lnTo>
                  <a:lnTo>
                    <a:pt x="9123300" y="141548"/>
                  </a:lnTo>
                  <a:lnTo>
                    <a:pt x="9123300" y="141548"/>
                  </a:lnTo>
                  <a:lnTo>
                    <a:pt x="9128772" y="141548"/>
                  </a:lnTo>
                  <a:lnTo>
                    <a:pt x="9128772" y="141548"/>
                  </a:lnTo>
                  <a:lnTo>
                    <a:pt x="9134245" y="141548"/>
                  </a:lnTo>
                  <a:lnTo>
                    <a:pt x="9134245" y="141548"/>
                  </a:lnTo>
                  <a:lnTo>
                    <a:pt x="9139718" y="141548"/>
                  </a:lnTo>
                  <a:lnTo>
                    <a:pt x="9139718" y="141548"/>
                  </a:lnTo>
                  <a:lnTo>
                    <a:pt x="9145191" y="141548"/>
                  </a:lnTo>
                  <a:lnTo>
                    <a:pt x="9145191" y="141548"/>
                  </a:lnTo>
                  <a:lnTo>
                    <a:pt x="9156137" y="141548"/>
                  </a:lnTo>
                  <a:lnTo>
                    <a:pt x="9156137" y="141548"/>
                  </a:lnTo>
                  <a:lnTo>
                    <a:pt x="9161610" y="141548"/>
                  </a:lnTo>
                  <a:lnTo>
                    <a:pt x="9161610" y="141548"/>
                  </a:lnTo>
                  <a:lnTo>
                    <a:pt x="9167083" y="141548"/>
                  </a:lnTo>
                  <a:lnTo>
                    <a:pt x="9167083" y="141548"/>
                  </a:lnTo>
                  <a:lnTo>
                    <a:pt x="9172555" y="141548"/>
                  </a:lnTo>
                  <a:lnTo>
                    <a:pt x="9172555" y="141548"/>
                  </a:lnTo>
                  <a:lnTo>
                    <a:pt x="9178028" y="141548"/>
                  </a:lnTo>
                  <a:lnTo>
                    <a:pt x="9178028" y="141548"/>
                  </a:lnTo>
                  <a:lnTo>
                    <a:pt x="9183501" y="141548"/>
                  </a:lnTo>
                  <a:lnTo>
                    <a:pt x="9183501" y="141548"/>
                  </a:lnTo>
                  <a:lnTo>
                    <a:pt x="9188974" y="141548"/>
                  </a:lnTo>
                  <a:lnTo>
                    <a:pt x="9188974" y="141548"/>
                  </a:lnTo>
                  <a:lnTo>
                    <a:pt x="9194447" y="141548"/>
                  </a:lnTo>
                  <a:lnTo>
                    <a:pt x="9194447" y="141548"/>
                  </a:lnTo>
                  <a:lnTo>
                    <a:pt x="9199920" y="141548"/>
                  </a:lnTo>
                  <a:lnTo>
                    <a:pt x="9199920" y="141548"/>
                  </a:lnTo>
                  <a:lnTo>
                    <a:pt x="9205393" y="141548"/>
                  </a:lnTo>
                  <a:lnTo>
                    <a:pt x="9205393" y="141548"/>
                  </a:lnTo>
                  <a:lnTo>
                    <a:pt x="9216339" y="141548"/>
                  </a:lnTo>
                  <a:lnTo>
                    <a:pt x="9216339" y="141548"/>
                  </a:lnTo>
                  <a:lnTo>
                    <a:pt x="9221811" y="141548"/>
                  </a:lnTo>
                  <a:lnTo>
                    <a:pt x="9221811" y="141548"/>
                  </a:lnTo>
                  <a:lnTo>
                    <a:pt x="9232757" y="141548"/>
                  </a:lnTo>
                  <a:lnTo>
                    <a:pt x="9232757" y="141548"/>
                  </a:lnTo>
                  <a:lnTo>
                    <a:pt x="9238230" y="141548"/>
                  </a:lnTo>
                  <a:lnTo>
                    <a:pt x="9238230" y="141548"/>
                  </a:lnTo>
                  <a:lnTo>
                    <a:pt x="9243703" y="141548"/>
                  </a:lnTo>
                  <a:lnTo>
                    <a:pt x="9243703" y="113640"/>
                  </a:lnTo>
                  <a:lnTo>
                    <a:pt x="9249176" y="113640"/>
                  </a:lnTo>
                  <a:lnTo>
                    <a:pt x="9249176" y="113640"/>
                  </a:lnTo>
                  <a:lnTo>
                    <a:pt x="9254649" y="113640"/>
                  </a:lnTo>
                  <a:lnTo>
                    <a:pt x="9254649" y="113640"/>
                  </a:lnTo>
                  <a:lnTo>
                    <a:pt x="9260122" y="113640"/>
                  </a:lnTo>
                  <a:lnTo>
                    <a:pt x="9260122" y="113640"/>
                  </a:lnTo>
                  <a:lnTo>
                    <a:pt x="9265595" y="113640"/>
                  </a:lnTo>
                  <a:lnTo>
                    <a:pt x="9265595" y="113640"/>
                  </a:lnTo>
                  <a:lnTo>
                    <a:pt x="9271067" y="113640"/>
                  </a:lnTo>
                  <a:lnTo>
                    <a:pt x="9271067" y="113640"/>
                  </a:lnTo>
                  <a:lnTo>
                    <a:pt x="9276540" y="113640"/>
                  </a:lnTo>
                  <a:lnTo>
                    <a:pt x="9276540" y="113640"/>
                  </a:lnTo>
                  <a:lnTo>
                    <a:pt x="9287486" y="113640"/>
                  </a:lnTo>
                  <a:lnTo>
                    <a:pt x="9287486" y="85688"/>
                  </a:lnTo>
                  <a:lnTo>
                    <a:pt x="9292959" y="85688"/>
                  </a:lnTo>
                  <a:lnTo>
                    <a:pt x="9292959" y="85688"/>
                  </a:lnTo>
                  <a:lnTo>
                    <a:pt x="9298432" y="85688"/>
                  </a:lnTo>
                  <a:lnTo>
                    <a:pt x="9298432" y="85688"/>
                  </a:lnTo>
                  <a:lnTo>
                    <a:pt x="9303905" y="85688"/>
                  </a:lnTo>
                  <a:lnTo>
                    <a:pt x="9303905" y="85688"/>
                  </a:lnTo>
                  <a:lnTo>
                    <a:pt x="9309378" y="85688"/>
                  </a:lnTo>
                  <a:lnTo>
                    <a:pt x="9309378" y="85688"/>
                  </a:lnTo>
                  <a:lnTo>
                    <a:pt x="9314850" y="85688"/>
                  </a:lnTo>
                  <a:lnTo>
                    <a:pt x="9314850" y="85688"/>
                  </a:lnTo>
                  <a:lnTo>
                    <a:pt x="9320323" y="85688"/>
                  </a:lnTo>
                  <a:lnTo>
                    <a:pt x="9320323" y="85688"/>
                  </a:lnTo>
                  <a:lnTo>
                    <a:pt x="9325796" y="85688"/>
                  </a:lnTo>
                  <a:lnTo>
                    <a:pt x="9325796" y="85688"/>
                  </a:lnTo>
                  <a:lnTo>
                    <a:pt x="9336742" y="85688"/>
                  </a:lnTo>
                  <a:lnTo>
                    <a:pt x="9336742" y="85688"/>
                  </a:lnTo>
                  <a:lnTo>
                    <a:pt x="9342215" y="85688"/>
                  </a:lnTo>
                  <a:lnTo>
                    <a:pt x="9342215" y="85688"/>
                  </a:lnTo>
                  <a:lnTo>
                    <a:pt x="9347688" y="85688"/>
                  </a:lnTo>
                  <a:lnTo>
                    <a:pt x="9347688" y="85688"/>
                  </a:lnTo>
                  <a:lnTo>
                    <a:pt x="9353161" y="85688"/>
                  </a:lnTo>
                  <a:lnTo>
                    <a:pt x="9353161" y="85688"/>
                  </a:lnTo>
                  <a:lnTo>
                    <a:pt x="9364106" y="85688"/>
                  </a:lnTo>
                  <a:lnTo>
                    <a:pt x="9364106" y="85688"/>
                  </a:lnTo>
                  <a:lnTo>
                    <a:pt x="9375052" y="85688"/>
                  </a:lnTo>
                  <a:lnTo>
                    <a:pt x="9375052" y="85688"/>
                  </a:lnTo>
                  <a:lnTo>
                    <a:pt x="9380525" y="85688"/>
                  </a:lnTo>
                  <a:lnTo>
                    <a:pt x="9380525" y="85688"/>
                  </a:lnTo>
                  <a:lnTo>
                    <a:pt x="9385998" y="85688"/>
                  </a:lnTo>
                  <a:lnTo>
                    <a:pt x="9385998" y="85688"/>
                  </a:lnTo>
                  <a:lnTo>
                    <a:pt x="9391471" y="85688"/>
                  </a:lnTo>
                  <a:lnTo>
                    <a:pt x="9391471" y="85688"/>
                  </a:lnTo>
                  <a:lnTo>
                    <a:pt x="9396944" y="85688"/>
                  </a:lnTo>
                  <a:lnTo>
                    <a:pt x="9396944" y="85688"/>
                  </a:lnTo>
                  <a:lnTo>
                    <a:pt x="9402417" y="85688"/>
                  </a:lnTo>
                  <a:lnTo>
                    <a:pt x="9402417" y="85688"/>
                  </a:lnTo>
                  <a:lnTo>
                    <a:pt x="9407890" y="85688"/>
                  </a:lnTo>
                  <a:lnTo>
                    <a:pt x="9407890" y="85688"/>
                  </a:lnTo>
                  <a:lnTo>
                    <a:pt x="9418835" y="85688"/>
                  </a:lnTo>
                  <a:lnTo>
                    <a:pt x="9418835" y="85688"/>
                  </a:lnTo>
                  <a:lnTo>
                    <a:pt x="9424308" y="85688"/>
                  </a:lnTo>
                  <a:lnTo>
                    <a:pt x="9424308" y="85688"/>
                  </a:lnTo>
                  <a:lnTo>
                    <a:pt x="9429781" y="85688"/>
                  </a:lnTo>
                  <a:lnTo>
                    <a:pt x="9429781" y="85688"/>
                  </a:lnTo>
                  <a:lnTo>
                    <a:pt x="9435254" y="85688"/>
                  </a:lnTo>
                  <a:lnTo>
                    <a:pt x="9435254" y="85688"/>
                  </a:lnTo>
                  <a:lnTo>
                    <a:pt x="9440727" y="85688"/>
                  </a:lnTo>
                  <a:lnTo>
                    <a:pt x="9440727" y="85688"/>
                  </a:lnTo>
                  <a:lnTo>
                    <a:pt x="9462618" y="85688"/>
                  </a:lnTo>
                  <a:lnTo>
                    <a:pt x="9462618" y="57281"/>
                  </a:lnTo>
                  <a:lnTo>
                    <a:pt x="9468091" y="57281"/>
                  </a:lnTo>
                  <a:lnTo>
                    <a:pt x="9468091" y="57281"/>
                  </a:lnTo>
                  <a:lnTo>
                    <a:pt x="9479037" y="57281"/>
                  </a:lnTo>
                  <a:lnTo>
                    <a:pt x="9479037" y="57281"/>
                  </a:lnTo>
                  <a:lnTo>
                    <a:pt x="9484510" y="57281"/>
                  </a:lnTo>
                  <a:lnTo>
                    <a:pt x="9484510" y="57281"/>
                  </a:lnTo>
                  <a:lnTo>
                    <a:pt x="9489983" y="57281"/>
                  </a:lnTo>
                  <a:lnTo>
                    <a:pt x="9489983" y="28735"/>
                  </a:lnTo>
                  <a:lnTo>
                    <a:pt x="9495456" y="28735"/>
                  </a:lnTo>
                  <a:lnTo>
                    <a:pt x="9495456" y="28735"/>
                  </a:lnTo>
                  <a:lnTo>
                    <a:pt x="9500929" y="28735"/>
                  </a:lnTo>
                  <a:lnTo>
                    <a:pt x="9500929" y="28735"/>
                  </a:lnTo>
                  <a:lnTo>
                    <a:pt x="9506401" y="28735"/>
                  </a:lnTo>
                  <a:lnTo>
                    <a:pt x="9506401" y="28735"/>
                  </a:lnTo>
                  <a:lnTo>
                    <a:pt x="9511874" y="28735"/>
                  </a:lnTo>
                  <a:lnTo>
                    <a:pt x="9511874" y="28735"/>
                  </a:lnTo>
                  <a:lnTo>
                    <a:pt x="9517347" y="28735"/>
                  </a:lnTo>
                  <a:lnTo>
                    <a:pt x="9517347" y="28735"/>
                  </a:lnTo>
                  <a:lnTo>
                    <a:pt x="9522820" y="28735"/>
                  </a:lnTo>
                  <a:lnTo>
                    <a:pt x="9522820" y="28735"/>
                  </a:lnTo>
                  <a:lnTo>
                    <a:pt x="9528293" y="28735"/>
                  </a:lnTo>
                  <a:lnTo>
                    <a:pt x="9528293" y="28735"/>
                  </a:lnTo>
                  <a:lnTo>
                    <a:pt x="9533766" y="28735"/>
                  </a:lnTo>
                  <a:lnTo>
                    <a:pt x="9533766" y="28735"/>
                  </a:lnTo>
                  <a:lnTo>
                    <a:pt x="9539239" y="28735"/>
                  </a:lnTo>
                  <a:lnTo>
                    <a:pt x="9539239" y="28735"/>
                  </a:lnTo>
                  <a:lnTo>
                    <a:pt x="9544712" y="28735"/>
                  </a:lnTo>
                  <a:lnTo>
                    <a:pt x="9544712" y="28735"/>
                  </a:lnTo>
                  <a:lnTo>
                    <a:pt x="9550185" y="28735"/>
                  </a:lnTo>
                  <a:lnTo>
                    <a:pt x="9550185" y="28735"/>
                  </a:lnTo>
                  <a:lnTo>
                    <a:pt x="9555657" y="28735"/>
                  </a:lnTo>
                  <a:lnTo>
                    <a:pt x="9555657" y="28735"/>
                  </a:lnTo>
                  <a:lnTo>
                    <a:pt x="9561130" y="28735"/>
                  </a:lnTo>
                  <a:lnTo>
                    <a:pt x="9561130" y="0"/>
                  </a:lnTo>
                  <a:lnTo>
                    <a:pt x="9566603" y="0"/>
                  </a:lnTo>
                  <a:lnTo>
                    <a:pt x="9566603" y="0"/>
                  </a:lnTo>
                  <a:lnTo>
                    <a:pt x="9572076" y="0"/>
                  </a:lnTo>
                  <a:lnTo>
                    <a:pt x="9572076" y="0"/>
                  </a:lnTo>
                  <a:lnTo>
                    <a:pt x="9577549" y="0"/>
                  </a:lnTo>
                  <a:lnTo>
                    <a:pt x="9577549" y="0"/>
                  </a:lnTo>
                  <a:lnTo>
                    <a:pt x="9583022" y="0"/>
                  </a:lnTo>
                  <a:lnTo>
                    <a:pt x="9583022" y="0"/>
                  </a:lnTo>
                  <a:lnTo>
                    <a:pt x="9593968" y="0"/>
                  </a:lnTo>
                  <a:lnTo>
                    <a:pt x="9593968" y="0"/>
                  </a:lnTo>
                  <a:lnTo>
                    <a:pt x="9610386" y="0"/>
                  </a:lnTo>
                  <a:lnTo>
                    <a:pt x="9610386" y="0"/>
                  </a:lnTo>
                  <a:lnTo>
                    <a:pt x="9615859" y="0"/>
                  </a:lnTo>
                  <a:lnTo>
                    <a:pt x="9615859" y="0"/>
                  </a:lnTo>
                  <a:lnTo>
                    <a:pt x="9621332" y="0"/>
                  </a:lnTo>
                  <a:lnTo>
                    <a:pt x="9621332" y="0"/>
                  </a:lnTo>
                  <a:lnTo>
                    <a:pt x="9626805" y="0"/>
                  </a:lnTo>
                  <a:lnTo>
                    <a:pt x="9626805" y="0"/>
                  </a:lnTo>
                  <a:lnTo>
                    <a:pt x="9632278" y="0"/>
                  </a:lnTo>
                  <a:lnTo>
                    <a:pt x="9632278" y="0"/>
                  </a:lnTo>
                  <a:lnTo>
                    <a:pt x="9637751" y="0"/>
                  </a:lnTo>
                  <a:lnTo>
                    <a:pt x="9637751" y="0"/>
                  </a:lnTo>
                  <a:lnTo>
                    <a:pt x="9643224" y="0"/>
                  </a:lnTo>
                  <a:lnTo>
                    <a:pt x="9643224" y="0"/>
                  </a:lnTo>
                  <a:lnTo>
                    <a:pt x="9648697" y="0"/>
                  </a:lnTo>
                  <a:lnTo>
                    <a:pt x="9648697" y="0"/>
                  </a:lnTo>
                  <a:lnTo>
                    <a:pt x="9654169" y="0"/>
                  </a:lnTo>
                  <a:lnTo>
                    <a:pt x="9654169" y="0"/>
                  </a:lnTo>
                  <a:lnTo>
                    <a:pt x="9665115" y="0"/>
                  </a:lnTo>
                  <a:lnTo>
                    <a:pt x="9665115" y="0"/>
                  </a:lnTo>
                  <a:lnTo>
                    <a:pt x="9681534" y="0"/>
                  </a:lnTo>
                  <a:lnTo>
                    <a:pt x="9681534" y="0"/>
                  </a:lnTo>
                  <a:lnTo>
                    <a:pt x="9687007" y="0"/>
                  </a:lnTo>
                  <a:lnTo>
                    <a:pt x="9687007" y="0"/>
                  </a:lnTo>
                  <a:lnTo>
                    <a:pt x="9692480" y="0"/>
                  </a:lnTo>
                  <a:lnTo>
                    <a:pt x="9692480" y="0"/>
                  </a:lnTo>
                  <a:lnTo>
                    <a:pt x="9708898" y="0"/>
                  </a:lnTo>
                  <a:lnTo>
                    <a:pt x="9708898" y="0"/>
                  </a:lnTo>
                  <a:lnTo>
                    <a:pt x="9714371" y="0"/>
                  </a:lnTo>
                  <a:lnTo>
                    <a:pt x="9714371" y="0"/>
                  </a:lnTo>
                  <a:lnTo>
                    <a:pt x="9719844" y="0"/>
                  </a:lnTo>
                  <a:lnTo>
                    <a:pt x="9719844" y="0"/>
                  </a:lnTo>
                  <a:lnTo>
                    <a:pt x="9725317" y="0"/>
                  </a:lnTo>
                  <a:lnTo>
                    <a:pt x="9725317" y="0"/>
                  </a:lnTo>
                  <a:lnTo>
                    <a:pt x="9730790" y="0"/>
                  </a:lnTo>
                  <a:lnTo>
                    <a:pt x="9730790" y="0"/>
                  </a:lnTo>
                  <a:lnTo>
                    <a:pt x="9741736" y="0"/>
                  </a:lnTo>
                  <a:lnTo>
                    <a:pt x="9741736" y="0"/>
                  </a:lnTo>
                  <a:lnTo>
                    <a:pt x="9747208" y="0"/>
                  </a:lnTo>
                  <a:lnTo>
                    <a:pt x="9747208" y="0"/>
                  </a:lnTo>
                  <a:lnTo>
                    <a:pt x="9752681" y="0"/>
                  </a:lnTo>
                  <a:lnTo>
                    <a:pt x="9752681" y="0"/>
                  </a:lnTo>
                  <a:lnTo>
                    <a:pt x="9758154" y="0"/>
                  </a:lnTo>
                  <a:lnTo>
                    <a:pt x="9758154" y="0"/>
                  </a:lnTo>
                  <a:lnTo>
                    <a:pt x="9763627" y="0"/>
                  </a:lnTo>
                  <a:lnTo>
                    <a:pt x="9763627" y="0"/>
                  </a:lnTo>
                  <a:lnTo>
                    <a:pt x="9769100" y="0"/>
                  </a:lnTo>
                  <a:lnTo>
                    <a:pt x="9769100" y="0"/>
                  </a:lnTo>
                  <a:lnTo>
                    <a:pt x="9774573" y="0"/>
                  </a:lnTo>
                  <a:lnTo>
                    <a:pt x="9774573" y="0"/>
                  </a:lnTo>
                  <a:lnTo>
                    <a:pt x="9790992" y="0"/>
                  </a:lnTo>
                  <a:lnTo>
                    <a:pt x="9790992" y="0"/>
                  </a:lnTo>
                  <a:lnTo>
                    <a:pt x="9796464" y="0"/>
                  </a:lnTo>
                  <a:lnTo>
                    <a:pt x="9796464" y="0"/>
                  </a:lnTo>
                  <a:lnTo>
                    <a:pt x="9801937" y="0"/>
                  </a:lnTo>
                  <a:lnTo>
                    <a:pt x="9801937" y="0"/>
                  </a:lnTo>
                  <a:lnTo>
                    <a:pt x="9807410" y="0"/>
                  </a:lnTo>
                  <a:lnTo>
                    <a:pt x="9807410" y="0"/>
                  </a:lnTo>
                  <a:lnTo>
                    <a:pt x="9812883" y="0"/>
                  </a:lnTo>
                  <a:lnTo>
                    <a:pt x="9812883" y="0"/>
                  </a:lnTo>
                  <a:lnTo>
                    <a:pt x="9818356" y="0"/>
                  </a:lnTo>
                  <a:lnTo>
                    <a:pt x="9818356" y="0"/>
                  </a:lnTo>
                  <a:lnTo>
                    <a:pt x="9829302" y="0"/>
                  </a:lnTo>
                  <a:lnTo>
                    <a:pt x="9829302" y="0"/>
                  </a:lnTo>
                  <a:lnTo>
                    <a:pt x="9834775" y="0"/>
                  </a:lnTo>
                  <a:lnTo>
                    <a:pt x="9834775" y="0"/>
                  </a:lnTo>
                  <a:lnTo>
                    <a:pt x="9840247" y="0"/>
                  </a:lnTo>
                  <a:lnTo>
                    <a:pt x="9840247" y="0"/>
                  </a:lnTo>
                  <a:lnTo>
                    <a:pt x="9845720" y="0"/>
                  </a:lnTo>
                  <a:lnTo>
                    <a:pt x="9845720" y="0"/>
                  </a:lnTo>
                  <a:lnTo>
                    <a:pt x="9851193" y="0"/>
                  </a:lnTo>
                  <a:lnTo>
                    <a:pt x="9851193" y="0"/>
                  </a:lnTo>
                  <a:lnTo>
                    <a:pt x="9856666" y="0"/>
                  </a:lnTo>
                  <a:lnTo>
                    <a:pt x="9856666" y="0"/>
                  </a:lnTo>
                  <a:lnTo>
                    <a:pt x="9862139" y="0"/>
                  </a:lnTo>
                  <a:lnTo>
                    <a:pt x="9862139" y="0"/>
                  </a:lnTo>
                  <a:lnTo>
                    <a:pt x="9867612" y="0"/>
                  </a:lnTo>
                  <a:lnTo>
                    <a:pt x="9867612" y="0"/>
                  </a:lnTo>
                  <a:lnTo>
                    <a:pt x="9873085" y="0"/>
                  </a:lnTo>
                  <a:lnTo>
                    <a:pt x="9873085" y="0"/>
                  </a:lnTo>
                  <a:lnTo>
                    <a:pt x="9884031" y="0"/>
                  </a:lnTo>
                  <a:lnTo>
                    <a:pt x="9884031" y="0"/>
                  </a:lnTo>
                  <a:lnTo>
                    <a:pt x="9889503" y="0"/>
                  </a:lnTo>
                  <a:lnTo>
                    <a:pt x="9889503" y="0"/>
                  </a:lnTo>
                  <a:lnTo>
                    <a:pt x="9905922" y="0"/>
                  </a:lnTo>
                  <a:lnTo>
                    <a:pt x="9905922" y="0"/>
                  </a:lnTo>
                  <a:lnTo>
                    <a:pt x="9911395" y="0"/>
                  </a:lnTo>
                  <a:lnTo>
                    <a:pt x="9911395" y="0"/>
                  </a:lnTo>
                  <a:lnTo>
                    <a:pt x="9916868" y="0"/>
                  </a:lnTo>
                  <a:lnTo>
                    <a:pt x="9916868" y="0"/>
                  </a:lnTo>
                  <a:lnTo>
                    <a:pt x="9927814" y="0"/>
                  </a:lnTo>
                  <a:lnTo>
                    <a:pt x="9927814" y="0"/>
                  </a:lnTo>
                  <a:lnTo>
                    <a:pt x="9933287" y="0"/>
                  </a:lnTo>
                  <a:lnTo>
                    <a:pt x="9933287" y="0"/>
                  </a:lnTo>
                  <a:lnTo>
                    <a:pt x="9938759" y="0"/>
                  </a:lnTo>
                  <a:lnTo>
                    <a:pt x="9938759" y="0"/>
                  </a:lnTo>
                  <a:lnTo>
                    <a:pt x="9949705" y="0"/>
                  </a:lnTo>
                  <a:lnTo>
                    <a:pt x="9949705" y="0"/>
                  </a:lnTo>
                  <a:lnTo>
                    <a:pt x="9955178" y="0"/>
                  </a:lnTo>
                  <a:lnTo>
                    <a:pt x="9955178" y="0"/>
                  </a:lnTo>
                  <a:lnTo>
                    <a:pt x="9960651" y="0"/>
                  </a:lnTo>
                  <a:lnTo>
                    <a:pt x="9960651" y="0"/>
                  </a:lnTo>
                  <a:lnTo>
                    <a:pt x="9966124" y="0"/>
                  </a:lnTo>
                  <a:lnTo>
                    <a:pt x="9966124" y="0"/>
                  </a:lnTo>
                  <a:lnTo>
                    <a:pt x="9977070" y="0"/>
                  </a:lnTo>
                  <a:lnTo>
                    <a:pt x="9977070" y="0"/>
                  </a:lnTo>
                  <a:lnTo>
                    <a:pt x="9988015" y="0"/>
                  </a:lnTo>
                  <a:lnTo>
                    <a:pt x="99880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4034" y="4280709"/>
              <a:ext cx="9988015" cy="1817337"/>
            </a:xfrm>
            <a:custGeom>
              <a:avLst/>
              <a:pathLst>
                <a:path w="9988015" h="1817337">
                  <a:moveTo>
                    <a:pt x="0" y="1817337"/>
                  </a:moveTo>
                  <a:lnTo>
                    <a:pt x="5472" y="1817337"/>
                  </a:lnTo>
                  <a:lnTo>
                    <a:pt x="5472" y="1817337"/>
                  </a:lnTo>
                  <a:lnTo>
                    <a:pt x="10945" y="1817337"/>
                  </a:lnTo>
                  <a:lnTo>
                    <a:pt x="10945" y="1817337"/>
                  </a:lnTo>
                  <a:lnTo>
                    <a:pt x="16418" y="1817337"/>
                  </a:lnTo>
                  <a:lnTo>
                    <a:pt x="16418" y="1817337"/>
                  </a:lnTo>
                  <a:lnTo>
                    <a:pt x="21891" y="1817337"/>
                  </a:lnTo>
                  <a:lnTo>
                    <a:pt x="21891" y="1817337"/>
                  </a:lnTo>
                  <a:lnTo>
                    <a:pt x="27364" y="1817337"/>
                  </a:lnTo>
                  <a:lnTo>
                    <a:pt x="27364" y="1817337"/>
                  </a:lnTo>
                  <a:lnTo>
                    <a:pt x="32837" y="1817337"/>
                  </a:lnTo>
                  <a:lnTo>
                    <a:pt x="32837" y="1817337"/>
                  </a:lnTo>
                  <a:lnTo>
                    <a:pt x="38310" y="1817337"/>
                  </a:lnTo>
                  <a:lnTo>
                    <a:pt x="38310" y="1817337"/>
                  </a:lnTo>
                  <a:lnTo>
                    <a:pt x="43783" y="1817337"/>
                  </a:lnTo>
                  <a:lnTo>
                    <a:pt x="43783" y="1817337"/>
                  </a:lnTo>
                  <a:lnTo>
                    <a:pt x="49255" y="1817337"/>
                  </a:lnTo>
                  <a:lnTo>
                    <a:pt x="49255" y="1817337"/>
                  </a:lnTo>
                  <a:lnTo>
                    <a:pt x="54728" y="1817337"/>
                  </a:lnTo>
                  <a:lnTo>
                    <a:pt x="54728" y="1817337"/>
                  </a:lnTo>
                  <a:lnTo>
                    <a:pt x="60201" y="1817337"/>
                  </a:lnTo>
                  <a:lnTo>
                    <a:pt x="60201" y="1817337"/>
                  </a:lnTo>
                  <a:lnTo>
                    <a:pt x="65674" y="1817337"/>
                  </a:lnTo>
                  <a:lnTo>
                    <a:pt x="65674" y="1817337"/>
                  </a:lnTo>
                  <a:lnTo>
                    <a:pt x="71147" y="1817337"/>
                  </a:lnTo>
                  <a:lnTo>
                    <a:pt x="71147" y="1817337"/>
                  </a:lnTo>
                  <a:lnTo>
                    <a:pt x="76620" y="1817337"/>
                  </a:lnTo>
                  <a:lnTo>
                    <a:pt x="76620" y="1817337"/>
                  </a:lnTo>
                  <a:lnTo>
                    <a:pt x="82093" y="1817337"/>
                  </a:lnTo>
                  <a:lnTo>
                    <a:pt x="82093" y="1817337"/>
                  </a:lnTo>
                  <a:lnTo>
                    <a:pt x="87566" y="1817337"/>
                  </a:lnTo>
                  <a:lnTo>
                    <a:pt x="87566" y="1817337"/>
                  </a:lnTo>
                  <a:lnTo>
                    <a:pt x="93039" y="1817337"/>
                  </a:lnTo>
                  <a:lnTo>
                    <a:pt x="93039" y="1817337"/>
                  </a:lnTo>
                  <a:lnTo>
                    <a:pt x="98511" y="1817337"/>
                  </a:lnTo>
                  <a:lnTo>
                    <a:pt x="98511" y="1817337"/>
                  </a:lnTo>
                  <a:lnTo>
                    <a:pt x="103984" y="1817337"/>
                  </a:lnTo>
                  <a:lnTo>
                    <a:pt x="103984" y="1817337"/>
                  </a:lnTo>
                  <a:lnTo>
                    <a:pt x="109457" y="1817337"/>
                  </a:lnTo>
                  <a:lnTo>
                    <a:pt x="109457" y="1817337"/>
                  </a:lnTo>
                  <a:lnTo>
                    <a:pt x="114930" y="1817337"/>
                  </a:lnTo>
                  <a:lnTo>
                    <a:pt x="114930" y="1808667"/>
                  </a:lnTo>
                  <a:lnTo>
                    <a:pt x="120403" y="1808667"/>
                  </a:lnTo>
                  <a:lnTo>
                    <a:pt x="120403" y="1808667"/>
                  </a:lnTo>
                  <a:lnTo>
                    <a:pt x="125876" y="1808667"/>
                  </a:lnTo>
                  <a:lnTo>
                    <a:pt x="125876" y="1808667"/>
                  </a:lnTo>
                  <a:lnTo>
                    <a:pt x="131349" y="1808667"/>
                  </a:lnTo>
                  <a:lnTo>
                    <a:pt x="131349" y="1808667"/>
                  </a:lnTo>
                  <a:lnTo>
                    <a:pt x="136822" y="1808667"/>
                  </a:lnTo>
                  <a:lnTo>
                    <a:pt x="136822" y="1808667"/>
                  </a:lnTo>
                  <a:lnTo>
                    <a:pt x="142295" y="1808667"/>
                  </a:lnTo>
                  <a:lnTo>
                    <a:pt x="142295" y="1808667"/>
                  </a:lnTo>
                  <a:lnTo>
                    <a:pt x="147767" y="1808667"/>
                  </a:lnTo>
                  <a:lnTo>
                    <a:pt x="147767" y="1808667"/>
                  </a:lnTo>
                  <a:lnTo>
                    <a:pt x="153240" y="1808667"/>
                  </a:lnTo>
                  <a:lnTo>
                    <a:pt x="153240" y="1808667"/>
                  </a:lnTo>
                  <a:lnTo>
                    <a:pt x="158713" y="1808667"/>
                  </a:lnTo>
                  <a:lnTo>
                    <a:pt x="158713" y="1808667"/>
                  </a:lnTo>
                  <a:lnTo>
                    <a:pt x="164186" y="1808667"/>
                  </a:lnTo>
                  <a:lnTo>
                    <a:pt x="164186" y="1808667"/>
                  </a:lnTo>
                  <a:lnTo>
                    <a:pt x="169659" y="1808667"/>
                  </a:lnTo>
                  <a:lnTo>
                    <a:pt x="169659" y="1808667"/>
                  </a:lnTo>
                  <a:lnTo>
                    <a:pt x="175132" y="1808667"/>
                  </a:lnTo>
                  <a:lnTo>
                    <a:pt x="175132" y="1808667"/>
                  </a:lnTo>
                  <a:lnTo>
                    <a:pt x="180605" y="1808667"/>
                  </a:lnTo>
                  <a:lnTo>
                    <a:pt x="180605" y="1808667"/>
                  </a:lnTo>
                  <a:lnTo>
                    <a:pt x="186078" y="1808667"/>
                  </a:lnTo>
                  <a:lnTo>
                    <a:pt x="186078" y="1808667"/>
                  </a:lnTo>
                  <a:lnTo>
                    <a:pt x="191550" y="1808667"/>
                  </a:lnTo>
                  <a:lnTo>
                    <a:pt x="191550" y="1808667"/>
                  </a:lnTo>
                  <a:lnTo>
                    <a:pt x="197023" y="1808667"/>
                  </a:lnTo>
                  <a:lnTo>
                    <a:pt x="197023" y="1808667"/>
                  </a:lnTo>
                  <a:lnTo>
                    <a:pt x="202496" y="1808667"/>
                  </a:lnTo>
                  <a:lnTo>
                    <a:pt x="202496" y="1808667"/>
                  </a:lnTo>
                  <a:lnTo>
                    <a:pt x="207969" y="1808667"/>
                  </a:lnTo>
                  <a:lnTo>
                    <a:pt x="207969" y="1808667"/>
                  </a:lnTo>
                  <a:lnTo>
                    <a:pt x="213442" y="1808667"/>
                  </a:lnTo>
                  <a:lnTo>
                    <a:pt x="213442" y="1808667"/>
                  </a:lnTo>
                  <a:lnTo>
                    <a:pt x="218915" y="1808667"/>
                  </a:lnTo>
                  <a:lnTo>
                    <a:pt x="218915" y="1808667"/>
                  </a:lnTo>
                  <a:lnTo>
                    <a:pt x="224388" y="1808667"/>
                  </a:lnTo>
                  <a:lnTo>
                    <a:pt x="224388" y="1808667"/>
                  </a:lnTo>
                  <a:lnTo>
                    <a:pt x="229861" y="1808667"/>
                  </a:lnTo>
                  <a:lnTo>
                    <a:pt x="229861" y="1808667"/>
                  </a:lnTo>
                  <a:lnTo>
                    <a:pt x="235334" y="1808667"/>
                  </a:lnTo>
                  <a:lnTo>
                    <a:pt x="235334" y="1808667"/>
                  </a:lnTo>
                  <a:lnTo>
                    <a:pt x="240806" y="1808667"/>
                  </a:lnTo>
                  <a:lnTo>
                    <a:pt x="240806" y="1808667"/>
                  </a:lnTo>
                  <a:lnTo>
                    <a:pt x="246279" y="1808667"/>
                  </a:lnTo>
                  <a:lnTo>
                    <a:pt x="246279" y="1799888"/>
                  </a:lnTo>
                  <a:lnTo>
                    <a:pt x="251752" y="1799888"/>
                  </a:lnTo>
                  <a:lnTo>
                    <a:pt x="251752" y="1799888"/>
                  </a:lnTo>
                  <a:lnTo>
                    <a:pt x="257225" y="1799888"/>
                  </a:lnTo>
                  <a:lnTo>
                    <a:pt x="257225" y="1799888"/>
                  </a:lnTo>
                  <a:lnTo>
                    <a:pt x="262698" y="1799888"/>
                  </a:lnTo>
                  <a:lnTo>
                    <a:pt x="262698" y="1799888"/>
                  </a:lnTo>
                  <a:lnTo>
                    <a:pt x="268171" y="1799888"/>
                  </a:lnTo>
                  <a:lnTo>
                    <a:pt x="268171" y="1799888"/>
                  </a:lnTo>
                  <a:lnTo>
                    <a:pt x="273644" y="1799888"/>
                  </a:lnTo>
                  <a:lnTo>
                    <a:pt x="273644" y="1799888"/>
                  </a:lnTo>
                  <a:lnTo>
                    <a:pt x="279117" y="1799888"/>
                  </a:lnTo>
                  <a:lnTo>
                    <a:pt x="279117" y="1799888"/>
                  </a:lnTo>
                  <a:lnTo>
                    <a:pt x="284590" y="1799888"/>
                  </a:lnTo>
                  <a:lnTo>
                    <a:pt x="284590" y="1799888"/>
                  </a:lnTo>
                  <a:lnTo>
                    <a:pt x="290062" y="1799888"/>
                  </a:lnTo>
                  <a:lnTo>
                    <a:pt x="290062" y="1799888"/>
                  </a:lnTo>
                  <a:lnTo>
                    <a:pt x="295535" y="1799888"/>
                  </a:lnTo>
                  <a:lnTo>
                    <a:pt x="295535" y="1799888"/>
                  </a:lnTo>
                  <a:lnTo>
                    <a:pt x="301008" y="1799888"/>
                  </a:lnTo>
                  <a:lnTo>
                    <a:pt x="301008" y="1799888"/>
                  </a:lnTo>
                  <a:lnTo>
                    <a:pt x="306481" y="1799888"/>
                  </a:lnTo>
                  <a:lnTo>
                    <a:pt x="306481" y="1799888"/>
                  </a:lnTo>
                  <a:lnTo>
                    <a:pt x="311954" y="1799888"/>
                  </a:lnTo>
                  <a:lnTo>
                    <a:pt x="311954" y="1799888"/>
                  </a:lnTo>
                  <a:lnTo>
                    <a:pt x="317427" y="1799888"/>
                  </a:lnTo>
                  <a:lnTo>
                    <a:pt x="317427" y="1791074"/>
                  </a:lnTo>
                  <a:lnTo>
                    <a:pt x="322900" y="1791074"/>
                  </a:lnTo>
                  <a:lnTo>
                    <a:pt x="322900" y="1791074"/>
                  </a:lnTo>
                  <a:lnTo>
                    <a:pt x="328373" y="1791074"/>
                  </a:lnTo>
                  <a:lnTo>
                    <a:pt x="328373" y="1791074"/>
                  </a:lnTo>
                  <a:lnTo>
                    <a:pt x="333846" y="1791074"/>
                  </a:lnTo>
                  <a:lnTo>
                    <a:pt x="333846" y="1791074"/>
                  </a:lnTo>
                  <a:lnTo>
                    <a:pt x="339318" y="1791074"/>
                  </a:lnTo>
                  <a:lnTo>
                    <a:pt x="339318" y="1791074"/>
                  </a:lnTo>
                  <a:lnTo>
                    <a:pt x="344791" y="1791074"/>
                  </a:lnTo>
                  <a:lnTo>
                    <a:pt x="344791" y="1773428"/>
                  </a:lnTo>
                  <a:lnTo>
                    <a:pt x="350264" y="1773428"/>
                  </a:lnTo>
                  <a:lnTo>
                    <a:pt x="350264" y="1773428"/>
                  </a:lnTo>
                  <a:lnTo>
                    <a:pt x="355737" y="1773428"/>
                  </a:lnTo>
                  <a:lnTo>
                    <a:pt x="355737" y="1773428"/>
                  </a:lnTo>
                  <a:lnTo>
                    <a:pt x="361210" y="1773428"/>
                  </a:lnTo>
                  <a:lnTo>
                    <a:pt x="361210" y="1773428"/>
                  </a:lnTo>
                  <a:lnTo>
                    <a:pt x="366683" y="1773428"/>
                  </a:lnTo>
                  <a:lnTo>
                    <a:pt x="366683" y="1773428"/>
                  </a:lnTo>
                  <a:lnTo>
                    <a:pt x="372156" y="1773428"/>
                  </a:lnTo>
                  <a:lnTo>
                    <a:pt x="372156" y="1773428"/>
                  </a:lnTo>
                  <a:lnTo>
                    <a:pt x="377629" y="1773428"/>
                  </a:lnTo>
                  <a:lnTo>
                    <a:pt x="377629" y="1773428"/>
                  </a:lnTo>
                  <a:lnTo>
                    <a:pt x="383101" y="1773428"/>
                  </a:lnTo>
                  <a:lnTo>
                    <a:pt x="383101" y="1773428"/>
                  </a:lnTo>
                  <a:lnTo>
                    <a:pt x="388574" y="1773428"/>
                  </a:lnTo>
                  <a:lnTo>
                    <a:pt x="388574" y="1773428"/>
                  </a:lnTo>
                  <a:lnTo>
                    <a:pt x="394047" y="1773428"/>
                  </a:lnTo>
                  <a:lnTo>
                    <a:pt x="394047" y="1773428"/>
                  </a:lnTo>
                  <a:lnTo>
                    <a:pt x="399520" y="1773428"/>
                  </a:lnTo>
                  <a:lnTo>
                    <a:pt x="399520" y="1773428"/>
                  </a:lnTo>
                  <a:lnTo>
                    <a:pt x="404993" y="1773428"/>
                  </a:lnTo>
                  <a:lnTo>
                    <a:pt x="404993" y="1773428"/>
                  </a:lnTo>
                  <a:lnTo>
                    <a:pt x="410466" y="1773428"/>
                  </a:lnTo>
                  <a:lnTo>
                    <a:pt x="410466" y="1773428"/>
                  </a:lnTo>
                  <a:lnTo>
                    <a:pt x="415939" y="1773428"/>
                  </a:lnTo>
                  <a:lnTo>
                    <a:pt x="415939" y="1773428"/>
                  </a:lnTo>
                  <a:lnTo>
                    <a:pt x="421412" y="1773428"/>
                  </a:lnTo>
                  <a:lnTo>
                    <a:pt x="421412" y="1773428"/>
                  </a:lnTo>
                  <a:lnTo>
                    <a:pt x="426885" y="1773428"/>
                  </a:lnTo>
                  <a:lnTo>
                    <a:pt x="426885" y="1773428"/>
                  </a:lnTo>
                  <a:lnTo>
                    <a:pt x="432357" y="1773428"/>
                  </a:lnTo>
                  <a:lnTo>
                    <a:pt x="432357" y="1773428"/>
                  </a:lnTo>
                  <a:lnTo>
                    <a:pt x="437830" y="1773428"/>
                  </a:lnTo>
                  <a:lnTo>
                    <a:pt x="437830" y="1773428"/>
                  </a:lnTo>
                  <a:lnTo>
                    <a:pt x="443303" y="1773428"/>
                  </a:lnTo>
                  <a:lnTo>
                    <a:pt x="443303" y="1773428"/>
                  </a:lnTo>
                  <a:lnTo>
                    <a:pt x="448776" y="1773428"/>
                  </a:lnTo>
                  <a:lnTo>
                    <a:pt x="448776" y="1764550"/>
                  </a:lnTo>
                  <a:lnTo>
                    <a:pt x="454249" y="1764550"/>
                  </a:lnTo>
                  <a:lnTo>
                    <a:pt x="454249" y="1755664"/>
                  </a:lnTo>
                  <a:lnTo>
                    <a:pt x="459722" y="1755664"/>
                  </a:lnTo>
                  <a:lnTo>
                    <a:pt x="459722" y="1737879"/>
                  </a:lnTo>
                  <a:lnTo>
                    <a:pt x="465195" y="1737879"/>
                  </a:lnTo>
                  <a:lnTo>
                    <a:pt x="465195" y="1737879"/>
                  </a:lnTo>
                  <a:lnTo>
                    <a:pt x="470668" y="1737879"/>
                  </a:lnTo>
                  <a:lnTo>
                    <a:pt x="470668" y="1737879"/>
                  </a:lnTo>
                  <a:lnTo>
                    <a:pt x="476141" y="1737879"/>
                  </a:lnTo>
                  <a:lnTo>
                    <a:pt x="476141" y="1737879"/>
                  </a:lnTo>
                  <a:lnTo>
                    <a:pt x="481613" y="1737879"/>
                  </a:lnTo>
                  <a:lnTo>
                    <a:pt x="481613" y="1737879"/>
                  </a:lnTo>
                  <a:lnTo>
                    <a:pt x="487086" y="1737879"/>
                  </a:lnTo>
                  <a:lnTo>
                    <a:pt x="487086" y="1737879"/>
                  </a:lnTo>
                  <a:lnTo>
                    <a:pt x="492559" y="1737879"/>
                  </a:lnTo>
                  <a:lnTo>
                    <a:pt x="492559" y="1728960"/>
                  </a:lnTo>
                  <a:lnTo>
                    <a:pt x="498032" y="1728960"/>
                  </a:lnTo>
                  <a:lnTo>
                    <a:pt x="498032" y="1728960"/>
                  </a:lnTo>
                  <a:lnTo>
                    <a:pt x="503505" y="1728960"/>
                  </a:lnTo>
                  <a:lnTo>
                    <a:pt x="503505" y="1728960"/>
                  </a:lnTo>
                  <a:lnTo>
                    <a:pt x="508978" y="1728960"/>
                  </a:lnTo>
                  <a:lnTo>
                    <a:pt x="508978" y="1728960"/>
                  </a:lnTo>
                  <a:lnTo>
                    <a:pt x="514451" y="1728960"/>
                  </a:lnTo>
                  <a:lnTo>
                    <a:pt x="514451" y="1720033"/>
                  </a:lnTo>
                  <a:lnTo>
                    <a:pt x="519924" y="1720033"/>
                  </a:lnTo>
                  <a:lnTo>
                    <a:pt x="519924" y="1720033"/>
                  </a:lnTo>
                  <a:lnTo>
                    <a:pt x="525397" y="1720033"/>
                  </a:lnTo>
                  <a:lnTo>
                    <a:pt x="525397" y="1720033"/>
                  </a:lnTo>
                  <a:lnTo>
                    <a:pt x="530869" y="1720033"/>
                  </a:lnTo>
                  <a:lnTo>
                    <a:pt x="530869" y="1720033"/>
                  </a:lnTo>
                  <a:lnTo>
                    <a:pt x="536342" y="1720033"/>
                  </a:lnTo>
                  <a:lnTo>
                    <a:pt x="536342" y="1720033"/>
                  </a:lnTo>
                  <a:lnTo>
                    <a:pt x="541815" y="1720033"/>
                  </a:lnTo>
                  <a:lnTo>
                    <a:pt x="541815" y="1720033"/>
                  </a:lnTo>
                  <a:lnTo>
                    <a:pt x="547288" y="1720033"/>
                  </a:lnTo>
                  <a:lnTo>
                    <a:pt x="547288" y="1720033"/>
                  </a:lnTo>
                  <a:lnTo>
                    <a:pt x="552761" y="1720033"/>
                  </a:lnTo>
                  <a:lnTo>
                    <a:pt x="552761" y="1720033"/>
                  </a:lnTo>
                  <a:lnTo>
                    <a:pt x="558234" y="1720033"/>
                  </a:lnTo>
                  <a:lnTo>
                    <a:pt x="558234" y="1720033"/>
                  </a:lnTo>
                  <a:lnTo>
                    <a:pt x="563707" y="1720033"/>
                  </a:lnTo>
                  <a:lnTo>
                    <a:pt x="563707" y="1720033"/>
                  </a:lnTo>
                  <a:lnTo>
                    <a:pt x="569180" y="1720033"/>
                  </a:lnTo>
                  <a:lnTo>
                    <a:pt x="569180" y="1720033"/>
                  </a:lnTo>
                  <a:lnTo>
                    <a:pt x="574652" y="1720033"/>
                  </a:lnTo>
                  <a:lnTo>
                    <a:pt x="574652" y="1711085"/>
                  </a:lnTo>
                  <a:lnTo>
                    <a:pt x="580125" y="1711085"/>
                  </a:lnTo>
                  <a:lnTo>
                    <a:pt x="580125" y="1711085"/>
                  </a:lnTo>
                  <a:lnTo>
                    <a:pt x="585598" y="1711085"/>
                  </a:lnTo>
                  <a:lnTo>
                    <a:pt x="585598" y="1711085"/>
                  </a:lnTo>
                  <a:lnTo>
                    <a:pt x="591071" y="1711085"/>
                  </a:lnTo>
                  <a:lnTo>
                    <a:pt x="591071" y="1711085"/>
                  </a:lnTo>
                  <a:lnTo>
                    <a:pt x="596544" y="1711085"/>
                  </a:lnTo>
                  <a:lnTo>
                    <a:pt x="596544" y="1711085"/>
                  </a:lnTo>
                  <a:lnTo>
                    <a:pt x="602017" y="1711085"/>
                  </a:lnTo>
                  <a:lnTo>
                    <a:pt x="602017" y="1711085"/>
                  </a:lnTo>
                  <a:lnTo>
                    <a:pt x="607490" y="1711085"/>
                  </a:lnTo>
                  <a:lnTo>
                    <a:pt x="607490" y="1711085"/>
                  </a:lnTo>
                  <a:lnTo>
                    <a:pt x="612963" y="1711085"/>
                  </a:lnTo>
                  <a:lnTo>
                    <a:pt x="612963" y="1693127"/>
                  </a:lnTo>
                  <a:lnTo>
                    <a:pt x="618436" y="1693127"/>
                  </a:lnTo>
                  <a:lnTo>
                    <a:pt x="618436" y="1693127"/>
                  </a:lnTo>
                  <a:lnTo>
                    <a:pt x="623908" y="1693127"/>
                  </a:lnTo>
                  <a:lnTo>
                    <a:pt x="623908" y="1693127"/>
                  </a:lnTo>
                  <a:lnTo>
                    <a:pt x="629381" y="1693127"/>
                  </a:lnTo>
                  <a:lnTo>
                    <a:pt x="629381" y="1693127"/>
                  </a:lnTo>
                  <a:lnTo>
                    <a:pt x="634854" y="1693127"/>
                  </a:lnTo>
                  <a:lnTo>
                    <a:pt x="634854" y="1693127"/>
                  </a:lnTo>
                  <a:lnTo>
                    <a:pt x="640327" y="1693127"/>
                  </a:lnTo>
                  <a:lnTo>
                    <a:pt x="640327" y="1693127"/>
                  </a:lnTo>
                  <a:lnTo>
                    <a:pt x="645800" y="1693127"/>
                  </a:lnTo>
                  <a:lnTo>
                    <a:pt x="645800" y="1693127"/>
                  </a:lnTo>
                  <a:lnTo>
                    <a:pt x="651273" y="1693127"/>
                  </a:lnTo>
                  <a:lnTo>
                    <a:pt x="651273" y="1693127"/>
                  </a:lnTo>
                  <a:lnTo>
                    <a:pt x="656746" y="1693127"/>
                  </a:lnTo>
                  <a:lnTo>
                    <a:pt x="656746" y="1693127"/>
                  </a:lnTo>
                  <a:lnTo>
                    <a:pt x="662219" y="1693127"/>
                  </a:lnTo>
                  <a:lnTo>
                    <a:pt x="662219" y="1684105"/>
                  </a:lnTo>
                  <a:lnTo>
                    <a:pt x="667692" y="1684105"/>
                  </a:lnTo>
                  <a:lnTo>
                    <a:pt x="667692" y="1684105"/>
                  </a:lnTo>
                  <a:lnTo>
                    <a:pt x="673164" y="1684105"/>
                  </a:lnTo>
                  <a:lnTo>
                    <a:pt x="673164" y="1684105"/>
                  </a:lnTo>
                  <a:lnTo>
                    <a:pt x="678637" y="1684105"/>
                  </a:lnTo>
                  <a:lnTo>
                    <a:pt x="678637" y="1684105"/>
                  </a:lnTo>
                  <a:lnTo>
                    <a:pt x="684110" y="1684105"/>
                  </a:lnTo>
                  <a:lnTo>
                    <a:pt x="684110" y="1684105"/>
                  </a:lnTo>
                  <a:lnTo>
                    <a:pt x="689583" y="1684105"/>
                  </a:lnTo>
                  <a:lnTo>
                    <a:pt x="689583" y="1684105"/>
                  </a:lnTo>
                  <a:lnTo>
                    <a:pt x="695056" y="1684105"/>
                  </a:lnTo>
                  <a:lnTo>
                    <a:pt x="695056" y="1675049"/>
                  </a:lnTo>
                  <a:lnTo>
                    <a:pt x="700529" y="1675049"/>
                  </a:lnTo>
                  <a:lnTo>
                    <a:pt x="700529" y="1665993"/>
                  </a:lnTo>
                  <a:lnTo>
                    <a:pt x="706002" y="1665993"/>
                  </a:lnTo>
                  <a:lnTo>
                    <a:pt x="706002" y="1665993"/>
                  </a:lnTo>
                  <a:lnTo>
                    <a:pt x="711475" y="1665993"/>
                  </a:lnTo>
                  <a:lnTo>
                    <a:pt x="711475" y="1665993"/>
                  </a:lnTo>
                  <a:lnTo>
                    <a:pt x="716947" y="1665993"/>
                  </a:lnTo>
                  <a:lnTo>
                    <a:pt x="716947" y="1656926"/>
                  </a:lnTo>
                  <a:lnTo>
                    <a:pt x="722420" y="1656926"/>
                  </a:lnTo>
                  <a:lnTo>
                    <a:pt x="722420" y="1656926"/>
                  </a:lnTo>
                  <a:lnTo>
                    <a:pt x="727893" y="1656926"/>
                  </a:lnTo>
                  <a:lnTo>
                    <a:pt x="727893" y="1656926"/>
                  </a:lnTo>
                  <a:lnTo>
                    <a:pt x="733366" y="1656926"/>
                  </a:lnTo>
                  <a:lnTo>
                    <a:pt x="733366" y="1656926"/>
                  </a:lnTo>
                  <a:lnTo>
                    <a:pt x="738839" y="1656926"/>
                  </a:lnTo>
                  <a:lnTo>
                    <a:pt x="738839" y="1647846"/>
                  </a:lnTo>
                  <a:lnTo>
                    <a:pt x="744312" y="1647846"/>
                  </a:lnTo>
                  <a:lnTo>
                    <a:pt x="744312" y="1647846"/>
                  </a:lnTo>
                  <a:lnTo>
                    <a:pt x="749785" y="1647846"/>
                  </a:lnTo>
                  <a:lnTo>
                    <a:pt x="749785" y="1647846"/>
                  </a:lnTo>
                  <a:lnTo>
                    <a:pt x="755258" y="1647846"/>
                  </a:lnTo>
                  <a:lnTo>
                    <a:pt x="755258" y="1647846"/>
                  </a:lnTo>
                  <a:lnTo>
                    <a:pt x="760731" y="1647846"/>
                  </a:lnTo>
                  <a:lnTo>
                    <a:pt x="760731" y="1647846"/>
                  </a:lnTo>
                  <a:lnTo>
                    <a:pt x="766203" y="1647846"/>
                  </a:lnTo>
                  <a:lnTo>
                    <a:pt x="766203" y="1638758"/>
                  </a:lnTo>
                  <a:lnTo>
                    <a:pt x="771676" y="1638758"/>
                  </a:lnTo>
                  <a:lnTo>
                    <a:pt x="771676" y="1638758"/>
                  </a:lnTo>
                  <a:lnTo>
                    <a:pt x="777149" y="1638758"/>
                  </a:lnTo>
                  <a:lnTo>
                    <a:pt x="777149" y="1638758"/>
                  </a:lnTo>
                  <a:lnTo>
                    <a:pt x="782622" y="1638758"/>
                  </a:lnTo>
                  <a:lnTo>
                    <a:pt x="782622" y="1629661"/>
                  </a:lnTo>
                  <a:lnTo>
                    <a:pt x="788095" y="1629661"/>
                  </a:lnTo>
                  <a:lnTo>
                    <a:pt x="788095" y="1629661"/>
                  </a:lnTo>
                  <a:lnTo>
                    <a:pt x="793568" y="1629661"/>
                  </a:lnTo>
                  <a:lnTo>
                    <a:pt x="793568" y="1629661"/>
                  </a:lnTo>
                  <a:lnTo>
                    <a:pt x="799041" y="1629661"/>
                  </a:lnTo>
                  <a:lnTo>
                    <a:pt x="799041" y="1620562"/>
                  </a:lnTo>
                  <a:lnTo>
                    <a:pt x="804514" y="1620562"/>
                  </a:lnTo>
                  <a:lnTo>
                    <a:pt x="804514" y="1611463"/>
                  </a:lnTo>
                  <a:lnTo>
                    <a:pt x="809987" y="1611463"/>
                  </a:lnTo>
                  <a:lnTo>
                    <a:pt x="809987" y="1611463"/>
                  </a:lnTo>
                  <a:lnTo>
                    <a:pt x="815459" y="1611463"/>
                  </a:lnTo>
                  <a:lnTo>
                    <a:pt x="815459" y="1611463"/>
                  </a:lnTo>
                  <a:lnTo>
                    <a:pt x="820932" y="1611463"/>
                  </a:lnTo>
                  <a:lnTo>
                    <a:pt x="820932" y="1611463"/>
                  </a:lnTo>
                  <a:lnTo>
                    <a:pt x="826405" y="1611463"/>
                  </a:lnTo>
                  <a:lnTo>
                    <a:pt x="826405" y="1611463"/>
                  </a:lnTo>
                  <a:lnTo>
                    <a:pt x="831878" y="1611463"/>
                  </a:lnTo>
                  <a:lnTo>
                    <a:pt x="831878" y="1602350"/>
                  </a:lnTo>
                  <a:lnTo>
                    <a:pt x="837351" y="1602350"/>
                  </a:lnTo>
                  <a:lnTo>
                    <a:pt x="837351" y="1602350"/>
                  </a:lnTo>
                  <a:lnTo>
                    <a:pt x="842824" y="1602350"/>
                  </a:lnTo>
                  <a:lnTo>
                    <a:pt x="842824" y="1602350"/>
                  </a:lnTo>
                  <a:lnTo>
                    <a:pt x="848297" y="1602350"/>
                  </a:lnTo>
                  <a:lnTo>
                    <a:pt x="848297" y="1593217"/>
                  </a:lnTo>
                  <a:lnTo>
                    <a:pt x="853770" y="1593217"/>
                  </a:lnTo>
                  <a:lnTo>
                    <a:pt x="853770" y="1593217"/>
                  </a:lnTo>
                  <a:lnTo>
                    <a:pt x="859243" y="1593217"/>
                  </a:lnTo>
                  <a:lnTo>
                    <a:pt x="859243" y="1593217"/>
                  </a:lnTo>
                  <a:lnTo>
                    <a:pt x="864715" y="1593217"/>
                  </a:lnTo>
                  <a:lnTo>
                    <a:pt x="864715" y="1593217"/>
                  </a:lnTo>
                  <a:lnTo>
                    <a:pt x="870188" y="1593217"/>
                  </a:lnTo>
                  <a:lnTo>
                    <a:pt x="870188" y="1593217"/>
                  </a:lnTo>
                  <a:lnTo>
                    <a:pt x="875661" y="1593217"/>
                  </a:lnTo>
                  <a:lnTo>
                    <a:pt x="875661" y="1584073"/>
                  </a:lnTo>
                  <a:lnTo>
                    <a:pt x="881134" y="1584073"/>
                  </a:lnTo>
                  <a:lnTo>
                    <a:pt x="881134" y="1574929"/>
                  </a:lnTo>
                  <a:lnTo>
                    <a:pt x="886607" y="1574929"/>
                  </a:lnTo>
                  <a:lnTo>
                    <a:pt x="886607" y="1574929"/>
                  </a:lnTo>
                  <a:lnTo>
                    <a:pt x="892080" y="1574929"/>
                  </a:lnTo>
                  <a:lnTo>
                    <a:pt x="892080" y="1574929"/>
                  </a:lnTo>
                  <a:lnTo>
                    <a:pt x="897553" y="1574929"/>
                  </a:lnTo>
                  <a:lnTo>
                    <a:pt x="897553" y="1574929"/>
                  </a:lnTo>
                  <a:lnTo>
                    <a:pt x="903026" y="1574929"/>
                  </a:lnTo>
                  <a:lnTo>
                    <a:pt x="903026" y="1574929"/>
                  </a:lnTo>
                  <a:lnTo>
                    <a:pt x="908498" y="1574929"/>
                  </a:lnTo>
                  <a:lnTo>
                    <a:pt x="908498" y="1565771"/>
                  </a:lnTo>
                  <a:lnTo>
                    <a:pt x="913971" y="1565771"/>
                  </a:lnTo>
                  <a:lnTo>
                    <a:pt x="913971" y="1565771"/>
                  </a:lnTo>
                  <a:lnTo>
                    <a:pt x="919444" y="1565771"/>
                  </a:lnTo>
                  <a:lnTo>
                    <a:pt x="919444" y="1556599"/>
                  </a:lnTo>
                  <a:lnTo>
                    <a:pt x="924917" y="1556599"/>
                  </a:lnTo>
                  <a:lnTo>
                    <a:pt x="924917" y="1547412"/>
                  </a:lnTo>
                  <a:lnTo>
                    <a:pt x="930390" y="1547412"/>
                  </a:lnTo>
                  <a:lnTo>
                    <a:pt x="930390" y="1547412"/>
                  </a:lnTo>
                  <a:lnTo>
                    <a:pt x="935863" y="1547412"/>
                  </a:lnTo>
                  <a:lnTo>
                    <a:pt x="935863" y="1547412"/>
                  </a:lnTo>
                  <a:lnTo>
                    <a:pt x="941336" y="1547412"/>
                  </a:lnTo>
                  <a:lnTo>
                    <a:pt x="941336" y="1529020"/>
                  </a:lnTo>
                  <a:lnTo>
                    <a:pt x="946809" y="1529020"/>
                  </a:lnTo>
                  <a:lnTo>
                    <a:pt x="946809" y="1519822"/>
                  </a:lnTo>
                  <a:lnTo>
                    <a:pt x="952282" y="1519822"/>
                  </a:lnTo>
                  <a:lnTo>
                    <a:pt x="952282" y="1519822"/>
                  </a:lnTo>
                  <a:lnTo>
                    <a:pt x="957754" y="1519822"/>
                  </a:lnTo>
                  <a:lnTo>
                    <a:pt x="957754" y="1519822"/>
                  </a:lnTo>
                  <a:lnTo>
                    <a:pt x="963227" y="1519822"/>
                  </a:lnTo>
                  <a:lnTo>
                    <a:pt x="963227" y="1519822"/>
                  </a:lnTo>
                  <a:lnTo>
                    <a:pt x="968700" y="1519822"/>
                  </a:lnTo>
                  <a:lnTo>
                    <a:pt x="968700" y="1519822"/>
                  </a:lnTo>
                  <a:lnTo>
                    <a:pt x="974173" y="1519822"/>
                  </a:lnTo>
                  <a:lnTo>
                    <a:pt x="974173" y="1519822"/>
                  </a:lnTo>
                  <a:lnTo>
                    <a:pt x="979646" y="1519822"/>
                  </a:lnTo>
                  <a:lnTo>
                    <a:pt x="979646" y="1519822"/>
                  </a:lnTo>
                  <a:lnTo>
                    <a:pt x="985119" y="1519822"/>
                  </a:lnTo>
                  <a:lnTo>
                    <a:pt x="985119" y="1519822"/>
                  </a:lnTo>
                  <a:lnTo>
                    <a:pt x="990592" y="1519822"/>
                  </a:lnTo>
                  <a:lnTo>
                    <a:pt x="990592" y="1519822"/>
                  </a:lnTo>
                  <a:lnTo>
                    <a:pt x="996065" y="1519822"/>
                  </a:lnTo>
                  <a:lnTo>
                    <a:pt x="996065" y="1519822"/>
                  </a:lnTo>
                  <a:lnTo>
                    <a:pt x="1001538" y="1519822"/>
                  </a:lnTo>
                  <a:lnTo>
                    <a:pt x="1001538" y="1519822"/>
                  </a:lnTo>
                  <a:lnTo>
                    <a:pt x="1007010" y="1519822"/>
                  </a:lnTo>
                  <a:lnTo>
                    <a:pt x="1007010" y="1519822"/>
                  </a:lnTo>
                  <a:lnTo>
                    <a:pt x="1012483" y="1519822"/>
                  </a:lnTo>
                  <a:lnTo>
                    <a:pt x="1012483" y="1519822"/>
                  </a:lnTo>
                  <a:lnTo>
                    <a:pt x="1017956" y="1519822"/>
                  </a:lnTo>
                  <a:lnTo>
                    <a:pt x="1017956" y="1519822"/>
                  </a:lnTo>
                  <a:lnTo>
                    <a:pt x="1023429" y="1519822"/>
                  </a:lnTo>
                  <a:lnTo>
                    <a:pt x="1023429" y="1519822"/>
                  </a:lnTo>
                  <a:lnTo>
                    <a:pt x="1028902" y="1519822"/>
                  </a:lnTo>
                  <a:lnTo>
                    <a:pt x="1028902" y="1519822"/>
                  </a:lnTo>
                  <a:lnTo>
                    <a:pt x="1034375" y="1519822"/>
                  </a:lnTo>
                  <a:lnTo>
                    <a:pt x="1034375" y="1519822"/>
                  </a:lnTo>
                  <a:lnTo>
                    <a:pt x="1039848" y="1519822"/>
                  </a:lnTo>
                  <a:lnTo>
                    <a:pt x="1039848" y="1519822"/>
                  </a:lnTo>
                  <a:lnTo>
                    <a:pt x="1045321" y="1519822"/>
                  </a:lnTo>
                  <a:lnTo>
                    <a:pt x="1045321" y="1510575"/>
                  </a:lnTo>
                  <a:lnTo>
                    <a:pt x="1050794" y="1510575"/>
                  </a:lnTo>
                  <a:lnTo>
                    <a:pt x="1050794" y="1510575"/>
                  </a:lnTo>
                  <a:lnTo>
                    <a:pt x="1056266" y="1510575"/>
                  </a:lnTo>
                  <a:lnTo>
                    <a:pt x="1056266" y="1510575"/>
                  </a:lnTo>
                  <a:lnTo>
                    <a:pt x="1061739" y="1510575"/>
                  </a:lnTo>
                  <a:lnTo>
                    <a:pt x="1061739" y="1510575"/>
                  </a:lnTo>
                  <a:lnTo>
                    <a:pt x="1067212" y="1510575"/>
                  </a:lnTo>
                  <a:lnTo>
                    <a:pt x="1067212" y="1510575"/>
                  </a:lnTo>
                  <a:lnTo>
                    <a:pt x="1072685" y="1510575"/>
                  </a:lnTo>
                  <a:lnTo>
                    <a:pt x="1072685" y="1510575"/>
                  </a:lnTo>
                  <a:lnTo>
                    <a:pt x="1078158" y="1510575"/>
                  </a:lnTo>
                  <a:lnTo>
                    <a:pt x="1078158" y="1510575"/>
                  </a:lnTo>
                  <a:lnTo>
                    <a:pt x="1083631" y="1510575"/>
                  </a:lnTo>
                  <a:lnTo>
                    <a:pt x="1083631" y="1510575"/>
                  </a:lnTo>
                  <a:lnTo>
                    <a:pt x="1089104" y="1510575"/>
                  </a:lnTo>
                  <a:lnTo>
                    <a:pt x="1089104" y="1510575"/>
                  </a:lnTo>
                  <a:lnTo>
                    <a:pt x="1094577" y="1510575"/>
                  </a:lnTo>
                  <a:lnTo>
                    <a:pt x="1094577" y="1510575"/>
                  </a:lnTo>
                  <a:lnTo>
                    <a:pt x="1100049" y="1510575"/>
                  </a:lnTo>
                  <a:lnTo>
                    <a:pt x="1100049" y="1510575"/>
                  </a:lnTo>
                  <a:lnTo>
                    <a:pt x="1105522" y="1510575"/>
                  </a:lnTo>
                  <a:lnTo>
                    <a:pt x="1105522" y="1510575"/>
                  </a:lnTo>
                  <a:lnTo>
                    <a:pt x="1110995" y="1510575"/>
                  </a:lnTo>
                  <a:lnTo>
                    <a:pt x="1110995" y="1510575"/>
                  </a:lnTo>
                  <a:lnTo>
                    <a:pt x="1116468" y="1510575"/>
                  </a:lnTo>
                  <a:lnTo>
                    <a:pt x="1116468" y="1510575"/>
                  </a:lnTo>
                  <a:lnTo>
                    <a:pt x="1121941" y="1510575"/>
                  </a:lnTo>
                  <a:lnTo>
                    <a:pt x="1121941" y="1510575"/>
                  </a:lnTo>
                  <a:lnTo>
                    <a:pt x="1127414" y="1510575"/>
                  </a:lnTo>
                  <a:lnTo>
                    <a:pt x="1127414" y="1510575"/>
                  </a:lnTo>
                  <a:lnTo>
                    <a:pt x="1132887" y="1510575"/>
                  </a:lnTo>
                  <a:lnTo>
                    <a:pt x="1132887" y="1510575"/>
                  </a:lnTo>
                  <a:lnTo>
                    <a:pt x="1138360" y="1510575"/>
                  </a:lnTo>
                  <a:lnTo>
                    <a:pt x="1138360" y="1510575"/>
                  </a:lnTo>
                  <a:lnTo>
                    <a:pt x="1143833" y="1510575"/>
                  </a:lnTo>
                  <a:lnTo>
                    <a:pt x="1143833" y="1510575"/>
                  </a:lnTo>
                  <a:lnTo>
                    <a:pt x="1149305" y="1510575"/>
                  </a:lnTo>
                  <a:lnTo>
                    <a:pt x="1149305" y="1510575"/>
                  </a:lnTo>
                  <a:lnTo>
                    <a:pt x="1154778" y="1510575"/>
                  </a:lnTo>
                  <a:lnTo>
                    <a:pt x="1154778" y="1501295"/>
                  </a:lnTo>
                  <a:lnTo>
                    <a:pt x="1160251" y="1501295"/>
                  </a:lnTo>
                  <a:lnTo>
                    <a:pt x="1160251" y="1501295"/>
                  </a:lnTo>
                  <a:lnTo>
                    <a:pt x="1165724" y="1501295"/>
                  </a:lnTo>
                  <a:lnTo>
                    <a:pt x="1165724" y="1492009"/>
                  </a:lnTo>
                  <a:lnTo>
                    <a:pt x="1171197" y="1492009"/>
                  </a:lnTo>
                  <a:lnTo>
                    <a:pt x="1171197" y="1482722"/>
                  </a:lnTo>
                  <a:lnTo>
                    <a:pt x="1176670" y="1482722"/>
                  </a:lnTo>
                  <a:lnTo>
                    <a:pt x="1176670" y="1482722"/>
                  </a:lnTo>
                  <a:lnTo>
                    <a:pt x="1182143" y="1482722"/>
                  </a:lnTo>
                  <a:lnTo>
                    <a:pt x="1182143" y="1482722"/>
                  </a:lnTo>
                  <a:lnTo>
                    <a:pt x="1187616" y="1482722"/>
                  </a:lnTo>
                  <a:lnTo>
                    <a:pt x="1187616" y="1482722"/>
                  </a:lnTo>
                  <a:lnTo>
                    <a:pt x="1193089" y="1482722"/>
                  </a:lnTo>
                  <a:lnTo>
                    <a:pt x="1193089" y="1482722"/>
                  </a:lnTo>
                  <a:lnTo>
                    <a:pt x="1198561" y="1482722"/>
                  </a:lnTo>
                  <a:lnTo>
                    <a:pt x="1198561" y="1482722"/>
                  </a:lnTo>
                  <a:lnTo>
                    <a:pt x="1204034" y="1482722"/>
                  </a:lnTo>
                  <a:lnTo>
                    <a:pt x="1204034" y="1482722"/>
                  </a:lnTo>
                  <a:lnTo>
                    <a:pt x="1209507" y="1482722"/>
                  </a:lnTo>
                  <a:lnTo>
                    <a:pt x="1209507" y="1482722"/>
                  </a:lnTo>
                  <a:lnTo>
                    <a:pt x="1214980" y="1482722"/>
                  </a:lnTo>
                  <a:lnTo>
                    <a:pt x="1214980" y="1482722"/>
                  </a:lnTo>
                  <a:lnTo>
                    <a:pt x="1220453" y="1482722"/>
                  </a:lnTo>
                  <a:lnTo>
                    <a:pt x="1220453" y="1482722"/>
                  </a:lnTo>
                  <a:lnTo>
                    <a:pt x="1225926" y="1482722"/>
                  </a:lnTo>
                  <a:lnTo>
                    <a:pt x="1225926" y="1464092"/>
                  </a:lnTo>
                  <a:lnTo>
                    <a:pt x="1231399" y="1464092"/>
                  </a:lnTo>
                  <a:lnTo>
                    <a:pt x="1231399" y="1464092"/>
                  </a:lnTo>
                  <a:lnTo>
                    <a:pt x="1236872" y="1464092"/>
                  </a:lnTo>
                  <a:lnTo>
                    <a:pt x="1236872" y="1454770"/>
                  </a:lnTo>
                  <a:lnTo>
                    <a:pt x="1242344" y="1454770"/>
                  </a:lnTo>
                  <a:lnTo>
                    <a:pt x="1242344" y="1454770"/>
                  </a:lnTo>
                  <a:lnTo>
                    <a:pt x="1247817" y="1454770"/>
                  </a:lnTo>
                  <a:lnTo>
                    <a:pt x="1247817" y="1454770"/>
                  </a:lnTo>
                  <a:lnTo>
                    <a:pt x="1253290" y="1454770"/>
                  </a:lnTo>
                  <a:lnTo>
                    <a:pt x="1253290" y="1454770"/>
                  </a:lnTo>
                  <a:lnTo>
                    <a:pt x="1258763" y="1454770"/>
                  </a:lnTo>
                  <a:lnTo>
                    <a:pt x="1258763" y="1445438"/>
                  </a:lnTo>
                  <a:lnTo>
                    <a:pt x="1264236" y="1445438"/>
                  </a:lnTo>
                  <a:lnTo>
                    <a:pt x="1264236" y="1445438"/>
                  </a:lnTo>
                  <a:lnTo>
                    <a:pt x="1269709" y="1445438"/>
                  </a:lnTo>
                  <a:lnTo>
                    <a:pt x="1269709" y="1445438"/>
                  </a:lnTo>
                  <a:lnTo>
                    <a:pt x="1275182" y="1445438"/>
                  </a:lnTo>
                  <a:lnTo>
                    <a:pt x="1275182" y="1445438"/>
                  </a:lnTo>
                  <a:lnTo>
                    <a:pt x="1280655" y="1445438"/>
                  </a:lnTo>
                  <a:lnTo>
                    <a:pt x="1280655" y="1445438"/>
                  </a:lnTo>
                  <a:lnTo>
                    <a:pt x="1286128" y="1445438"/>
                  </a:lnTo>
                  <a:lnTo>
                    <a:pt x="1286128" y="1445438"/>
                  </a:lnTo>
                  <a:lnTo>
                    <a:pt x="1291600" y="1445438"/>
                  </a:lnTo>
                  <a:lnTo>
                    <a:pt x="1291600" y="1445438"/>
                  </a:lnTo>
                  <a:lnTo>
                    <a:pt x="1297073" y="1445438"/>
                  </a:lnTo>
                  <a:lnTo>
                    <a:pt x="1297073" y="1445438"/>
                  </a:lnTo>
                  <a:lnTo>
                    <a:pt x="1302546" y="1445438"/>
                  </a:lnTo>
                  <a:lnTo>
                    <a:pt x="1302546" y="1445438"/>
                  </a:lnTo>
                  <a:lnTo>
                    <a:pt x="1308019" y="1445438"/>
                  </a:lnTo>
                  <a:lnTo>
                    <a:pt x="1308019" y="1445438"/>
                  </a:lnTo>
                  <a:lnTo>
                    <a:pt x="1313492" y="1445438"/>
                  </a:lnTo>
                  <a:lnTo>
                    <a:pt x="1313492" y="1445438"/>
                  </a:lnTo>
                  <a:lnTo>
                    <a:pt x="1318965" y="1445438"/>
                  </a:lnTo>
                  <a:lnTo>
                    <a:pt x="1318965" y="1445438"/>
                  </a:lnTo>
                  <a:lnTo>
                    <a:pt x="1324438" y="1445438"/>
                  </a:lnTo>
                  <a:lnTo>
                    <a:pt x="1324438" y="1445438"/>
                  </a:lnTo>
                  <a:lnTo>
                    <a:pt x="1329911" y="1445438"/>
                  </a:lnTo>
                  <a:lnTo>
                    <a:pt x="1329911" y="1445438"/>
                  </a:lnTo>
                  <a:lnTo>
                    <a:pt x="1335384" y="1445438"/>
                  </a:lnTo>
                  <a:lnTo>
                    <a:pt x="1335384" y="1445438"/>
                  </a:lnTo>
                  <a:lnTo>
                    <a:pt x="1340856" y="1445438"/>
                  </a:lnTo>
                  <a:lnTo>
                    <a:pt x="1340856" y="1445438"/>
                  </a:lnTo>
                  <a:lnTo>
                    <a:pt x="1346329" y="1445438"/>
                  </a:lnTo>
                  <a:lnTo>
                    <a:pt x="1346329" y="1445438"/>
                  </a:lnTo>
                  <a:lnTo>
                    <a:pt x="1351802" y="1445438"/>
                  </a:lnTo>
                  <a:lnTo>
                    <a:pt x="1351802" y="1445438"/>
                  </a:lnTo>
                  <a:lnTo>
                    <a:pt x="1357275" y="1445438"/>
                  </a:lnTo>
                  <a:lnTo>
                    <a:pt x="1357275" y="1445438"/>
                  </a:lnTo>
                  <a:lnTo>
                    <a:pt x="1362748" y="1445438"/>
                  </a:lnTo>
                  <a:lnTo>
                    <a:pt x="1362748" y="1445438"/>
                  </a:lnTo>
                  <a:lnTo>
                    <a:pt x="1368221" y="1445438"/>
                  </a:lnTo>
                  <a:lnTo>
                    <a:pt x="1368221" y="1445438"/>
                  </a:lnTo>
                  <a:lnTo>
                    <a:pt x="1373694" y="1445438"/>
                  </a:lnTo>
                  <a:lnTo>
                    <a:pt x="1373694" y="1445438"/>
                  </a:lnTo>
                  <a:lnTo>
                    <a:pt x="1379167" y="1445438"/>
                  </a:lnTo>
                  <a:lnTo>
                    <a:pt x="1379167" y="1445438"/>
                  </a:lnTo>
                  <a:lnTo>
                    <a:pt x="1384640" y="1445438"/>
                  </a:lnTo>
                  <a:lnTo>
                    <a:pt x="1384640" y="1436060"/>
                  </a:lnTo>
                  <a:lnTo>
                    <a:pt x="1390112" y="1436060"/>
                  </a:lnTo>
                  <a:lnTo>
                    <a:pt x="1390112" y="1436060"/>
                  </a:lnTo>
                  <a:lnTo>
                    <a:pt x="1395585" y="1436060"/>
                  </a:lnTo>
                  <a:lnTo>
                    <a:pt x="1395585" y="1436060"/>
                  </a:lnTo>
                  <a:lnTo>
                    <a:pt x="1401058" y="1436060"/>
                  </a:lnTo>
                  <a:lnTo>
                    <a:pt x="1401058" y="1436060"/>
                  </a:lnTo>
                  <a:lnTo>
                    <a:pt x="1406531" y="1436060"/>
                  </a:lnTo>
                  <a:lnTo>
                    <a:pt x="1406531" y="1436060"/>
                  </a:lnTo>
                  <a:lnTo>
                    <a:pt x="1412004" y="1436060"/>
                  </a:lnTo>
                  <a:lnTo>
                    <a:pt x="1412004" y="1436060"/>
                  </a:lnTo>
                  <a:lnTo>
                    <a:pt x="1417477" y="1436060"/>
                  </a:lnTo>
                  <a:lnTo>
                    <a:pt x="1417477" y="1436060"/>
                  </a:lnTo>
                  <a:lnTo>
                    <a:pt x="1422950" y="1436060"/>
                  </a:lnTo>
                  <a:lnTo>
                    <a:pt x="1422950" y="1426665"/>
                  </a:lnTo>
                  <a:lnTo>
                    <a:pt x="1428423" y="1426665"/>
                  </a:lnTo>
                  <a:lnTo>
                    <a:pt x="1428423" y="1417270"/>
                  </a:lnTo>
                  <a:lnTo>
                    <a:pt x="1433895" y="1417270"/>
                  </a:lnTo>
                  <a:lnTo>
                    <a:pt x="1433895" y="1417270"/>
                  </a:lnTo>
                  <a:lnTo>
                    <a:pt x="1439368" y="1417270"/>
                  </a:lnTo>
                  <a:lnTo>
                    <a:pt x="1439368" y="1417270"/>
                  </a:lnTo>
                  <a:lnTo>
                    <a:pt x="1444841" y="1417270"/>
                  </a:lnTo>
                  <a:lnTo>
                    <a:pt x="1444841" y="1417270"/>
                  </a:lnTo>
                  <a:lnTo>
                    <a:pt x="1450314" y="1417270"/>
                  </a:lnTo>
                  <a:lnTo>
                    <a:pt x="1450314" y="1417270"/>
                  </a:lnTo>
                  <a:lnTo>
                    <a:pt x="1455787" y="1417270"/>
                  </a:lnTo>
                  <a:lnTo>
                    <a:pt x="1455787" y="1407865"/>
                  </a:lnTo>
                  <a:lnTo>
                    <a:pt x="1461260" y="1407865"/>
                  </a:lnTo>
                  <a:lnTo>
                    <a:pt x="1461260" y="1407865"/>
                  </a:lnTo>
                  <a:lnTo>
                    <a:pt x="1466733" y="1407865"/>
                  </a:lnTo>
                  <a:lnTo>
                    <a:pt x="1466733" y="1407865"/>
                  </a:lnTo>
                  <a:lnTo>
                    <a:pt x="1472206" y="1407865"/>
                  </a:lnTo>
                  <a:lnTo>
                    <a:pt x="1472206" y="1407865"/>
                  </a:lnTo>
                  <a:lnTo>
                    <a:pt x="1477679" y="1407865"/>
                  </a:lnTo>
                  <a:lnTo>
                    <a:pt x="1477679" y="1398456"/>
                  </a:lnTo>
                  <a:lnTo>
                    <a:pt x="1483151" y="1398456"/>
                  </a:lnTo>
                  <a:lnTo>
                    <a:pt x="1483151" y="1398456"/>
                  </a:lnTo>
                  <a:lnTo>
                    <a:pt x="1488624" y="1398456"/>
                  </a:lnTo>
                  <a:lnTo>
                    <a:pt x="1488624" y="1398456"/>
                  </a:lnTo>
                  <a:lnTo>
                    <a:pt x="1494097" y="1398456"/>
                  </a:lnTo>
                  <a:lnTo>
                    <a:pt x="1494097" y="1398456"/>
                  </a:lnTo>
                  <a:lnTo>
                    <a:pt x="1499570" y="1398456"/>
                  </a:lnTo>
                  <a:lnTo>
                    <a:pt x="1499570" y="1398456"/>
                  </a:lnTo>
                  <a:lnTo>
                    <a:pt x="1505043" y="1398456"/>
                  </a:lnTo>
                  <a:lnTo>
                    <a:pt x="1505043" y="1398456"/>
                  </a:lnTo>
                  <a:lnTo>
                    <a:pt x="1510516" y="1398456"/>
                  </a:lnTo>
                  <a:lnTo>
                    <a:pt x="1510516" y="1398456"/>
                  </a:lnTo>
                  <a:lnTo>
                    <a:pt x="1515989" y="1398456"/>
                  </a:lnTo>
                  <a:lnTo>
                    <a:pt x="1515989" y="1398456"/>
                  </a:lnTo>
                  <a:lnTo>
                    <a:pt x="1521462" y="1398456"/>
                  </a:lnTo>
                  <a:lnTo>
                    <a:pt x="1521462" y="1398456"/>
                  </a:lnTo>
                  <a:lnTo>
                    <a:pt x="1526935" y="1398456"/>
                  </a:lnTo>
                  <a:lnTo>
                    <a:pt x="1526935" y="1398456"/>
                  </a:lnTo>
                  <a:lnTo>
                    <a:pt x="1532407" y="1398456"/>
                  </a:lnTo>
                  <a:lnTo>
                    <a:pt x="1532407" y="1398456"/>
                  </a:lnTo>
                  <a:lnTo>
                    <a:pt x="1537880" y="1398456"/>
                  </a:lnTo>
                  <a:lnTo>
                    <a:pt x="1537880" y="1398456"/>
                  </a:lnTo>
                  <a:lnTo>
                    <a:pt x="1543353" y="1398456"/>
                  </a:lnTo>
                  <a:lnTo>
                    <a:pt x="1543353" y="1398456"/>
                  </a:lnTo>
                  <a:lnTo>
                    <a:pt x="1548826" y="1398456"/>
                  </a:lnTo>
                  <a:lnTo>
                    <a:pt x="1548826" y="1398456"/>
                  </a:lnTo>
                  <a:lnTo>
                    <a:pt x="1554299" y="1398456"/>
                  </a:lnTo>
                  <a:lnTo>
                    <a:pt x="1554299" y="1398456"/>
                  </a:lnTo>
                  <a:lnTo>
                    <a:pt x="1559772" y="1398456"/>
                  </a:lnTo>
                  <a:lnTo>
                    <a:pt x="1559772" y="1398456"/>
                  </a:lnTo>
                  <a:lnTo>
                    <a:pt x="1565245" y="1398456"/>
                  </a:lnTo>
                  <a:lnTo>
                    <a:pt x="1565245" y="1389012"/>
                  </a:lnTo>
                  <a:lnTo>
                    <a:pt x="1570718" y="1389012"/>
                  </a:lnTo>
                  <a:lnTo>
                    <a:pt x="1570718" y="1389012"/>
                  </a:lnTo>
                  <a:lnTo>
                    <a:pt x="1576191" y="1389012"/>
                  </a:lnTo>
                  <a:lnTo>
                    <a:pt x="1576191" y="1389012"/>
                  </a:lnTo>
                  <a:lnTo>
                    <a:pt x="1581663" y="1389012"/>
                  </a:lnTo>
                  <a:lnTo>
                    <a:pt x="1581663" y="1389012"/>
                  </a:lnTo>
                  <a:lnTo>
                    <a:pt x="1587136" y="1389012"/>
                  </a:lnTo>
                  <a:lnTo>
                    <a:pt x="1587136" y="1389012"/>
                  </a:lnTo>
                  <a:lnTo>
                    <a:pt x="1592609" y="1389012"/>
                  </a:lnTo>
                  <a:lnTo>
                    <a:pt x="1592609" y="1389012"/>
                  </a:lnTo>
                  <a:lnTo>
                    <a:pt x="1598082" y="1389012"/>
                  </a:lnTo>
                  <a:lnTo>
                    <a:pt x="1598082" y="1389012"/>
                  </a:lnTo>
                  <a:lnTo>
                    <a:pt x="1603555" y="1389012"/>
                  </a:lnTo>
                  <a:lnTo>
                    <a:pt x="1603555" y="1389012"/>
                  </a:lnTo>
                  <a:lnTo>
                    <a:pt x="1609028" y="1389012"/>
                  </a:lnTo>
                  <a:lnTo>
                    <a:pt x="1609028" y="1389012"/>
                  </a:lnTo>
                  <a:lnTo>
                    <a:pt x="1614501" y="1389012"/>
                  </a:lnTo>
                  <a:lnTo>
                    <a:pt x="1614501" y="1389012"/>
                  </a:lnTo>
                  <a:lnTo>
                    <a:pt x="1619974" y="1389012"/>
                  </a:lnTo>
                  <a:lnTo>
                    <a:pt x="1619974" y="1389012"/>
                  </a:lnTo>
                  <a:lnTo>
                    <a:pt x="1625446" y="1389012"/>
                  </a:lnTo>
                  <a:lnTo>
                    <a:pt x="1625446" y="1379532"/>
                  </a:lnTo>
                  <a:lnTo>
                    <a:pt x="1630919" y="1379532"/>
                  </a:lnTo>
                  <a:lnTo>
                    <a:pt x="1630919" y="1370048"/>
                  </a:lnTo>
                  <a:lnTo>
                    <a:pt x="1636392" y="1370048"/>
                  </a:lnTo>
                  <a:lnTo>
                    <a:pt x="1636392" y="1370048"/>
                  </a:lnTo>
                  <a:lnTo>
                    <a:pt x="1641865" y="1370048"/>
                  </a:lnTo>
                  <a:lnTo>
                    <a:pt x="1641865" y="1360560"/>
                  </a:lnTo>
                  <a:lnTo>
                    <a:pt x="1647338" y="1360560"/>
                  </a:lnTo>
                  <a:lnTo>
                    <a:pt x="1647338" y="1360560"/>
                  </a:lnTo>
                  <a:lnTo>
                    <a:pt x="1652811" y="1360560"/>
                  </a:lnTo>
                  <a:lnTo>
                    <a:pt x="1652811" y="1351065"/>
                  </a:lnTo>
                  <a:lnTo>
                    <a:pt x="1658284" y="1351065"/>
                  </a:lnTo>
                  <a:lnTo>
                    <a:pt x="1658284" y="1351065"/>
                  </a:lnTo>
                  <a:lnTo>
                    <a:pt x="1663757" y="1351065"/>
                  </a:lnTo>
                  <a:lnTo>
                    <a:pt x="1663757" y="1351065"/>
                  </a:lnTo>
                  <a:lnTo>
                    <a:pt x="1669230" y="1351065"/>
                  </a:lnTo>
                  <a:lnTo>
                    <a:pt x="1669230" y="1351065"/>
                  </a:lnTo>
                  <a:lnTo>
                    <a:pt x="1674702" y="1351065"/>
                  </a:lnTo>
                  <a:lnTo>
                    <a:pt x="1674702" y="1351065"/>
                  </a:lnTo>
                  <a:lnTo>
                    <a:pt x="1680175" y="1351065"/>
                  </a:lnTo>
                  <a:lnTo>
                    <a:pt x="1680175" y="1351065"/>
                  </a:lnTo>
                  <a:lnTo>
                    <a:pt x="1685648" y="1351065"/>
                  </a:lnTo>
                  <a:lnTo>
                    <a:pt x="1685648" y="1351065"/>
                  </a:lnTo>
                  <a:lnTo>
                    <a:pt x="1691121" y="1351065"/>
                  </a:lnTo>
                  <a:lnTo>
                    <a:pt x="1691121" y="1351065"/>
                  </a:lnTo>
                  <a:lnTo>
                    <a:pt x="1696594" y="1351065"/>
                  </a:lnTo>
                  <a:lnTo>
                    <a:pt x="1696594" y="1351065"/>
                  </a:lnTo>
                  <a:lnTo>
                    <a:pt x="1702067" y="1351065"/>
                  </a:lnTo>
                  <a:lnTo>
                    <a:pt x="1702067" y="1351065"/>
                  </a:lnTo>
                  <a:lnTo>
                    <a:pt x="1707540" y="1351065"/>
                  </a:lnTo>
                  <a:lnTo>
                    <a:pt x="1707540" y="1351065"/>
                  </a:lnTo>
                  <a:lnTo>
                    <a:pt x="1713013" y="1351065"/>
                  </a:lnTo>
                  <a:lnTo>
                    <a:pt x="1713013" y="1351065"/>
                  </a:lnTo>
                  <a:lnTo>
                    <a:pt x="1718486" y="1351065"/>
                  </a:lnTo>
                  <a:lnTo>
                    <a:pt x="1718486" y="1351065"/>
                  </a:lnTo>
                  <a:lnTo>
                    <a:pt x="1723958" y="1351065"/>
                  </a:lnTo>
                  <a:lnTo>
                    <a:pt x="1723958" y="1332031"/>
                  </a:lnTo>
                  <a:lnTo>
                    <a:pt x="1729431" y="1332031"/>
                  </a:lnTo>
                  <a:lnTo>
                    <a:pt x="1729431" y="1332031"/>
                  </a:lnTo>
                  <a:lnTo>
                    <a:pt x="1734904" y="1332031"/>
                  </a:lnTo>
                  <a:lnTo>
                    <a:pt x="1734904" y="1332031"/>
                  </a:lnTo>
                  <a:lnTo>
                    <a:pt x="1740377" y="1332031"/>
                  </a:lnTo>
                  <a:lnTo>
                    <a:pt x="1740377" y="1332031"/>
                  </a:lnTo>
                  <a:lnTo>
                    <a:pt x="1745850" y="1332031"/>
                  </a:lnTo>
                  <a:lnTo>
                    <a:pt x="1745850" y="1332031"/>
                  </a:lnTo>
                  <a:lnTo>
                    <a:pt x="1751323" y="1332031"/>
                  </a:lnTo>
                  <a:lnTo>
                    <a:pt x="1751323" y="1332031"/>
                  </a:lnTo>
                  <a:lnTo>
                    <a:pt x="1756796" y="1332031"/>
                  </a:lnTo>
                  <a:lnTo>
                    <a:pt x="1756796" y="1332031"/>
                  </a:lnTo>
                  <a:lnTo>
                    <a:pt x="1762269" y="1332031"/>
                  </a:lnTo>
                  <a:lnTo>
                    <a:pt x="1762269" y="1332031"/>
                  </a:lnTo>
                  <a:lnTo>
                    <a:pt x="1767741" y="1332031"/>
                  </a:lnTo>
                  <a:lnTo>
                    <a:pt x="1767741" y="1332031"/>
                  </a:lnTo>
                  <a:lnTo>
                    <a:pt x="1773214" y="1332031"/>
                  </a:lnTo>
                  <a:lnTo>
                    <a:pt x="1773214" y="1332031"/>
                  </a:lnTo>
                  <a:lnTo>
                    <a:pt x="1778687" y="1332031"/>
                  </a:lnTo>
                  <a:lnTo>
                    <a:pt x="1778687" y="1332031"/>
                  </a:lnTo>
                  <a:lnTo>
                    <a:pt x="1784160" y="1332031"/>
                  </a:lnTo>
                  <a:lnTo>
                    <a:pt x="1784160" y="1332031"/>
                  </a:lnTo>
                  <a:lnTo>
                    <a:pt x="1789633" y="1332031"/>
                  </a:lnTo>
                  <a:lnTo>
                    <a:pt x="1789633" y="1332031"/>
                  </a:lnTo>
                  <a:lnTo>
                    <a:pt x="1795106" y="1332031"/>
                  </a:lnTo>
                  <a:lnTo>
                    <a:pt x="1795106" y="1332031"/>
                  </a:lnTo>
                  <a:lnTo>
                    <a:pt x="1800579" y="1332031"/>
                  </a:lnTo>
                  <a:lnTo>
                    <a:pt x="1800579" y="1332031"/>
                  </a:lnTo>
                  <a:lnTo>
                    <a:pt x="1806052" y="1332031"/>
                  </a:lnTo>
                  <a:lnTo>
                    <a:pt x="1806052" y="1332031"/>
                  </a:lnTo>
                  <a:lnTo>
                    <a:pt x="1811525" y="1332031"/>
                  </a:lnTo>
                  <a:lnTo>
                    <a:pt x="1811525" y="1332031"/>
                  </a:lnTo>
                  <a:lnTo>
                    <a:pt x="1816997" y="1332031"/>
                  </a:lnTo>
                  <a:lnTo>
                    <a:pt x="1816997" y="1332031"/>
                  </a:lnTo>
                  <a:lnTo>
                    <a:pt x="1822470" y="1332031"/>
                  </a:lnTo>
                  <a:lnTo>
                    <a:pt x="1822470" y="1332031"/>
                  </a:lnTo>
                  <a:lnTo>
                    <a:pt x="1827943" y="1332031"/>
                  </a:lnTo>
                  <a:lnTo>
                    <a:pt x="1827943" y="1322434"/>
                  </a:lnTo>
                  <a:lnTo>
                    <a:pt x="1833416" y="1322434"/>
                  </a:lnTo>
                  <a:lnTo>
                    <a:pt x="1833416" y="1322434"/>
                  </a:lnTo>
                  <a:lnTo>
                    <a:pt x="1838889" y="1322434"/>
                  </a:lnTo>
                  <a:lnTo>
                    <a:pt x="1838889" y="1322434"/>
                  </a:lnTo>
                  <a:lnTo>
                    <a:pt x="1844362" y="1322434"/>
                  </a:lnTo>
                  <a:lnTo>
                    <a:pt x="1844362" y="1322434"/>
                  </a:lnTo>
                  <a:lnTo>
                    <a:pt x="1849835" y="1322434"/>
                  </a:lnTo>
                  <a:lnTo>
                    <a:pt x="1849835" y="1322434"/>
                  </a:lnTo>
                  <a:lnTo>
                    <a:pt x="1855308" y="1322434"/>
                  </a:lnTo>
                  <a:lnTo>
                    <a:pt x="1855308" y="1322434"/>
                  </a:lnTo>
                  <a:lnTo>
                    <a:pt x="1860781" y="1322434"/>
                  </a:lnTo>
                  <a:lnTo>
                    <a:pt x="1860781" y="1322434"/>
                  </a:lnTo>
                  <a:lnTo>
                    <a:pt x="1866253" y="1322434"/>
                  </a:lnTo>
                  <a:lnTo>
                    <a:pt x="1866253" y="1322434"/>
                  </a:lnTo>
                  <a:lnTo>
                    <a:pt x="1871726" y="1322434"/>
                  </a:lnTo>
                  <a:lnTo>
                    <a:pt x="1871726" y="1322434"/>
                  </a:lnTo>
                  <a:lnTo>
                    <a:pt x="1877199" y="1322434"/>
                  </a:lnTo>
                  <a:lnTo>
                    <a:pt x="1877199" y="1303201"/>
                  </a:lnTo>
                  <a:lnTo>
                    <a:pt x="1882672" y="1303201"/>
                  </a:lnTo>
                  <a:lnTo>
                    <a:pt x="1882672" y="1303201"/>
                  </a:lnTo>
                  <a:lnTo>
                    <a:pt x="1888145" y="1303201"/>
                  </a:lnTo>
                  <a:lnTo>
                    <a:pt x="1888145" y="1303201"/>
                  </a:lnTo>
                  <a:lnTo>
                    <a:pt x="1893618" y="1303201"/>
                  </a:lnTo>
                  <a:lnTo>
                    <a:pt x="1893618" y="1293569"/>
                  </a:lnTo>
                  <a:lnTo>
                    <a:pt x="1899091" y="1293569"/>
                  </a:lnTo>
                  <a:lnTo>
                    <a:pt x="1899091" y="1293569"/>
                  </a:lnTo>
                  <a:lnTo>
                    <a:pt x="1904564" y="1293569"/>
                  </a:lnTo>
                  <a:lnTo>
                    <a:pt x="1904564" y="1293569"/>
                  </a:lnTo>
                  <a:lnTo>
                    <a:pt x="1910037" y="1293569"/>
                  </a:lnTo>
                  <a:lnTo>
                    <a:pt x="1910037" y="1293569"/>
                  </a:lnTo>
                  <a:lnTo>
                    <a:pt x="1915509" y="1293569"/>
                  </a:lnTo>
                  <a:lnTo>
                    <a:pt x="1915509" y="1293569"/>
                  </a:lnTo>
                  <a:lnTo>
                    <a:pt x="1920982" y="1293569"/>
                  </a:lnTo>
                  <a:lnTo>
                    <a:pt x="1920982" y="1293569"/>
                  </a:lnTo>
                  <a:lnTo>
                    <a:pt x="1926455" y="1293569"/>
                  </a:lnTo>
                  <a:lnTo>
                    <a:pt x="1926455" y="1283917"/>
                  </a:lnTo>
                  <a:lnTo>
                    <a:pt x="1931928" y="1283917"/>
                  </a:lnTo>
                  <a:lnTo>
                    <a:pt x="1931928" y="1283917"/>
                  </a:lnTo>
                  <a:lnTo>
                    <a:pt x="1937401" y="1283917"/>
                  </a:lnTo>
                  <a:lnTo>
                    <a:pt x="1937401" y="1283917"/>
                  </a:lnTo>
                  <a:lnTo>
                    <a:pt x="1942874" y="1283917"/>
                  </a:lnTo>
                  <a:lnTo>
                    <a:pt x="1942874" y="1283917"/>
                  </a:lnTo>
                  <a:lnTo>
                    <a:pt x="1948347" y="1283917"/>
                  </a:lnTo>
                  <a:lnTo>
                    <a:pt x="1948347" y="1283917"/>
                  </a:lnTo>
                  <a:lnTo>
                    <a:pt x="1953820" y="1283917"/>
                  </a:lnTo>
                  <a:lnTo>
                    <a:pt x="1953820" y="1283917"/>
                  </a:lnTo>
                  <a:lnTo>
                    <a:pt x="1959292" y="1283917"/>
                  </a:lnTo>
                  <a:lnTo>
                    <a:pt x="1959292" y="1283917"/>
                  </a:lnTo>
                  <a:lnTo>
                    <a:pt x="1964765" y="1283917"/>
                  </a:lnTo>
                  <a:lnTo>
                    <a:pt x="1964765" y="1274229"/>
                  </a:lnTo>
                  <a:lnTo>
                    <a:pt x="1970238" y="1274229"/>
                  </a:lnTo>
                  <a:lnTo>
                    <a:pt x="1970238" y="1274229"/>
                  </a:lnTo>
                  <a:lnTo>
                    <a:pt x="1975711" y="1274229"/>
                  </a:lnTo>
                  <a:lnTo>
                    <a:pt x="1975711" y="1264540"/>
                  </a:lnTo>
                  <a:lnTo>
                    <a:pt x="1981184" y="1264540"/>
                  </a:lnTo>
                  <a:lnTo>
                    <a:pt x="1981184" y="1264540"/>
                  </a:lnTo>
                  <a:lnTo>
                    <a:pt x="1986657" y="1264540"/>
                  </a:lnTo>
                  <a:lnTo>
                    <a:pt x="1986657" y="1254848"/>
                  </a:lnTo>
                  <a:lnTo>
                    <a:pt x="1992130" y="1254848"/>
                  </a:lnTo>
                  <a:lnTo>
                    <a:pt x="1992130" y="1254848"/>
                  </a:lnTo>
                  <a:lnTo>
                    <a:pt x="1997603" y="1254848"/>
                  </a:lnTo>
                  <a:lnTo>
                    <a:pt x="1997603" y="1254848"/>
                  </a:lnTo>
                  <a:lnTo>
                    <a:pt x="2003076" y="1254848"/>
                  </a:lnTo>
                  <a:lnTo>
                    <a:pt x="2003076" y="1254848"/>
                  </a:lnTo>
                  <a:lnTo>
                    <a:pt x="2008548" y="1254848"/>
                  </a:lnTo>
                  <a:lnTo>
                    <a:pt x="2008548" y="1254848"/>
                  </a:lnTo>
                  <a:lnTo>
                    <a:pt x="2014021" y="1254848"/>
                  </a:lnTo>
                  <a:lnTo>
                    <a:pt x="2014021" y="1254848"/>
                  </a:lnTo>
                  <a:lnTo>
                    <a:pt x="2019494" y="1254848"/>
                  </a:lnTo>
                  <a:lnTo>
                    <a:pt x="2019494" y="1254848"/>
                  </a:lnTo>
                  <a:lnTo>
                    <a:pt x="2024967" y="1254848"/>
                  </a:lnTo>
                  <a:lnTo>
                    <a:pt x="2024967" y="1254848"/>
                  </a:lnTo>
                  <a:lnTo>
                    <a:pt x="2030440" y="1254848"/>
                  </a:lnTo>
                  <a:lnTo>
                    <a:pt x="2030440" y="1254848"/>
                  </a:lnTo>
                  <a:lnTo>
                    <a:pt x="2035913" y="1254848"/>
                  </a:lnTo>
                  <a:lnTo>
                    <a:pt x="2035913" y="1254848"/>
                  </a:lnTo>
                  <a:lnTo>
                    <a:pt x="2041386" y="1254848"/>
                  </a:lnTo>
                  <a:lnTo>
                    <a:pt x="2041386" y="1254848"/>
                  </a:lnTo>
                  <a:lnTo>
                    <a:pt x="2046859" y="1254848"/>
                  </a:lnTo>
                  <a:lnTo>
                    <a:pt x="2046859" y="1254848"/>
                  </a:lnTo>
                  <a:lnTo>
                    <a:pt x="2052332" y="1254848"/>
                  </a:lnTo>
                  <a:lnTo>
                    <a:pt x="2052332" y="1254848"/>
                  </a:lnTo>
                  <a:lnTo>
                    <a:pt x="2057804" y="1254848"/>
                  </a:lnTo>
                  <a:lnTo>
                    <a:pt x="2057804" y="1254848"/>
                  </a:lnTo>
                  <a:lnTo>
                    <a:pt x="2063277" y="1254848"/>
                  </a:lnTo>
                  <a:lnTo>
                    <a:pt x="2063277" y="1254848"/>
                  </a:lnTo>
                  <a:lnTo>
                    <a:pt x="2068750" y="1254848"/>
                  </a:lnTo>
                  <a:lnTo>
                    <a:pt x="2068750" y="1254848"/>
                  </a:lnTo>
                  <a:lnTo>
                    <a:pt x="2074223" y="1254848"/>
                  </a:lnTo>
                  <a:lnTo>
                    <a:pt x="2074223" y="1254848"/>
                  </a:lnTo>
                  <a:lnTo>
                    <a:pt x="2079696" y="1254848"/>
                  </a:lnTo>
                  <a:lnTo>
                    <a:pt x="2079696" y="1254848"/>
                  </a:lnTo>
                  <a:lnTo>
                    <a:pt x="2085169" y="1254848"/>
                  </a:lnTo>
                  <a:lnTo>
                    <a:pt x="2085169" y="1245072"/>
                  </a:lnTo>
                  <a:lnTo>
                    <a:pt x="2090642" y="1245072"/>
                  </a:lnTo>
                  <a:lnTo>
                    <a:pt x="2090642" y="1245072"/>
                  </a:lnTo>
                  <a:lnTo>
                    <a:pt x="2096115" y="1245072"/>
                  </a:lnTo>
                  <a:lnTo>
                    <a:pt x="2096115" y="1245072"/>
                  </a:lnTo>
                  <a:lnTo>
                    <a:pt x="2101588" y="1245072"/>
                  </a:lnTo>
                  <a:lnTo>
                    <a:pt x="2101588" y="1245072"/>
                  </a:lnTo>
                  <a:lnTo>
                    <a:pt x="2107060" y="1245072"/>
                  </a:lnTo>
                  <a:lnTo>
                    <a:pt x="2107060" y="1245072"/>
                  </a:lnTo>
                  <a:lnTo>
                    <a:pt x="2112533" y="1245072"/>
                  </a:lnTo>
                  <a:lnTo>
                    <a:pt x="2112533" y="1245072"/>
                  </a:lnTo>
                  <a:lnTo>
                    <a:pt x="2118006" y="1245072"/>
                  </a:lnTo>
                  <a:lnTo>
                    <a:pt x="2118006" y="1235280"/>
                  </a:lnTo>
                  <a:lnTo>
                    <a:pt x="2123479" y="1235280"/>
                  </a:lnTo>
                  <a:lnTo>
                    <a:pt x="2123479" y="1235280"/>
                  </a:lnTo>
                  <a:lnTo>
                    <a:pt x="2128952" y="1235280"/>
                  </a:lnTo>
                  <a:lnTo>
                    <a:pt x="2128952" y="1235280"/>
                  </a:lnTo>
                  <a:lnTo>
                    <a:pt x="2134425" y="1235280"/>
                  </a:lnTo>
                  <a:lnTo>
                    <a:pt x="2134425" y="1225483"/>
                  </a:lnTo>
                  <a:lnTo>
                    <a:pt x="2139898" y="1225483"/>
                  </a:lnTo>
                  <a:lnTo>
                    <a:pt x="2139898" y="1225483"/>
                  </a:lnTo>
                  <a:lnTo>
                    <a:pt x="2145371" y="1225483"/>
                  </a:lnTo>
                  <a:lnTo>
                    <a:pt x="2145371" y="1225483"/>
                  </a:lnTo>
                  <a:lnTo>
                    <a:pt x="2150843" y="1225483"/>
                  </a:lnTo>
                  <a:lnTo>
                    <a:pt x="2150843" y="1225483"/>
                  </a:lnTo>
                  <a:lnTo>
                    <a:pt x="2156316" y="1225483"/>
                  </a:lnTo>
                  <a:lnTo>
                    <a:pt x="2156316" y="1225483"/>
                  </a:lnTo>
                  <a:lnTo>
                    <a:pt x="2161789" y="1225483"/>
                  </a:lnTo>
                  <a:lnTo>
                    <a:pt x="2161789" y="1225483"/>
                  </a:lnTo>
                  <a:lnTo>
                    <a:pt x="2167262" y="1225483"/>
                  </a:lnTo>
                  <a:lnTo>
                    <a:pt x="2167262" y="1225483"/>
                  </a:lnTo>
                  <a:lnTo>
                    <a:pt x="2172735" y="1225483"/>
                  </a:lnTo>
                  <a:lnTo>
                    <a:pt x="2172735" y="1225483"/>
                  </a:lnTo>
                  <a:lnTo>
                    <a:pt x="2178208" y="1225483"/>
                  </a:lnTo>
                  <a:lnTo>
                    <a:pt x="2178208" y="1225483"/>
                  </a:lnTo>
                  <a:lnTo>
                    <a:pt x="2183681" y="1225483"/>
                  </a:lnTo>
                  <a:lnTo>
                    <a:pt x="2183681" y="1225483"/>
                  </a:lnTo>
                  <a:lnTo>
                    <a:pt x="2189154" y="1225483"/>
                  </a:lnTo>
                  <a:lnTo>
                    <a:pt x="2189154" y="1225483"/>
                  </a:lnTo>
                  <a:lnTo>
                    <a:pt x="2194627" y="1225483"/>
                  </a:lnTo>
                  <a:lnTo>
                    <a:pt x="2194627" y="1225483"/>
                  </a:lnTo>
                  <a:lnTo>
                    <a:pt x="2200099" y="1225483"/>
                  </a:lnTo>
                  <a:lnTo>
                    <a:pt x="2200099" y="1225483"/>
                  </a:lnTo>
                  <a:lnTo>
                    <a:pt x="2205572" y="1225483"/>
                  </a:lnTo>
                  <a:lnTo>
                    <a:pt x="2205572" y="1225483"/>
                  </a:lnTo>
                  <a:lnTo>
                    <a:pt x="2211045" y="1225483"/>
                  </a:lnTo>
                  <a:lnTo>
                    <a:pt x="2211045" y="1225483"/>
                  </a:lnTo>
                  <a:lnTo>
                    <a:pt x="2216518" y="1225483"/>
                  </a:lnTo>
                  <a:lnTo>
                    <a:pt x="2216518" y="1225483"/>
                  </a:lnTo>
                  <a:lnTo>
                    <a:pt x="2221991" y="1225483"/>
                  </a:lnTo>
                  <a:lnTo>
                    <a:pt x="2221991" y="1225483"/>
                  </a:lnTo>
                  <a:lnTo>
                    <a:pt x="2227464" y="1225483"/>
                  </a:lnTo>
                  <a:lnTo>
                    <a:pt x="2227464" y="1225483"/>
                  </a:lnTo>
                  <a:lnTo>
                    <a:pt x="2232937" y="1225483"/>
                  </a:lnTo>
                  <a:lnTo>
                    <a:pt x="2232937" y="1225483"/>
                  </a:lnTo>
                  <a:lnTo>
                    <a:pt x="2238410" y="1225483"/>
                  </a:lnTo>
                  <a:lnTo>
                    <a:pt x="2238410" y="1225483"/>
                  </a:lnTo>
                  <a:lnTo>
                    <a:pt x="2243883" y="1225483"/>
                  </a:lnTo>
                  <a:lnTo>
                    <a:pt x="2243883" y="1225483"/>
                  </a:lnTo>
                  <a:lnTo>
                    <a:pt x="2249355" y="1225483"/>
                  </a:lnTo>
                  <a:lnTo>
                    <a:pt x="2249355" y="1225483"/>
                  </a:lnTo>
                  <a:lnTo>
                    <a:pt x="2254828" y="1225483"/>
                  </a:lnTo>
                  <a:lnTo>
                    <a:pt x="2254828" y="1215611"/>
                  </a:lnTo>
                  <a:lnTo>
                    <a:pt x="2260301" y="1215611"/>
                  </a:lnTo>
                  <a:lnTo>
                    <a:pt x="2260301" y="1215611"/>
                  </a:lnTo>
                  <a:lnTo>
                    <a:pt x="2265774" y="1215611"/>
                  </a:lnTo>
                  <a:lnTo>
                    <a:pt x="2265774" y="1215611"/>
                  </a:lnTo>
                  <a:lnTo>
                    <a:pt x="2271247" y="1215611"/>
                  </a:lnTo>
                  <a:lnTo>
                    <a:pt x="2271247" y="1215611"/>
                  </a:lnTo>
                  <a:lnTo>
                    <a:pt x="2276720" y="1215611"/>
                  </a:lnTo>
                  <a:lnTo>
                    <a:pt x="2276720" y="1215611"/>
                  </a:lnTo>
                  <a:lnTo>
                    <a:pt x="2282193" y="1215611"/>
                  </a:lnTo>
                  <a:lnTo>
                    <a:pt x="2282193" y="1215611"/>
                  </a:lnTo>
                  <a:lnTo>
                    <a:pt x="2287666" y="1215611"/>
                  </a:lnTo>
                  <a:lnTo>
                    <a:pt x="2287666" y="1215611"/>
                  </a:lnTo>
                  <a:lnTo>
                    <a:pt x="2293138" y="1215611"/>
                  </a:lnTo>
                  <a:lnTo>
                    <a:pt x="2293138" y="1215611"/>
                  </a:lnTo>
                  <a:lnTo>
                    <a:pt x="2298611" y="1215611"/>
                  </a:lnTo>
                  <a:lnTo>
                    <a:pt x="2298611" y="1205704"/>
                  </a:lnTo>
                  <a:lnTo>
                    <a:pt x="2304084" y="1205704"/>
                  </a:lnTo>
                  <a:lnTo>
                    <a:pt x="2304084" y="1205704"/>
                  </a:lnTo>
                  <a:lnTo>
                    <a:pt x="2309557" y="1205704"/>
                  </a:lnTo>
                  <a:lnTo>
                    <a:pt x="2309557" y="1205704"/>
                  </a:lnTo>
                  <a:lnTo>
                    <a:pt x="2315030" y="1205704"/>
                  </a:lnTo>
                  <a:lnTo>
                    <a:pt x="2315030" y="1205704"/>
                  </a:lnTo>
                  <a:lnTo>
                    <a:pt x="2320503" y="1205704"/>
                  </a:lnTo>
                  <a:lnTo>
                    <a:pt x="2320503" y="1205704"/>
                  </a:lnTo>
                  <a:lnTo>
                    <a:pt x="2325976" y="1205704"/>
                  </a:lnTo>
                  <a:lnTo>
                    <a:pt x="2325976" y="1205704"/>
                  </a:lnTo>
                  <a:lnTo>
                    <a:pt x="2331449" y="1205704"/>
                  </a:lnTo>
                  <a:lnTo>
                    <a:pt x="2331449" y="1205704"/>
                  </a:lnTo>
                  <a:lnTo>
                    <a:pt x="2336922" y="1205704"/>
                  </a:lnTo>
                  <a:lnTo>
                    <a:pt x="2336922" y="1195769"/>
                  </a:lnTo>
                  <a:lnTo>
                    <a:pt x="2342394" y="1195769"/>
                  </a:lnTo>
                  <a:lnTo>
                    <a:pt x="2342394" y="1195769"/>
                  </a:lnTo>
                  <a:lnTo>
                    <a:pt x="2347867" y="1195769"/>
                  </a:lnTo>
                  <a:lnTo>
                    <a:pt x="2347867" y="1195769"/>
                  </a:lnTo>
                  <a:lnTo>
                    <a:pt x="2353340" y="1195769"/>
                  </a:lnTo>
                  <a:lnTo>
                    <a:pt x="2353340" y="1195769"/>
                  </a:lnTo>
                  <a:lnTo>
                    <a:pt x="2358813" y="1195769"/>
                  </a:lnTo>
                  <a:lnTo>
                    <a:pt x="2358813" y="1185830"/>
                  </a:lnTo>
                  <a:lnTo>
                    <a:pt x="2364286" y="1185830"/>
                  </a:lnTo>
                  <a:lnTo>
                    <a:pt x="2364286" y="1185830"/>
                  </a:lnTo>
                  <a:lnTo>
                    <a:pt x="2369759" y="1185830"/>
                  </a:lnTo>
                  <a:lnTo>
                    <a:pt x="2369759" y="1185830"/>
                  </a:lnTo>
                  <a:lnTo>
                    <a:pt x="2375232" y="1185830"/>
                  </a:lnTo>
                  <a:lnTo>
                    <a:pt x="2375232" y="1185830"/>
                  </a:lnTo>
                  <a:lnTo>
                    <a:pt x="2380705" y="1185830"/>
                  </a:lnTo>
                  <a:lnTo>
                    <a:pt x="2380705" y="1185830"/>
                  </a:lnTo>
                  <a:lnTo>
                    <a:pt x="2386178" y="1185830"/>
                  </a:lnTo>
                  <a:lnTo>
                    <a:pt x="2386178" y="1185830"/>
                  </a:lnTo>
                  <a:lnTo>
                    <a:pt x="2391650" y="1185830"/>
                  </a:lnTo>
                  <a:lnTo>
                    <a:pt x="2391650" y="1185830"/>
                  </a:lnTo>
                  <a:lnTo>
                    <a:pt x="2397123" y="1185830"/>
                  </a:lnTo>
                  <a:lnTo>
                    <a:pt x="2397123" y="1185830"/>
                  </a:lnTo>
                  <a:lnTo>
                    <a:pt x="2402596" y="1185830"/>
                  </a:lnTo>
                  <a:lnTo>
                    <a:pt x="2402596" y="1185830"/>
                  </a:lnTo>
                  <a:lnTo>
                    <a:pt x="2408069" y="1185830"/>
                  </a:lnTo>
                  <a:lnTo>
                    <a:pt x="2408069" y="1185830"/>
                  </a:lnTo>
                  <a:lnTo>
                    <a:pt x="2413542" y="1185830"/>
                  </a:lnTo>
                  <a:lnTo>
                    <a:pt x="2413542" y="1185830"/>
                  </a:lnTo>
                  <a:lnTo>
                    <a:pt x="2419015" y="1185830"/>
                  </a:lnTo>
                  <a:lnTo>
                    <a:pt x="2419015" y="1185830"/>
                  </a:lnTo>
                  <a:lnTo>
                    <a:pt x="2424488" y="1185830"/>
                  </a:lnTo>
                  <a:lnTo>
                    <a:pt x="2424488" y="1185830"/>
                  </a:lnTo>
                  <a:lnTo>
                    <a:pt x="2429961" y="1185830"/>
                  </a:lnTo>
                  <a:lnTo>
                    <a:pt x="2429961" y="1185830"/>
                  </a:lnTo>
                  <a:lnTo>
                    <a:pt x="2435434" y="1185830"/>
                  </a:lnTo>
                  <a:lnTo>
                    <a:pt x="2435434" y="1185830"/>
                  </a:lnTo>
                  <a:lnTo>
                    <a:pt x="2440906" y="1185830"/>
                  </a:lnTo>
                  <a:lnTo>
                    <a:pt x="2440906" y="1185830"/>
                  </a:lnTo>
                  <a:lnTo>
                    <a:pt x="2446379" y="1185830"/>
                  </a:lnTo>
                  <a:lnTo>
                    <a:pt x="2446379" y="1185830"/>
                  </a:lnTo>
                  <a:lnTo>
                    <a:pt x="2451852" y="1185830"/>
                  </a:lnTo>
                  <a:lnTo>
                    <a:pt x="2451852" y="1185830"/>
                  </a:lnTo>
                  <a:lnTo>
                    <a:pt x="2457325" y="1185830"/>
                  </a:lnTo>
                  <a:lnTo>
                    <a:pt x="2457325" y="1175830"/>
                  </a:lnTo>
                  <a:lnTo>
                    <a:pt x="2462798" y="1175830"/>
                  </a:lnTo>
                  <a:lnTo>
                    <a:pt x="2462798" y="1175830"/>
                  </a:lnTo>
                  <a:lnTo>
                    <a:pt x="2468271" y="1175830"/>
                  </a:lnTo>
                  <a:lnTo>
                    <a:pt x="2468271" y="1175830"/>
                  </a:lnTo>
                  <a:lnTo>
                    <a:pt x="2473744" y="1175830"/>
                  </a:lnTo>
                  <a:lnTo>
                    <a:pt x="2473744" y="1175830"/>
                  </a:lnTo>
                  <a:lnTo>
                    <a:pt x="2479217" y="1175830"/>
                  </a:lnTo>
                  <a:lnTo>
                    <a:pt x="2479217" y="1175830"/>
                  </a:lnTo>
                  <a:lnTo>
                    <a:pt x="2484689" y="1175830"/>
                  </a:lnTo>
                  <a:lnTo>
                    <a:pt x="2484689" y="1175830"/>
                  </a:lnTo>
                  <a:lnTo>
                    <a:pt x="2490162" y="1175830"/>
                  </a:lnTo>
                  <a:lnTo>
                    <a:pt x="2490162" y="1165820"/>
                  </a:lnTo>
                  <a:lnTo>
                    <a:pt x="2495635" y="1165820"/>
                  </a:lnTo>
                  <a:lnTo>
                    <a:pt x="2495635" y="1165820"/>
                  </a:lnTo>
                  <a:lnTo>
                    <a:pt x="2501108" y="1165820"/>
                  </a:lnTo>
                  <a:lnTo>
                    <a:pt x="2501108" y="1165820"/>
                  </a:lnTo>
                  <a:lnTo>
                    <a:pt x="2506581" y="1165820"/>
                  </a:lnTo>
                  <a:lnTo>
                    <a:pt x="2506581" y="1165820"/>
                  </a:lnTo>
                  <a:lnTo>
                    <a:pt x="2512054" y="1165820"/>
                  </a:lnTo>
                  <a:lnTo>
                    <a:pt x="2512054" y="1165820"/>
                  </a:lnTo>
                  <a:lnTo>
                    <a:pt x="2517527" y="1165820"/>
                  </a:lnTo>
                  <a:lnTo>
                    <a:pt x="2517527" y="1165820"/>
                  </a:lnTo>
                  <a:lnTo>
                    <a:pt x="2523000" y="1165820"/>
                  </a:lnTo>
                  <a:lnTo>
                    <a:pt x="2523000" y="1165820"/>
                  </a:lnTo>
                  <a:lnTo>
                    <a:pt x="2528473" y="1165820"/>
                  </a:lnTo>
                  <a:lnTo>
                    <a:pt x="2528473" y="1165820"/>
                  </a:lnTo>
                  <a:lnTo>
                    <a:pt x="2533945" y="1165820"/>
                  </a:lnTo>
                  <a:lnTo>
                    <a:pt x="2533945" y="1155787"/>
                  </a:lnTo>
                  <a:lnTo>
                    <a:pt x="2539418" y="1155787"/>
                  </a:lnTo>
                  <a:lnTo>
                    <a:pt x="2539418" y="1155787"/>
                  </a:lnTo>
                  <a:lnTo>
                    <a:pt x="2544891" y="1155787"/>
                  </a:lnTo>
                  <a:lnTo>
                    <a:pt x="2544891" y="1145753"/>
                  </a:lnTo>
                  <a:lnTo>
                    <a:pt x="2550364" y="1145753"/>
                  </a:lnTo>
                  <a:lnTo>
                    <a:pt x="2550364" y="1145753"/>
                  </a:lnTo>
                  <a:lnTo>
                    <a:pt x="2555837" y="1145753"/>
                  </a:lnTo>
                  <a:lnTo>
                    <a:pt x="2555837" y="1145753"/>
                  </a:lnTo>
                  <a:lnTo>
                    <a:pt x="2561310" y="1145753"/>
                  </a:lnTo>
                  <a:lnTo>
                    <a:pt x="2561310" y="1135710"/>
                  </a:lnTo>
                  <a:lnTo>
                    <a:pt x="2566783" y="1135710"/>
                  </a:lnTo>
                  <a:lnTo>
                    <a:pt x="2566783" y="1125656"/>
                  </a:lnTo>
                  <a:lnTo>
                    <a:pt x="2572256" y="1125656"/>
                  </a:lnTo>
                  <a:lnTo>
                    <a:pt x="2572256" y="1125656"/>
                  </a:lnTo>
                  <a:lnTo>
                    <a:pt x="2577729" y="1125656"/>
                  </a:lnTo>
                  <a:lnTo>
                    <a:pt x="2577729" y="1125656"/>
                  </a:lnTo>
                  <a:lnTo>
                    <a:pt x="2583201" y="1125656"/>
                  </a:lnTo>
                  <a:lnTo>
                    <a:pt x="2583201" y="1125656"/>
                  </a:lnTo>
                  <a:lnTo>
                    <a:pt x="2588674" y="1125656"/>
                  </a:lnTo>
                  <a:lnTo>
                    <a:pt x="2588674" y="1125656"/>
                  </a:lnTo>
                  <a:lnTo>
                    <a:pt x="2594147" y="1125656"/>
                  </a:lnTo>
                  <a:lnTo>
                    <a:pt x="2594147" y="1125656"/>
                  </a:lnTo>
                  <a:lnTo>
                    <a:pt x="2599620" y="1125656"/>
                  </a:lnTo>
                  <a:lnTo>
                    <a:pt x="2599620" y="1125656"/>
                  </a:lnTo>
                  <a:lnTo>
                    <a:pt x="2605093" y="1125656"/>
                  </a:lnTo>
                  <a:lnTo>
                    <a:pt x="2605093" y="1125656"/>
                  </a:lnTo>
                  <a:lnTo>
                    <a:pt x="2610566" y="1125656"/>
                  </a:lnTo>
                  <a:lnTo>
                    <a:pt x="2610566" y="1125656"/>
                  </a:lnTo>
                  <a:lnTo>
                    <a:pt x="2616039" y="1125656"/>
                  </a:lnTo>
                  <a:lnTo>
                    <a:pt x="2616039" y="1125656"/>
                  </a:lnTo>
                  <a:lnTo>
                    <a:pt x="2621512" y="1125656"/>
                  </a:lnTo>
                  <a:lnTo>
                    <a:pt x="2621512" y="1125656"/>
                  </a:lnTo>
                  <a:lnTo>
                    <a:pt x="2626985" y="1125656"/>
                  </a:lnTo>
                  <a:lnTo>
                    <a:pt x="2626985" y="1125656"/>
                  </a:lnTo>
                  <a:lnTo>
                    <a:pt x="2632457" y="1125656"/>
                  </a:lnTo>
                  <a:lnTo>
                    <a:pt x="2632457" y="1125656"/>
                  </a:lnTo>
                  <a:lnTo>
                    <a:pt x="2637930" y="1125656"/>
                  </a:lnTo>
                  <a:lnTo>
                    <a:pt x="2637930" y="1125656"/>
                  </a:lnTo>
                  <a:lnTo>
                    <a:pt x="2643403" y="1125656"/>
                  </a:lnTo>
                  <a:lnTo>
                    <a:pt x="2643403" y="1115543"/>
                  </a:lnTo>
                  <a:lnTo>
                    <a:pt x="2648876" y="1115543"/>
                  </a:lnTo>
                  <a:lnTo>
                    <a:pt x="2648876" y="1115543"/>
                  </a:lnTo>
                  <a:lnTo>
                    <a:pt x="2654349" y="1115543"/>
                  </a:lnTo>
                  <a:lnTo>
                    <a:pt x="2654349" y="1115543"/>
                  </a:lnTo>
                  <a:lnTo>
                    <a:pt x="2659822" y="1115543"/>
                  </a:lnTo>
                  <a:lnTo>
                    <a:pt x="2659822" y="1115543"/>
                  </a:lnTo>
                  <a:lnTo>
                    <a:pt x="2665295" y="1115543"/>
                  </a:lnTo>
                  <a:lnTo>
                    <a:pt x="2665295" y="1115543"/>
                  </a:lnTo>
                  <a:lnTo>
                    <a:pt x="2670768" y="1115543"/>
                  </a:lnTo>
                  <a:lnTo>
                    <a:pt x="2670768" y="1115543"/>
                  </a:lnTo>
                  <a:lnTo>
                    <a:pt x="2676240" y="1115543"/>
                  </a:lnTo>
                  <a:lnTo>
                    <a:pt x="2676240" y="1115543"/>
                  </a:lnTo>
                  <a:lnTo>
                    <a:pt x="2681713" y="1115543"/>
                  </a:lnTo>
                  <a:lnTo>
                    <a:pt x="2681713" y="1115543"/>
                  </a:lnTo>
                  <a:lnTo>
                    <a:pt x="2687186" y="1115543"/>
                  </a:lnTo>
                  <a:lnTo>
                    <a:pt x="2687186" y="1115543"/>
                  </a:lnTo>
                  <a:lnTo>
                    <a:pt x="2692659" y="1115543"/>
                  </a:lnTo>
                  <a:lnTo>
                    <a:pt x="2692659" y="1115543"/>
                  </a:lnTo>
                  <a:lnTo>
                    <a:pt x="2698132" y="1115543"/>
                  </a:lnTo>
                  <a:lnTo>
                    <a:pt x="2698132" y="1115543"/>
                  </a:lnTo>
                  <a:lnTo>
                    <a:pt x="2703605" y="1115543"/>
                  </a:lnTo>
                  <a:lnTo>
                    <a:pt x="2703605" y="1115543"/>
                  </a:lnTo>
                  <a:lnTo>
                    <a:pt x="2709078" y="1115543"/>
                  </a:lnTo>
                  <a:lnTo>
                    <a:pt x="2709078" y="1115543"/>
                  </a:lnTo>
                  <a:lnTo>
                    <a:pt x="2714551" y="1115543"/>
                  </a:lnTo>
                  <a:lnTo>
                    <a:pt x="2714551" y="1115543"/>
                  </a:lnTo>
                  <a:lnTo>
                    <a:pt x="2720024" y="1115543"/>
                  </a:lnTo>
                  <a:lnTo>
                    <a:pt x="2720024" y="1115543"/>
                  </a:lnTo>
                  <a:lnTo>
                    <a:pt x="2725496" y="1115543"/>
                  </a:lnTo>
                  <a:lnTo>
                    <a:pt x="2725496" y="1115543"/>
                  </a:lnTo>
                  <a:lnTo>
                    <a:pt x="2730969" y="1115543"/>
                  </a:lnTo>
                  <a:lnTo>
                    <a:pt x="2730969" y="1115543"/>
                  </a:lnTo>
                  <a:lnTo>
                    <a:pt x="2736442" y="1115543"/>
                  </a:lnTo>
                  <a:lnTo>
                    <a:pt x="2736442" y="1115543"/>
                  </a:lnTo>
                  <a:lnTo>
                    <a:pt x="2741915" y="1115543"/>
                  </a:lnTo>
                  <a:lnTo>
                    <a:pt x="2741915" y="1115543"/>
                  </a:lnTo>
                  <a:lnTo>
                    <a:pt x="2747388" y="1115543"/>
                  </a:lnTo>
                  <a:lnTo>
                    <a:pt x="2747388" y="1105323"/>
                  </a:lnTo>
                  <a:lnTo>
                    <a:pt x="2752861" y="1105323"/>
                  </a:lnTo>
                  <a:lnTo>
                    <a:pt x="2752861" y="1105323"/>
                  </a:lnTo>
                  <a:lnTo>
                    <a:pt x="2758334" y="1105323"/>
                  </a:lnTo>
                  <a:lnTo>
                    <a:pt x="2758334" y="1105323"/>
                  </a:lnTo>
                  <a:lnTo>
                    <a:pt x="2763807" y="1105323"/>
                  </a:lnTo>
                  <a:lnTo>
                    <a:pt x="2763807" y="1105323"/>
                  </a:lnTo>
                  <a:lnTo>
                    <a:pt x="2769280" y="1105323"/>
                  </a:lnTo>
                  <a:lnTo>
                    <a:pt x="2769280" y="1105323"/>
                  </a:lnTo>
                  <a:lnTo>
                    <a:pt x="2774752" y="1105323"/>
                  </a:lnTo>
                  <a:lnTo>
                    <a:pt x="2774752" y="1105323"/>
                  </a:lnTo>
                  <a:lnTo>
                    <a:pt x="2780225" y="1105323"/>
                  </a:lnTo>
                  <a:lnTo>
                    <a:pt x="2780225" y="1105323"/>
                  </a:lnTo>
                  <a:lnTo>
                    <a:pt x="2785698" y="1105323"/>
                  </a:lnTo>
                  <a:lnTo>
                    <a:pt x="2785698" y="1105323"/>
                  </a:lnTo>
                  <a:lnTo>
                    <a:pt x="2791171" y="1105323"/>
                  </a:lnTo>
                  <a:lnTo>
                    <a:pt x="2791171" y="1105323"/>
                  </a:lnTo>
                  <a:lnTo>
                    <a:pt x="2796644" y="1105323"/>
                  </a:lnTo>
                  <a:lnTo>
                    <a:pt x="2796644" y="1105323"/>
                  </a:lnTo>
                  <a:lnTo>
                    <a:pt x="2802117" y="1105323"/>
                  </a:lnTo>
                  <a:lnTo>
                    <a:pt x="2802117" y="1095049"/>
                  </a:lnTo>
                  <a:lnTo>
                    <a:pt x="2807590" y="1095049"/>
                  </a:lnTo>
                  <a:lnTo>
                    <a:pt x="2807590" y="1095049"/>
                  </a:lnTo>
                  <a:lnTo>
                    <a:pt x="2813063" y="1095049"/>
                  </a:lnTo>
                  <a:lnTo>
                    <a:pt x="2813063" y="1095049"/>
                  </a:lnTo>
                  <a:lnTo>
                    <a:pt x="2818535" y="1095049"/>
                  </a:lnTo>
                  <a:lnTo>
                    <a:pt x="2818535" y="1095049"/>
                  </a:lnTo>
                  <a:lnTo>
                    <a:pt x="2824008" y="1095049"/>
                  </a:lnTo>
                  <a:lnTo>
                    <a:pt x="2824008" y="1095049"/>
                  </a:lnTo>
                  <a:lnTo>
                    <a:pt x="2829481" y="1095049"/>
                  </a:lnTo>
                  <a:lnTo>
                    <a:pt x="2829481" y="1095049"/>
                  </a:lnTo>
                  <a:lnTo>
                    <a:pt x="2834954" y="1095049"/>
                  </a:lnTo>
                  <a:lnTo>
                    <a:pt x="2834954" y="1095049"/>
                  </a:lnTo>
                  <a:lnTo>
                    <a:pt x="2840427" y="1095049"/>
                  </a:lnTo>
                  <a:lnTo>
                    <a:pt x="2840427" y="1095049"/>
                  </a:lnTo>
                  <a:lnTo>
                    <a:pt x="2845900" y="1095049"/>
                  </a:lnTo>
                  <a:lnTo>
                    <a:pt x="2845900" y="1095049"/>
                  </a:lnTo>
                  <a:lnTo>
                    <a:pt x="2851373" y="1095049"/>
                  </a:lnTo>
                  <a:lnTo>
                    <a:pt x="2851373" y="1095049"/>
                  </a:lnTo>
                  <a:lnTo>
                    <a:pt x="2856846" y="1095049"/>
                  </a:lnTo>
                  <a:lnTo>
                    <a:pt x="2856846" y="1095049"/>
                  </a:lnTo>
                  <a:lnTo>
                    <a:pt x="2862319" y="1095049"/>
                  </a:lnTo>
                  <a:lnTo>
                    <a:pt x="2862319" y="1095049"/>
                  </a:lnTo>
                  <a:lnTo>
                    <a:pt x="2867791" y="1095049"/>
                  </a:lnTo>
                  <a:lnTo>
                    <a:pt x="2867791" y="1084727"/>
                  </a:lnTo>
                  <a:lnTo>
                    <a:pt x="2873264" y="1084727"/>
                  </a:lnTo>
                  <a:lnTo>
                    <a:pt x="2873264" y="1084727"/>
                  </a:lnTo>
                  <a:lnTo>
                    <a:pt x="2878737" y="1084727"/>
                  </a:lnTo>
                  <a:lnTo>
                    <a:pt x="2878737" y="1084727"/>
                  </a:lnTo>
                  <a:lnTo>
                    <a:pt x="2884210" y="1084727"/>
                  </a:lnTo>
                  <a:lnTo>
                    <a:pt x="2884210" y="1084727"/>
                  </a:lnTo>
                  <a:lnTo>
                    <a:pt x="2889683" y="1084727"/>
                  </a:lnTo>
                  <a:lnTo>
                    <a:pt x="2889683" y="1084727"/>
                  </a:lnTo>
                  <a:lnTo>
                    <a:pt x="2895156" y="1084727"/>
                  </a:lnTo>
                  <a:lnTo>
                    <a:pt x="2895156" y="1084727"/>
                  </a:lnTo>
                  <a:lnTo>
                    <a:pt x="2900629" y="1084727"/>
                  </a:lnTo>
                  <a:lnTo>
                    <a:pt x="2900629" y="1084727"/>
                  </a:lnTo>
                  <a:lnTo>
                    <a:pt x="2906102" y="1084727"/>
                  </a:lnTo>
                  <a:lnTo>
                    <a:pt x="2906102" y="1084727"/>
                  </a:lnTo>
                  <a:lnTo>
                    <a:pt x="2911575" y="1084727"/>
                  </a:lnTo>
                  <a:lnTo>
                    <a:pt x="2911575" y="1084727"/>
                  </a:lnTo>
                  <a:lnTo>
                    <a:pt x="2917047" y="1084727"/>
                  </a:lnTo>
                  <a:lnTo>
                    <a:pt x="2917047" y="1084727"/>
                  </a:lnTo>
                  <a:lnTo>
                    <a:pt x="2922520" y="1084727"/>
                  </a:lnTo>
                  <a:lnTo>
                    <a:pt x="2922520" y="1084727"/>
                  </a:lnTo>
                  <a:lnTo>
                    <a:pt x="2927993" y="1084727"/>
                  </a:lnTo>
                  <a:lnTo>
                    <a:pt x="2927993" y="1084727"/>
                  </a:lnTo>
                  <a:lnTo>
                    <a:pt x="2933466" y="1084727"/>
                  </a:lnTo>
                  <a:lnTo>
                    <a:pt x="2933466" y="1074344"/>
                  </a:lnTo>
                  <a:lnTo>
                    <a:pt x="2938939" y="1074344"/>
                  </a:lnTo>
                  <a:lnTo>
                    <a:pt x="2938939" y="1074344"/>
                  </a:lnTo>
                  <a:lnTo>
                    <a:pt x="2944412" y="1074344"/>
                  </a:lnTo>
                  <a:lnTo>
                    <a:pt x="2944412" y="1074344"/>
                  </a:lnTo>
                  <a:lnTo>
                    <a:pt x="2949885" y="1074344"/>
                  </a:lnTo>
                  <a:lnTo>
                    <a:pt x="2949885" y="1074344"/>
                  </a:lnTo>
                  <a:lnTo>
                    <a:pt x="2955358" y="1074344"/>
                  </a:lnTo>
                  <a:lnTo>
                    <a:pt x="2955358" y="1074344"/>
                  </a:lnTo>
                  <a:lnTo>
                    <a:pt x="2960831" y="1074344"/>
                  </a:lnTo>
                  <a:lnTo>
                    <a:pt x="2960831" y="1074344"/>
                  </a:lnTo>
                  <a:lnTo>
                    <a:pt x="2966303" y="1074344"/>
                  </a:lnTo>
                  <a:lnTo>
                    <a:pt x="2966303" y="1074344"/>
                  </a:lnTo>
                  <a:lnTo>
                    <a:pt x="2971776" y="1074344"/>
                  </a:lnTo>
                  <a:lnTo>
                    <a:pt x="2971776" y="1074344"/>
                  </a:lnTo>
                  <a:lnTo>
                    <a:pt x="2977249" y="1074344"/>
                  </a:lnTo>
                  <a:lnTo>
                    <a:pt x="2977249" y="1063938"/>
                  </a:lnTo>
                  <a:lnTo>
                    <a:pt x="2982722" y="1063938"/>
                  </a:lnTo>
                  <a:lnTo>
                    <a:pt x="2982722" y="1063938"/>
                  </a:lnTo>
                  <a:lnTo>
                    <a:pt x="2988195" y="1063938"/>
                  </a:lnTo>
                  <a:lnTo>
                    <a:pt x="2988195" y="1063938"/>
                  </a:lnTo>
                  <a:lnTo>
                    <a:pt x="2993668" y="1063938"/>
                  </a:lnTo>
                  <a:lnTo>
                    <a:pt x="2993668" y="1063938"/>
                  </a:lnTo>
                  <a:lnTo>
                    <a:pt x="2999141" y="1063938"/>
                  </a:lnTo>
                  <a:lnTo>
                    <a:pt x="2999141" y="1063938"/>
                  </a:lnTo>
                  <a:lnTo>
                    <a:pt x="3004614" y="1063938"/>
                  </a:lnTo>
                  <a:lnTo>
                    <a:pt x="3004614" y="1063938"/>
                  </a:lnTo>
                  <a:lnTo>
                    <a:pt x="3010086" y="1063938"/>
                  </a:lnTo>
                  <a:lnTo>
                    <a:pt x="3010086" y="1063938"/>
                  </a:lnTo>
                  <a:lnTo>
                    <a:pt x="3015559" y="1063938"/>
                  </a:lnTo>
                  <a:lnTo>
                    <a:pt x="3015559" y="1053488"/>
                  </a:lnTo>
                  <a:lnTo>
                    <a:pt x="3021032" y="1053488"/>
                  </a:lnTo>
                  <a:lnTo>
                    <a:pt x="3021032" y="1053488"/>
                  </a:lnTo>
                  <a:lnTo>
                    <a:pt x="3026505" y="1053488"/>
                  </a:lnTo>
                  <a:lnTo>
                    <a:pt x="3026505" y="1053488"/>
                  </a:lnTo>
                  <a:lnTo>
                    <a:pt x="3031978" y="1053488"/>
                  </a:lnTo>
                  <a:lnTo>
                    <a:pt x="3031978" y="1053488"/>
                  </a:lnTo>
                  <a:lnTo>
                    <a:pt x="3037451" y="1053488"/>
                  </a:lnTo>
                  <a:lnTo>
                    <a:pt x="3037451" y="1053488"/>
                  </a:lnTo>
                  <a:lnTo>
                    <a:pt x="3042924" y="1053488"/>
                  </a:lnTo>
                  <a:lnTo>
                    <a:pt x="3042924" y="1053488"/>
                  </a:lnTo>
                  <a:lnTo>
                    <a:pt x="3048397" y="1053488"/>
                  </a:lnTo>
                  <a:lnTo>
                    <a:pt x="3048397" y="1043008"/>
                  </a:lnTo>
                  <a:lnTo>
                    <a:pt x="3053870" y="1043008"/>
                  </a:lnTo>
                  <a:lnTo>
                    <a:pt x="3053870" y="1043008"/>
                  </a:lnTo>
                  <a:lnTo>
                    <a:pt x="3059342" y="1043008"/>
                  </a:lnTo>
                  <a:lnTo>
                    <a:pt x="3059342" y="1043008"/>
                  </a:lnTo>
                  <a:lnTo>
                    <a:pt x="3064815" y="1043008"/>
                  </a:lnTo>
                  <a:lnTo>
                    <a:pt x="3064815" y="1043008"/>
                  </a:lnTo>
                  <a:lnTo>
                    <a:pt x="3070288" y="1043008"/>
                  </a:lnTo>
                  <a:lnTo>
                    <a:pt x="3070288" y="1043008"/>
                  </a:lnTo>
                  <a:lnTo>
                    <a:pt x="3075761" y="1043008"/>
                  </a:lnTo>
                  <a:lnTo>
                    <a:pt x="3075761" y="1043008"/>
                  </a:lnTo>
                  <a:lnTo>
                    <a:pt x="3081234" y="1043008"/>
                  </a:lnTo>
                  <a:lnTo>
                    <a:pt x="3081234" y="1043008"/>
                  </a:lnTo>
                  <a:lnTo>
                    <a:pt x="3086707" y="1043008"/>
                  </a:lnTo>
                  <a:lnTo>
                    <a:pt x="3086707" y="1043008"/>
                  </a:lnTo>
                  <a:lnTo>
                    <a:pt x="3092180" y="1043008"/>
                  </a:lnTo>
                  <a:lnTo>
                    <a:pt x="3092180" y="1043008"/>
                  </a:lnTo>
                  <a:lnTo>
                    <a:pt x="3097653" y="1043008"/>
                  </a:lnTo>
                  <a:lnTo>
                    <a:pt x="3097653" y="1043008"/>
                  </a:lnTo>
                  <a:lnTo>
                    <a:pt x="3103126" y="1043008"/>
                  </a:lnTo>
                  <a:lnTo>
                    <a:pt x="3103126" y="1032481"/>
                  </a:lnTo>
                  <a:lnTo>
                    <a:pt x="3108598" y="1032481"/>
                  </a:lnTo>
                  <a:lnTo>
                    <a:pt x="3108598" y="1032481"/>
                  </a:lnTo>
                  <a:lnTo>
                    <a:pt x="3114071" y="1032481"/>
                  </a:lnTo>
                  <a:lnTo>
                    <a:pt x="3114071" y="1032481"/>
                  </a:lnTo>
                  <a:lnTo>
                    <a:pt x="3119544" y="1032481"/>
                  </a:lnTo>
                  <a:lnTo>
                    <a:pt x="3119544" y="1032481"/>
                  </a:lnTo>
                  <a:lnTo>
                    <a:pt x="3125017" y="1032481"/>
                  </a:lnTo>
                  <a:lnTo>
                    <a:pt x="3125017" y="1032481"/>
                  </a:lnTo>
                  <a:lnTo>
                    <a:pt x="3130490" y="1032481"/>
                  </a:lnTo>
                  <a:lnTo>
                    <a:pt x="3130490" y="1032481"/>
                  </a:lnTo>
                  <a:lnTo>
                    <a:pt x="3135963" y="1032481"/>
                  </a:lnTo>
                  <a:lnTo>
                    <a:pt x="3135963" y="1032481"/>
                  </a:lnTo>
                  <a:lnTo>
                    <a:pt x="3141436" y="1032481"/>
                  </a:lnTo>
                  <a:lnTo>
                    <a:pt x="3141436" y="1032481"/>
                  </a:lnTo>
                  <a:lnTo>
                    <a:pt x="3146909" y="1032481"/>
                  </a:lnTo>
                  <a:lnTo>
                    <a:pt x="3146909" y="1032481"/>
                  </a:lnTo>
                  <a:lnTo>
                    <a:pt x="3152382" y="1032481"/>
                  </a:lnTo>
                  <a:lnTo>
                    <a:pt x="3152382" y="1021877"/>
                  </a:lnTo>
                  <a:lnTo>
                    <a:pt x="3157854" y="1021877"/>
                  </a:lnTo>
                  <a:lnTo>
                    <a:pt x="3157854" y="1021877"/>
                  </a:lnTo>
                  <a:lnTo>
                    <a:pt x="3163327" y="1021877"/>
                  </a:lnTo>
                  <a:lnTo>
                    <a:pt x="3163327" y="1021877"/>
                  </a:lnTo>
                  <a:lnTo>
                    <a:pt x="3168800" y="1021877"/>
                  </a:lnTo>
                  <a:lnTo>
                    <a:pt x="3168800" y="1021877"/>
                  </a:lnTo>
                  <a:lnTo>
                    <a:pt x="3174273" y="1021877"/>
                  </a:lnTo>
                  <a:lnTo>
                    <a:pt x="3174273" y="1011261"/>
                  </a:lnTo>
                  <a:lnTo>
                    <a:pt x="3179746" y="1011261"/>
                  </a:lnTo>
                  <a:lnTo>
                    <a:pt x="3179746" y="1011261"/>
                  </a:lnTo>
                  <a:lnTo>
                    <a:pt x="3185219" y="1011261"/>
                  </a:lnTo>
                  <a:lnTo>
                    <a:pt x="3185219" y="1011261"/>
                  </a:lnTo>
                  <a:lnTo>
                    <a:pt x="3190692" y="1011261"/>
                  </a:lnTo>
                  <a:lnTo>
                    <a:pt x="3190692" y="1011261"/>
                  </a:lnTo>
                  <a:lnTo>
                    <a:pt x="3196165" y="1011261"/>
                  </a:lnTo>
                  <a:lnTo>
                    <a:pt x="3196165" y="1011261"/>
                  </a:lnTo>
                  <a:lnTo>
                    <a:pt x="3201637" y="1011261"/>
                  </a:lnTo>
                  <a:lnTo>
                    <a:pt x="3201637" y="1011261"/>
                  </a:lnTo>
                  <a:lnTo>
                    <a:pt x="3207110" y="1011261"/>
                  </a:lnTo>
                  <a:lnTo>
                    <a:pt x="3207110" y="1011261"/>
                  </a:lnTo>
                  <a:lnTo>
                    <a:pt x="3212583" y="1011261"/>
                  </a:lnTo>
                  <a:lnTo>
                    <a:pt x="3212583" y="1011261"/>
                  </a:lnTo>
                  <a:lnTo>
                    <a:pt x="3218056" y="1011261"/>
                  </a:lnTo>
                  <a:lnTo>
                    <a:pt x="3218056" y="1011261"/>
                  </a:lnTo>
                  <a:lnTo>
                    <a:pt x="3223529" y="1011261"/>
                  </a:lnTo>
                  <a:lnTo>
                    <a:pt x="3223529" y="1011261"/>
                  </a:lnTo>
                  <a:lnTo>
                    <a:pt x="3229002" y="1011261"/>
                  </a:lnTo>
                  <a:lnTo>
                    <a:pt x="3229002" y="1011261"/>
                  </a:lnTo>
                  <a:lnTo>
                    <a:pt x="3234475" y="1011261"/>
                  </a:lnTo>
                  <a:lnTo>
                    <a:pt x="3234475" y="1011261"/>
                  </a:lnTo>
                  <a:lnTo>
                    <a:pt x="3239948" y="1011261"/>
                  </a:lnTo>
                  <a:lnTo>
                    <a:pt x="3239948" y="1011261"/>
                  </a:lnTo>
                  <a:lnTo>
                    <a:pt x="3245421" y="1011261"/>
                  </a:lnTo>
                  <a:lnTo>
                    <a:pt x="3245421" y="1011261"/>
                  </a:lnTo>
                  <a:lnTo>
                    <a:pt x="3250893" y="1011261"/>
                  </a:lnTo>
                  <a:lnTo>
                    <a:pt x="3250893" y="1011261"/>
                  </a:lnTo>
                  <a:lnTo>
                    <a:pt x="3256366" y="1011261"/>
                  </a:lnTo>
                  <a:lnTo>
                    <a:pt x="3256366" y="1011261"/>
                  </a:lnTo>
                  <a:lnTo>
                    <a:pt x="3261839" y="1011261"/>
                  </a:lnTo>
                  <a:lnTo>
                    <a:pt x="3261839" y="1011261"/>
                  </a:lnTo>
                  <a:lnTo>
                    <a:pt x="3267312" y="1011261"/>
                  </a:lnTo>
                  <a:lnTo>
                    <a:pt x="3267312" y="1011261"/>
                  </a:lnTo>
                  <a:lnTo>
                    <a:pt x="3272785" y="1011261"/>
                  </a:lnTo>
                  <a:lnTo>
                    <a:pt x="3272785" y="1011261"/>
                  </a:lnTo>
                  <a:lnTo>
                    <a:pt x="3278258" y="1011261"/>
                  </a:lnTo>
                  <a:lnTo>
                    <a:pt x="3278258" y="1011261"/>
                  </a:lnTo>
                  <a:lnTo>
                    <a:pt x="3283731" y="1011261"/>
                  </a:lnTo>
                  <a:lnTo>
                    <a:pt x="3283731" y="1000527"/>
                  </a:lnTo>
                  <a:lnTo>
                    <a:pt x="3289204" y="1000527"/>
                  </a:lnTo>
                  <a:lnTo>
                    <a:pt x="3289204" y="1000527"/>
                  </a:lnTo>
                  <a:lnTo>
                    <a:pt x="3294677" y="1000527"/>
                  </a:lnTo>
                  <a:lnTo>
                    <a:pt x="3294677" y="1000527"/>
                  </a:lnTo>
                  <a:lnTo>
                    <a:pt x="3300149" y="1000527"/>
                  </a:lnTo>
                  <a:lnTo>
                    <a:pt x="3300149" y="1000527"/>
                  </a:lnTo>
                  <a:lnTo>
                    <a:pt x="3305622" y="1000527"/>
                  </a:lnTo>
                  <a:lnTo>
                    <a:pt x="3305622" y="1000527"/>
                  </a:lnTo>
                  <a:lnTo>
                    <a:pt x="3311095" y="1000527"/>
                  </a:lnTo>
                  <a:lnTo>
                    <a:pt x="3311095" y="1000527"/>
                  </a:lnTo>
                  <a:lnTo>
                    <a:pt x="3316568" y="1000527"/>
                  </a:lnTo>
                  <a:lnTo>
                    <a:pt x="3316568" y="1000527"/>
                  </a:lnTo>
                  <a:lnTo>
                    <a:pt x="3322041" y="1000527"/>
                  </a:lnTo>
                  <a:lnTo>
                    <a:pt x="3322041" y="1000527"/>
                  </a:lnTo>
                  <a:lnTo>
                    <a:pt x="3327514" y="1000527"/>
                  </a:lnTo>
                  <a:lnTo>
                    <a:pt x="3327514" y="1000527"/>
                  </a:lnTo>
                  <a:lnTo>
                    <a:pt x="3332987" y="1000527"/>
                  </a:lnTo>
                  <a:lnTo>
                    <a:pt x="3332987" y="989729"/>
                  </a:lnTo>
                  <a:lnTo>
                    <a:pt x="3338460" y="989729"/>
                  </a:lnTo>
                  <a:lnTo>
                    <a:pt x="3338460" y="989729"/>
                  </a:lnTo>
                  <a:lnTo>
                    <a:pt x="3343932" y="989729"/>
                  </a:lnTo>
                  <a:lnTo>
                    <a:pt x="3343932" y="978892"/>
                  </a:lnTo>
                  <a:lnTo>
                    <a:pt x="3349405" y="978892"/>
                  </a:lnTo>
                  <a:lnTo>
                    <a:pt x="3349405" y="978892"/>
                  </a:lnTo>
                  <a:lnTo>
                    <a:pt x="3354878" y="978892"/>
                  </a:lnTo>
                  <a:lnTo>
                    <a:pt x="3354878" y="978892"/>
                  </a:lnTo>
                  <a:lnTo>
                    <a:pt x="3360351" y="978892"/>
                  </a:lnTo>
                  <a:lnTo>
                    <a:pt x="3360351" y="978892"/>
                  </a:lnTo>
                  <a:lnTo>
                    <a:pt x="3365824" y="978892"/>
                  </a:lnTo>
                  <a:lnTo>
                    <a:pt x="3365824" y="978892"/>
                  </a:lnTo>
                  <a:lnTo>
                    <a:pt x="3371297" y="978892"/>
                  </a:lnTo>
                  <a:lnTo>
                    <a:pt x="3371297" y="968035"/>
                  </a:lnTo>
                  <a:lnTo>
                    <a:pt x="3376770" y="968035"/>
                  </a:lnTo>
                  <a:lnTo>
                    <a:pt x="3376770" y="968035"/>
                  </a:lnTo>
                  <a:lnTo>
                    <a:pt x="3382243" y="968035"/>
                  </a:lnTo>
                  <a:lnTo>
                    <a:pt x="3382243" y="957152"/>
                  </a:lnTo>
                  <a:lnTo>
                    <a:pt x="3387716" y="957152"/>
                  </a:lnTo>
                  <a:lnTo>
                    <a:pt x="3387716" y="957152"/>
                  </a:lnTo>
                  <a:lnTo>
                    <a:pt x="3393188" y="957152"/>
                  </a:lnTo>
                  <a:lnTo>
                    <a:pt x="3393188" y="957152"/>
                  </a:lnTo>
                  <a:lnTo>
                    <a:pt x="3398661" y="957152"/>
                  </a:lnTo>
                  <a:lnTo>
                    <a:pt x="3398661" y="946250"/>
                  </a:lnTo>
                  <a:lnTo>
                    <a:pt x="3404134" y="946250"/>
                  </a:lnTo>
                  <a:lnTo>
                    <a:pt x="3404134" y="946250"/>
                  </a:lnTo>
                  <a:lnTo>
                    <a:pt x="3409607" y="946250"/>
                  </a:lnTo>
                  <a:lnTo>
                    <a:pt x="3409607" y="935307"/>
                  </a:lnTo>
                  <a:lnTo>
                    <a:pt x="3415080" y="935307"/>
                  </a:lnTo>
                  <a:lnTo>
                    <a:pt x="3415080" y="935307"/>
                  </a:lnTo>
                  <a:lnTo>
                    <a:pt x="3420553" y="935307"/>
                  </a:lnTo>
                  <a:lnTo>
                    <a:pt x="3420553" y="935307"/>
                  </a:lnTo>
                  <a:lnTo>
                    <a:pt x="3426026" y="935307"/>
                  </a:lnTo>
                  <a:lnTo>
                    <a:pt x="3426026" y="935307"/>
                  </a:lnTo>
                  <a:lnTo>
                    <a:pt x="3431499" y="935307"/>
                  </a:lnTo>
                  <a:lnTo>
                    <a:pt x="3431499" y="935307"/>
                  </a:lnTo>
                  <a:lnTo>
                    <a:pt x="3436972" y="935307"/>
                  </a:lnTo>
                  <a:lnTo>
                    <a:pt x="3436972" y="935307"/>
                  </a:lnTo>
                  <a:lnTo>
                    <a:pt x="3442444" y="935307"/>
                  </a:lnTo>
                  <a:lnTo>
                    <a:pt x="3442444" y="935307"/>
                  </a:lnTo>
                  <a:lnTo>
                    <a:pt x="3447917" y="935307"/>
                  </a:lnTo>
                  <a:lnTo>
                    <a:pt x="3447917" y="935307"/>
                  </a:lnTo>
                  <a:lnTo>
                    <a:pt x="3453390" y="935307"/>
                  </a:lnTo>
                  <a:lnTo>
                    <a:pt x="3453390" y="935307"/>
                  </a:lnTo>
                  <a:lnTo>
                    <a:pt x="3458863" y="935307"/>
                  </a:lnTo>
                  <a:lnTo>
                    <a:pt x="3458863" y="935307"/>
                  </a:lnTo>
                  <a:lnTo>
                    <a:pt x="3464336" y="935307"/>
                  </a:lnTo>
                  <a:lnTo>
                    <a:pt x="3464336" y="935307"/>
                  </a:lnTo>
                  <a:lnTo>
                    <a:pt x="3469809" y="935307"/>
                  </a:lnTo>
                  <a:lnTo>
                    <a:pt x="3469809" y="935307"/>
                  </a:lnTo>
                  <a:lnTo>
                    <a:pt x="3475282" y="935307"/>
                  </a:lnTo>
                  <a:lnTo>
                    <a:pt x="3475282" y="935307"/>
                  </a:lnTo>
                  <a:lnTo>
                    <a:pt x="3480755" y="935307"/>
                  </a:lnTo>
                  <a:lnTo>
                    <a:pt x="3480755" y="924235"/>
                  </a:lnTo>
                  <a:lnTo>
                    <a:pt x="3486228" y="924235"/>
                  </a:lnTo>
                  <a:lnTo>
                    <a:pt x="3486228" y="924235"/>
                  </a:lnTo>
                  <a:lnTo>
                    <a:pt x="3491700" y="924235"/>
                  </a:lnTo>
                  <a:lnTo>
                    <a:pt x="3491700" y="924235"/>
                  </a:lnTo>
                  <a:lnTo>
                    <a:pt x="3497173" y="924235"/>
                  </a:lnTo>
                  <a:lnTo>
                    <a:pt x="3497173" y="924235"/>
                  </a:lnTo>
                  <a:lnTo>
                    <a:pt x="3502646" y="924235"/>
                  </a:lnTo>
                  <a:lnTo>
                    <a:pt x="3502646" y="924235"/>
                  </a:lnTo>
                  <a:lnTo>
                    <a:pt x="3508119" y="924235"/>
                  </a:lnTo>
                  <a:lnTo>
                    <a:pt x="3508119" y="924235"/>
                  </a:lnTo>
                  <a:lnTo>
                    <a:pt x="3513592" y="924235"/>
                  </a:lnTo>
                  <a:lnTo>
                    <a:pt x="3513592" y="924235"/>
                  </a:lnTo>
                  <a:lnTo>
                    <a:pt x="3519065" y="924235"/>
                  </a:lnTo>
                  <a:lnTo>
                    <a:pt x="3519065" y="924235"/>
                  </a:lnTo>
                  <a:lnTo>
                    <a:pt x="3524538" y="924235"/>
                  </a:lnTo>
                  <a:lnTo>
                    <a:pt x="3524538" y="924235"/>
                  </a:lnTo>
                  <a:lnTo>
                    <a:pt x="3530011" y="924235"/>
                  </a:lnTo>
                  <a:lnTo>
                    <a:pt x="3530011" y="924235"/>
                  </a:lnTo>
                  <a:lnTo>
                    <a:pt x="3535483" y="924235"/>
                  </a:lnTo>
                  <a:lnTo>
                    <a:pt x="3535483" y="924235"/>
                  </a:lnTo>
                  <a:lnTo>
                    <a:pt x="3540956" y="924235"/>
                  </a:lnTo>
                  <a:lnTo>
                    <a:pt x="3540956" y="924235"/>
                  </a:lnTo>
                  <a:lnTo>
                    <a:pt x="3546429" y="924235"/>
                  </a:lnTo>
                  <a:lnTo>
                    <a:pt x="3546429" y="924235"/>
                  </a:lnTo>
                  <a:lnTo>
                    <a:pt x="3551902" y="924235"/>
                  </a:lnTo>
                  <a:lnTo>
                    <a:pt x="3551902" y="924235"/>
                  </a:lnTo>
                  <a:lnTo>
                    <a:pt x="3557375" y="924235"/>
                  </a:lnTo>
                  <a:lnTo>
                    <a:pt x="3557375" y="924235"/>
                  </a:lnTo>
                  <a:lnTo>
                    <a:pt x="3562848" y="924235"/>
                  </a:lnTo>
                  <a:lnTo>
                    <a:pt x="3562848" y="913014"/>
                  </a:lnTo>
                  <a:lnTo>
                    <a:pt x="3568321" y="913014"/>
                  </a:lnTo>
                  <a:lnTo>
                    <a:pt x="3568321" y="913014"/>
                  </a:lnTo>
                  <a:lnTo>
                    <a:pt x="3573794" y="913014"/>
                  </a:lnTo>
                  <a:lnTo>
                    <a:pt x="3573794" y="913014"/>
                  </a:lnTo>
                  <a:lnTo>
                    <a:pt x="3579267" y="913014"/>
                  </a:lnTo>
                  <a:lnTo>
                    <a:pt x="3579267" y="913014"/>
                  </a:lnTo>
                  <a:lnTo>
                    <a:pt x="3584739" y="913014"/>
                  </a:lnTo>
                  <a:lnTo>
                    <a:pt x="3584739" y="913014"/>
                  </a:lnTo>
                  <a:lnTo>
                    <a:pt x="3590212" y="913014"/>
                  </a:lnTo>
                  <a:lnTo>
                    <a:pt x="3590212" y="913014"/>
                  </a:lnTo>
                  <a:lnTo>
                    <a:pt x="3595685" y="913014"/>
                  </a:lnTo>
                  <a:lnTo>
                    <a:pt x="3595685" y="913014"/>
                  </a:lnTo>
                  <a:lnTo>
                    <a:pt x="3601158" y="913014"/>
                  </a:lnTo>
                  <a:lnTo>
                    <a:pt x="3601158" y="913014"/>
                  </a:lnTo>
                  <a:lnTo>
                    <a:pt x="3606631" y="913014"/>
                  </a:lnTo>
                  <a:lnTo>
                    <a:pt x="3606631" y="913014"/>
                  </a:lnTo>
                  <a:lnTo>
                    <a:pt x="3612104" y="913014"/>
                  </a:lnTo>
                  <a:lnTo>
                    <a:pt x="3612104" y="913014"/>
                  </a:lnTo>
                  <a:lnTo>
                    <a:pt x="3617577" y="913014"/>
                  </a:lnTo>
                  <a:lnTo>
                    <a:pt x="3617577" y="901662"/>
                  </a:lnTo>
                  <a:lnTo>
                    <a:pt x="3623050" y="901662"/>
                  </a:lnTo>
                  <a:lnTo>
                    <a:pt x="3623050" y="901662"/>
                  </a:lnTo>
                  <a:lnTo>
                    <a:pt x="3628523" y="901662"/>
                  </a:lnTo>
                  <a:lnTo>
                    <a:pt x="3628523" y="901662"/>
                  </a:lnTo>
                  <a:lnTo>
                    <a:pt x="3633995" y="901662"/>
                  </a:lnTo>
                  <a:lnTo>
                    <a:pt x="3633995" y="901662"/>
                  </a:lnTo>
                  <a:lnTo>
                    <a:pt x="3639468" y="901662"/>
                  </a:lnTo>
                  <a:lnTo>
                    <a:pt x="3639468" y="901662"/>
                  </a:lnTo>
                  <a:lnTo>
                    <a:pt x="3644941" y="901662"/>
                  </a:lnTo>
                  <a:lnTo>
                    <a:pt x="3644941" y="901662"/>
                  </a:lnTo>
                  <a:lnTo>
                    <a:pt x="3650414" y="901662"/>
                  </a:lnTo>
                  <a:lnTo>
                    <a:pt x="3650414" y="901662"/>
                  </a:lnTo>
                  <a:lnTo>
                    <a:pt x="3655887" y="901662"/>
                  </a:lnTo>
                  <a:lnTo>
                    <a:pt x="3655887" y="890228"/>
                  </a:lnTo>
                  <a:lnTo>
                    <a:pt x="3661360" y="890228"/>
                  </a:lnTo>
                  <a:lnTo>
                    <a:pt x="3661360" y="890228"/>
                  </a:lnTo>
                  <a:lnTo>
                    <a:pt x="3666833" y="890228"/>
                  </a:lnTo>
                  <a:lnTo>
                    <a:pt x="3666833" y="890228"/>
                  </a:lnTo>
                  <a:lnTo>
                    <a:pt x="3672306" y="890228"/>
                  </a:lnTo>
                  <a:lnTo>
                    <a:pt x="3672306" y="890228"/>
                  </a:lnTo>
                  <a:lnTo>
                    <a:pt x="3677779" y="890228"/>
                  </a:lnTo>
                  <a:lnTo>
                    <a:pt x="3677779" y="890228"/>
                  </a:lnTo>
                  <a:lnTo>
                    <a:pt x="3683251" y="890228"/>
                  </a:lnTo>
                  <a:lnTo>
                    <a:pt x="3683251" y="890228"/>
                  </a:lnTo>
                  <a:lnTo>
                    <a:pt x="3688724" y="890228"/>
                  </a:lnTo>
                  <a:lnTo>
                    <a:pt x="3688724" y="890228"/>
                  </a:lnTo>
                  <a:lnTo>
                    <a:pt x="3694197" y="890228"/>
                  </a:lnTo>
                  <a:lnTo>
                    <a:pt x="3694197" y="890228"/>
                  </a:lnTo>
                  <a:lnTo>
                    <a:pt x="3699670" y="890228"/>
                  </a:lnTo>
                  <a:lnTo>
                    <a:pt x="3699670" y="890228"/>
                  </a:lnTo>
                  <a:lnTo>
                    <a:pt x="3705143" y="890228"/>
                  </a:lnTo>
                  <a:lnTo>
                    <a:pt x="3705143" y="890228"/>
                  </a:lnTo>
                  <a:lnTo>
                    <a:pt x="3710616" y="890228"/>
                  </a:lnTo>
                  <a:lnTo>
                    <a:pt x="3710616" y="890228"/>
                  </a:lnTo>
                  <a:lnTo>
                    <a:pt x="3716089" y="890228"/>
                  </a:lnTo>
                  <a:lnTo>
                    <a:pt x="3716089" y="890228"/>
                  </a:lnTo>
                  <a:lnTo>
                    <a:pt x="3721562" y="890228"/>
                  </a:lnTo>
                  <a:lnTo>
                    <a:pt x="3721562" y="890228"/>
                  </a:lnTo>
                  <a:lnTo>
                    <a:pt x="3727034" y="890228"/>
                  </a:lnTo>
                  <a:lnTo>
                    <a:pt x="3727034" y="890228"/>
                  </a:lnTo>
                  <a:lnTo>
                    <a:pt x="3732507" y="890228"/>
                  </a:lnTo>
                  <a:lnTo>
                    <a:pt x="3732507" y="890228"/>
                  </a:lnTo>
                  <a:lnTo>
                    <a:pt x="3737980" y="890228"/>
                  </a:lnTo>
                  <a:lnTo>
                    <a:pt x="3737980" y="890228"/>
                  </a:lnTo>
                  <a:lnTo>
                    <a:pt x="3743453" y="890228"/>
                  </a:lnTo>
                  <a:lnTo>
                    <a:pt x="3743453" y="867128"/>
                  </a:lnTo>
                  <a:lnTo>
                    <a:pt x="3748926" y="867128"/>
                  </a:lnTo>
                  <a:lnTo>
                    <a:pt x="3748926" y="867128"/>
                  </a:lnTo>
                  <a:lnTo>
                    <a:pt x="3754399" y="867128"/>
                  </a:lnTo>
                  <a:lnTo>
                    <a:pt x="3754399" y="867128"/>
                  </a:lnTo>
                  <a:lnTo>
                    <a:pt x="3759872" y="867128"/>
                  </a:lnTo>
                  <a:lnTo>
                    <a:pt x="3759872" y="867128"/>
                  </a:lnTo>
                  <a:lnTo>
                    <a:pt x="3765345" y="867128"/>
                  </a:lnTo>
                  <a:lnTo>
                    <a:pt x="3765345" y="867128"/>
                  </a:lnTo>
                  <a:lnTo>
                    <a:pt x="3770818" y="867128"/>
                  </a:lnTo>
                  <a:lnTo>
                    <a:pt x="3770818" y="867128"/>
                  </a:lnTo>
                  <a:lnTo>
                    <a:pt x="3776290" y="867128"/>
                  </a:lnTo>
                  <a:lnTo>
                    <a:pt x="3776290" y="867128"/>
                  </a:lnTo>
                  <a:lnTo>
                    <a:pt x="3781763" y="867128"/>
                  </a:lnTo>
                  <a:lnTo>
                    <a:pt x="3781763" y="867128"/>
                  </a:lnTo>
                  <a:lnTo>
                    <a:pt x="3787236" y="867128"/>
                  </a:lnTo>
                  <a:lnTo>
                    <a:pt x="3787236" y="867128"/>
                  </a:lnTo>
                  <a:lnTo>
                    <a:pt x="3792709" y="867128"/>
                  </a:lnTo>
                  <a:lnTo>
                    <a:pt x="3792709" y="867128"/>
                  </a:lnTo>
                  <a:lnTo>
                    <a:pt x="3798182" y="867128"/>
                  </a:lnTo>
                  <a:lnTo>
                    <a:pt x="3798182" y="867128"/>
                  </a:lnTo>
                  <a:lnTo>
                    <a:pt x="3803655" y="867128"/>
                  </a:lnTo>
                  <a:lnTo>
                    <a:pt x="3803655" y="867128"/>
                  </a:lnTo>
                  <a:lnTo>
                    <a:pt x="3809128" y="867128"/>
                  </a:lnTo>
                  <a:lnTo>
                    <a:pt x="3809128" y="867128"/>
                  </a:lnTo>
                  <a:lnTo>
                    <a:pt x="3814601" y="867128"/>
                  </a:lnTo>
                  <a:lnTo>
                    <a:pt x="3814601" y="867128"/>
                  </a:lnTo>
                  <a:lnTo>
                    <a:pt x="3820074" y="867128"/>
                  </a:lnTo>
                  <a:lnTo>
                    <a:pt x="3820074" y="855458"/>
                  </a:lnTo>
                  <a:lnTo>
                    <a:pt x="3825546" y="855458"/>
                  </a:lnTo>
                  <a:lnTo>
                    <a:pt x="3825546" y="843764"/>
                  </a:lnTo>
                  <a:lnTo>
                    <a:pt x="3831019" y="843764"/>
                  </a:lnTo>
                  <a:lnTo>
                    <a:pt x="3831019" y="843764"/>
                  </a:lnTo>
                  <a:lnTo>
                    <a:pt x="3836492" y="843764"/>
                  </a:lnTo>
                  <a:lnTo>
                    <a:pt x="3836492" y="843764"/>
                  </a:lnTo>
                  <a:lnTo>
                    <a:pt x="3841965" y="843764"/>
                  </a:lnTo>
                  <a:lnTo>
                    <a:pt x="3841965" y="843764"/>
                  </a:lnTo>
                  <a:lnTo>
                    <a:pt x="3847438" y="843764"/>
                  </a:lnTo>
                  <a:lnTo>
                    <a:pt x="3847438" y="843764"/>
                  </a:lnTo>
                  <a:lnTo>
                    <a:pt x="3852911" y="843764"/>
                  </a:lnTo>
                  <a:lnTo>
                    <a:pt x="3852911" y="843764"/>
                  </a:lnTo>
                  <a:lnTo>
                    <a:pt x="3858384" y="843764"/>
                  </a:lnTo>
                  <a:lnTo>
                    <a:pt x="3858384" y="843764"/>
                  </a:lnTo>
                  <a:lnTo>
                    <a:pt x="3863857" y="843764"/>
                  </a:lnTo>
                  <a:lnTo>
                    <a:pt x="3863857" y="843764"/>
                  </a:lnTo>
                  <a:lnTo>
                    <a:pt x="3869329" y="843764"/>
                  </a:lnTo>
                  <a:lnTo>
                    <a:pt x="3869329" y="843764"/>
                  </a:lnTo>
                  <a:lnTo>
                    <a:pt x="3874802" y="843764"/>
                  </a:lnTo>
                  <a:lnTo>
                    <a:pt x="3874802" y="843764"/>
                  </a:lnTo>
                  <a:lnTo>
                    <a:pt x="3880275" y="843764"/>
                  </a:lnTo>
                  <a:lnTo>
                    <a:pt x="3880275" y="843764"/>
                  </a:lnTo>
                  <a:lnTo>
                    <a:pt x="3885748" y="843764"/>
                  </a:lnTo>
                  <a:lnTo>
                    <a:pt x="3885748" y="843764"/>
                  </a:lnTo>
                  <a:lnTo>
                    <a:pt x="3891221" y="843764"/>
                  </a:lnTo>
                  <a:lnTo>
                    <a:pt x="3891221" y="843764"/>
                  </a:lnTo>
                  <a:lnTo>
                    <a:pt x="3896694" y="843764"/>
                  </a:lnTo>
                  <a:lnTo>
                    <a:pt x="3896694" y="843764"/>
                  </a:lnTo>
                  <a:lnTo>
                    <a:pt x="3902167" y="843764"/>
                  </a:lnTo>
                  <a:lnTo>
                    <a:pt x="3902167" y="843764"/>
                  </a:lnTo>
                  <a:lnTo>
                    <a:pt x="3907640" y="843764"/>
                  </a:lnTo>
                  <a:lnTo>
                    <a:pt x="3907640" y="843764"/>
                  </a:lnTo>
                  <a:lnTo>
                    <a:pt x="3913113" y="843764"/>
                  </a:lnTo>
                  <a:lnTo>
                    <a:pt x="3913113" y="843764"/>
                  </a:lnTo>
                  <a:lnTo>
                    <a:pt x="3918585" y="843764"/>
                  </a:lnTo>
                  <a:lnTo>
                    <a:pt x="3918585" y="843764"/>
                  </a:lnTo>
                  <a:lnTo>
                    <a:pt x="3924058" y="843764"/>
                  </a:lnTo>
                  <a:lnTo>
                    <a:pt x="3924058" y="843764"/>
                  </a:lnTo>
                  <a:lnTo>
                    <a:pt x="3929531" y="843764"/>
                  </a:lnTo>
                  <a:lnTo>
                    <a:pt x="3929531" y="843764"/>
                  </a:lnTo>
                  <a:lnTo>
                    <a:pt x="3935004" y="843764"/>
                  </a:lnTo>
                  <a:lnTo>
                    <a:pt x="3935004" y="843764"/>
                  </a:lnTo>
                  <a:lnTo>
                    <a:pt x="3940477" y="843764"/>
                  </a:lnTo>
                  <a:lnTo>
                    <a:pt x="3940477" y="843764"/>
                  </a:lnTo>
                  <a:lnTo>
                    <a:pt x="3945950" y="843764"/>
                  </a:lnTo>
                  <a:lnTo>
                    <a:pt x="3945950" y="843764"/>
                  </a:lnTo>
                  <a:lnTo>
                    <a:pt x="3951423" y="843764"/>
                  </a:lnTo>
                  <a:lnTo>
                    <a:pt x="3951423" y="843764"/>
                  </a:lnTo>
                  <a:lnTo>
                    <a:pt x="3956896" y="843764"/>
                  </a:lnTo>
                  <a:lnTo>
                    <a:pt x="3956896" y="843764"/>
                  </a:lnTo>
                  <a:lnTo>
                    <a:pt x="3962369" y="843764"/>
                  </a:lnTo>
                  <a:lnTo>
                    <a:pt x="3962369" y="843764"/>
                  </a:lnTo>
                  <a:lnTo>
                    <a:pt x="3967841" y="843764"/>
                  </a:lnTo>
                  <a:lnTo>
                    <a:pt x="3967841" y="843764"/>
                  </a:lnTo>
                  <a:lnTo>
                    <a:pt x="3973314" y="843764"/>
                  </a:lnTo>
                  <a:lnTo>
                    <a:pt x="3973314" y="843764"/>
                  </a:lnTo>
                  <a:lnTo>
                    <a:pt x="3978787" y="843764"/>
                  </a:lnTo>
                  <a:lnTo>
                    <a:pt x="3978787" y="843764"/>
                  </a:lnTo>
                  <a:lnTo>
                    <a:pt x="3984260" y="843764"/>
                  </a:lnTo>
                  <a:lnTo>
                    <a:pt x="3984260" y="843764"/>
                  </a:lnTo>
                  <a:lnTo>
                    <a:pt x="3989733" y="843764"/>
                  </a:lnTo>
                  <a:lnTo>
                    <a:pt x="3989733" y="843764"/>
                  </a:lnTo>
                  <a:lnTo>
                    <a:pt x="3995206" y="843764"/>
                  </a:lnTo>
                  <a:lnTo>
                    <a:pt x="3995206" y="843764"/>
                  </a:lnTo>
                  <a:lnTo>
                    <a:pt x="4000679" y="843764"/>
                  </a:lnTo>
                  <a:lnTo>
                    <a:pt x="4000679" y="843764"/>
                  </a:lnTo>
                  <a:lnTo>
                    <a:pt x="4006152" y="843764"/>
                  </a:lnTo>
                  <a:lnTo>
                    <a:pt x="4006152" y="843764"/>
                  </a:lnTo>
                  <a:lnTo>
                    <a:pt x="4011625" y="843764"/>
                  </a:lnTo>
                  <a:lnTo>
                    <a:pt x="4011625" y="843764"/>
                  </a:lnTo>
                  <a:lnTo>
                    <a:pt x="4017097" y="843764"/>
                  </a:lnTo>
                  <a:lnTo>
                    <a:pt x="4017097" y="843764"/>
                  </a:lnTo>
                  <a:lnTo>
                    <a:pt x="4022570" y="843764"/>
                  </a:lnTo>
                  <a:lnTo>
                    <a:pt x="4022570" y="843764"/>
                  </a:lnTo>
                  <a:lnTo>
                    <a:pt x="4028043" y="843764"/>
                  </a:lnTo>
                  <a:lnTo>
                    <a:pt x="4028043" y="843764"/>
                  </a:lnTo>
                  <a:lnTo>
                    <a:pt x="4033516" y="843764"/>
                  </a:lnTo>
                  <a:lnTo>
                    <a:pt x="4033516" y="843764"/>
                  </a:lnTo>
                  <a:lnTo>
                    <a:pt x="4038989" y="843764"/>
                  </a:lnTo>
                  <a:lnTo>
                    <a:pt x="4038989" y="843764"/>
                  </a:lnTo>
                  <a:lnTo>
                    <a:pt x="4044462" y="843764"/>
                  </a:lnTo>
                  <a:lnTo>
                    <a:pt x="4044462" y="843764"/>
                  </a:lnTo>
                  <a:lnTo>
                    <a:pt x="4049935" y="843764"/>
                  </a:lnTo>
                  <a:lnTo>
                    <a:pt x="4049935" y="831729"/>
                  </a:lnTo>
                  <a:lnTo>
                    <a:pt x="4055408" y="831729"/>
                  </a:lnTo>
                  <a:lnTo>
                    <a:pt x="4055408" y="831729"/>
                  </a:lnTo>
                  <a:lnTo>
                    <a:pt x="4060880" y="831729"/>
                  </a:lnTo>
                  <a:lnTo>
                    <a:pt x="4060880" y="831729"/>
                  </a:lnTo>
                  <a:lnTo>
                    <a:pt x="4066353" y="831729"/>
                  </a:lnTo>
                  <a:lnTo>
                    <a:pt x="4066353" y="831729"/>
                  </a:lnTo>
                  <a:lnTo>
                    <a:pt x="4071826" y="831729"/>
                  </a:lnTo>
                  <a:lnTo>
                    <a:pt x="4071826" y="831729"/>
                  </a:lnTo>
                  <a:lnTo>
                    <a:pt x="4077299" y="831729"/>
                  </a:lnTo>
                  <a:lnTo>
                    <a:pt x="4077299" y="831729"/>
                  </a:lnTo>
                  <a:lnTo>
                    <a:pt x="4082772" y="831729"/>
                  </a:lnTo>
                  <a:lnTo>
                    <a:pt x="4082772" y="831729"/>
                  </a:lnTo>
                  <a:lnTo>
                    <a:pt x="4088245" y="831729"/>
                  </a:lnTo>
                  <a:lnTo>
                    <a:pt x="4088245" y="831729"/>
                  </a:lnTo>
                  <a:lnTo>
                    <a:pt x="4093718" y="831729"/>
                  </a:lnTo>
                  <a:lnTo>
                    <a:pt x="4093718" y="831729"/>
                  </a:lnTo>
                  <a:lnTo>
                    <a:pt x="4099191" y="831729"/>
                  </a:lnTo>
                  <a:lnTo>
                    <a:pt x="4099191" y="831729"/>
                  </a:lnTo>
                  <a:lnTo>
                    <a:pt x="4104664" y="831729"/>
                  </a:lnTo>
                  <a:lnTo>
                    <a:pt x="4104664" y="831729"/>
                  </a:lnTo>
                  <a:lnTo>
                    <a:pt x="4110136" y="831729"/>
                  </a:lnTo>
                  <a:lnTo>
                    <a:pt x="4110136" y="831729"/>
                  </a:lnTo>
                  <a:lnTo>
                    <a:pt x="4115609" y="831729"/>
                  </a:lnTo>
                  <a:lnTo>
                    <a:pt x="4115609" y="831729"/>
                  </a:lnTo>
                  <a:lnTo>
                    <a:pt x="4121082" y="831729"/>
                  </a:lnTo>
                  <a:lnTo>
                    <a:pt x="4121082" y="831729"/>
                  </a:lnTo>
                  <a:lnTo>
                    <a:pt x="4126555" y="831729"/>
                  </a:lnTo>
                  <a:lnTo>
                    <a:pt x="4126555" y="831729"/>
                  </a:lnTo>
                  <a:lnTo>
                    <a:pt x="4132028" y="831729"/>
                  </a:lnTo>
                  <a:lnTo>
                    <a:pt x="4132028" y="831729"/>
                  </a:lnTo>
                  <a:lnTo>
                    <a:pt x="4137501" y="831729"/>
                  </a:lnTo>
                  <a:lnTo>
                    <a:pt x="4137501" y="831729"/>
                  </a:lnTo>
                  <a:lnTo>
                    <a:pt x="4142974" y="831729"/>
                  </a:lnTo>
                  <a:lnTo>
                    <a:pt x="4142974" y="831729"/>
                  </a:lnTo>
                  <a:lnTo>
                    <a:pt x="4148447" y="831729"/>
                  </a:lnTo>
                  <a:lnTo>
                    <a:pt x="4148447" y="831729"/>
                  </a:lnTo>
                  <a:lnTo>
                    <a:pt x="4153920" y="831729"/>
                  </a:lnTo>
                  <a:lnTo>
                    <a:pt x="4153920" y="831729"/>
                  </a:lnTo>
                  <a:lnTo>
                    <a:pt x="4159392" y="831729"/>
                  </a:lnTo>
                  <a:lnTo>
                    <a:pt x="4159392" y="831729"/>
                  </a:lnTo>
                  <a:lnTo>
                    <a:pt x="4164865" y="831729"/>
                  </a:lnTo>
                  <a:lnTo>
                    <a:pt x="4164865" y="831729"/>
                  </a:lnTo>
                  <a:lnTo>
                    <a:pt x="4170338" y="831729"/>
                  </a:lnTo>
                  <a:lnTo>
                    <a:pt x="4170338" y="831729"/>
                  </a:lnTo>
                  <a:lnTo>
                    <a:pt x="4175811" y="831729"/>
                  </a:lnTo>
                  <a:lnTo>
                    <a:pt x="4175811" y="831729"/>
                  </a:lnTo>
                  <a:lnTo>
                    <a:pt x="4181284" y="831729"/>
                  </a:lnTo>
                  <a:lnTo>
                    <a:pt x="4181284" y="831729"/>
                  </a:lnTo>
                  <a:lnTo>
                    <a:pt x="4186757" y="831729"/>
                  </a:lnTo>
                  <a:lnTo>
                    <a:pt x="4186757" y="831729"/>
                  </a:lnTo>
                  <a:lnTo>
                    <a:pt x="4192230" y="831729"/>
                  </a:lnTo>
                  <a:lnTo>
                    <a:pt x="4192230" y="831729"/>
                  </a:lnTo>
                  <a:lnTo>
                    <a:pt x="4197703" y="831729"/>
                  </a:lnTo>
                  <a:lnTo>
                    <a:pt x="4197703" y="831729"/>
                  </a:lnTo>
                  <a:lnTo>
                    <a:pt x="4203176" y="831729"/>
                  </a:lnTo>
                  <a:lnTo>
                    <a:pt x="4203176" y="831729"/>
                  </a:lnTo>
                  <a:lnTo>
                    <a:pt x="4208648" y="831729"/>
                  </a:lnTo>
                  <a:lnTo>
                    <a:pt x="4208648" y="831729"/>
                  </a:lnTo>
                  <a:lnTo>
                    <a:pt x="4214121" y="831729"/>
                  </a:lnTo>
                  <a:lnTo>
                    <a:pt x="4214121" y="831729"/>
                  </a:lnTo>
                  <a:lnTo>
                    <a:pt x="4219594" y="831729"/>
                  </a:lnTo>
                  <a:lnTo>
                    <a:pt x="4219594" y="831729"/>
                  </a:lnTo>
                  <a:lnTo>
                    <a:pt x="4225067" y="831729"/>
                  </a:lnTo>
                  <a:lnTo>
                    <a:pt x="4225067" y="831729"/>
                  </a:lnTo>
                  <a:lnTo>
                    <a:pt x="4230540" y="831729"/>
                  </a:lnTo>
                  <a:lnTo>
                    <a:pt x="4230540" y="831729"/>
                  </a:lnTo>
                  <a:lnTo>
                    <a:pt x="4236013" y="831729"/>
                  </a:lnTo>
                  <a:lnTo>
                    <a:pt x="4236013" y="831729"/>
                  </a:lnTo>
                  <a:lnTo>
                    <a:pt x="4241486" y="831729"/>
                  </a:lnTo>
                  <a:lnTo>
                    <a:pt x="4241486" y="831729"/>
                  </a:lnTo>
                  <a:lnTo>
                    <a:pt x="4246959" y="831729"/>
                  </a:lnTo>
                  <a:lnTo>
                    <a:pt x="4246959" y="831729"/>
                  </a:lnTo>
                  <a:lnTo>
                    <a:pt x="4252431" y="831729"/>
                  </a:lnTo>
                  <a:lnTo>
                    <a:pt x="4252431" y="831729"/>
                  </a:lnTo>
                  <a:lnTo>
                    <a:pt x="4257904" y="831729"/>
                  </a:lnTo>
                  <a:lnTo>
                    <a:pt x="4257904" y="831729"/>
                  </a:lnTo>
                  <a:lnTo>
                    <a:pt x="4263377" y="831729"/>
                  </a:lnTo>
                  <a:lnTo>
                    <a:pt x="4263377" y="819247"/>
                  </a:lnTo>
                  <a:lnTo>
                    <a:pt x="4268850" y="819247"/>
                  </a:lnTo>
                  <a:lnTo>
                    <a:pt x="4268850" y="806765"/>
                  </a:lnTo>
                  <a:lnTo>
                    <a:pt x="4274323" y="806765"/>
                  </a:lnTo>
                  <a:lnTo>
                    <a:pt x="4274323" y="806765"/>
                  </a:lnTo>
                  <a:lnTo>
                    <a:pt x="4279796" y="806765"/>
                  </a:lnTo>
                  <a:lnTo>
                    <a:pt x="4279796" y="806765"/>
                  </a:lnTo>
                  <a:lnTo>
                    <a:pt x="4285269" y="806765"/>
                  </a:lnTo>
                  <a:lnTo>
                    <a:pt x="4285269" y="806765"/>
                  </a:lnTo>
                  <a:lnTo>
                    <a:pt x="4290742" y="806765"/>
                  </a:lnTo>
                  <a:lnTo>
                    <a:pt x="4290742" y="806765"/>
                  </a:lnTo>
                  <a:lnTo>
                    <a:pt x="4296215" y="806765"/>
                  </a:lnTo>
                  <a:lnTo>
                    <a:pt x="4296215" y="806765"/>
                  </a:lnTo>
                  <a:lnTo>
                    <a:pt x="4301687" y="806765"/>
                  </a:lnTo>
                  <a:lnTo>
                    <a:pt x="4301687" y="806765"/>
                  </a:lnTo>
                  <a:lnTo>
                    <a:pt x="4307160" y="806765"/>
                  </a:lnTo>
                  <a:lnTo>
                    <a:pt x="4307160" y="806765"/>
                  </a:lnTo>
                  <a:lnTo>
                    <a:pt x="4312633" y="806765"/>
                  </a:lnTo>
                  <a:lnTo>
                    <a:pt x="4312633" y="806765"/>
                  </a:lnTo>
                  <a:lnTo>
                    <a:pt x="4318106" y="806765"/>
                  </a:lnTo>
                  <a:lnTo>
                    <a:pt x="4318106" y="806765"/>
                  </a:lnTo>
                  <a:lnTo>
                    <a:pt x="4323579" y="806765"/>
                  </a:lnTo>
                  <a:lnTo>
                    <a:pt x="4323579" y="794152"/>
                  </a:lnTo>
                  <a:lnTo>
                    <a:pt x="4329052" y="794152"/>
                  </a:lnTo>
                  <a:lnTo>
                    <a:pt x="4329052" y="794152"/>
                  </a:lnTo>
                  <a:lnTo>
                    <a:pt x="4334525" y="794152"/>
                  </a:lnTo>
                  <a:lnTo>
                    <a:pt x="4334525" y="794152"/>
                  </a:lnTo>
                  <a:lnTo>
                    <a:pt x="4339998" y="794152"/>
                  </a:lnTo>
                  <a:lnTo>
                    <a:pt x="4339998" y="794152"/>
                  </a:lnTo>
                  <a:lnTo>
                    <a:pt x="4345471" y="794152"/>
                  </a:lnTo>
                  <a:lnTo>
                    <a:pt x="4345471" y="794152"/>
                  </a:lnTo>
                  <a:lnTo>
                    <a:pt x="4350943" y="794152"/>
                  </a:lnTo>
                  <a:lnTo>
                    <a:pt x="4350943" y="794152"/>
                  </a:lnTo>
                  <a:lnTo>
                    <a:pt x="4356416" y="794152"/>
                  </a:lnTo>
                  <a:lnTo>
                    <a:pt x="4356416" y="794152"/>
                  </a:lnTo>
                  <a:lnTo>
                    <a:pt x="4361889" y="794152"/>
                  </a:lnTo>
                  <a:lnTo>
                    <a:pt x="4361889" y="794152"/>
                  </a:lnTo>
                  <a:lnTo>
                    <a:pt x="4367362" y="794152"/>
                  </a:lnTo>
                  <a:lnTo>
                    <a:pt x="4367362" y="794152"/>
                  </a:lnTo>
                  <a:lnTo>
                    <a:pt x="4372835" y="794152"/>
                  </a:lnTo>
                  <a:lnTo>
                    <a:pt x="4372835" y="794152"/>
                  </a:lnTo>
                  <a:lnTo>
                    <a:pt x="4378308" y="794152"/>
                  </a:lnTo>
                  <a:lnTo>
                    <a:pt x="4378308" y="794152"/>
                  </a:lnTo>
                  <a:lnTo>
                    <a:pt x="4383781" y="794152"/>
                  </a:lnTo>
                  <a:lnTo>
                    <a:pt x="4383781" y="794152"/>
                  </a:lnTo>
                  <a:lnTo>
                    <a:pt x="4389254" y="794152"/>
                  </a:lnTo>
                  <a:lnTo>
                    <a:pt x="4389254" y="794152"/>
                  </a:lnTo>
                  <a:lnTo>
                    <a:pt x="4394726" y="794152"/>
                  </a:lnTo>
                  <a:lnTo>
                    <a:pt x="4394726" y="794152"/>
                  </a:lnTo>
                  <a:lnTo>
                    <a:pt x="4400199" y="794152"/>
                  </a:lnTo>
                  <a:lnTo>
                    <a:pt x="4400199" y="794152"/>
                  </a:lnTo>
                  <a:lnTo>
                    <a:pt x="4405672" y="794152"/>
                  </a:lnTo>
                  <a:lnTo>
                    <a:pt x="4405672" y="794152"/>
                  </a:lnTo>
                  <a:lnTo>
                    <a:pt x="4411145" y="794152"/>
                  </a:lnTo>
                  <a:lnTo>
                    <a:pt x="4411145" y="781279"/>
                  </a:lnTo>
                  <a:lnTo>
                    <a:pt x="4416618" y="781279"/>
                  </a:lnTo>
                  <a:lnTo>
                    <a:pt x="4416618" y="781279"/>
                  </a:lnTo>
                  <a:lnTo>
                    <a:pt x="4422091" y="781279"/>
                  </a:lnTo>
                  <a:lnTo>
                    <a:pt x="4422091" y="781279"/>
                  </a:lnTo>
                  <a:lnTo>
                    <a:pt x="4427564" y="781279"/>
                  </a:lnTo>
                  <a:lnTo>
                    <a:pt x="4427564" y="781279"/>
                  </a:lnTo>
                  <a:lnTo>
                    <a:pt x="4433037" y="781279"/>
                  </a:lnTo>
                  <a:lnTo>
                    <a:pt x="4433037" y="781279"/>
                  </a:lnTo>
                  <a:lnTo>
                    <a:pt x="4438510" y="781279"/>
                  </a:lnTo>
                  <a:lnTo>
                    <a:pt x="4438510" y="781279"/>
                  </a:lnTo>
                  <a:lnTo>
                    <a:pt x="4443982" y="781279"/>
                  </a:lnTo>
                  <a:lnTo>
                    <a:pt x="4443982" y="768330"/>
                  </a:lnTo>
                  <a:lnTo>
                    <a:pt x="4449455" y="768330"/>
                  </a:lnTo>
                  <a:lnTo>
                    <a:pt x="4449455" y="768330"/>
                  </a:lnTo>
                  <a:lnTo>
                    <a:pt x="4454928" y="768330"/>
                  </a:lnTo>
                  <a:lnTo>
                    <a:pt x="4454928" y="768330"/>
                  </a:lnTo>
                  <a:lnTo>
                    <a:pt x="4460401" y="768330"/>
                  </a:lnTo>
                  <a:lnTo>
                    <a:pt x="4460401" y="768330"/>
                  </a:lnTo>
                  <a:lnTo>
                    <a:pt x="4465874" y="768330"/>
                  </a:lnTo>
                  <a:lnTo>
                    <a:pt x="4465874" y="768330"/>
                  </a:lnTo>
                  <a:lnTo>
                    <a:pt x="4471347" y="768330"/>
                  </a:lnTo>
                  <a:lnTo>
                    <a:pt x="4471347" y="768330"/>
                  </a:lnTo>
                  <a:lnTo>
                    <a:pt x="4476820" y="768330"/>
                  </a:lnTo>
                  <a:lnTo>
                    <a:pt x="4476820" y="755337"/>
                  </a:lnTo>
                  <a:lnTo>
                    <a:pt x="4482293" y="755337"/>
                  </a:lnTo>
                  <a:lnTo>
                    <a:pt x="4482293" y="755337"/>
                  </a:lnTo>
                  <a:lnTo>
                    <a:pt x="4487766" y="755337"/>
                  </a:lnTo>
                  <a:lnTo>
                    <a:pt x="4487766" y="755337"/>
                  </a:lnTo>
                  <a:lnTo>
                    <a:pt x="4493238" y="755337"/>
                  </a:lnTo>
                  <a:lnTo>
                    <a:pt x="4493238" y="755337"/>
                  </a:lnTo>
                  <a:lnTo>
                    <a:pt x="4498711" y="755337"/>
                  </a:lnTo>
                  <a:lnTo>
                    <a:pt x="4498711" y="755337"/>
                  </a:lnTo>
                  <a:lnTo>
                    <a:pt x="4504184" y="755337"/>
                  </a:lnTo>
                  <a:lnTo>
                    <a:pt x="4504184" y="755337"/>
                  </a:lnTo>
                  <a:lnTo>
                    <a:pt x="4509657" y="755337"/>
                  </a:lnTo>
                  <a:lnTo>
                    <a:pt x="4509657" y="755337"/>
                  </a:lnTo>
                  <a:lnTo>
                    <a:pt x="4515130" y="755337"/>
                  </a:lnTo>
                  <a:lnTo>
                    <a:pt x="4515130" y="755337"/>
                  </a:lnTo>
                  <a:lnTo>
                    <a:pt x="4520603" y="755337"/>
                  </a:lnTo>
                  <a:lnTo>
                    <a:pt x="4520603" y="755337"/>
                  </a:lnTo>
                  <a:lnTo>
                    <a:pt x="4526076" y="755337"/>
                  </a:lnTo>
                  <a:lnTo>
                    <a:pt x="4526076" y="755337"/>
                  </a:lnTo>
                  <a:lnTo>
                    <a:pt x="4531549" y="755337"/>
                  </a:lnTo>
                  <a:lnTo>
                    <a:pt x="4531549" y="755337"/>
                  </a:lnTo>
                  <a:lnTo>
                    <a:pt x="4537022" y="755337"/>
                  </a:lnTo>
                  <a:lnTo>
                    <a:pt x="4537022" y="755337"/>
                  </a:lnTo>
                  <a:lnTo>
                    <a:pt x="4542494" y="755337"/>
                  </a:lnTo>
                  <a:lnTo>
                    <a:pt x="4542494" y="755337"/>
                  </a:lnTo>
                  <a:lnTo>
                    <a:pt x="4547967" y="755337"/>
                  </a:lnTo>
                  <a:lnTo>
                    <a:pt x="4547967" y="755337"/>
                  </a:lnTo>
                  <a:lnTo>
                    <a:pt x="4553440" y="755337"/>
                  </a:lnTo>
                  <a:lnTo>
                    <a:pt x="4553440" y="755337"/>
                  </a:lnTo>
                  <a:lnTo>
                    <a:pt x="4558913" y="755337"/>
                  </a:lnTo>
                  <a:lnTo>
                    <a:pt x="4558913" y="755337"/>
                  </a:lnTo>
                  <a:lnTo>
                    <a:pt x="4564386" y="755337"/>
                  </a:lnTo>
                  <a:lnTo>
                    <a:pt x="4564386" y="755337"/>
                  </a:lnTo>
                  <a:lnTo>
                    <a:pt x="4569859" y="755337"/>
                  </a:lnTo>
                  <a:lnTo>
                    <a:pt x="4569859" y="755337"/>
                  </a:lnTo>
                  <a:lnTo>
                    <a:pt x="4575332" y="755337"/>
                  </a:lnTo>
                  <a:lnTo>
                    <a:pt x="4575332" y="742142"/>
                  </a:lnTo>
                  <a:lnTo>
                    <a:pt x="4580805" y="742142"/>
                  </a:lnTo>
                  <a:lnTo>
                    <a:pt x="4580805" y="742142"/>
                  </a:lnTo>
                  <a:lnTo>
                    <a:pt x="4586277" y="742142"/>
                  </a:lnTo>
                  <a:lnTo>
                    <a:pt x="4586277" y="742142"/>
                  </a:lnTo>
                  <a:lnTo>
                    <a:pt x="4591750" y="742142"/>
                  </a:lnTo>
                  <a:lnTo>
                    <a:pt x="4591750" y="742142"/>
                  </a:lnTo>
                  <a:lnTo>
                    <a:pt x="4597223" y="742142"/>
                  </a:lnTo>
                  <a:lnTo>
                    <a:pt x="4597223" y="742142"/>
                  </a:lnTo>
                  <a:lnTo>
                    <a:pt x="4602696" y="742142"/>
                  </a:lnTo>
                  <a:lnTo>
                    <a:pt x="4602696" y="742142"/>
                  </a:lnTo>
                  <a:lnTo>
                    <a:pt x="4608169" y="742142"/>
                  </a:lnTo>
                  <a:lnTo>
                    <a:pt x="4608169" y="742142"/>
                  </a:lnTo>
                  <a:lnTo>
                    <a:pt x="4613642" y="742142"/>
                  </a:lnTo>
                  <a:lnTo>
                    <a:pt x="4613642" y="742142"/>
                  </a:lnTo>
                  <a:lnTo>
                    <a:pt x="4619115" y="742142"/>
                  </a:lnTo>
                  <a:lnTo>
                    <a:pt x="4619115" y="742142"/>
                  </a:lnTo>
                  <a:lnTo>
                    <a:pt x="4624588" y="742142"/>
                  </a:lnTo>
                  <a:lnTo>
                    <a:pt x="4624588" y="742142"/>
                  </a:lnTo>
                  <a:lnTo>
                    <a:pt x="4630061" y="742142"/>
                  </a:lnTo>
                  <a:lnTo>
                    <a:pt x="4630061" y="742142"/>
                  </a:lnTo>
                  <a:lnTo>
                    <a:pt x="4635533" y="742142"/>
                  </a:lnTo>
                  <a:lnTo>
                    <a:pt x="4635533" y="742142"/>
                  </a:lnTo>
                  <a:lnTo>
                    <a:pt x="4641006" y="742142"/>
                  </a:lnTo>
                  <a:lnTo>
                    <a:pt x="4641006" y="742142"/>
                  </a:lnTo>
                  <a:lnTo>
                    <a:pt x="4646479" y="742142"/>
                  </a:lnTo>
                  <a:lnTo>
                    <a:pt x="4646479" y="742142"/>
                  </a:lnTo>
                  <a:lnTo>
                    <a:pt x="4651952" y="742142"/>
                  </a:lnTo>
                  <a:lnTo>
                    <a:pt x="4651952" y="742142"/>
                  </a:lnTo>
                  <a:lnTo>
                    <a:pt x="4657425" y="742142"/>
                  </a:lnTo>
                  <a:lnTo>
                    <a:pt x="4657425" y="742142"/>
                  </a:lnTo>
                  <a:lnTo>
                    <a:pt x="4662898" y="742142"/>
                  </a:lnTo>
                  <a:lnTo>
                    <a:pt x="4662898" y="742142"/>
                  </a:lnTo>
                  <a:lnTo>
                    <a:pt x="4668371" y="742142"/>
                  </a:lnTo>
                  <a:lnTo>
                    <a:pt x="4668371" y="742142"/>
                  </a:lnTo>
                  <a:lnTo>
                    <a:pt x="4673844" y="742142"/>
                  </a:lnTo>
                  <a:lnTo>
                    <a:pt x="4673844" y="742142"/>
                  </a:lnTo>
                  <a:lnTo>
                    <a:pt x="4679317" y="742142"/>
                  </a:lnTo>
                  <a:lnTo>
                    <a:pt x="4679317" y="742142"/>
                  </a:lnTo>
                  <a:lnTo>
                    <a:pt x="4684789" y="742142"/>
                  </a:lnTo>
                  <a:lnTo>
                    <a:pt x="4684789" y="742142"/>
                  </a:lnTo>
                  <a:lnTo>
                    <a:pt x="4690262" y="742142"/>
                  </a:lnTo>
                  <a:lnTo>
                    <a:pt x="4690262" y="742142"/>
                  </a:lnTo>
                  <a:lnTo>
                    <a:pt x="4695735" y="742142"/>
                  </a:lnTo>
                  <a:lnTo>
                    <a:pt x="4695735" y="742142"/>
                  </a:lnTo>
                  <a:lnTo>
                    <a:pt x="4701208" y="742142"/>
                  </a:lnTo>
                  <a:lnTo>
                    <a:pt x="4701208" y="742142"/>
                  </a:lnTo>
                  <a:lnTo>
                    <a:pt x="4706681" y="742142"/>
                  </a:lnTo>
                  <a:lnTo>
                    <a:pt x="4706681" y="742142"/>
                  </a:lnTo>
                  <a:lnTo>
                    <a:pt x="4712154" y="742142"/>
                  </a:lnTo>
                  <a:lnTo>
                    <a:pt x="4712154" y="742142"/>
                  </a:lnTo>
                  <a:lnTo>
                    <a:pt x="4717627" y="742142"/>
                  </a:lnTo>
                  <a:lnTo>
                    <a:pt x="4717627" y="742142"/>
                  </a:lnTo>
                  <a:lnTo>
                    <a:pt x="4723100" y="742142"/>
                  </a:lnTo>
                  <a:lnTo>
                    <a:pt x="4723100" y="742142"/>
                  </a:lnTo>
                  <a:lnTo>
                    <a:pt x="4728573" y="742142"/>
                  </a:lnTo>
                  <a:lnTo>
                    <a:pt x="4728573" y="742142"/>
                  </a:lnTo>
                  <a:lnTo>
                    <a:pt x="4734045" y="742142"/>
                  </a:lnTo>
                  <a:lnTo>
                    <a:pt x="4734045" y="742142"/>
                  </a:lnTo>
                  <a:lnTo>
                    <a:pt x="4739518" y="742142"/>
                  </a:lnTo>
                  <a:lnTo>
                    <a:pt x="4739518" y="742142"/>
                  </a:lnTo>
                  <a:lnTo>
                    <a:pt x="4744991" y="742142"/>
                  </a:lnTo>
                  <a:lnTo>
                    <a:pt x="4744991" y="742142"/>
                  </a:lnTo>
                  <a:lnTo>
                    <a:pt x="4750464" y="742142"/>
                  </a:lnTo>
                  <a:lnTo>
                    <a:pt x="4750464" y="742142"/>
                  </a:lnTo>
                  <a:lnTo>
                    <a:pt x="4755937" y="742142"/>
                  </a:lnTo>
                  <a:lnTo>
                    <a:pt x="4755937" y="742142"/>
                  </a:lnTo>
                  <a:lnTo>
                    <a:pt x="4761410" y="742142"/>
                  </a:lnTo>
                  <a:lnTo>
                    <a:pt x="4761410" y="742142"/>
                  </a:lnTo>
                  <a:lnTo>
                    <a:pt x="4766883" y="742142"/>
                  </a:lnTo>
                  <a:lnTo>
                    <a:pt x="4766883" y="742142"/>
                  </a:lnTo>
                  <a:lnTo>
                    <a:pt x="4772356" y="742142"/>
                  </a:lnTo>
                  <a:lnTo>
                    <a:pt x="4772356" y="742142"/>
                  </a:lnTo>
                  <a:lnTo>
                    <a:pt x="4777828" y="742142"/>
                  </a:lnTo>
                  <a:lnTo>
                    <a:pt x="4777828" y="742142"/>
                  </a:lnTo>
                  <a:lnTo>
                    <a:pt x="4783301" y="742142"/>
                  </a:lnTo>
                  <a:lnTo>
                    <a:pt x="4783301" y="742142"/>
                  </a:lnTo>
                  <a:lnTo>
                    <a:pt x="4788774" y="742142"/>
                  </a:lnTo>
                  <a:lnTo>
                    <a:pt x="4788774" y="728577"/>
                  </a:lnTo>
                  <a:lnTo>
                    <a:pt x="4794247" y="728577"/>
                  </a:lnTo>
                  <a:lnTo>
                    <a:pt x="4794247" y="728577"/>
                  </a:lnTo>
                  <a:lnTo>
                    <a:pt x="4799720" y="728577"/>
                  </a:lnTo>
                  <a:lnTo>
                    <a:pt x="4799720" y="728577"/>
                  </a:lnTo>
                  <a:lnTo>
                    <a:pt x="4805193" y="728577"/>
                  </a:lnTo>
                  <a:lnTo>
                    <a:pt x="4805193" y="728577"/>
                  </a:lnTo>
                  <a:lnTo>
                    <a:pt x="4810666" y="728577"/>
                  </a:lnTo>
                  <a:lnTo>
                    <a:pt x="4810666" y="728577"/>
                  </a:lnTo>
                  <a:lnTo>
                    <a:pt x="4816139" y="728577"/>
                  </a:lnTo>
                  <a:lnTo>
                    <a:pt x="4816139" y="728577"/>
                  </a:lnTo>
                  <a:lnTo>
                    <a:pt x="4821612" y="728577"/>
                  </a:lnTo>
                  <a:lnTo>
                    <a:pt x="4821612" y="728577"/>
                  </a:lnTo>
                  <a:lnTo>
                    <a:pt x="4827084" y="728577"/>
                  </a:lnTo>
                  <a:lnTo>
                    <a:pt x="4827084" y="728577"/>
                  </a:lnTo>
                  <a:lnTo>
                    <a:pt x="4832557" y="728577"/>
                  </a:lnTo>
                  <a:lnTo>
                    <a:pt x="4832557" y="728577"/>
                  </a:lnTo>
                  <a:lnTo>
                    <a:pt x="4838030" y="728577"/>
                  </a:lnTo>
                  <a:lnTo>
                    <a:pt x="4838030" y="728577"/>
                  </a:lnTo>
                  <a:lnTo>
                    <a:pt x="4843503" y="728577"/>
                  </a:lnTo>
                  <a:lnTo>
                    <a:pt x="4843503" y="728577"/>
                  </a:lnTo>
                  <a:lnTo>
                    <a:pt x="4848976" y="728577"/>
                  </a:lnTo>
                  <a:lnTo>
                    <a:pt x="4848976" y="728577"/>
                  </a:lnTo>
                  <a:lnTo>
                    <a:pt x="4854449" y="728577"/>
                  </a:lnTo>
                  <a:lnTo>
                    <a:pt x="4854449" y="728577"/>
                  </a:lnTo>
                  <a:lnTo>
                    <a:pt x="4859922" y="728577"/>
                  </a:lnTo>
                  <a:lnTo>
                    <a:pt x="4859922" y="728577"/>
                  </a:lnTo>
                  <a:lnTo>
                    <a:pt x="4865395" y="728577"/>
                  </a:lnTo>
                  <a:lnTo>
                    <a:pt x="4865395" y="728577"/>
                  </a:lnTo>
                  <a:lnTo>
                    <a:pt x="4870868" y="728577"/>
                  </a:lnTo>
                  <a:lnTo>
                    <a:pt x="4870868" y="728577"/>
                  </a:lnTo>
                  <a:lnTo>
                    <a:pt x="4876340" y="728577"/>
                  </a:lnTo>
                  <a:lnTo>
                    <a:pt x="4876340" y="728577"/>
                  </a:lnTo>
                  <a:lnTo>
                    <a:pt x="4881813" y="728577"/>
                  </a:lnTo>
                  <a:lnTo>
                    <a:pt x="4881813" y="728577"/>
                  </a:lnTo>
                  <a:lnTo>
                    <a:pt x="4887286" y="728577"/>
                  </a:lnTo>
                  <a:lnTo>
                    <a:pt x="4887286" y="728577"/>
                  </a:lnTo>
                  <a:lnTo>
                    <a:pt x="4892759" y="728577"/>
                  </a:lnTo>
                  <a:lnTo>
                    <a:pt x="4892759" y="728577"/>
                  </a:lnTo>
                  <a:lnTo>
                    <a:pt x="4898232" y="728577"/>
                  </a:lnTo>
                  <a:lnTo>
                    <a:pt x="4898232" y="728577"/>
                  </a:lnTo>
                  <a:lnTo>
                    <a:pt x="4903705" y="728577"/>
                  </a:lnTo>
                  <a:lnTo>
                    <a:pt x="4903705" y="714795"/>
                  </a:lnTo>
                  <a:lnTo>
                    <a:pt x="4909178" y="714795"/>
                  </a:lnTo>
                  <a:lnTo>
                    <a:pt x="4909178" y="714795"/>
                  </a:lnTo>
                  <a:lnTo>
                    <a:pt x="4914651" y="714795"/>
                  </a:lnTo>
                  <a:lnTo>
                    <a:pt x="4914651" y="714795"/>
                  </a:lnTo>
                  <a:lnTo>
                    <a:pt x="4920123" y="714795"/>
                  </a:lnTo>
                  <a:lnTo>
                    <a:pt x="4920123" y="714795"/>
                  </a:lnTo>
                  <a:lnTo>
                    <a:pt x="4925596" y="714795"/>
                  </a:lnTo>
                  <a:lnTo>
                    <a:pt x="4925596" y="714795"/>
                  </a:lnTo>
                  <a:lnTo>
                    <a:pt x="4931069" y="714795"/>
                  </a:lnTo>
                  <a:lnTo>
                    <a:pt x="4931069" y="714795"/>
                  </a:lnTo>
                  <a:lnTo>
                    <a:pt x="4936542" y="714795"/>
                  </a:lnTo>
                  <a:lnTo>
                    <a:pt x="4936542" y="714795"/>
                  </a:lnTo>
                  <a:lnTo>
                    <a:pt x="4942015" y="714795"/>
                  </a:lnTo>
                  <a:lnTo>
                    <a:pt x="4942015" y="714795"/>
                  </a:lnTo>
                  <a:lnTo>
                    <a:pt x="4947488" y="714795"/>
                  </a:lnTo>
                  <a:lnTo>
                    <a:pt x="4947488" y="714795"/>
                  </a:lnTo>
                  <a:lnTo>
                    <a:pt x="4952961" y="714795"/>
                  </a:lnTo>
                  <a:lnTo>
                    <a:pt x="4952961" y="714795"/>
                  </a:lnTo>
                  <a:lnTo>
                    <a:pt x="4958434" y="714795"/>
                  </a:lnTo>
                  <a:lnTo>
                    <a:pt x="4958434" y="714795"/>
                  </a:lnTo>
                  <a:lnTo>
                    <a:pt x="4963907" y="714795"/>
                  </a:lnTo>
                  <a:lnTo>
                    <a:pt x="4963907" y="714795"/>
                  </a:lnTo>
                  <a:lnTo>
                    <a:pt x="4969379" y="714795"/>
                  </a:lnTo>
                  <a:lnTo>
                    <a:pt x="4969379" y="714795"/>
                  </a:lnTo>
                  <a:lnTo>
                    <a:pt x="4974852" y="714795"/>
                  </a:lnTo>
                  <a:lnTo>
                    <a:pt x="4974852" y="714795"/>
                  </a:lnTo>
                  <a:lnTo>
                    <a:pt x="4980325" y="714795"/>
                  </a:lnTo>
                  <a:lnTo>
                    <a:pt x="4980325" y="714795"/>
                  </a:lnTo>
                  <a:lnTo>
                    <a:pt x="4985798" y="714795"/>
                  </a:lnTo>
                  <a:lnTo>
                    <a:pt x="4985798" y="714795"/>
                  </a:lnTo>
                  <a:lnTo>
                    <a:pt x="4991271" y="714795"/>
                  </a:lnTo>
                  <a:lnTo>
                    <a:pt x="4991271" y="714795"/>
                  </a:lnTo>
                  <a:lnTo>
                    <a:pt x="4996744" y="714795"/>
                  </a:lnTo>
                  <a:lnTo>
                    <a:pt x="4996744" y="714795"/>
                  </a:lnTo>
                  <a:lnTo>
                    <a:pt x="5002217" y="714795"/>
                  </a:lnTo>
                  <a:lnTo>
                    <a:pt x="5002217" y="714795"/>
                  </a:lnTo>
                  <a:lnTo>
                    <a:pt x="5007690" y="714795"/>
                  </a:lnTo>
                  <a:lnTo>
                    <a:pt x="5007690" y="714795"/>
                  </a:lnTo>
                  <a:lnTo>
                    <a:pt x="5013163" y="714795"/>
                  </a:lnTo>
                  <a:lnTo>
                    <a:pt x="5013163" y="714795"/>
                  </a:lnTo>
                  <a:lnTo>
                    <a:pt x="5018635" y="714795"/>
                  </a:lnTo>
                  <a:lnTo>
                    <a:pt x="5018635" y="700732"/>
                  </a:lnTo>
                  <a:lnTo>
                    <a:pt x="5024108" y="700732"/>
                  </a:lnTo>
                  <a:lnTo>
                    <a:pt x="5024108" y="700732"/>
                  </a:lnTo>
                  <a:lnTo>
                    <a:pt x="5029581" y="700732"/>
                  </a:lnTo>
                  <a:lnTo>
                    <a:pt x="5029581" y="700732"/>
                  </a:lnTo>
                  <a:lnTo>
                    <a:pt x="5035054" y="700732"/>
                  </a:lnTo>
                  <a:lnTo>
                    <a:pt x="5035054" y="700732"/>
                  </a:lnTo>
                  <a:lnTo>
                    <a:pt x="5040527" y="700732"/>
                  </a:lnTo>
                  <a:lnTo>
                    <a:pt x="5040527" y="700732"/>
                  </a:lnTo>
                  <a:lnTo>
                    <a:pt x="5046000" y="700732"/>
                  </a:lnTo>
                  <a:lnTo>
                    <a:pt x="5046000" y="700732"/>
                  </a:lnTo>
                  <a:lnTo>
                    <a:pt x="5051473" y="700732"/>
                  </a:lnTo>
                  <a:lnTo>
                    <a:pt x="5051473" y="700732"/>
                  </a:lnTo>
                  <a:lnTo>
                    <a:pt x="5056946" y="700732"/>
                  </a:lnTo>
                  <a:lnTo>
                    <a:pt x="5056946" y="700732"/>
                  </a:lnTo>
                  <a:lnTo>
                    <a:pt x="5062419" y="700732"/>
                  </a:lnTo>
                  <a:lnTo>
                    <a:pt x="5062419" y="700732"/>
                  </a:lnTo>
                  <a:lnTo>
                    <a:pt x="5067891" y="700732"/>
                  </a:lnTo>
                  <a:lnTo>
                    <a:pt x="5067891" y="700732"/>
                  </a:lnTo>
                  <a:lnTo>
                    <a:pt x="5073364" y="700732"/>
                  </a:lnTo>
                  <a:lnTo>
                    <a:pt x="5073364" y="700732"/>
                  </a:lnTo>
                  <a:lnTo>
                    <a:pt x="5078837" y="700732"/>
                  </a:lnTo>
                  <a:lnTo>
                    <a:pt x="5078837" y="700732"/>
                  </a:lnTo>
                  <a:lnTo>
                    <a:pt x="5084310" y="700732"/>
                  </a:lnTo>
                  <a:lnTo>
                    <a:pt x="5084310" y="700732"/>
                  </a:lnTo>
                  <a:lnTo>
                    <a:pt x="5089783" y="700732"/>
                  </a:lnTo>
                  <a:lnTo>
                    <a:pt x="5089783" y="700732"/>
                  </a:lnTo>
                  <a:lnTo>
                    <a:pt x="5095256" y="700732"/>
                  </a:lnTo>
                  <a:lnTo>
                    <a:pt x="5095256" y="700732"/>
                  </a:lnTo>
                  <a:lnTo>
                    <a:pt x="5100729" y="700732"/>
                  </a:lnTo>
                  <a:lnTo>
                    <a:pt x="5100729" y="700732"/>
                  </a:lnTo>
                  <a:lnTo>
                    <a:pt x="5106202" y="700732"/>
                  </a:lnTo>
                  <a:lnTo>
                    <a:pt x="5106202" y="700732"/>
                  </a:lnTo>
                  <a:lnTo>
                    <a:pt x="5111674" y="700732"/>
                  </a:lnTo>
                  <a:lnTo>
                    <a:pt x="5111674" y="700732"/>
                  </a:lnTo>
                  <a:lnTo>
                    <a:pt x="5117147" y="700732"/>
                  </a:lnTo>
                  <a:lnTo>
                    <a:pt x="5117147" y="700732"/>
                  </a:lnTo>
                  <a:lnTo>
                    <a:pt x="5122620" y="700732"/>
                  </a:lnTo>
                  <a:lnTo>
                    <a:pt x="5122620" y="700732"/>
                  </a:lnTo>
                  <a:lnTo>
                    <a:pt x="5128093" y="700732"/>
                  </a:lnTo>
                  <a:lnTo>
                    <a:pt x="5128093" y="700732"/>
                  </a:lnTo>
                  <a:lnTo>
                    <a:pt x="5133566" y="700732"/>
                  </a:lnTo>
                  <a:lnTo>
                    <a:pt x="5133566" y="700732"/>
                  </a:lnTo>
                  <a:lnTo>
                    <a:pt x="5139039" y="700732"/>
                  </a:lnTo>
                  <a:lnTo>
                    <a:pt x="5139039" y="700732"/>
                  </a:lnTo>
                  <a:lnTo>
                    <a:pt x="5144512" y="700732"/>
                  </a:lnTo>
                  <a:lnTo>
                    <a:pt x="5144512" y="700732"/>
                  </a:lnTo>
                  <a:lnTo>
                    <a:pt x="5149985" y="700732"/>
                  </a:lnTo>
                  <a:lnTo>
                    <a:pt x="5149985" y="686428"/>
                  </a:lnTo>
                  <a:lnTo>
                    <a:pt x="5155458" y="686428"/>
                  </a:lnTo>
                  <a:lnTo>
                    <a:pt x="5155458" y="686428"/>
                  </a:lnTo>
                  <a:lnTo>
                    <a:pt x="5160930" y="686428"/>
                  </a:lnTo>
                  <a:lnTo>
                    <a:pt x="5160930" y="686428"/>
                  </a:lnTo>
                  <a:lnTo>
                    <a:pt x="5166403" y="686428"/>
                  </a:lnTo>
                  <a:lnTo>
                    <a:pt x="5166403" y="686428"/>
                  </a:lnTo>
                  <a:lnTo>
                    <a:pt x="5171876" y="686428"/>
                  </a:lnTo>
                  <a:lnTo>
                    <a:pt x="5171876" y="686428"/>
                  </a:lnTo>
                  <a:lnTo>
                    <a:pt x="5177349" y="686428"/>
                  </a:lnTo>
                  <a:lnTo>
                    <a:pt x="5177349" y="686428"/>
                  </a:lnTo>
                  <a:lnTo>
                    <a:pt x="5182822" y="686428"/>
                  </a:lnTo>
                  <a:lnTo>
                    <a:pt x="5182822" y="686428"/>
                  </a:lnTo>
                  <a:lnTo>
                    <a:pt x="5188295" y="686428"/>
                  </a:lnTo>
                  <a:lnTo>
                    <a:pt x="5188295" y="686428"/>
                  </a:lnTo>
                  <a:lnTo>
                    <a:pt x="5193768" y="686428"/>
                  </a:lnTo>
                  <a:lnTo>
                    <a:pt x="5193768" y="686428"/>
                  </a:lnTo>
                  <a:lnTo>
                    <a:pt x="5199241" y="686428"/>
                  </a:lnTo>
                  <a:lnTo>
                    <a:pt x="5199241" y="686428"/>
                  </a:lnTo>
                  <a:lnTo>
                    <a:pt x="5204714" y="686428"/>
                  </a:lnTo>
                  <a:lnTo>
                    <a:pt x="5204714" y="686428"/>
                  </a:lnTo>
                  <a:lnTo>
                    <a:pt x="5210186" y="686428"/>
                  </a:lnTo>
                  <a:lnTo>
                    <a:pt x="5210186" y="686428"/>
                  </a:lnTo>
                  <a:lnTo>
                    <a:pt x="5215659" y="686428"/>
                  </a:lnTo>
                  <a:lnTo>
                    <a:pt x="5215659" y="686428"/>
                  </a:lnTo>
                  <a:lnTo>
                    <a:pt x="5221132" y="686428"/>
                  </a:lnTo>
                  <a:lnTo>
                    <a:pt x="5221132" y="686428"/>
                  </a:lnTo>
                  <a:lnTo>
                    <a:pt x="5226605" y="686428"/>
                  </a:lnTo>
                  <a:lnTo>
                    <a:pt x="5226605" y="686428"/>
                  </a:lnTo>
                  <a:lnTo>
                    <a:pt x="5232078" y="686428"/>
                  </a:lnTo>
                  <a:lnTo>
                    <a:pt x="5232078" y="686428"/>
                  </a:lnTo>
                  <a:lnTo>
                    <a:pt x="5237551" y="686428"/>
                  </a:lnTo>
                  <a:lnTo>
                    <a:pt x="5237551" y="686428"/>
                  </a:lnTo>
                  <a:lnTo>
                    <a:pt x="5243024" y="686428"/>
                  </a:lnTo>
                  <a:lnTo>
                    <a:pt x="5243024" y="686428"/>
                  </a:lnTo>
                  <a:lnTo>
                    <a:pt x="5248497" y="686428"/>
                  </a:lnTo>
                  <a:lnTo>
                    <a:pt x="5248497" y="686428"/>
                  </a:lnTo>
                  <a:lnTo>
                    <a:pt x="5253970" y="686428"/>
                  </a:lnTo>
                  <a:lnTo>
                    <a:pt x="5253970" y="686428"/>
                  </a:lnTo>
                  <a:lnTo>
                    <a:pt x="5259442" y="686428"/>
                  </a:lnTo>
                  <a:lnTo>
                    <a:pt x="5259442" y="686428"/>
                  </a:lnTo>
                  <a:lnTo>
                    <a:pt x="5264915" y="686428"/>
                  </a:lnTo>
                  <a:lnTo>
                    <a:pt x="5264915" y="686428"/>
                  </a:lnTo>
                  <a:lnTo>
                    <a:pt x="5270388" y="686428"/>
                  </a:lnTo>
                  <a:lnTo>
                    <a:pt x="5270388" y="686428"/>
                  </a:lnTo>
                  <a:lnTo>
                    <a:pt x="5275861" y="686428"/>
                  </a:lnTo>
                  <a:lnTo>
                    <a:pt x="5275861" y="686428"/>
                  </a:lnTo>
                  <a:lnTo>
                    <a:pt x="5281334" y="686428"/>
                  </a:lnTo>
                  <a:lnTo>
                    <a:pt x="5281334" y="686428"/>
                  </a:lnTo>
                  <a:lnTo>
                    <a:pt x="5286807" y="686428"/>
                  </a:lnTo>
                  <a:lnTo>
                    <a:pt x="5286807" y="686428"/>
                  </a:lnTo>
                  <a:lnTo>
                    <a:pt x="5292280" y="686428"/>
                  </a:lnTo>
                  <a:lnTo>
                    <a:pt x="5292280" y="686428"/>
                  </a:lnTo>
                  <a:lnTo>
                    <a:pt x="5297753" y="686428"/>
                  </a:lnTo>
                  <a:lnTo>
                    <a:pt x="5297753" y="686428"/>
                  </a:lnTo>
                  <a:lnTo>
                    <a:pt x="5303225" y="686428"/>
                  </a:lnTo>
                  <a:lnTo>
                    <a:pt x="5303225" y="686428"/>
                  </a:lnTo>
                  <a:lnTo>
                    <a:pt x="5308698" y="686428"/>
                  </a:lnTo>
                  <a:lnTo>
                    <a:pt x="5308698" y="686428"/>
                  </a:lnTo>
                  <a:lnTo>
                    <a:pt x="5314171" y="686428"/>
                  </a:lnTo>
                  <a:lnTo>
                    <a:pt x="5314171" y="686428"/>
                  </a:lnTo>
                  <a:lnTo>
                    <a:pt x="5319644" y="686428"/>
                  </a:lnTo>
                  <a:lnTo>
                    <a:pt x="5319644" y="686428"/>
                  </a:lnTo>
                  <a:lnTo>
                    <a:pt x="5325117" y="686428"/>
                  </a:lnTo>
                  <a:lnTo>
                    <a:pt x="5325117" y="686428"/>
                  </a:lnTo>
                  <a:lnTo>
                    <a:pt x="5330590" y="686428"/>
                  </a:lnTo>
                  <a:lnTo>
                    <a:pt x="5330590" y="686428"/>
                  </a:lnTo>
                  <a:lnTo>
                    <a:pt x="5336063" y="686428"/>
                  </a:lnTo>
                  <a:lnTo>
                    <a:pt x="5336063" y="686428"/>
                  </a:lnTo>
                  <a:lnTo>
                    <a:pt x="5341536" y="686428"/>
                  </a:lnTo>
                  <a:lnTo>
                    <a:pt x="5341536" y="671763"/>
                  </a:lnTo>
                  <a:lnTo>
                    <a:pt x="5347009" y="671763"/>
                  </a:lnTo>
                  <a:lnTo>
                    <a:pt x="5347009" y="671763"/>
                  </a:lnTo>
                  <a:lnTo>
                    <a:pt x="5352481" y="671763"/>
                  </a:lnTo>
                  <a:lnTo>
                    <a:pt x="5352481" y="671763"/>
                  </a:lnTo>
                  <a:lnTo>
                    <a:pt x="5357954" y="671763"/>
                  </a:lnTo>
                  <a:lnTo>
                    <a:pt x="5357954" y="671763"/>
                  </a:lnTo>
                  <a:lnTo>
                    <a:pt x="5363427" y="671763"/>
                  </a:lnTo>
                  <a:lnTo>
                    <a:pt x="5363427" y="671763"/>
                  </a:lnTo>
                  <a:lnTo>
                    <a:pt x="5368900" y="671763"/>
                  </a:lnTo>
                  <a:lnTo>
                    <a:pt x="5368900" y="671763"/>
                  </a:lnTo>
                  <a:lnTo>
                    <a:pt x="5374373" y="671763"/>
                  </a:lnTo>
                  <a:lnTo>
                    <a:pt x="5374373" y="657003"/>
                  </a:lnTo>
                  <a:lnTo>
                    <a:pt x="5379846" y="657003"/>
                  </a:lnTo>
                  <a:lnTo>
                    <a:pt x="5379846" y="657003"/>
                  </a:lnTo>
                  <a:lnTo>
                    <a:pt x="5385319" y="657003"/>
                  </a:lnTo>
                  <a:lnTo>
                    <a:pt x="5385319" y="657003"/>
                  </a:lnTo>
                  <a:lnTo>
                    <a:pt x="5390792" y="657003"/>
                  </a:lnTo>
                  <a:lnTo>
                    <a:pt x="5390792" y="657003"/>
                  </a:lnTo>
                  <a:lnTo>
                    <a:pt x="5396265" y="657003"/>
                  </a:lnTo>
                  <a:lnTo>
                    <a:pt x="5396265" y="657003"/>
                  </a:lnTo>
                  <a:lnTo>
                    <a:pt x="5401737" y="657003"/>
                  </a:lnTo>
                  <a:lnTo>
                    <a:pt x="5401737" y="657003"/>
                  </a:lnTo>
                  <a:lnTo>
                    <a:pt x="5407210" y="657003"/>
                  </a:lnTo>
                  <a:lnTo>
                    <a:pt x="5407210" y="657003"/>
                  </a:lnTo>
                  <a:lnTo>
                    <a:pt x="5412683" y="657003"/>
                  </a:lnTo>
                  <a:lnTo>
                    <a:pt x="5412683" y="657003"/>
                  </a:lnTo>
                  <a:lnTo>
                    <a:pt x="5418156" y="657003"/>
                  </a:lnTo>
                  <a:lnTo>
                    <a:pt x="5418156" y="657003"/>
                  </a:lnTo>
                  <a:lnTo>
                    <a:pt x="5423629" y="657003"/>
                  </a:lnTo>
                  <a:lnTo>
                    <a:pt x="5423629" y="657003"/>
                  </a:lnTo>
                  <a:lnTo>
                    <a:pt x="5429102" y="657003"/>
                  </a:lnTo>
                  <a:lnTo>
                    <a:pt x="5429102" y="657003"/>
                  </a:lnTo>
                  <a:lnTo>
                    <a:pt x="5434575" y="657003"/>
                  </a:lnTo>
                  <a:lnTo>
                    <a:pt x="5434575" y="657003"/>
                  </a:lnTo>
                  <a:lnTo>
                    <a:pt x="5440048" y="657003"/>
                  </a:lnTo>
                  <a:lnTo>
                    <a:pt x="5440048" y="657003"/>
                  </a:lnTo>
                  <a:lnTo>
                    <a:pt x="5445520" y="657003"/>
                  </a:lnTo>
                  <a:lnTo>
                    <a:pt x="5445520" y="642017"/>
                  </a:lnTo>
                  <a:lnTo>
                    <a:pt x="5450993" y="642017"/>
                  </a:lnTo>
                  <a:lnTo>
                    <a:pt x="5450993" y="642017"/>
                  </a:lnTo>
                  <a:lnTo>
                    <a:pt x="5456466" y="642017"/>
                  </a:lnTo>
                  <a:lnTo>
                    <a:pt x="5456466" y="642017"/>
                  </a:lnTo>
                  <a:lnTo>
                    <a:pt x="5461939" y="642017"/>
                  </a:lnTo>
                  <a:lnTo>
                    <a:pt x="5461939" y="642017"/>
                  </a:lnTo>
                  <a:lnTo>
                    <a:pt x="5467412" y="642017"/>
                  </a:lnTo>
                  <a:lnTo>
                    <a:pt x="5467412" y="642017"/>
                  </a:lnTo>
                  <a:lnTo>
                    <a:pt x="5472885" y="642017"/>
                  </a:lnTo>
                  <a:lnTo>
                    <a:pt x="5472885" y="642017"/>
                  </a:lnTo>
                  <a:lnTo>
                    <a:pt x="5478358" y="642017"/>
                  </a:lnTo>
                  <a:lnTo>
                    <a:pt x="5478358" y="611945"/>
                  </a:lnTo>
                  <a:lnTo>
                    <a:pt x="5483831" y="611945"/>
                  </a:lnTo>
                  <a:lnTo>
                    <a:pt x="5483831" y="611945"/>
                  </a:lnTo>
                  <a:lnTo>
                    <a:pt x="5489304" y="611945"/>
                  </a:lnTo>
                  <a:lnTo>
                    <a:pt x="5489304" y="611945"/>
                  </a:lnTo>
                  <a:lnTo>
                    <a:pt x="5494776" y="611945"/>
                  </a:lnTo>
                  <a:lnTo>
                    <a:pt x="5494776" y="611945"/>
                  </a:lnTo>
                  <a:lnTo>
                    <a:pt x="5500249" y="611945"/>
                  </a:lnTo>
                  <a:lnTo>
                    <a:pt x="5500249" y="611945"/>
                  </a:lnTo>
                  <a:lnTo>
                    <a:pt x="5505722" y="611945"/>
                  </a:lnTo>
                  <a:lnTo>
                    <a:pt x="5505722" y="611945"/>
                  </a:lnTo>
                  <a:lnTo>
                    <a:pt x="5511195" y="611945"/>
                  </a:lnTo>
                  <a:lnTo>
                    <a:pt x="5511195" y="611945"/>
                  </a:lnTo>
                  <a:lnTo>
                    <a:pt x="5516668" y="611945"/>
                  </a:lnTo>
                  <a:lnTo>
                    <a:pt x="5516668" y="611945"/>
                  </a:lnTo>
                  <a:lnTo>
                    <a:pt x="5522141" y="611945"/>
                  </a:lnTo>
                  <a:lnTo>
                    <a:pt x="5522141" y="611945"/>
                  </a:lnTo>
                  <a:lnTo>
                    <a:pt x="5527614" y="611945"/>
                  </a:lnTo>
                  <a:lnTo>
                    <a:pt x="5527614" y="611945"/>
                  </a:lnTo>
                  <a:lnTo>
                    <a:pt x="5533087" y="611945"/>
                  </a:lnTo>
                  <a:lnTo>
                    <a:pt x="5533087" y="611945"/>
                  </a:lnTo>
                  <a:lnTo>
                    <a:pt x="5538560" y="611945"/>
                  </a:lnTo>
                  <a:lnTo>
                    <a:pt x="5538560" y="611945"/>
                  </a:lnTo>
                  <a:lnTo>
                    <a:pt x="5544032" y="611945"/>
                  </a:lnTo>
                  <a:lnTo>
                    <a:pt x="5544032" y="611945"/>
                  </a:lnTo>
                  <a:lnTo>
                    <a:pt x="5549505" y="611945"/>
                  </a:lnTo>
                  <a:lnTo>
                    <a:pt x="5549505" y="611945"/>
                  </a:lnTo>
                  <a:lnTo>
                    <a:pt x="5554978" y="611945"/>
                  </a:lnTo>
                  <a:lnTo>
                    <a:pt x="5554978" y="611945"/>
                  </a:lnTo>
                  <a:lnTo>
                    <a:pt x="5560451" y="611945"/>
                  </a:lnTo>
                  <a:lnTo>
                    <a:pt x="5560451" y="611945"/>
                  </a:lnTo>
                  <a:lnTo>
                    <a:pt x="5565924" y="611945"/>
                  </a:lnTo>
                  <a:lnTo>
                    <a:pt x="5565924" y="611945"/>
                  </a:lnTo>
                  <a:lnTo>
                    <a:pt x="5571397" y="611945"/>
                  </a:lnTo>
                  <a:lnTo>
                    <a:pt x="5571397" y="611945"/>
                  </a:lnTo>
                  <a:lnTo>
                    <a:pt x="5576870" y="611945"/>
                  </a:lnTo>
                  <a:lnTo>
                    <a:pt x="5576870" y="611945"/>
                  </a:lnTo>
                  <a:lnTo>
                    <a:pt x="5582343" y="611945"/>
                  </a:lnTo>
                  <a:lnTo>
                    <a:pt x="5582343" y="611945"/>
                  </a:lnTo>
                  <a:lnTo>
                    <a:pt x="5587816" y="611945"/>
                  </a:lnTo>
                  <a:lnTo>
                    <a:pt x="5587816" y="611945"/>
                  </a:lnTo>
                  <a:lnTo>
                    <a:pt x="5593288" y="611945"/>
                  </a:lnTo>
                  <a:lnTo>
                    <a:pt x="5593288" y="611945"/>
                  </a:lnTo>
                  <a:lnTo>
                    <a:pt x="5598761" y="611945"/>
                  </a:lnTo>
                  <a:lnTo>
                    <a:pt x="5598761" y="611945"/>
                  </a:lnTo>
                  <a:lnTo>
                    <a:pt x="5604234" y="611945"/>
                  </a:lnTo>
                  <a:lnTo>
                    <a:pt x="5604234" y="611945"/>
                  </a:lnTo>
                  <a:lnTo>
                    <a:pt x="5609707" y="611945"/>
                  </a:lnTo>
                  <a:lnTo>
                    <a:pt x="5609707" y="611945"/>
                  </a:lnTo>
                  <a:lnTo>
                    <a:pt x="5615180" y="611945"/>
                  </a:lnTo>
                  <a:lnTo>
                    <a:pt x="5615180" y="611945"/>
                  </a:lnTo>
                  <a:lnTo>
                    <a:pt x="5620653" y="611945"/>
                  </a:lnTo>
                  <a:lnTo>
                    <a:pt x="5620653" y="611945"/>
                  </a:lnTo>
                  <a:lnTo>
                    <a:pt x="5626126" y="611945"/>
                  </a:lnTo>
                  <a:lnTo>
                    <a:pt x="5626126" y="596583"/>
                  </a:lnTo>
                  <a:lnTo>
                    <a:pt x="5631599" y="596583"/>
                  </a:lnTo>
                  <a:lnTo>
                    <a:pt x="5631599" y="596583"/>
                  </a:lnTo>
                  <a:lnTo>
                    <a:pt x="5637071" y="596583"/>
                  </a:lnTo>
                  <a:lnTo>
                    <a:pt x="5637071" y="596583"/>
                  </a:lnTo>
                  <a:lnTo>
                    <a:pt x="5642544" y="596583"/>
                  </a:lnTo>
                  <a:lnTo>
                    <a:pt x="5642544" y="596583"/>
                  </a:lnTo>
                  <a:lnTo>
                    <a:pt x="5648017" y="596583"/>
                  </a:lnTo>
                  <a:lnTo>
                    <a:pt x="5648017" y="581186"/>
                  </a:lnTo>
                  <a:lnTo>
                    <a:pt x="5653490" y="581186"/>
                  </a:lnTo>
                  <a:lnTo>
                    <a:pt x="5653490" y="581186"/>
                  </a:lnTo>
                  <a:lnTo>
                    <a:pt x="5658963" y="581186"/>
                  </a:lnTo>
                  <a:lnTo>
                    <a:pt x="5658963" y="581186"/>
                  </a:lnTo>
                  <a:lnTo>
                    <a:pt x="5664436" y="581186"/>
                  </a:lnTo>
                  <a:lnTo>
                    <a:pt x="5664436" y="581186"/>
                  </a:lnTo>
                  <a:lnTo>
                    <a:pt x="5669909" y="581186"/>
                  </a:lnTo>
                  <a:lnTo>
                    <a:pt x="5669909" y="581186"/>
                  </a:lnTo>
                  <a:lnTo>
                    <a:pt x="5675382" y="581186"/>
                  </a:lnTo>
                  <a:lnTo>
                    <a:pt x="5675382" y="581186"/>
                  </a:lnTo>
                  <a:lnTo>
                    <a:pt x="5680855" y="581186"/>
                  </a:lnTo>
                  <a:lnTo>
                    <a:pt x="5680855" y="581186"/>
                  </a:lnTo>
                  <a:lnTo>
                    <a:pt x="5686327" y="581186"/>
                  </a:lnTo>
                  <a:lnTo>
                    <a:pt x="5686327" y="581186"/>
                  </a:lnTo>
                  <a:lnTo>
                    <a:pt x="5691800" y="581186"/>
                  </a:lnTo>
                  <a:lnTo>
                    <a:pt x="5691800" y="581186"/>
                  </a:lnTo>
                  <a:lnTo>
                    <a:pt x="5697273" y="581186"/>
                  </a:lnTo>
                  <a:lnTo>
                    <a:pt x="5697273" y="581186"/>
                  </a:lnTo>
                  <a:lnTo>
                    <a:pt x="5702746" y="581186"/>
                  </a:lnTo>
                  <a:lnTo>
                    <a:pt x="5702746" y="581186"/>
                  </a:lnTo>
                  <a:lnTo>
                    <a:pt x="5708219" y="581186"/>
                  </a:lnTo>
                  <a:lnTo>
                    <a:pt x="5708219" y="581186"/>
                  </a:lnTo>
                  <a:lnTo>
                    <a:pt x="5713692" y="581186"/>
                  </a:lnTo>
                  <a:lnTo>
                    <a:pt x="5713692" y="581186"/>
                  </a:lnTo>
                  <a:lnTo>
                    <a:pt x="5719165" y="581186"/>
                  </a:lnTo>
                  <a:lnTo>
                    <a:pt x="5719165" y="581186"/>
                  </a:lnTo>
                  <a:lnTo>
                    <a:pt x="5724638" y="581186"/>
                  </a:lnTo>
                  <a:lnTo>
                    <a:pt x="5724638" y="581186"/>
                  </a:lnTo>
                  <a:lnTo>
                    <a:pt x="5730111" y="581186"/>
                  </a:lnTo>
                  <a:lnTo>
                    <a:pt x="5730111" y="581186"/>
                  </a:lnTo>
                  <a:lnTo>
                    <a:pt x="5735583" y="581186"/>
                  </a:lnTo>
                  <a:lnTo>
                    <a:pt x="5735583" y="581186"/>
                  </a:lnTo>
                  <a:lnTo>
                    <a:pt x="5741056" y="581186"/>
                  </a:lnTo>
                  <a:lnTo>
                    <a:pt x="5741056" y="581186"/>
                  </a:lnTo>
                  <a:lnTo>
                    <a:pt x="5746529" y="581186"/>
                  </a:lnTo>
                  <a:lnTo>
                    <a:pt x="5746529" y="581186"/>
                  </a:lnTo>
                  <a:lnTo>
                    <a:pt x="5752002" y="581186"/>
                  </a:lnTo>
                  <a:lnTo>
                    <a:pt x="5752002" y="581186"/>
                  </a:lnTo>
                  <a:lnTo>
                    <a:pt x="5757475" y="581186"/>
                  </a:lnTo>
                  <a:lnTo>
                    <a:pt x="5757475" y="581186"/>
                  </a:lnTo>
                  <a:lnTo>
                    <a:pt x="5762948" y="581186"/>
                  </a:lnTo>
                  <a:lnTo>
                    <a:pt x="5762948" y="581186"/>
                  </a:lnTo>
                  <a:lnTo>
                    <a:pt x="5768421" y="581186"/>
                  </a:lnTo>
                  <a:lnTo>
                    <a:pt x="5768421" y="581186"/>
                  </a:lnTo>
                  <a:lnTo>
                    <a:pt x="5773894" y="581186"/>
                  </a:lnTo>
                  <a:lnTo>
                    <a:pt x="5773894" y="565535"/>
                  </a:lnTo>
                  <a:lnTo>
                    <a:pt x="5779367" y="565535"/>
                  </a:lnTo>
                  <a:lnTo>
                    <a:pt x="5779367" y="565535"/>
                  </a:lnTo>
                  <a:lnTo>
                    <a:pt x="5784839" y="565535"/>
                  </a:lnTo>
                  <a:lnTo>
                    <a:pt x="5784839" y="565535"/>
                  </a:lnTo>
                  <a:lnTo>
                    <a:pt x="5790312" y="565535"/>
                  </a:lnTo>
                  <a:lnTo>
                    <a:pt x="5790312" y="565535"/>
                  </a:lnTo>
                  <a:lnTo>
                    <a:pt x="5795785" y="565535"/>
                  </a:lnTo>
                  <a:lnTo>
                    <a:pt x="5795785" y="565535"/>
                  </a:lnTo>
                  <a:lnTo>
                    <a:pt x="5801258" y="565535"/>
                  </a:lnTo>
                  <a:lnTo>
                    <a:pt x="5801258" y="565535"/>
                  </a:lnTo>
                  <a:lnTo>
                    <a:pt x="5806731" y="565535"/>
                  </a:lnTo>
                  <a:lnTo>
                    <a:pt x="5806731" y="565535"/>
                  </a:lnTo>
                  <a:lnTo>
                    <a:pt x="5812204" y="565535"/>
                  </a:lnTo>
                  <a:lnTo>
                    <a:pt x="5812204" y="565535"/>
                  </a:lnTo>
                  <a:lnTo>
                    <a:pt x="5817677" y="565535"/>
                  </a:lnTo>
                  <a:lnTo>
                    <a:pt x="5817677" y="565535"/>
                  </a:lnTo>
                  <a:lnTo>
                    <a:pt x="5823150" y="565535"/>
                  </a:lnTo>
                  <a:lnTo>
                    <a:pt x="5823150" y="565535"/>
                  </a:lnTo>
                  <a:lnTo>
                    <a:pt x="5828622" y="565535"/>
                  </a:lnTo>
                  <a:lnTo>
                    <a:pt x="5828622" y="565535"/>
                  </a:lnTo>
                  <a:lnTo>
                    <a:pt x="5834095" y="565535"/>
                  </a:lnTo>
                  <a:lnTo>
                    <a:pt x="5834095" y="565535"/>
                  </a:lnTo>
                  <a:lnTo>
                    <a:pt x="5839568" y="565535"/>
                  </a:lnTo>
                  <a:lnTo>
                    <a:pt x="5839568" y="565535"/>
                  </a:lnTo>
                  <a:lnTo>
                    <a:pt x="5845041" y="565535"/>
                  </a:lnTo>
                  <a:lnTo>
                    <a:pt x="5845041" y="565535"/>
                  </a:lnTo>
                  <a:lnTo>
                    <a:pt x="5850514" y="565535"/>
                  </a:lnTo>
                  <a:lnTo>
                    <a:pt x="5850514" y="565535"/>
                  </a:lnTo>
                  <a:lnTo>
                    <a:pt x="5855987" y="565535"/>
                  </a:lnTo>
                  <a:lnTo>
                    <a:pt x="5855987" y="565535"/>
                  </a:lnTo>
                  <a:lnTo>
                    <a:pt x="5861460" y="565535"/>
                  </a:lnTo>
                  <a:lnTo>
                    <a:pt x="5861460" y="565535"/>
                  </a:lnTo>
                  <a:lnTo>
                    <a:pt x="5866933" y="565535"/>
                  </a:lnTo>
                  <a:lnTo>
                    <a:pt x="5866933" y="565535"/>
                  </a:lnTo>
                  <a:lnTo>
                    <a:pt x="5872406" y="565535"/>
                  </a:lnTo>
                  <a:lnTo>
                    <a:pt x="5872406" y="549677"/>
                  </a:lnTo>
                  <a:lnTo>
                    <a:pt x="5877878" y="549677"/>
                  </a:lnTo>
                  <a:lnTo>
                    <a:pt x="5877878" y="549677"/>
                  </a:lnTo>
                  <a:lnTo>
                    <a:pt x="5883351" y="549677"/>
                  </a:lnTo>
                  <a:lnTo>
                    <a:pt x="5883351" y="549677"/>
                  </a:lnTo>
                  <a:lnTo>
                    <a:pt x="5888824" y="549677"/>
                  </a:lnTo>
                  <a:lnTo>
                    <a:pt x="5888824" y="549677"/>
                  </a:lnTo>
                  <a:lnTo>
                    <a:pt x="5894297" y="549677"/>
                  </a:lnTo>
                  <a:lnTo>
                    <a:pt x="5894297" y="549677"/>
                  </a:lnTo>
                  <a:lnTo>
                    <a:pt x="5899770" y="549677"/>
                  </a:lnTo>
                  <a:lnTo>
                    <a:pt x="5899770" y="549677"/>
                  </a:lnTo>
                  <a:lnTo>
                    <a:pt x="5905243" y="549677"/>
                  </a:lnTo>
                  <a:lnTo>
                    <a:pt x="5905243" y="549677"/>
                  </a:lnTo>
                  <a:lnTo>
                    <a:pt x="5910716" y="549677"/>
                  </a:lnTo>
                  <a:lnTo>
                    <a:pt x="5910716" y="549677"/>
                  </a:lnTo>
                  <a:lnTo>
                    <a:pt x="5916189" y="549677"/>
                  </a:lnTo>
                  <a:lnTo>
                    <a:pt x="5916189" y="549677"/>
                  </a:lnTo>
                  <a:lnTo>
                    <a:pt x="5921662" y="549677"/>
                  </a:lnTo>
                  <a:lnTo>
                    <a:pt x="5921662" y="549677"/>
                  </a:lnTo>
                  <a:lnTo>
                    <a:pt x="5927134" y="549677"/>
                  </a:lnTo>
                  <a:lnTo>
                    <a:pt x="5927134" y="549677"/>
                  </a:lnTo>
                  <a:lnTo>
                    <a:pt x="5932607" y="549677"/>
                  </a:lnTo>
                  <a:lnTo>
                    <a:pt x="5932607" y="549677"/>
                  </a:lnTo>
                  <a:lnTo>
                    <a:pt x="5938080" y="549677"/>
                  </a:lnTo>
                  <a:lnTo>
                    <a:pt x="5938080" y="549677"/>
                  </a:lnTo>
                  <a:lnTo>
                    <a:pt x="5943553" y="549677"/>
                  </a:lnTo>
                  <a:lnTo>
                    <a:pt x="5943553" y="549677"/>
                  </a:lnTo>
                  <a:lnTo>
                    <a:pt x="5949026" y="549677"/>
                  </a:lnTo>
                  <a:lnTo>
                    <a:pt x="5949026" y="549677"/>
                  </a:lnTo>
                  <a:lnTo>
                    <a:pt x="5954499" y="549677"/>
                  </a:lnTo>
                  <a:lnTo>
                    <a:pt x="5954499" y="549677"/>
                  </a:lnTo>
                  <a:lnTo>
                    <a:pt x="5959972" y="549677"/>
                  </a:lnTo>
                  <a:lnTo>
                    <a:pt x="5959972" y="549677"/>
                  </a:lnTo>
                  <a:lnTo>
                    <a:pt x="5965445" y="549677"/>
                  </a:lnTo>
                  <a:lnTo>
                    <a:pt x="5965445" y="549677"/>
                  </a:lnTo>
                  <a:lnTo>
                    <a:pt x="5970918" y="549677"/>
                  </a:lnTo>
                  <a:lnTo>
                    <a:pt x="5970918" y="549677"/>
                  </a:lnTo>
                  <a:lnTo>
                    <a:pt x="5976390" y="549677"/>
                  </a:lnTo>
                  <a:lnTo>
                    <a:pt x="5976390" y="549677"/>
                  </a:lnTo>
                  <a:lnTo>
                    <a:pt x="5981863" y="549677"/>
                  </a:lnTo>
                  <a:lnTo>
                    <a:pt x="5981863" y="549677"/>
                  </a:lnTo>
                  <a:lnTo>
                    <a:pt x="5987336" y="549677"/>
                  </a:lnTo>
                  <a:lnTo>
                    <a:pt x="5987336" y="549677"/>
                  </a:lnTo>
                  <a:lnTo>
                    <a:pt x="5992809" y="549677"/>
                  </a:lnTo>
                  <a:lnTo>
                    <a:pt x="5992809" y="549677"/>
                  </a:lnTo>
                  <a:lnTo>
                    <a:pt x="5998282" y="549677"/>
                  </a:lnTo>
                  <a:lnTo>
                    <a:pt x="5998282" y="549677"/>
                  </a:lnTo>
                  <a:lnTo>
                    <a:pt x="6003755" y="549677"/>
                  </a:lnTo>
                  <a:lnTo>
                    <a:pt x="6003755" y="549677"/>
                  </a:lnTo>
                  <a:lnTo>
                    <a:pt x="6009228" y="549677"/>
                  </a:lnTo>
                  <a:lnTo>
                    <a:pt x="6009228" y="549677"/>
                  </a:lnTo>
                  <a:lnTo>
                    <a:pt x="6014701" y="549677"/>
                  </a:lnTo>
                  <a:lnTo>
                    <a:pt x="6014701" y="549677"/>
                  </a:lnTo>
                  <a:lnTo>
                    <a:pt x="6020173" y="549677"/>
                  </a:lnTo>
                  <a:lnTo>
                    <a:pt x="6020173" y="549677"/>
                  </a:lnTo>
                  <a:lnTo>
                    <a:pt x="6025646" y="549677"/>
                  </a:lnTo>
                  <a:lnTo>
                    <a:pt x="6025646" y="549677"/>
                  </a:lnTo>
                  <a:lnTo>
                    <a:pt x="6031119" y="549677"/>
                  </a:lnTo>
                  <a:lnTo>
                    <a:pt x="6031119" y="549677"/>
                  </a:lnTo>
                  <a:lnTo>
                    <a:pt x="6036592" y="549677"/>
                  </a:lnTo>
                  <a:lnTo>
                    <a:pt x="6036592" y="549677"/>
                  </a:lnTo>
                  <a:lnTo>
                    <a:pt x="6042065" y="549677"/>
                  </a:lnTo>
                  <a:lnTo>
                    <a:pt x="6042065" y="549677"/>
                  </a:lnTo>
                  <a:lnTo>
                    <a:pt x="6047538" y="549677"/>
                  </a:lnTo>
                  <a:lnTo>
                    <a:pt x="6047538" y="549677"/>
                  </a:lnTo>
                  <a:lnTo>
                    <a:pt x="6053011" y="549677"/>
                  </a:lnTo>
                  <a:lnTo>
                    <a:pt x="6053011" y="549677"/>
                  </a:lnTo>
                  <a:lnTo>
                    <a:pt x="6058484" y="549677"/>
                  </a:lnTo>
                  <a:lnTo>
                    <a:pt x="6058484" y="549677"/>
                  </a:lnTo>
                  <a:lnTo>
                    <a:pt x="6063957" y="549677"/>
                  </a:lnTo>
                  <a:lnTo>
                    <a:pt x="6063957" y="549677"/>
                  </a:lnTo>
                  <a:lnTo>
                    <a:pt x="6069429" y="549677"/>
                  </a:lnTo>
                  <a:lnTo>
                    <a:pt x="6069429" y="549677"/>
                  </a:lnTo>
                  <a:lnTo>
                    <a:pt x="6074902" y="549677"/>
                  </a:lnTo>
                  <a:lnTo>
                    <a:pt x="6074902" y="549677"/>
                  </a:lnTo>
                  <a:lnTo>
                    <a:pt x="6080375" y="549677"/>
                  </a:lnTo>
                  <a:lnTo>
                    <a:pt x="6080375" y="549677"/>
                  </a:lnTo>
                  <a:lnTo>
                    <a:pt x="6085848" y="549677"/>
                  </a:lnTo>
                  <a:lnTo>
                    <a:pt x="6085848" y="549677"/>
                  </a:lnTo>
                  <a:lnTo>
                    <a:pt x="6091321" y="549677"/>
                  </a:lnTo>
                  <a:lnTo>
                    <a:pt x="6091321" y="549677"/>
                  </a:lnTo>
                  <a:lnTo>
                    <a:pt x="6096794" y="549677"/>
                  </a:lnTo>
                  <a:lnTo>
                    <a:pt x="6096794" y="549677"/>
                  </a:lnTo>
                  <a:lnTo>
                    <a:pt x="6102267" y="549677"/>
                  </a:lnTo>
                  <a:lnTo>
                    <a:pt x="6102267" y="549677"/>
                  </a:lnTo>
                  <a:lnTo>
                    <a:pt x="6107740" y="549677"/>
                  </a:lnTo>
                  <a:lnTo>
                    <a:pt x="6107740" y="549677"/>
                  </a:lnTo>
                  <a:lnTo>
                    <a:pt x="6113213" y="549677"/>
                  </a:lnTo>
                  <a:lnTo>
                    <a:pt x="6113213" y="549677"/>
                  </a:lnTo>
                  <a:lnTo>
                    <a:pt x="6118685" y="549677"/>
                  </a:lnTo>
                  <a:lnTo>
                    <a:pt x="6118685" y="549677"/>
                  </a:lnTo>
                  <a:lnTo>
                    <a:pt x="6124158" y="549677"/>
                  </a:lnTo>
                  <a:lnTo>
                    <a:pt x="6124158" y="549677"/>
                  </a:lnTo>
                  <a:lnTo>
                    <a:pt x="6129631" y="549677"/>
                  </a:lnTo>
                  <a:lnTo>
                    <a:pt x="6129631" y="549677"/>
                  </a:lnTo>
                  <a:lnTo>
                    <a:pt x="6135104" y="549677"/>
                  </a:lnTo>
                  <a:lnTo>
                    <a:pt x="6135104" y="549677"/>
                  </a:lnTo>
                  <a:lnTo>
                    <a:pt x="6140577" y="549677"/>
                  </a:lnTo>
                  <a:lnTo>
                    <a:pt x="6140577" y="549677"/>
                  </a:lnTo>
                  <a:lnTo>
                    <a:pt x="6146050" y="549677"/>
                  </a:lnTo>
                  <a:lnTo>
                    <a:pt x="6146050" y="549677"/>
                  </a:lnTo>
                  <a:lnTo>
                    <a:pt x="6151523" y="549677"/>
                  </a:lnTo>
                  <a:lnTo>
                    <a:pt x="6151523" y="549677"/>
                  </a:lnTo>
                  <a:lnTo>
                    <a:pt x="6156996" y="549677"/>
                  </a:lnTo>
                  <a:lnTo>
                    <a:pt x="6156996" y="533136"/>
                  </a:lnTo>
                  <a:lnTo>
                    <a:pt x="6162468" y="533136"/>
                  </a:lnTo>
                  <a:lnTo>
                    <a:pt x="6162468" y="533136"/>
                  </a:lnTo>
                  <a:lnTo>
                    <a:pt x="6167941" y="533136"/>
                  </a:lnTo>
                  <a:lnTo>
                    <a:pt x="6167941" y="533136"/>
                  </a:lnTo>
                  <a:lnTo>
                    <a:pt x="6173414" y="533136"/>
                  </a:lnTo>
                  <a:lnTo>
                    <a:pt x="6173414" y="533136"/>
                  </a:lnTo>
                  <a:lnTo>
                    <a:pt x="6178887" y="533136"/>
                  </a:lnTo>
                  <a:lnTo>
                    <a:pt x="6178887" y="533136"/>
                  </a:lnTo>
                  <a:lnTo>
                    <a:pt x="6184360" y="533136"/>
                  </a:lnTo>
                  <a:lnTo>
                    <a:pt x="6184360" y="533136"/>
                  </a:lnTo>
                  <a:lnTo>
                    <a:pt x="6189833" y="533136"/>
                  </a:lnTo>
                  <a:lnTo>
                    <a:pt x="6189833" y="533136"/>
                  </a:lnTo>
                  <a:lnTo>
                    <a:pt x="6195306" y="533136"/>
                  </a:lnTo>
                  <a:lnTo>
                    <a:pt x="6195306" y="533136"/>
                  </a:lnTo>
                  <a:lnTo>
                    <a:pt x="6200779" y="533136"/>
                  </a:lnTo>
                  <a:lnTo>
                    <a:pt x="6200779" y="533136"/>
                  </a:lnTo>
                  <a:lnTo>
                    <a:pt x="6206252" y="533136"/>
                  </a:lnTo>
                  <a:lnTo>
                    <a:pt x="6206252" y="533136"/>
                  </a:lnTo>
                  <a:lnTo>
                    <a:pt x="6211724" y="533136"/>
                  </a:lnTo>
                  <a:lnTo>
                    <a:pt x="6211724" y="533136"/>
                  </a:lnTo>
                  <a:lnTo>
                    <a:pt x="6217197" y="533136"/>
                  </a:lnTo>
                  <a:lnTo>
                    <a:pt x="6217197" y="533136"/>
                  </a:lnTo>
                  <a:lnTo>
                    <a:pt x="6222670" y="533136"/>
                  </a:lnTo>
                  <a:lnTo>
                    <a:pt x="6222670" y="533136"/>
                  </a:lnTo>
                  <a:lnTo>
                    <a:pt x="6228143" y="533136"/>
                  </a:lnTo>
                  <a:lnTo>
                    <a:pt x="6228143" y="533136"/>
                  </a:lnTo>
                  <a:lnTo>
                    <a:pt x="6233616" y="533136"/>
                  </a:lnTo>
                  <a:lnTo>
                    <a:pt x="6233616" y="533136"/>
                  </a:lnTo>
                  <a:lnTo>
                    <a:pt x="6239089" y="533136"/>
                  </a:lnTo>
                  <a:lnTo>
                    <a:pt x="6239089" y="533136"/>
                  </a:lnTo>
                  <a:lnTo>
                    <a:pt x="6244562" y="533136"/>
                  </a:lnTo>
                  <a:lnTo>
                    <a:pt x="6244562" y="533136"/>
                  </a:lnTo>
                  <a:lnTo>
                    <a:pt x="6250035" y="533136"/>
                  </a:lnTo>
                  <a:lnTo>
                    <a:pt x="6250035" y="533136"/>
                  </a:lnTo>
                  <a:lnTo>
                    <a:pt x="6255508" y="533136"/>
                  </a:lnTo>
                  <a:lnTo>
                    <a:pt x="6255508" y="533136"/>
                  </a:lnTo>
                  <a:lnTo>
                    <a:pt x="6260980" y="533136"/>
                  </a:lnTo>
                  <a:lnTo>
                    <a:pt x="6260980" y="533136"/>
                  </a:lnTo>
                  <a:lnTo>
                    <a:pt x="6266453" y="533136"/>
                  </a:lnTo>
                  <a:lnTo>
                    <a:pt x="6266453" y="533136"/>
                  </a:lnTo>
                  <a:lnTo>
                    <a:pt x="6271926" y="533136"/>
                  </a:lnTo>
                  <a:lnTo>
                    <a:pt x="6271926" y="533136"/>
                  </a:lnTo>
                  <a:lnTo>
                    <a:pt x="6277399" y="533136"/>
                  </a:lnTo>
                  <a:lnTo>
                    <a:pt x="6277399" y="533136"/>
                  </a:lnTo>
                  <a:lnTo>
                    <a:pt x="6282872" y="533136"/>
                  </a:lnTo>
                  <a:lnTo>
                    <a:pt x="6282872" y="533136"/>
                  </a:lnTo>
                  <a:lnTo>
                    <a:pt x="6288345" y="533136"/>
                  </a:lnTo>
                  <a:lnTo>
                    <a:pt x="6288345" y="533136"/>
                  </a:lnTo>
                  <a:lnTo>
                    <a:pt x="6299291" y="533136"/>
                  </a:lnTo>
                  <a:lnTo>
                    <a:pt x="6299291" y="533136"/>
                  </a:lnTo>
                  <a:lnTo>
                    <a:pt x="6304764" y="533136"/>
                  </a:lnTo>
                  <a:lnTo>
                    <a:pt x="6304764" y="533136"/>
                  </a:lnTo>
                  <a:lnTo>
                    <a:pt x="6310236" y="533136"/>
                  </a:lnTo>
                  <a:lnTo>
                    <a:pt x="6310236" y="533136"/>
                  </a:lnTo>
                  <a:lnTo>
                    <a:pt x="6315709" y="533136"/>
                  </a:lnTo>
                  <a:lnTo>
                    <a:pt x="6315709" y="533136"/>
                  </a:lnTo>
                  <a:lnTo>
                    <a:pt x="6321182" y="533136"/>
                  </a:lnTo>
                  <a:lnTo>
                    <a:pt x="6321182" y="533136"/>
                  </a:lnTo>
                  <a:lnTo>
                    <a:pt x="6326655" y="533136"/>
                  </a:lnTo>
                  <a:lnTo>
                    <a:pt x="6326655" y="533136"/>
                  </a:lnTo>
                  <a:lnTo>
                    <a:pt x="6332128" y="533136"/>
                  </a:lnTo>
                  <a:lnTo>
                    <a:pt x="6332128" y="533136"/>
                  </a:lnTo>
                  <a:lnTo>
                    <a:pt x="6337601" y="533136"/>
                  </a:lnTo>
                  <a:lnTo>
                    <a:pt x="6337601" y="533136"/>
                  </a:lnTo>
                  <a:lnTo>
                    <a:pt x="6343074" y="533136"/>
                  </a:lnTo>
                  <a:lnTo>
                    <a:pt x="6343074" y="533136"/>
                  </a:lnTo>
                  <a:lnTo>
                    <a:pt x="6348547" y="533136"/>
                  </a:lnTo>
                  <a:lnTo>
                    <a:pt x="6348547" y="533136"/>
                  </a:lnTo>
                  <a:lnTo>
                    <a:pt x="6354019" y="533136"/>
                  </a:lnTo>
                  <a:lnTo>
                    <a:pt x="6354019" y="533136"/>
                  </a:lnTo>
                  <a:lnTo>
                    <a:pt x="6359492" y="533136"/>
                  </a:lnTo>
                  <a:lnTo>
                    <a:pt x="6359492" y="533136"/>
                  </a:lnTo>
                  <a:lnTo>
                    <a:pt x="6364965" y="533136"/>
                  </a:lnTo>
                  <a:lnTo>
                    <a:pt x="6364965" y="533136"/>
                  </a:lnTo>
                  <a:lnTo>
                    <a:pt x="6370438" y="533136"/>
                  </a:lnTo>
                  <a:lnTo>
                    <a:pt x="6370438" y="533136"/>
                  </a:lnTo>
                  <a:lnTo>
                    <a:pt x="6375911" y="533136"/>
                  </a:lnTo>
                  <a:lnTo>
                    <a:pt x="6375911" y="533136"/>
                  </a:lnTo>
                  <a:lnTo>
                    <a:pt x="6381384" y="533136"/>
                  </a:lnTo>
                  <a:lnTo>
                    <a:pt x="6381384" y="533136"/>
                  </a:lnTo>
                  <a:lnTo>
                    <a:pt x="6392330" y="533136"/>
                  </a:lnTo>
                  <a:lnTo>
                    <a:pt x="6392330" y="515877"/>
                  </a:lnTo>
                  <a:lnTo>
                    <a:pt x="6397803" y="515877"/>
                  </a:lnTo>
                  <a:lnTo>
                    <a:pt x="6397803" y="515877"/>
                  </a:lnTo>
                  <a:lnTo>
                    <a:pt x="6403275" y="515877"/>
                  </a:lnTo>
                  <a:lnTo>
                    <a:pt x="6403275" y="515877"/>
                  </a:lnTo>
                  <a:lnTo>
                    <a:pt x="6408748" y="515877"/>
                  </a:lnTo>
                  <a:lnTo>
                    <a:pt x="6408748" y="515877"/>
                  </a:lnTo>
                  <a:lnTo>
                    <a:pt x="6414221" y="515877"/>
                  </a:lnTo>
                  <a:lnTo>
                    <a:pt x="6414221" y="515877"/>
                  </a:lnTo>
                  <a:lnTo>
                    <a:pt x="6419694" y="515877"/>
                  </a:lnTo>
                  <a:lnTo>
                    <a:pt x="6419694" y="515877"/>
                  </a:lnTo>
                  <a:lnTo>
                    <a:pt x="6425167" y="515877"/>
                  </a:lnTo>
                  <a:lnTo>
                    <a:pt x="6425167" y="498546"/>
                  </a:lnTo>
                  <a:lnTo>
                    <a:pt x="6430640" y="498546"/>
                  </a:lnTo>
                  <a:lnTo>
                    <a:pt x="6430640" y="498546"/>
                  </a:lnTo>
                  <a:lnTo>
                    <a:pt x="6436113" y="498546"/>
                  </a:lnTo>
                  <a:lnTo>
                    <a:pt x="6436113" y="498546"/>
                  </a:lnTo>
                  <a:lnTo>
                    <a:pt x="6441586" y="498546"/>
                  </a:lnTo>
                  <a:lnTo>
                    <a:pt x="6441586" y="498546"/>
                  </a:lnTo>
                  <a:lnTo>
                    <a:pt x="6447059" y="498546"/>
                  </a:lnTo>
                  <a:lnTo>
                    <a:pt x="6447059" y="498546"/>
                  </a:lnTo>
                  <a:lnTo>
                    <a:pt x="6452531" y="498546"/>
                  </a:lnTo>
                  <a:lnTo>
                    <a:pt x="6452531" y="498546"/>
                  </a:lnTo>
                  <a:lnTo>
                    <a:pt x="6458004" y="498546"/>
                  </a:lnTo>
                  <a:lnTo>
                    <a:pt x="6458004" y="498546"/>
                  </a:lnTo>
                  <a:lnTo>
                    <a:pt x="6463477" y="498546"/>
                  </a:lnTo>
                  <a:lnTo>
                    <a:pt x="6463477" y="498546"/>
                  </a:lnTo>
                  <a:lnTo>
                    <a:pt x="6468950" y="498546"/>
                  </a:lnTo>
                  <a:lnTo>
                    <a:pt x="6468950" y="498546"/>
                  </a:lnTo>
                  <a:lnTo>
                    <a:pt x="6474423" y="498546"/>
                  </a:lnTo>
                  <a:lnTo>
                    <a:pt x="6474423" y="498546"/>
                  </a:lnTo>
                  <a:lnTo>
                    <a:pt x="6479896" y="498546"/>
                  </a:lnTo>
                  <a:lnTo>
                    <a:pt x="6479896" y="498546"/>
                  </a:lnTo>
                  <a:lnTo>
                    <a:pt x="6485369" y="498546"/>
                  </a:lnTo>
                  <a:lnTo>
                    <a:pt x="6485369" y="498546"/>
                  </a:lnTo>
                  <a:lnTo>
                    <a:pt x="6490842" y="498546"/>
                  </a:lnTo>
                  <a:lnTo>
                    <a:pt x="6490842" y="498546"/>
                  </a:lnTo>
                  <a:lnTo>
                    <a:pt x="6496315" y="498546"/>
                  </a:lnTo>
                  <a:lnTo>
                    <a:pt x="6496315" y="498546"/>
                  </a:lnTo>
                  <a:lnTo>
                    <a:pt x="6501787" y="498546"/>
                  </a:lnTo>
                  <a:lnTo>
                    <a:pt x="6501787" y="498546"/>
                  </a:lnTo>
                  <a:lnTo>
                    <a:pt x="6507260" y="498546"/>
                  </a:lnTo>
                  <a:lnTo>
                    <a:pt x="6507260" y="498546"/>
                  </a:lnTo>
                  <a:lnTo>
                    <a:pt x="6512733" y="498546"/>
                  </a:lnTo>
                  <a:lnTo>
                    <a:pt x="6512733" y="498546"/>
                  </a:lnTo>
                  <a:lnTo>
                    <a:pt x="6518206" y="498546"/>
                  </a:lnTo>
                  <a:lnTo>
                    <a:pt x="6518206" y="498546"/>
                  </a:lnTo>
                  <a:lnTo>
                    <a:pt x="6523679" y="498546"/>
                  </a:lnTo>
                  <a:lnTo>
                    <a:pt x="6523679" y="498546"/>
                  </a:lnTo>
                  <a:lnTo>
                    <a:pt x="6529152" y="498546"/>
                  </a:lnTo>
                  <a:lnTo>
                    <a:pt x="6529152" y="498546"/>
                  </a:lnTo>
                  <a:lnTo>
                    <a:pt x="6534625" y="498546"/>
                  </a:lnTo>
                  <a:lnTo>
                    <a:pt x="6534625" y="498546"/>
                  </a:lnTo>
                  <a:lnTo>
                    <a:pt x="6540098" y="498546"/>
                  </a:lnTo>
                  <a:lnTo>
                    <a:pt x="6540098" y="498546"/>
                  </a:lnTo>
                  <a:lnTo>
                    <a:pt x="6545570" y="498546"/>
                  </a:lnTo>
                  <a:lnTo>
                    <a:pt x="6545570" y="498546"/>
                  </a:lnTo>
                  <a:lnTo>
                    <a:pt x="6551043" y="498546"/>
                  </a:lnTo>
                  <a:lnTo>
                    <a:pt x="6551043" y="498546"/>
                  </a:lnTo>
                  <a:lnTo>
                    <a:pt x="6556516" y="498546"/>
                  </a:lnTo>
                  <a:lnTo>
                    <a:pt x="6556516" y="498546"/>
                  </a:lnTo>
                  <a:lnTo>
                    <a:pt x="6561989" y="498546"/>
                  </a:lnTo>
                  <a:lnTo>
                    <a:pt x="6561989" y="498546"/>
                  </a:lnTo>
                  <a:lnTo>
                    <a:pt x="6567462" y="498546"/>
                  </a:lnTo>
                  <a:lnTo>
                    <a:pt x="6567462" y="498546"/>
                  </a:lnTo>
                  <a:lnTo>
                    <a:pt x="6578408" y="498546"/>
                  </a:lnTo>
                  <a:lnTo>
                    <a:pt x="6578408" y="498546"/>
                  </a:lnTo>
                  <a:lnTo>
                    <a:pt x="6589354" y="498546"/>
                  </a:lnTo>
                  <a:lnTo>
                    <a:pt x="6589354" y="498546"/>
                  </a:lnTo>
                  <a:lnTo>
                    <a:pt x="6594826" y="498546"/>
                  </a:lnTo>
                  <a:lnTo>
                    <a:pt x="6594826" y="498546"/>
                  </a:lnTo>
                  <a:lnTo>
                    <a:pt x="6600299" y="498546"/>
                  </a:lnTo>
                  <a:lnTo>
                    <a:pt x="6600299" y="498546"/>
                  </a:lnTo>
                  <a:lnTo>
                    <a:pt x="6605772" y="498546"/>
                  </a:lnTo>
                  <a:lnTo>
                    <a:pt x="6605772" y="498546"/>
                  </a:lnTo>
                  <a:lnTo>
                    <a:pt x="6611245" y="498546"/>
                  </a:lnTo>
                  <a:lnTo>
                    <a:pt x="6611245" y="498546"/>
                  </a:lnTo>
                  <a:lnTo>
                    <a:pt x="6616718" y="498546"/>
                  </a:lnTo>
                  <a:lnTo>
                    <a:pt x="6616718" y="498546"/>
                  </a:lnTo>
                  <a:lnTo>
                    <a:pt x="6622191" y="498546"/>
                  </a:lnTo>
                  <a:lnTo>
                    <a:pt x="6622191" y="498546"/>
                  </a:lnTo>
                  <a:lnTo>
                    <a:pt x="6627664" y="498546"/>
                  </a:lnTo>
                  <a:lnTo>
                    <a:pt x="6627664" y="498546"/>
                  </a:lnTo>
                  <a:lnTo>
                    <a:pt x="6633137" y="498546"/>
                  </a:lnTo>
                  <a:lnTo>
                    <a:pt x="6633137" y="498546"/>
                  </a:lnTo>
                  <a:lnTo>
                    <a:pt x="6638610" y="498546"/>
                  </a:lnTo>
                  <a:lnTo>
                    <a:pt x="6638610" y="498546"/>
                  </a:lnTo>
                  <a:lnTo>
                    <a:pt x="6644082" y="498546"/>
                  </a:lnTo>
                  <a:lnTo>
                    <a:pt x="6644082" y="498546"/>
                  </a:lnTo>
                  <a:lnTo>
                    <a:pt x="6649555" y="498546"/>
                  </a:lnTo>
                  <a:lnTo>
                    <a:pt x="6649555" y="498546"/>
                  </a:lnTo>
                  <a:lnTo>
                    <a:pt x="6655028" y="498546"/>
                  </a:lnTo>
                  <a:lnTo>
                    <a:pt x="6655028" y="498546"/>
                  </a:lnTo>
                  <a:lnTo>
                    <a:pt x="6660501" y="498546"/>
                  </a:lnTo>
                  <a:lnTo>
                    <a:pt x="6660501" y="480636"/>
                  </a:lnTo>
                  <a:lnTo>
                    <a:pt x="6665974" y="480636"/>
                  </a:lnTo>
                  <a:lnTo>
                    <a:pt x="6665974" y="480636"/>
                  </a:lnTo>
                  <a:lnTo>
                    <a:pt x="6671447" y="480636"/>
                  </a:lnTo>
                  <a:lnTo>
                    <a:pt x="6671447" y="480636"/>
                  </a:lnTo>
                  <a:lnTo>
                    <a:pt x="6676920" y="480636"/>
                  </a:lnTo>
                  <a:lnTo>
                    <a:pt x="6676920" y="480636"/>
                  </a:lnTo>
                  <a:lnTo>
                    <a:pt x="6682393" y="480636"/>
                  </a:lnTo>
                  <a:lnTo>
                    <a:pt x="6682393" y="480636"/>
                  </a:lnTo>
                  <a:lnTo>
                    <a:pt x="6687865" y="480636"/>
                  </a:lnTo>
                  <a:lnTo>
                    <a:pt x="6687865" y="480636"/>
                  </a:lnTo>
                  <a:lnTo>
                    <a:pt x="6693338" y="480636"/>
                  </a:lnTo>
                  <a:lnTo>
                    <a:pt x="6693338" y="480636"/>
                  </a:lnTo>
                  <a:lnTo>
                    <a:pt x="6698811" y="480636"/>
                  </a:lnTo>
                  <a:lnTo>
                    <a:pt x="6698811" y="480636"/>
                  </a:lnTo>
                  <a:lnTo>
                    <a:pt x="6704284" y="480636"/>
                  </a:lnTo>
                  <a:lnTo>
                    <a:pt x="6704284" y="480636"/>
                  </a:lnTo>
                  <a:lnTo>
                    <a:pt x="6709757" y="480636"/>
                  </a:lnTo>
                  <a:lnTo>
                    <a:pt x="6709757" y="480636"/>
                  </a:lnTo>
                  <a:lnTo>
                    <a:pt x="6715230" y="480636"/>
                  </a:lnTo>
                  <a:lnTo>
                    <a:pt x="6715230" y="480636"/>
                  </a:lnTo>
                  <a:lnTo>
                    <a:pt x="6720703" y="480636"/>
                  </a:lnTo>
                  <a:lnTo>
                    <a:pt x="6720703" y="480636"/>
                  </a:lnTo>
                  <a:lnTo>
                    <a:pt x="6726176" y="480636"/>
                  </a:lnTo>
                  <a:lnTo>
                    <a:pt x="6726176" y="480636"/>
                  </a:lnTo>
                  <a:lnTo>
                    <a:pt x="6731649" y="480636"/>
                  </a:lnTo>
                  <a:lnTo>
                    <a:pt x="6731649" y="480636"/>
                  </a:lnTo>
                  <a:lnTo>
                    <a:pt x="6737121" y="480636"/>
                  </a:lnTo>
                  <a:lnTo>
                    <a:pt x="6737121" y="480636"/>
                  </a:lnTo>
                  <a:lnTo>
                    <a:pt x="6742594" y="480636"/>
                  </a:lnTo>
                  <a:lnTo>
                    <a:pt x="6742594" y="480636"/>
                  </a:lnTo>
                  <a:lnTo>
                    <a:pt x="6748067" y="480636"/>
                  </a:lnTo>
                  <a:lnTo>
                    <a:pt x="6748067" y="480636"/>
                  </a:lnTo>
                  <a:lnTo>
                    <a:pt x="6753540" y="480636"/>
                  </a:lnTo>
                  <a:lnTo>
                    <a:pt x="6753540" y="480636"/>
                  </a:lnTo>
                  <a:lnTo>
                    <a:pt x="6759013" y="480636"/>
                  </a:lnTo>
                  <a:lnTo>
                    <a:pt x="6759013" y="480636"/>
                  </a:lnTo>
                  <a:lnTo>
                    <a:pt x="6764486" y="480636"/>
                  </a:lnTo>
                  <a:lnTo>
                    <a:pt x="6764486" y="480636"/>
                  </a:lnTo>
                  <a:lnTo>
                    <a:pt x="6769959" y="480636"/>
                  </a:lnTo>
                  <a:lnTo>
                    <a:pt x="6769959" y="480636"/>
                  </a:lnTo>
                  <a:lnTo>
                    <a:pt x="6775432" y="480636"/>
                  </a:lnTo>
                  <a:lnTo>
                    <a:pt x="6775432" y="480636"/>
                  </a:lnTo>
                  <a:lnTo>
                    <a:pt x="6780905" y="480636"/>
                  </a:lnTo>
                  <a:lnTo>
                    <a:pt x="6780905" y="480636"/>
                  </a:lnTo>
                  <a:lnTo>
                    <a:pt x="6786377" y="480636"/>
                  </a:lnTo>
                  <a:lnTo>
                    <a:pt x="6786377" y="480636"/>
                  </a:lnTo>
                  <a:lnTo>
                    <a:pt x="6791850" y="480636"/>
                  </a:lnTo>
                  <a:lnTo>
                    <a:pt x="6791850" y="480636"/>
                  </a:lnTo>
                  <a:lnTo>
                    <a:pt x="6797323" y="480636"/>
                  </a:lnTo>
                  <a:lnTo>
                    <a:pt x="6797323" y="480636"/>
                  </a:lnTo>
                  <a:lnTo>
                    <a:pt x="6802796" y="480636"/>
                  </a:lnTo>
                  <a:lnTo>
                    <a:pt x="6802796" y="480636"/>
                  </a:lnTo>
                  <a:lnTo>
                    <a:pt x="6808269" y="480636"/>
                  </a:lnTo>
                  <a:lnTo>
                    <a:pt x="6808269" y="480636"/>
                  </a:lnTo>
                  <a:lnTo>
                    <a:pt x="6813742" y="480636"/>
                  </a:lnTo>
                  <a:lnTo>
                    <a:pt x="6813742" y="480636"/>
                  </a:lnTo>
                  <a:lnTo>
                    <a:pt x="6819215" y="480636"/>
                  </a:lnTo>
                  <a:lnTo>
                    <a:pt x="6819215" y="480636"/>
                  </a:lnTo>
                  <a:lnTo>
                    <a:pt x="6824688" y="480636"/>
                  </a:lnTo>
                  <a:lnTo>
                    <a:pt x="6824688" y="480636"/>
                  </a:lnTo>
                  <a:lnTo>
                    <a:pt x="6830161" y="480636"/>
                  </a:lnTo>
                  <a:lnTo>
                    <a:pt x="6830161" y="480636"/>
                  </a:lnTo>
                  <a:lnTo>
                    <a:pt x="6835633" y="480636"/>
                  </a:lnTo>
                  <a:lnTo>
                    <a:pt x="6835633" y="480636"/>
                  </a:lnTo>
                  <a:lnTo>
                    <a:pt x="6846579" y="480636"/>
                  </a:lnTo>
                  <a:lnTo>
                    <a:pt x="6846579" y="480636"/>
                  </a:lnTo>
                  <a:lnTo>
                    <a:pt x="6852052" y="480636"/>
                  </a:lnTo>
                  <a:lnTo>
                    <a:pt x="6852052" y="480636"/>
                  </a:lnTo>
                  <a:lnTo>
                    <a:pt x="6857525" y="480636"/>
                  </a:lnTo>
                  <a:lnTo>
                    <a:pt x="6857525" y="480636"/>
                  </a:lnTo>
                  <a:lnTo>
                    <a:pt x="6862998" y="480636"/>
                  </a:lnTo>
                  <a:lnTo>
                    <a:pt x="6862998" y="480636"/>
                  </a:lnTo>
                  <a:lnTo>
                    <a:pt x="6868471" y="480636"/>
                  </a:lnTo>
                  <a:lnTo>
                    <a:pt x="6868471" y="480636"/>
                  </a:lnTo>
                  <a:lnTo>
                    <a:pt x="6873944" y="480636"/>
                  </a:lnTo>
                  <a:lnTo>
                    <a:pt x="6873944" y="480636"/>
                  </a:lnTo>
                  <a:lnTo>
                    <a:pt x="6879416" y="480636"/>
                  </a:lnTo>
                  <a:lnTo>
                    <a:pt x="6879416" y="480636"/>
                  </a:lnTo>
                  <a:lnTo>
                    <a:pt x="6884889" y="480636"/>
                  </a:lnTo>
                  <a:lnTo>
                    <a:pt x="6884889" y="480636"/>
                  </a:lnTo>
                  <a:lnTo>
                    <a:pt x="6890362" y="480636"/>
                  </a:lnTo>
                  <a:lnTo>
                    <a:pt x="6890362" y="480636"/>
                  </a:lnTo>
                  <a:lnTo>
                    <a:pt x="6895835" y="480636"/>
                  </a:lnTo>
                  <a:lnTo>
                    <a:pt x="6895835" y="480636"/>
                  </a:lnTo>
                  <a:lnTo>
                    <a:pt x="6901308" y="480636"/>
                  </a:lnTo>
                  <a:lnTo>
                    <a:pt x="6901308" y="480636"/>
                  </a:lnTo>
                  <a:lnTo>
                    <a:pt x="6906781" y="480636"/>
                  </a:lnTo>
                  <a:lnTo>
                    <a:pt x="6906781" y="461754"/>
                  </a:lnTo>
                  <a:lnTo>
                    <a:pt x="6912254" y="461754"/>
                  </a:lnTo>
                  <a:lnTo>
                    <a:pt x="6912254" y="461754"/>
                  </a:lnTo>
                  <a:lnTo>
                    <a:pt x="6917727" y="461754"/>
                  </a:lnTo>
                  <a:lnTo>
                    <a:pt x="6917727" y="461754"/>
                  </a:lnTo>
                  <a:lnTo>
                    <a:pt x="6923200" y="461754"/>
                  </a:lnTo>
                  <a:lnTo>
                    <a:pt x="6923200" y="461754"/>
                  </a:lnTo>
                  <a:lnTo>
                    <a:pt x="6928672" y="461754"/>
                  </a:lnTo>
                  <a:lnTo>
                    <a:pt x="6928672" y="461754"/>
                  </a:lnTo>
                  <a:lnTo>
                    <a:pt x="6934145" y="461754"/>
                  </a:lnTo>
                  <a:lnTo>
                    <a:pt x="6934145" y="461754"/>
                  </a:lnTo>
                  <a:lnTo>
                    <a:pt x="6939618" y="461754"/>
                  </a:lnTo>
                  <a:lnTo>
                    <a:pt x="6939618" y="461754"/>
                  </a:lnTo>
                  <a:lnTo>
                    <a:pt x="6945091" y="461754"/>
                  </a:lnTo>
                  <a:lnTo>
                    <a:pt x="6945091" y="461754"/>
                  </a:lnTo>
                  <a:lnTo>
                    <a:pt x="6950564" y="461754"/>
                  </a:lnTo>
                  <a:lnTo>
                    <a:pt x="6950564" y="461754"/>
                  </a:lnTo>
                  <a:lnTo>
                    <a:pt x="6956037" y="461754"/>
                  </a:lnTo>
                  <a:lnTo>
                    <a:pt x="6956037" y="461754"/>
                  </a:lnTo>
                  <a:lnTo>
                    <a:pt x="6961510" y="461754"/>
                  </a:lnTo>
                  <a:lnTo>
                    <a:pt x="6961510" y="461754"/>
                  </a:lnTo>
                  <a:lnTo>
                    <a:pt x="6966983" y="461754"/>
                  </a:lnTo>
                  <a:lnTo>
                    <a:pt x="6966983" y="461754"/>
                  </a:lnTo>
                  <a:lnTo>
                    <a:pt x="6972456" y="461754"/>
                  </a:lnTo>
                  <a:lnTo>
                    <a:pt x="6972456" y="461754"/>
                  </a:lnTo>
                  <a:lnTo>
                    <a:pt x="6977928" y="461754"/>
                  </a:lnTo>
                  <a:lnTo>
                    <a:pt x="6977928" y="461754"/>
                  </a:lnTo>
                  <a:lnTo>
                    <a:pt x="6983401" y="461754"/>
                  </a:lnTo>
                  <a:lnTo>
                    <a:pt x="6983401" y="461754"/>
                  </a:lnTo>
                  <a:lnTo>
                    <a:pt x="6988874" y="461754"/>
                  </a:lnTo>
                  <a:lnTo>
                    <a:pt x="6988874" y="461754"/>
                  </a:lnTo>
                  <a:lnTo>
                    <a:pt x="6994347" y="461754"/>
                  </a:lnTo>
                  <a:lnTo>
                    <a:pt x="6994347" y="461754"/>
                  </a:lnTo>
                  <a:lnTo>
                    <a:pt x="6999820" y="461754"/>
                  </a:lnTo>
                  <a:lnTo>
                    <a:pt x="6999820" y="461754"/>
                  </a:lnTo>
                  <a:lnTo>
                    <a:pt x="7005293" y="461754"/>
                  </a:lnTo>
                  <a:lnTo>
                    <a:pt x="7005293" y="461754"/>
                  </a:lnTo>
                  <a:lnTo>
                    <a:pt x="7010766" y="461754"/>
                  </a:lnTo>
                  <a:lnTo>
                    <a:pt x="7010766" y="461754"/>
                  </a:lnTo>
                  <a:lnTo>
                    <a:pt x="7016239" y="461754"/>
                  </a:lnTo>
                  <a:lnTo>
                    <a:pt x="7016239" y="442663"/>
                  </a:lnTo>
                  <a:lnTo>
                    <a:pt x="7021712" y="442663"/>
                  </a:lnTo>
                  <a:lnTo>
                    <a:pt x="7021712" y="442663"/>
                  </a:lnTo>
                  <a:lnTo>
                    <a:pt x="7027184" y="442663"/>
                  </a:lnTo>
                  <a:lnTo>
                    <a:pt x="7027184" y="442663"/>
                  </a:lnTo>
                  <a:lnTo>
                    <a:pt x="7032657" y="442663"/>
                  </a:lnTo>
                  <a:lnTo>
                    <a:pt x="7032657" y="442663"/>
                  </a:lnTo>
                  <a:lnTo>
                    <a:pt x="7038130" y="442663"/>
                  </a:lnTo>
                  <a:lnTo>
                    <a:pt x="7038130" y="442663"/>
                  </a:lnTo>
                  <a:lnTo>
                    <a:pt x="7043603" y="442663"/>
                  </a:lnTo>
                  <a:lnTo>
                    <a:pt x="7043603" y="442663"/>
                  </a:lnTo>
                  <a:lnTo>
                    <a:pt x="7049076" y="442663"/>
                  </a:lnTo>
                  <a:lnTo>
                    <a:pt x="7049076" y="442663"/>
                  </a:lnTo>
                  <a:lnTo>
                    <a:pt x="7054549" y="442663"/>
                  </a:lnTo>
                  <a:lnTo>
                    <a:pt x="7054549" y="442663"/>
                  </a:lnTo>
                  <a:lnTo>
                    <a:pt x="7060022" y="442663"/>
                  </a:lnTo>
                  <a:lnTo>
                    <a:pt x="7060022" y="442663"/>
                  </a:lnTo>
                  <a:lnTo>
                    <a:pt x="7065495" y="442663"/>
                  </a:lnTo>
                  <a:lnTo>
                    <a:pt x="7065495" y="442663"/>
                  </a:lnTo>
                  <a:lnTo>
                    <a:pt x="7070967" y="442663"/>
                  </a:lnTo>
                  <a:lnTo>
                    <a:pt x="7070967" y="442663"/>
                  </a:lnTo>
                  <a:lnTo>
                    <a:pt x="7076440" y="442663"/>
                  </a:lnTo>
                  <a:lnTo>
                    <a:pt x="7076440" y="423450"/>
                  </a:lnTo>
                  <a:lnTo>
                    <a:pt x="7081913" y="423450"/>
                  </a:lnTo>
                  <a:lnTo>
                    <a:pt x="7081913" y="423450"/>
                  </a:lnTo>
                  <a:lnTo>
                    <a:pt x="7087386" y="423450"/>
                  </a:lnTo>
                  <a:lnTo>
                    <a:pt x="7087386" y="423450"/>
                  </a:lnTo>
                  <a:lnTo>
                    <a:pt x="7092859" y="423450"/>
                  </a:lnTo>
                  <a:lnTo>
                    <a:pt x="7092859" y="423450"/>
                  </a:lnTo>
                  <a:lnTo>
                    <a:pt x="7098332" y="423450"/>
                  </a:lnTo>
                  <a:lnTo>
                    <a:pt x="7098332" y="423450"/>
                  </a:lnTo>
                  <a:lnTo>
                    <a:pt x="7103805" y="423450"/>
                  </a:lnTo>
                  <a:lnTo>
                    <a:pt x="7103805" y="423450"/>
                  </a:lnTo>
                  <a:lnTo>
                    <a:pt x="7109278" y="423450"/>
                  </a:lnTo>
                  <a:lnTo>
                    <a:pt x="7109278" y="423450"/>
                  </a:lnTo>
                  <a:lnTo>
                    <a:pt x="7120223" y="423450"/>
                  </a:lnTo>
                  <a:lnTo>
                    <a:pt x="7120223" y="423450"/>
                  </a:lnTo>
                  <a:lnTo>
                    <a:pt x="7125696" y="423450"/>
                  </a:lnTo>
                  <a:lnTo>
                    <a:pt x="7125696" y="423450"/>
                  </a:lnTo>
                  <a:lnTo>
                    <a:pt x="7131169" y="423450"/>
                  </a:lnTo>
                  <a:lnTo>
                    <a:pt x="7131169" y="423450"/>
                  </a:lnTo>
                  <a:lnTo>
                    <a:pt x="7136642" y="423450"/>
                  </a:lnTo>
                  <a:lnTo>
                    <a:pt x="7136642" y="423450"/>
                  </a:lnTo>
                  <a:lnTo>
                    <a:pt x="7142115" y="423450"/>
                  </a:lnTo>
                  <a:lnTo>
                    <a:pt x="7142115" y="423450"/>
                  </a:lnTo>
                  <a:lnTo>
                    <a:pt x="7147588" y="423450"/>
                  </a:lnTo>
                  <a:lnTo>
                    <a:pt x="7147588" y="423450"/>
                  </a:lnTo>
                  <a:lnTo>
                    <a:pt x="7153061" y="423450"/>
                  </a:lnTo>
                  <a:lnTo>
                    <a:pt x="7153061" y="423450"/>
                  </a:lnTo>
                  <a:lnTo>
                    <a:pt x="7158534" y="423450"/>
                  </a:lnTo>
                  <a:lnTo>
                    <a:pt x="7158534" y="423450"/>
                  </a:lnTo>
                  <a:lnTo>
                    <a:pt x="7164007" y="423450"/>
                  </a:lnTo>
                  <a:lnTo>
                    <a:pt x="7164007" y="423450"/>
                  </a:lnTo>
                  <a:lnTo>
                    <a:pt x="7169479" y="423450"/>
                  </a:lnTo>
                  <a:lnTo>
                    <a:pt x="7169479" y="423450"/>
                  </a:lnTo>
                  <a:lnTo>
                    <a:pt x="7174952" y="423450"/>
                  </a:lnTo>
                  <a:lnTo>
                    <a:pt x="7174952" y="423450"/>
                  </a:lnTo>
                  <a:lnTo>
                    <a:pt x="7180425" y="423450"/>
                  </a:lnTo>
                  <a:lnTo>
                    <a:pt x="7180425" y="423450"/>
                  </a:lnTo>
                  <a:lnTo>
                    <a:pt x="7185898" y="423450"/>
                  </a:lnTo>
                  <a:lnTo>
                    <a:pt x="7185898" y="423450"/>
                  </a:lnTo>
                  <a:lnTo>
                    <a:pt x="7191371" y="423450"/>
                  </a:lnTo>
                  <a:lnTo>
                    <a:pt x="7191371" y="423450"/>
                  </a:lnTo>
                  <a:lnTo>
                    <a:pt x="7196844" y="423450"/>
                  </a:lnTo>
                  <a:lnTo>
                    <a:pt x="7196844" y="423450"/>
                  </a:lnTo>
                  <a:lnTo>
                    <a:pt x="7202317" y="423450"/>
                  </a:lnTo>
                  <a:lnTo>
                    <a:pt x="7202317" y="423450"/>
                  </a:lnTo>
                  <a:lnTo>
                    <a:pt x="7207790" y="423450"/>
                  </a:lnTo>
                  <a:lnTo>
                    <a:pt x="7207790" y="423450"/>
                  </a:lnTo>
                  <a:lnTo>
                    <a:pt x="7213262" y="423450"/>
                  </a:lnTo>
                  <a:lnTo>
                    <a:pt x="7213262" y="423450"/>
                  </a:lnTo>
                  <a:lnTo>
                    <a:pt x="7218735" y="423450"/>
                  </a:lnTo>
                  <a:lnTo>
                    <a:pt x="7218735" y="423450"/>
                  </a:lnTo>
                  <a:lnTo>
                    <a:pt x="7224208" y="423450"/>
                  </a:lnTo>
                  <a:lnTo>
                    <a:pt x="7224208" y="423450"/>
                  </a:lnTo>
                  <a:lnTo>
                    <a:pt x="7229681" y="423450"/>
                  </a:lnTo>
                  <a:lnTo>
                    <a:pt x="7229681" y="423450"/>
                  </a:lnTo>
                  <a:lnTo>
                    <a:pt x="7235154" y="423450"/>
                  </a:lnTo>
                  <a:lnTo>
                    <a:pt x="7235154" y="423450"/>
                  </a:lnTo>
                  <a:lnTo>
                    <a:pt x="7240627" y="423450"/>
                  </a:lnTo>
                  <a:lnTo>
                    <a:pt x="7240627" y="423450"/>
                  </a:lnTo>
                  <a:lnTo>
                    <a:pt x="7246100" y="423450"/>
                  </a:lnTo>
                  <a:lnTo>
                    <a:pt x="7246100" y="423450"/>
                  </a:lnTo>
                  <a:lnTo>
                    <a:pt x="7251573" y="423450"/>
                  </a:lnTo>
                  <a:lnTo>
                    <a:pt x="7251573" y="423450"/>
                  </a:lnTo>
                  <a:lnTo>
                    <a:pt x="7257046" y="423450"/>
                  </a:lnTo>
                  <a:lnTo>
                    <a:pt x="7257046" y="423450"/>
                  </a:lnTo>
                  <a:lnTo>
                    <a:pt x="7262518" y="423450"/>
                  </a:lnTo>
                  <a:lnTo>
                    <a:pt x="7262518" y="423450"/>
                  </a:lnTo>
                  <a:lnTo>
                    <a:pt x="7267991" y="423450"/>
                  </a:lnTo>
                  <a:lnTo>
                    <a:pt x="7267991" y="423450"/>
                  </a:lnTo>
                  <a:lnTo>
                    <a:pt x="7278937" y="423450"/>
                  </a:lnTo>
                  <a:lnTo>
                    <a:pt x="7278937" y="423450"/>
                  </a:lnTo>
                  <a:lnTo>
                    <a:pt x="7284410" y="423450"/>
                  </a:lnTo>
                  <a:lnTo>
                    <a:pt x="7284410" y="423450"/>
                  </a:lnTo>
                  <a:lnTo>
                    <a:pt x="7289883" y="423450"/>
                  </a:lnTo>
                  <a:lnTo>
                    <a:pt x="7289883" y="423450"/>
                  </a:lnTo>
                  <a:lnTo>
                    <a:pt x="7295356" y="423450"/>
                  </a:lnTo>
                  <a:lnTo>
                    <a:pt x="7295356" y="423450"/>
                  </a:lnTo>
                  <a:lnTo>
                    <a:pt x="7300829" y="423450"/>
                  </a:lnTo>
                  <a:lnTo>
                    <a:pt x="7300829" y="423450"/>
                  </a:lnTo>
                  <a:lnTo>
                    <a:pt x="7306302" y="423450"/>
                  </a:lnTo>
                  <a:lnTo>
                    <a:pt x="7306302" y="423450"/>
                  </a:lnTo>
                  <a:lnTo>
                    <a:pt x="7311774" y="423450"/>
                  </a:lnTo>
                  <a:lnTo>
                    <a:pt x="7311774" y="423450"/>
                  </a:lnTo>
                  <a:lnTo>
                    <a:pt x="7317247" y="423450"/>
                  </a:lnTo>
                  <a:lnTo>
                    <a:pt x="7317247" y="423450"/>
                  </a:lnTo>
                  <a:lnTo>
                    <a:pt x="7322720" y="423450"/>
                  </a:lnTo>
                  <a:lnTo>
                    <a:pt x="7322720" y="423450"/>
                  </a:lnTo>
                  <a:lnTo>
                    <a:pt x="7328193" y="423450"/>
                  </a:lnTo>
                  <a:lnTo>
                    <a:pt x="7328193" y="423450"/>
                  </a:lnTo>
                  <a:lnTo>
                    <a:pt x="7333666" y="423450"/>
                  </a:lnTo>
                  <a:lnTo>
                    <a:pt x="7333666" y="423450"/>
                  </a:lnTo>
                  <a:lnTo>
                    <a:pt x="7339139" y="423450"/>
                  </a:lnTo>
                  <a:lnTo>
                    <a:pt x="7339139" y="423450"/>
                  </a:lnTo>
                  <a:lnTo>
                    <a:pt x="7344612" y="423450"/>
                  </a:lnTo>
                  <a:lnTo>
                    <a:pt x="7344612" y="403318"/>
                  </a:lnTo>
                  <a:lnTo>
                    <a:pt x="7350085" y="403318"/>
                  </a:lnTo>
                  <a:lnTo>
                    <a:pt x="7350085" y="403318"/>
                  </a:lnTo>
                  <a:lnTo>
                    <a:pt x="7355558" y="403318"/>
                  </a:lnTo>
                  <a:lnTo>
                    <a:pt x="7355558" y="403318"/>
                  </a:lnTo>
                  <a:lnTo>
                    <a:pt x="7361030" y="403318"/>
                  </a:lnTo>
                  <a:lnTo>
                    <a:pt x="7361030" y="403318"/>
                  </a:lnTo>
                  <a:lnTo>
                    <a:pt x="7366503" y="403318"/>
                  </a:lnTo>
                  <a:lnTo>
                    <a:pt x="7366503" y="403318"/>
                  </a:lnTo>
                  <a:lnTo>
                    <a:pt x="7371976" y="403318"/>
                  </a:lnTo>
                  <a:lnTo>
                    <a:pt x="7371976" y="403318"/>
                  </a:lnTo>
                  <a:lnTo>
                    <a:pt x="7377449" y="403318"/>
                  </a:lnTo>
                  <a:lnTo>
                    <a:pt x="7377449" y="403318"/>
                  </a:lnTo>
                  <a:lnTo>
                    <a:pt x="7382922" y="403318"/>
                  </a:lnTo>
                  <a:lnTo>
                    <a:pt x="7382922" y="382975"/>
                  </a:lnTo>
                  <a:lnTo>
                    <a:pt x="7388395" y="382975"/>
                  </a:lnTo>
                  <a:lnTo>
                    <a:pt x="7388395" y="382975"/>
                  </a:lnTo>
                  <a:lnTo>
                    <a:pt x="7393868" y="382975"/>
                  </a:lnTo>
                  <a:lnTo>
                    <a:pt x="7393868" y="382975"/>
                  </a:lnTo>
                  <a:lnTo>
                    <a:pt x="7399341" y="382975"/>
                  </a:lnTo>
                  <a:lnTo>
                    <a:pt x="7399341" y="382975"/>
                  </a:lnTo>
                  <a:lnTo>
                    <a:pt x="7404813" y="382975"/>
                  </a:lnTo>
                  <a:lnTo>
                    <a:pt x="7404813" y="382975"/>
                  </a:lnTo>
                  <a:lnTo>
                    <a:pt x="7410286" y="382975"/>
                  </a:lnTo>
                  <a:lnTo>
                    <a:pt x="7410286" y="382975"/>
                  </a:lnTo>
                  <a:lnTo>
                    <a:pt x="7415759" y="382975"/>
                  </a:lnTo>
                  <a:lnTo>
                    <a:pt x="7415759" y="382975"/>
                  </a:lnTo>
                  <a:lnTo>
                    <a:pt x="7421232" y="382975"/>
                  </a:lnTo>
                  <a:lnTo>
                    <a:pt x="7421232" y="382975"/>
                  </a:lnTo>
                  <a:lnTo>
                    <a:pt x="7426705" y="382975"/>
                  </a:lnTo>
                  <a:lnTo>
                    <a:pt x="7426705" y="382975"/>
                  </a:lnTo>
                  <a:lnTo>
                    <a:pt x="7432178" y="382975"/>
                  </a:lnTo>
                  <a:lnTo>
                    <a:pt x="7432178" y="362489"/>
                  </a:lnTo>
                  <a:lnTo>
                    <a:pt x="7437651" y="362489"/>
                  </a:lnTo>
                  <a:lnTo>
                    <a:pt x="7437651" y="362489"/>
                  </a:lnTo>
                  <a:lnTo>
                    <a:pt x="7443124" y="362489"/>
                  </a:lnTo>
                  <a:lnTo>
                    <a:pt x="7443124" y="362489"/>
                  </a:lnTo>
                  <a:lnTo>
                    <a:pt x="7448597" y="362489"/>
                  </a:lnTo>
                  <a:lnTo>
                    <a:pt x="7448597" y="362489"/>
                  </a:lnTo>
                  <a:lnTo>
                    <a:pt x="7454069" y="362489"/>
                  </a:lnTo>
                  <a:lnTo>
                    <a:pt x="7454069" y="362489"/>
                  </a:lnTo>
                  <a:lnTo>
                    <a:pt x="7459542" y="362489"/>
                  </a:lnTo>
                  <a:lnTo>
                    <a:pt x="7459542" y="362489"/>
                  </a:lnTo>
                  <a:lnTo>
                    <a:pt x="7465015" y="362489"/>
                  </a:lnTo>
                  <a:lnTo>
                    <a:pt x="7465015" y="362489"/>
                  </a:lnTo>
                  <a:lnTo>
                    <a:pt x="7470488" y="362489"/>
                  </a:lnTo>
                  <a:lnTo>
                    <a:pt x="7470488" y="362489"/>
                  </a:lnTo>
                  <a:lnTo>
                    <a:pt x="7475961" y="362489"/>
                  </a:lnTo>
                  <a:lnTo>
                    <a:pt x="7475961" y="362489"/>
                  </a:lnTo>
                  <a:lnTo>
                    <a:pt x="7481434" y="362489"/>
                  </a:lnTo>
                  <a:lnTo>
                    <a:pt x="7481434" y="362489"/>
                  </a:lnTo>
                  <a:lnTo>
                    <a:pt x="7486907" y="362489"/>
                  </a:lnTo>
                  <a:lnTo>
                    <a:pt x="7486907" y="362489"/>
                  </a:lnTo>
                  <a:lnTo>
                    <a:pt x="7492380" y="362489"/>
                  </a:lnTo>
                  <a:lnTo>
                    <a:pt x="7492380" y="362489"/>
                  </a:lnTo>
                  <a:lnTo>
                    <a:pt x="7497853" y="362489"/>
                  </a:lnTo>
                  <a:lnTo>
                    <a:pt x="7497853" y="362489"/>
                  </a:lnTo>
                  <a:lnTo>
                    <a:pt x="7503325" y="362489"/>
                  </a:lnTo>
                  <a:lnTo>
                    <a:pt x="7503325" y="362489"/>
                  </a:lnTo>
                  <a:lnTo>
                    <a:pt x="7508798" y="362489"/>
                  </a:lnTo>
                  <a:lnTo>
                    <a:pt x="7508798" y="362489"/>
                  </a:lnTo>
                  <a:lnTo>
                    <a:pt x="7514271" y="362489"/>
                  </a:lnTo>
                  <a:lnTo>
                    <a:pt x="7514271" y="362489"/>
                  </a:lnTo>
                  <a:lnTo>
                    <a:pt x="7519744" y="362489"/>
                  </a:lnTo>
                  <a:lnTo>
                    <a:pt x="7519744" y="362489"/>
                  </a:lnTo>
                  <a:lnTo>
                    <a:pt x="7525217" y="362489"/>
                  </a:lnTo>
                  <a:lnTo>
                    <a:pt x="7525217" y="362489"/>
                  </a:lnTo>
                  <a:lnTo>
                    <a:pt x="7530690" y="362489"/>
                  </a:lnTo>
                  <a:lnTo>
                    <a:pt x="7530690" y="362489"/>
                  </a:lnTo>
                  <a:lnTo>
                    <a:pt x="7541636" y="362489"/>
                  </a:lnTo>
                  <a:lnTo>
                    <a:pt x="7541636" y="362489"/>
                  </a:lnTo>
                  <a:lnTo>
                    <a:pt x="7547109" y="362489"/>
                  </a:lnTo>
                  <a:lnTo>
                    <a:pt x="7547109" y="362489"/>
                  </a:lnTo>
                  <a:lnTo>
                    <a:pt x="7552581" y="362489"/>
                  </a:lnTo>
                  <a:lnTo>
                    <a:pt x="7552581" y="362489"/>
                  </a:lnTo>
                  <a:lnTo>
                    <a:pt x="7558054" y="362489"/>
                  </a:lnTo>
                  <a:lnTo>
                    <a:pt x="7558054" y="362489"/>
                  </a:lnTo>
                  <a:lnTo>
                    <a:pt x="7563527" y="362489"/>
                  </a:lnTo>
                  <a:lnTo>
                    <a:pt x="7563527" y="362489"/>
                  </a:lnTo>
                  <a:lnTo>
                    <a:pt x="7569000" y="362489"/>
                  </a:lnTo>
                  <a:lnTo>
                    <a:pt x="7569000" y="362489"/>
                  </a:lnTo>
                  <a:lnTo>
                    <a:pt x="7574473" y="362489"/>
                  </a:lnTo>
                  <a:lnTo>
                    <a:pt x="7574473" y="362489"/>
                  </a:lnTo>
                  <a:lnTo>
                    <a:pt x="7579946" y="362489"/>
                  </a:lnTo>
                  <a:lnTo>
                    <a:pt x="7579946" y="362489"/>
                  </a:lnTo>
                  <a:lnTo>
                    <a:pt x="7585419" y="362489"/>
                  </a:lnTo>
                  <a:lnTo>
                    <a:pt x="7585419" y="362489"/>
                  </a:lnTo>
                  <a:lnTo>
                    <a:pt x="7596364" y="362489"/>
                  </a:lnTo>
                  <a:lnTo>
                    <a:pt x="7596364" y="362489"/>
                  </a:lnTo>
                  <a:lnTo>
                    <a:pt x="7601837" y="362489"/>
                  </a:lnTo>
                  <a:lnTo>
                    <a:pt x="7601837" y="362489"/>
                  </a:lnTo>
                  <a:lnTo>
                    <a:pt x="7607310" y="362489"/>
                  </a:lnTo>
                  <a:lnTo>
                    <a:pt x="7607310" y="362489"/>
                  </a:lnTo>
                  <a:lnTo>
                    <a:pt x="7618256" y="362489"/>
                  </a:lnTo>
                  <a:lnTo>
                    <a:pt x="7618256" y="341399"/>
                  </a:lnTo>
                  <a:lnTo>
                    <a:pt x="7623729" y="341399"/>
                  </a:lnTo>
                  <a:lnTo>
                    <a:pt x="7623729" y="341399"/>
                  </a:lnTo>
                  <a:lnTo>
                    <a:pt x="7629202" y="341399"/>
                  </a:lnTo>
                  <a:lnTo>
                    <a:pt x="7629202" y="341399"/>
                  </a:lnTo>
                  <a:lnTo>
                    <a:pt x="7640148" y="341399"/>
                  </a:lnTo>
                  <a:lnTo>
                    <a:pt x="7640148" y="341399"/>
                  </a:lnTo>
                  <a:lnTo>
                    <a:pt x="7645620" y="341399"/>
                  </a:lnTo>
                  <a:lnTo>
                    <a:pt x="7645620" y="341399"/>
                  </a:lnTo>
                  <a:lnTo>
                    <a:pt x="7651093" y="341399"/>
                  </a:lnTo>
                  <a:lnTo>
                    <a:pt x="7651093" y="341399"/>
                  </a:lnTo>
                  <a:lnTo>
                    <a:pt x="7656566" y="341399"/>
                  </a:lnTo>
                  <a:lnTo>
                    <a:pt x="7656566" y="341399"/>
                  </a:lnTo>
                  <a:lnTo>
                    <a:pt x="7662039" y="341399"/>
                  </a:lnTo>
                  <a:lnTo>
                    <a:pt x="7662039" y="341399"/>
                  </a:lnTo>
                  <a:lnTo>
                    <a:pt x="7667512" y="341399"/>
                  </a:lnTo>
                  <a:lnTo>
                    <a:pt x="7667512" y="341399"/>
                  </a:lnTo>
                  <a:lnTo>
                    <a:pt x="7672985" y="341399"/>
                  </a:lnTo>
                  <a:lnTo>
                    <a:pt x="7672985" y="320112"/>
                  </a:lnTo>
                  <a:lnTo>
                    <a:pt x="7678458" y="320112"/>
                  </a:lnTo>
                  <a:lnTo>
                    <a:pt x="7678458" y="320112"/>
                  </a:lnTo>
                  <a:lnTo>
                    <a:pt x="7683931" y="320112"/>
                  </a:lnTo>
                  <a:lnTo>
                    <a:pt x="7683931" y="320112"/>
                  </a:lnTo>
                  <a:lnTo>
                    <a:pt x="7689404" y="320112"/>
                  </a:lnTo>
                  <a:lnTo>
                    <a:pt x="7689404" y="320112"/>
                  </a:lnTo>
                  <a:lnTo>
                    <a:pt x="7694876" y="320112"/>
                  </a:lnTo>
                  <a:lnTo>
                    <a:pt x="7694876" y="320112"/>
                  </a:lnTo>
                  <a:lnTo>
                    <a:pt x="7700349" y="320112"/>
                  </a:lnTo>
                  <a:lnTo>
                    <a:pt x="7700349" y="320112"/>
                  </a:lnTo>
                  <a:lnTo>
                    <a:pt x="7705822" y="320112"/>
                  </a:lnTo>
                  <a:lnTo>
                    <a:pt x="7705822" y="320112"/>
                  </a:lnTo>
                  <a:lnTo>
                    <a:pt x="7711295" y="320112"/>
                  </a:lnTo>
                  <a:lnTo>
                    <a:pt x="7711295" y="320112"/>
                  </a:lnTo>
                  <a:lnTo>
                    <a:pt x="7716768" y="320112"/>
                  </a:lnTo>
                  <a:lnTo>
                    <a:pt x="7716768" y="320112"/>
                  </a:lnTo>
                  <a:lnTo>
                    <a:pt x="7722241" y="320112"/>
                  </a:lnTo>
                  <a:lnTo>
                    <a:pt x="7722241" y="320112"/>
                  </a:lnTo>
                  <a:lnTo>
                    <a:pt x="7727714" y="320112"/>
                  </a:lnTo>
                  <a:lnTo>
                    <a:pt x="7727714" y="320112"/>
                  </a:lnTo>
                  <a:lnTo>
                    <a:pt x="7733187" y="320112"/>
                  </a:lnTo>
                  <a:lnTo>
                    <a:pt x="7733187" y="320112"/>
                  </a:lnTo>
                  <a:lnTo>
                    <a:pt x="7738659" y="320112"/>
                  </a:lnTo>
                  <a:lnTo>
                    <a:pt x="7738659" y="320112"/>
                  </a:lnTo>
                  <a:lnTo>
                    <a:pt x="7744132" y="320112"/>
                  </a:lnTo>
                  <a:lnTo>
                    <a:pt x="7744132" y="320112"/>
                  </a:lnTo>
                  <a:lnTo>
                    <a:pt x="7749605" y="320112"/>
                  </a:lnTo>
                  <a:lnTo>
                    <a:pt x="7749605" y="320112"/>
                  </a:lnTo>
                  <a:lnTo>
                    <a:pt x="7755078" y="320112"/>
                  </a:lnTo>
                  <a:lnTo>
                    <a:pt x="7755078" y="320112"/>
                  </a:lnTo>
                  <a:lnTo>
                    <a:pt x="7760551" y="320112"/>
                  </a:lnTo>
                  <a:lnTo>
                    <a:pt x="7760551" y="320112"/>
                  </a:lnTo>
                  <a:lnTo>
                    <a:pt x="7766024" y="320112"/>
                  </a:lnTo>
                  <a:lnTo>
                    <a:pt x="7766024" y="320112"/>
                  </a:lnTo>
                  <a:lnTo>
                    <a:pt x="7771497" y="320112"/>
                  </a:lnTo>
                  <a:lnTo>
                    <a:pt x="7771497" y="320112"/>
                  </a:lnTo>
                  <a:lnTo>
                    <a:pt x="7776970" y="320112"/>
                  </a:lnTo>
                  <a:lnTo>
                    <a:pt x="7776970" y="320112"/>
                  </a:lnTo>
                  <a:lnTo>
                    <a:pt x="7782443" y="320112"/>
                  </a:lnTo>
                  <a:lnTo>
                    <a:pt x="7782443" y="320112"/>
                  </a:lnTo>
                  <a:lnTo>
                    <a:pt x="7787915" y="320112"/>
                  </a:lnTo>
                  <a:lnTo>
                    <a:pt x="7787915" y="320112"/>
                  </a:lnTo>
                  <a:lnTo>
                    <a:pt x="7793388" y="320112"/>
                  </a:lnTo>
                  <a:lnTo>
                    <a:pt x="7793388" y="320112"/>
                  </a:lnTo>
                  <a:lnTo>
                    <a:pt x="7798861" y="320112"/>
                  </a:lnTo>
                  <a:lnTo>
                    <a:pt x="7798861" y="320112"/>
                  </a:lnTo>
                  <a:lnTo>
                    <a:pt x="7804334" y="320112"/>
                  </a:lnTo>
                  <a:lnTo>
                    <a:pt x="7804334" y="320112"/>
                  </a:lnTo>
                  <a:lnTo>
                    <a:pt x="7809807" y="320112"/>
                  </a:lnTo>
                  <a:lnTo>
                    <a:pt x="7809807" y="320112"/>
                  </a:lnTo>
                  <a:lnTo>
                    <a:pt x="7826226" y="320112"/>
                  </a:lnTo>
                  <a:lnTo>
                    <a:pt x="7826226" y="320112"/>
                  </a:lnTo>
                  <a:lnTo>
                    <a:pt x="7831699" y="320112"/>
                  </a:lnTo>
                  <a:lnTo>
                    <a:pt x="7831699" y="320112"/>
                  </a:lnTo>
                  <a:lnTo>
                    <a:pt x="7837171" y="320112"/>
                  </a:lnTo>
                  <a:lnTo>
                    <a:pt x="7837171" y="320112"/>
                  </a:lnTo>
                  <a:lnTo>
                    <a:pt x="7842644" y="320112"/>
                  </a:lnTo>
                  <a:lnTo>
                    <a:pt x="7842644" y="320112"/>
                  </a:lnTo>
                  <a:lnTo>
                    <a:pt x="7848117" y="320112"/>
                  </a:lnTo>
                  <a:lnTo>
                    <a:pt x="7848117" y="320112"/>
                  </a:lnTo>
                  <a:lnTo>
                    <a:pt x="7853590" y="320112"/>
                  </a:lnTo>
                  <a:lnTo>
                    <a:pt x="7853590" y="320112"/>
                  </a:lnTo>
                  <a:lnTo>
                    <a:pt x="7859063" y="320112"/>
                  </a:lnTo>
                  <a:lnTo>
                    <a:pt x="7859063" y="320112"/>
                  </a:lnTo>
                  <a:lnTo>
                    <a:pt x="7864536" y="320112"/>
                  </a:lnTo>
                  <a:lnTo>
                    <a:pt x="7864536" y="320112"/>
                  </a:lnTo>
                  <a:lnTo>
                    <a:pt x="7870009" y="320112"/>
                  </a:lnTo>
                  <a:lnTo>
                    <a:pt x="7870009" y="320112"/>
                  </a:lnTo>
                  <a:lnTo>
                    <a:pt x="7880955" y="320112"/>
                  </a:lnTo>
                  <a:lnTo>
                    <a:pt x="7880955" y="320112"/>
                  </a:lnTo>
                  <a:lnTo>
                    <a:pt x="7886427" y="320112"/>
                  </a:lnTo>
                  <a:lnTo>
                    <a:pt x="7886427" y="320112"/>
                  </a:lnTo>
                  <a:lnTo>
                    <a:pt x="7891900" y="320112"/>
                  </a:lnTo>
                  <a:lnTo>
                    <a:pt x="7891900" y="320112"/>
                  </a:lnTo>
                  <a:lnTo>
                    <a:pt x="7897373" y="320112"/>
                  </a:lnTo>
                  <a:lnTo>
                    <a:pt x="7897373" y="320112"/>
                  </a:lnTo>
                  <a:lnTo>
                    <a:pt x="7902846" y="320112"/>
                  </a:lnTo>
                  <a:lnTo>
                    <a:pt x="7902846" y="320112"/>
                  </a:lnTo>
                  <a:lnTo>
                    <a:pt x="7908319" y="320112"/>
                  </a:lnTo>
                  <a:lnTo>
                    <a:pt x="7908319" y="320112"/>
                  </a:lnTo>
                  <a:lnTo>
                    <a:pt x="7913792" y="320112"/>
                  </a:lnTo>
                  <a:lnTo>
                    <a:pt x="7913792" y="320112"/>
                  </a:lnTo>
                  <a:lnTo>
                    <a:pt x="7919265" y="320112"/>
                  </a:lnTo>
                  <a:lnTo>
                    <a:pt x="7919265" y="320112"/>
                  </a:lnTo>
                  <a:lnTo>
                    <a:pt x="7924738" y="320112"/>
                  </a:lnTo>
                  <a:lnTo>
                    <a:pt x="7924738" y="320112"/>
                  </a:lnTo>
                  <a:lnTo>
                    <a:pt x="7930210" y="320112"/>
                  </a:lnTo>
                  <a:lnTo>
                    <a:pt x="7930210" y="320112"/>
                  </a:lnTo>
                  <a:lnTo>
                    <a:pt x="7935683" y="320112"/>
                  </a:lnTo>
                  <a:lnTo>
                    <a:pt x="7935683" y="320112"/>
                  </a:lnTo>
                  <a:lnTo>
                    <a:pt x="7941156" y="320112"/>
                  </a:lnTo>
                  <a:lnTo>
                    <a:pt x="7941156" y="320112"/>
                  </a:lnTo>
                  <a:lnTo>
                    <a:pt x="7946629" y="320112"/>
                  </a:lnTo>
                  <a:lnTo>
                    <a:pt x="7946629" y="320112"/>
                  </a:lnTo>
                  <a:lnTo>
                    <a:pt x="7952102" y="320112"/>
                  </a:lnTo>
                  <a:lnTo>
                    <a:pt x="7952102" y="320112"/>
                  </a:lnTo>
                  <a:lnTo>
                    <a:pt x="7957575" y="320112"/>
                  </a:lnTo>
                  <a:lnTo>
                    <a:pt x="7957575" y="320112"/>
                  </a:lnTo>
                  <a:lnTo>
                    <a:pt x="7963048" y="320112"/>
                  </a:lnTo>
                  <a:lnTo>
                    <a:pt x="7963048" y="297851"/>
                  </a:lnTo>
                  <a:lnTo>
                    <a:pt x="7968521" y="297851"/>
                  </a:lnTo>
                  <a:lnTo>
                    <a:pt x="7968521" y="297851"/>
                  </a:lnTo>
                  <a:lnTo>
                    <a:pt x="7973994" y="297851"/>
                  </a:lnTo>
                  <a:lnTo>
                    <a:pt x="7973994" y="297851"/>
                  </a:lnTo>
                  <a:lnTo>
                    <a:pt x="7979466" y="297851"/>
                  </a:lnTo>
                  <a:lnTo>
                    <a:pt x="7979466" y="297851"/>
                  </a:lnTo>
                  <a:lnTo>
                    <a:pt x="7984939" y="297851"/>
                  </a:lnTo>
                  <a:lnTo>
                    <a:pt x="7984939" y="297851"/>
                  </a:lnTo>
                  <a:lnTo>
                    <a:pt x="7990412" y="297851"/>
                  </a:lnTo>
                  <a:lnTo>
                    <a:pt x="7990412" y="297851"/>
                  </a:lnTo>
                  <a:lnTo>
                    <a:pt x="7995885" y="297851"/>
                  </a:lnTo>
                  <a:lnTo>
                    <a:pt x="7995885" y="297851"/>
                  </a:lnTo>
                  <a:lnTo>
                    <a:pt x="8006831" y="297851"/>
                  </a:lnTo>
                  <a:lnTo>
                    <a:pt x="8006831" y="297851"/>
                  </a:lnTo>
                  <a:lnTo>
                    <a:pt x="8012304" y="297851"/>
                  </a:lnTo>
                  <a:lnTo>
                    <a:pt x="8012304" y="297851"/>
                  </a:lnTo>
                  <a:lnTo>
                    <a:pt x="8017777" y="297851"/>
                  </a:lnTo>
                  <a:lnTo>
                    <a:pt x="8017777" y="297851"/>
                  </a:lnTo>
                  <a:lnTo>
                    <a:pt x="8023250" y="297851"/>
                  </a:lnTo>
                  <a:lnTo>
                    <a:pt x="8023250" y="297851"/>
                  </a:lnTo>
                  <a:lnTo>
                    <a:pt x="8034195" y="297851"/>
                  </a:lnTo>
                  <a:lnTo>
                    <a:pt x="8034195" y="297851"/>
                  </a:lnTo>
                  <a:lnTo>
                    <a:pt x="8039668" y="297851"/>
                  </a:lnTo>
                  <a:lnTo>
                    <a:pt x="8039668" y="297851"/>
                  </a:lnTo>
                  <a:lnTo>
                    <a:pt x="8045141" y="297851"/>
                  </a:lnTo>
                  <a:lnTo>
                    <a:pt x="8045141" y="297851"/>
                  </a:lnTo>
                  <a:lnTo>
                    <a:pt x="8050614" y="297851"/>
                  </a:lnTo>
                  <a:lnTo>
                    <a:pt x="8050614" y="297851"/>
                  </a:lnTo>
                  <a:lnTo>
                    <a:pt x="8056087" y="297851"/>
                  </a:lnTo>
                  <a:lnTo>
                    <a:pt x="8056087" y="297851"/>
                  </a:lnTo>
                  <a:lnTo>
                    <a:pt x="8061560" y="297851"/>
                  </a:lnTo>
                  <a:lnTo>
                    <a:pt x="8061560" y="297851"/>
                  </a:lnTo>
                  <a:lnTo>
                    <a:pt x="8072506" y="297851"/>
                  </a:lnTo>
                  <a:lnTo>
                    <a:pt x="8072506" y="297851"/>
                  </a:lnTo>
                  <a:lnTo>
                    <a:pt x="8077978" y="297851"/>
                  </a:lnTo>
                  <a:lnTo>
                    <a:pt x="8077978" y="297851"/>
                  </a:lnTo>
                  <a:lnTo>
                    <a:pt x="8083451" y="297851"/>
                  </a:lnTo>
                  <a:lnTo>
                    <a:pt x="8083451" y="297851"/>
                  </a:lnTo>
                  <a:lnTo>
                    <a:pt x="8088924" y="297851"/>
                  </a:lnTo>
                  <a:lnTo>
                    <a:pt x="8088924" y="297851"/>
                  </a:lnTo>
                  <a:lnTo>
                    <a:pt x="8094397" y="297851"/>
                  </a:lnTo>
                  <a:lnTo>
                    <a:pt x="8094397" y="297851"/>
                  </a:lnTo>
                  <a:lnTo>
                    <a:pt x="8099870" y="297851"/>
                  </a:lnTo>
                  <a:lnTo>
                    <a:pt x="8099870" y="297851"/>
                  </a:lnTo>
                  <a:lnTo>
                    <a:pt x="8105343" y="297851"/>
                  </a:lnTo>
                  <a:lnTo>
                    <a:pt x="8105343" y="297851"/>
                  </a:lnTo>
                  <a:lnTo>
                    <a:pt x="8110816" y="297851"/>
                  </a:lnTo>
                  <a:lnTo>
                    <a:pt x="8110816" y="297851"/>
                  </a:lnTo>
                  <a:lnTo>
                    <a:pt x="8116289" y="297851"/>
                  </a:lnTo>
                  <a:lnTo>
                    <a:pt x="8116289" y="297851"/>
                  </a:lnTo>
                  <a:lnTo>
                    <a:pt x="8121761" y="297851"/>
                  </a:lnTo>
                  <a:lnTo>
                    <a:pt x="8121761" y="297851"/>
                  </a:lnTo>
                  <a:lnTo>
                    <a:pt x="8127234" y="297851"/>
                  </a:lnTo>
                  <a:lnTo>
                    <a:pt x="8127234" y="297851"/>
                  </a:lnTo>
                  <a:lnTo>
                    <a:pt x="8132707" y="297851"/>
                  </a:lnTo>
                  <a:lnTo>
                    <a:pt x="8132707" y="297851"/>
                  </a:lnTo>
                  <a:lnTo>
                    <a:pt x="8138180" y="297851"/>
                  </a:lnTo>
                  <a:lnTo>
                    <a:pt x="8138180" y="297851"/>
                  </a:lnTo>
                  <a:lnTo>
                    <a:pt x="8154599" y="297851"/>
                  </a:lnTo>
                  <a:lnTo>
                    <a:pt x="8154599" y="297851"/>
                  </a:lnTo>
                  <a:lnTo>
                    <a:pt x="8160072" y="297851"/>
                  </a:lnTo>
                  <a:lnTo>
                    <a:pt x="8160072" y="297851"/>
                  </a:lnTo>
                  <a:lnTo>
                    <a:pt x="8171017" y="297851"/>
                  </a:lnTo>
                  <a:lnTo>
                    <a:pt x="8171017" y="297851"/>
                  </a:lnTo>
                  <a:lnTo>
                    <a:pt x="8176490" y="297851"/>
                  </a:lnTo>
                  <a:lnTo>
                    <a:pt x="8176490" y="297851"/>
                  </a:lnTo>
                  <a:lnTo>
                    <a:pt x="8181963" y="297851"/>
                  </a:lnTo>
                  <a:lnTo>
                    <a:pt x="8181963" y="297851"/>
                  </a:lnTo>
                  <a:lnTo>
                    <a:pt x="8187436" y="297851"/>
                  </a:lnTo>
                  <a:lnTo>
                    <a:pt x="8187436" y="297851"/>
                  </a:lnTo>
                  <a:lnTo>
                    <a:pt x="8192909" y="297851"/>
                  </a:lnTo>
                  <a:lnTo>
                    <a:pt x="8192909" y="297851"/>
                  </a:lnTo>
                  <a:lnTo>
                    <a:pt x="8198382" y="297851"/>
                  </a:lnTo>
                  <a:lnTo>
                    <a:pt x="8198382" y="297851"/>
                  </a:lnTo>
                  <a:lnTo>
                    <a:pt x="8203855" y="297851"/>
                  </a:lnTo>
                  <a:lnTo>
                    <a:pt x="8203855" y="297851"/>
                  </a:lnTo>
                  <a:lnTo>
                    <a:pt x="8209328" y="297851"/>
                  </a:lnTo>
                  <a:lnTo>
                    <a:pt x="8209328" y="297851"/>
                  </a:lnTo>
                  <a:lnTo>
                    <a:pt x="8214801" y="297851"/>
                  </a:lnTo>
                  <a:lnTo>
                    <a:pt x="8214801" y="297851"/>
                  </a:lnTo>
                  <a:lnTo>
                    <a:pt x="8220273" y="297851"/>
                  </a:lnTo>
                  <a:lnTo>
                    <a:pt x="8220273" y="297851"/>
                  </a:lnTo>
                  <a:lnTo>
                    <a:pt x="8225746" y="297851"/>
                  </a:lnTo>
                  <a:lnTo>
                    <a:pt x="8225746" y="297851"/>
                  </a:lnTo>
                  <a:lnTo>
                    <a:pt x="8231219" y="297851"/>
                  </a:lnTo>
                  <a:lnTo>
                    <a:pt x="8231219" y="297851"/>
                  </a:lnTo>
                  <a:lnTo>
                    <a:pt x="8236692" y="297851"/>
                  </a:lnTo>
                  <a:lnTo>
                    <a:pt x="8236692" y="297851"/>
                  </a:lnTo>
                  <a:lnTo>
                    <a:pt x="8242165" y="297851"/>
                  </a:lnTo>
                  <a:lnTo>
                    <a:pt x="8242165" y="297851"/>
                  </a:lnTo>
                  <a:lnTo>
                    <a:pt x="8247638" y="297851"/>
                  </a:lnTo>
                  <a:lnTo>
                    <a:pt x="8247638" y="297851"/>
                  </a:lnTo>
                  <a:lnTo>
                    <a:pt x="8253111" y="297851"/>
                  </a:lnTo>
                  <a:lnTo>
                    <a:pt x="8253111" y="297851"/>
                  </a:lnTo>
                  <a:lnTo>
                    <a:pt x="8258584" y="297851"/>
                  </a:lnTo>
                  <a:lnTo>
                    <a:pt x="8258584" y="297851"/>
                  </a:lnTo>
                  <a:lnTo>
                    <a:pt x="8264056" y="297851"/>
                  </a:lnTo>
                  <a:lnTo>
                    <a:pt x="8264056" y="297851"/>
                  </a:lnTo>
                  <a:lnTo>
                    <a:pt x="8269529" y="297851"/>
                  </a:lnTo>
                  <a:lnTo>
                    <a:pt x="8269529" y="297851"/>
                  </a:lnTo>
                  <a:lnTo>
                    <a:pt x="8275002" y="297851"/>
                  </a:lnTo>
                  <a:lnTo>
                    <a:pt x="8275002" y="297851"/>
                  </a:lnTo>
                  <a:lnTo>
                    <a:pt x="8280475" y="297851"/>
                  </a:lnTo>
                  <a:lnTo>
                    <a:pt x="8280475" y="297851"/>
                  </a:lnTo>
                  <a:lnTo>
                    <a:pt x="8285948" y="297851"/>
                  </a:lnTo>
                  <a:lnTo>
                    <a:pt x="8285948" y="297851"/>
                  </a:lnTo>
                  <a:lnTo>
                    <a:pt x="8291421" y="297851"/>
                  </a:lnTo>
                  <a:lnTo>
                    <a:pt x="8291421" y="297851"/>
                  </a:lnTo>
                  <a:lnTo>
                    <a:pt x="8296894" y="297851"/>
                  </a:lnTo>
                  <a:lnTo>
                    <a:pt x="8296894" y="274134"/>
                  </a:lnTo>
                  <a:lnTo>
                    <a:pt x="8307840" y="274134"/>
                  </a:lnTo>
                  <a:lnTo>
                    <a:pt x="8307840" y="274134"/>
                  </a:lnTo>
                  <a:lnTo>
                    <a:pt x="8313312" y="274134"/>
                  </a:lnTo>
                  <a:lnTo>
                    <a:pt x="8313312" y="274134"/>
                  </a:lnTo>
                  <a:lnTo>
                    <a:pt x="8318785" y="274134"/>
                  </a:lnTo>
                  <a:lnTo>
                    <a:pt x="8318785" y="274134"/>
                  </a:lnTo>
                  <a:lnTo>
                    <a:pt x="8324258" y="274134"/>
                  </a:lnTo>
                  <a:lnTo>
                    <a:pt x="8324258" y="274134"/>
                  </a:lnTo>
                  <a:lnTo>
                    <a:pt x="8329731" y="274134"/>
                  </a:lnTo>
                  <a:lnTo>
                    <a:pt x="8329731" y="274134"/>
                  </a:lnTo>
                  <a:lnTo>
                    <a:pt x="8335204" y="274134"/>
                  </a:lnTo>
                  <a:lnTo>
                    <a:pt x="8335204" y="274134"/>
                  </a:lnTo>
                  <a:lnTo>
                    <a:pt x="8340677" y="274134"/>
                  </a:lnTo>
                  <a:lnTo>
                    <a:pt x="8340677" y="274134"/>
                  </a:lnTo>
                  <a:lnTo>
                    <a:pt x="8346150" y="274134"/>
                  </a:lnTo>
                  <a:lnTo>
                    <a:pt x="8346150" y="274134"/>
                  </a:lnTo>
                  <a:lnTo>
                    <a:pt x="8351623" y="274134"/>
                  </a:lnTo>
                  <a:lnTo>
                    <a:pt x="8351623" y="274134"/>
                  </a:lnTo>
                  <a:lnTo>
                    <a:pt x="8357096" y="274134"/>
                  </a:lnTo>
                  <a:lnTo>
                    <a:pt x="8357096" y="274134"/>
                  </a:lnTo>
                  <a:lnTo>
                    <a:pt x="8362568" y="274134"/>
                  </a:lnTo>
                  <a:lnTo>
                    <a:pt x="8362568" y="274134"/>
                  </a:lnTo>
                  <a:lnTo>
                    <a:pt x="8368041" y="274134"/>
                  </a:lnTo>
                  <a:lnTo>
                    <a:pt x="8368041" y="274134"/>
                  </a:lnTo>
                  <a:lnTo>
                    <a:pt x="8373514" y="274134"/>
                  </a:lnTo>
                  <a:lnTo>
                    <a:pt x="8373514" y="274134"/>
                  </a:lnTo>
                  <a:lnTo>
                    <a:pt x="8378987" y="274134"/>
                  </a:lnTo>
                  <a:lnTo>
                    <a:pt x="8378987" y="274134"/>
                  </a:lnTo>
                  <a:lnTo>
                    <a:pt x="8384460" y="274134"/>
                  </a:lnTo>
                  <a:lnTo>
                    <a:pt x="8384460" y="274134"/>
                  </a:lnTo>
                  <a:lnTo>
                    <a:pt x="8389933" y="274134"/>
                  </a:lnTo>
                  <a:lnTo>
                    <a:pt x="8389933" y="274134"/>
                  </a:lnTo>
                  <a:lnTo>
                    <a:pt x="8400879" y="274134"/>
                  </a:lnTo>
                  <a:lnTo>
                    <a:pt x="8400879" y="274134"/>
                  </a:lnTo>
                  <a:lnTo>
                    <a:pt x="8406352" y="274134"/>
                  </a:lnTo>
                  <a:lnTo>
                    <a:pt x="8406352" y="274134"/>
                  </a:lnTo>
                  <a:lnTo>
                    <a:pt x="8411824" y="274134"/>
                  </a:lnTo>
                  <a:lnTo>
                    <a:pt x="8411824" y="274134"/>
                  </a:lnTo>
                  <a:lnTo>
                    <a:pt x="8417297" y="274134"/>
                  </a:lnTo>
                  <a:lnTo>
                    <a:pt x="8417297" y="274134"/>
                  </a:lnTo>
                  <a:lnTo>
                    <a:pt x="8422770" y="274134"/>
                  </a:lnTo>
                  <a:lnTo>
                    <a:pt x="8422770" y="274134"/>
                  </a:lnTo>
                  <a:lnTo>
                    <a:pt x="8428243" y="274134"/>
                  </a:lnTo>
                  <a:lnTo>
                    <a:pt x="8428243" y="274134"/>
                  </a:lnTo>
                  <a:lnTo>
                    <a:pt x="8433716" y="274134"/>
                  </a:lnTo>
                  <a:lnTo>
                    <a:pt x="8433716" y="274134"/>
                  </a:lnTo>
                  <a:lnTo>
                    <a:pt x="8439189" y="274134"/>
                  </a:lnTo>
                  <a:lnTo>
                    <a:pt x="8439189" y="274134"/>
                  </a:lnTo>
                  <a:lnTo>
                    <a:pt x="8444662" y="274134"/>
                  </a:lnTo>
                  <a:lnTo>
                    <a:pt x="8444662" y="274134"/>
                  </a:lnTo>
                  <a:lnTo>
                    <a:pt x="8450135" y="274134"/>
                  </a:lnTo>
                  <a:lnTo>
                    <a:pt x="8450135" y="274134"/>
                  </a:lnTo>
                  <a:lnTo>
                    <a:pt x="8455607" y="274134"/>
                  </a:lnTo>
                  <a:lnTo>
                    <a:pt x="8455607" y="274134"/>
                  </a:lnTo>
                  <a:lnTo>
                    <a:pt x="8461080" y="274134"/>
                  </a:lnTo>
                  <a:lnTo>
                    <a:pt x="8461080" y="274134"/>
                  </a:lnTo>
                  <a:lnTo>
                    <a:pt x="8466553" y="274134"/>
                  </a:lnTo>
                  <a:lnTo>
                    <a:pt x="8466553" y="274134"/>
                  </a:lnTo>
                  <a:lnTo>
                    <a:pt x="8472026" y="274134"/>
                  </a:lnTo>
                  <a:lnTo>
                    <a:pt x="8472026" y="274134"/>
                  </a:lnTo>
                  <a:lnTo>
                    <a:pt x="8482972" y="274134"/>
                  </a:lnTo>
                  <a:lnTo>
                    <a:pt x="8482972" y="274134"/>
                  </a:lnTo>
                  <a:lnTo>
                    <a:pt x="8488445" y="274134"/>
                  </a:lnTo>
                  <a:lnTo>
                    <a:pt x="8488445" y="274134"/>
                  </a:lnTo>
                  <a:lnTo>
                    <a:pt x="8493918" y="274134"/>
                  </a:lnTo>
                  <a:lnTo>
                    <a:pt x="8493918" y="274134"/>
                  </a:lnTo>
                  <a:lnTo>
                    <a:pt x="8499391" y="274134"/>
                  </a:lnTo>
                  <a:lnTo>
                    <a:pt x="8499391" y="274134"/>
                  </a:lnTo>
                  <a:lnTo>
                    <a:pt x="8504863" y="274134"/>
                  </a:lnTo>
                  <a:lnTo>
                    <a:pt x="8504863" y="274134"/>
                  </a:lnTo>
                  <a:lnTo>
                    <a:pt x="8510336" y="274134"/>
                  </a:lnTo>
                  <a:lnTo>
                    <a:pt x="8510336" y="274134"/>
                  </a:lnTo>
                  <a:lnTo>
                    <a:pt x="8515809" y="274134"/>
                  </a:lnTo>
                  <a:lnTo>
                    <a:pt x="8515809" y="274134"/>
                  </a:lnTo>
                  <a:lnTo>
                    <a:pt x="8526755" y="274134"/>
                  </a:lnTo>
                  <a:lnTo>
                    <a:pt x="8526755" y="274134"/>
                  </a:lnTo>
                  <a:lnTo>
                    <a:pt x="8532228" y="274134"/>
                  </a:lnTo>
                  <a:lnTo>
                    <a:pt x="8532228" y="274134"/>
                  </a:lnTo>
                  <a:lnTo>
                    <a:pt x="8537701" y="274134"/>
                  </a:lnTo>
                  <a:lnTo>
                    <a:pt x="8537701" y="274134"/>
                  </a:lnTo>
                  <a:lnTo>
                    <a:pt x="8543174" y="274134"/>
                  </a:lnTo>
                  <a:lnTo>
                    <a:pt x="8543174" y="274134"/>
                  </a:lnTo>
                  <a:lnTo>
                    <a:pt x="8548647" y="274134"/>
                  </a:lnTo>
                  <a:lnTo>
                    <a:pt x="8548647" y="274134"/>
                  </a:lnTo>
                  <a:lnTo>
                    <a:pt x="8554119" y="274134"/>
                  </a:lnTo>
                  <a:lnTo>
                    <a:pt x="8554119" y="274134"/>
                  </a:lnTo>
                  <a:lnTo>
                    <a:pt x="8559592" y="274134"/>
                  </a:lnTo>
                  <a:lnTo>
                    <a:pt x="8559592" y="274134"/>
                  </a:lnTo>
                  <a:lnTo>
                    <a:pt x="8565065" y="274134"/>
                  </a:lnTo>
                  <a:lnTo>
                    <a:pt x="8565065" y="274134"/>
                  </a:lnTo>
                  <a:lnTo>
                    <a:pt x="8570538" y="274134"/>
                  </a:lnTo>
                  <a:lnTo>
                    <a:pt x="8570538" y="274134"/>
                  </a:lnTo>
                  <a:lnTo>
                    <a:pt x="8576011" y="274134"/>
                  </a:lnTo>
                  <a:lnTo>
                    <a:pt x="8576011" y="274134"/>
                  </a:lnTo>
                  <a:lnTo>
                    <a:pt x="8581484" y="274134"/>
                  </a:lnTo>
                  <a:lnTo>
                    <a:pt x="8581484" y="249313"/>
                  </a:lnTo>
                  <a:lnTo>
                    <a:pt x="8586957" y="249313"/>
                  </a:lnTo>
                  <a:lnTo>
                    <a:pt x="8586957" y="249313"/>
                  </a:lnTo>
                  <a:lnTo>
                    <a:pt x="8592430" y="249313"/>
                  </a:lnTo>
                  <a:lnTo>
                    <a:pt x="8592430" y="249313"/>
                  </a:lnTo>
                  <a:lnTo>
                    <a:pt x="8597903" y="249313"/>
                  </a:lnTo>
                  <a:lnTo>
                    <a:pt x="8597903" y="249313"/>
                  </a:lnTo>
                  <a:lnTo>
                    <a:pt x="8603375" y="249313"/>
                  </a:lnTo>
                  <a:lnTo>
                    <a:pt x="8603375" y="249313"/>
                  </a:lnTo>
                  <a:lnTo>
                    <a:pt x="8614321" y="249313"/>
                  </a:lnTo>
                  <a:lnTo>
                    <a:pt x="8614321" y="249313"/>
                  </a:lnTo>
                  <a:lnTo>
                    <a:pt x="8619794" y="249313"/>
                  </a:lnTo>
                  <a:lnTo>
                    <a:pt x="8619794" y="224433"/>
                  </a:lnTo>
                  <a:lnTo>
                    <a:pt x="8625267" y="224433"/>
                  </a:lnTo>
                  <a:lnTo>
                    <a:pt x="8625267" y="224433"/>
                  </a:lnTo>
                  <a:lnTo>
                    <a:pt x="8630740" y="224433"/>
                  </a:lnTo>
                  <a:lnTo>
                    <a:pt x="8630740" y="224433"/>
                  </a:lnTo>
                  <a:lnTo>
                    <a:pt x="8641686" y="224433"/>
                  </a:lnTo>
                  <a:lnTo>
                    <a:pt x="8641686" y="224433"/>
                  </a:lnTo>
                  <a:lnTo>
                    <a:pt x="8647158" y="224433"/>
                  </a:lnTo>
                  <a:lnTo>
                    <a:pt x="8647158" y="224433"/>
                  </a:lnTo>
                  <a:lnTo>
                    <a:pt x="8652631" y="224433"/>
                  </a:lnTo>
                  <a:lnTo>
                    <a:pt x="8652631" y="224433"/>
                  </a:lnTo>
                  <a:lnTo>
                    <a:pt x="8658104" y="224433"/>
                  </a:lnTo>
                  <a:lnTo>
                    <a:pt x="8658104" y="224433"/>
                  </a:lnTo>
                  <a:lnTo>
                    <a:pt x="8669050" y="224433"/>
                  </a:lnTo>
                  <a:lnTo>
                    <a:pt x="8669050" y="224433"/>
                  </a:lnTo>
                  <a:lnTo>
                    <a:pt x="8674523" y="224433"/>
                  </a:lnTo>
                  <a:lnTo>
                    <a:pt x="8674523" y="224433"/>
                  </a:lnTo>
                  <a:lnTo>
                    <a:pt x="8679996" y="224433"/>
                  </a:lnTo>
                  <a:lnTo>
                    <a:pt x="8679996" y="224433"/>
                  </a:lnTo>
                  <a:lnTo>
                    <a:pt x="8685469" y="224433"/>
                  </a:lnTo>
                  <a:lnTo>
                    <a:pt x="8685469" y="224433"/>
                  </a:lnTo>
                  <a:lnTo>
                    <a:pt x="8690942" y="224433"/>
                  </a:lnTo>
                  <a:lnTo>
                    <a:pt x="8690942" y="224433"/>
                  </a:lnTo>
                  <a:lnTo>
                    <a:pt x="8696414" y="224433"/>
                  </a:lnTo>
                  <a:lnTo>
                    <a:pt x="8696414" y="224433"/>
                  </a:lnTo>
                  <a:lnTo>
                    <a:pt x="8707360" y="224433"/>
                  </a:lnTo>
                  <a:lnTo>
                    <a:pt x="8707360" y="224433"/>
                  </a:lnTo>
                  <a:lnTo>
                    <a:pt x="8712833" y="224433"/>
                  </a:lnTo>
                  <a:lnTo>
                    <a:pt x="8712833" y="224433"/>
                  </a:lnTo>
                  <a:lnTo>
                    <a:pt x="8723779" y="224433"/>
                  </a:lnTo>
                  <a:lnTo>
                    <a:pt x="8723779" y="224433"/>
                  </a:lnTo>
                  <a:lnTo>
                    <a:pt x="8729252" y="224433"/>
                  </a:lnTo>
                  <a:lnTo>
                    <a:pt x="8729252" y="199131"/>
                  </a:lnTo>
                  <a:lnTo>
                    <a:pt x="8734725" y="199131"/>
                  </a:lnTo>
                  <a:lnTo>
                    <a:pt x="8734725" y="199131"/>
                  </a:lnTo>
                  <a:lnTo>
                    <a:pt x="8740198" y="199131"/>
                  </a:lnTo>
                  <a:lnTo>
                    <a:pt x="8740198" y="199131"/>
                  </a:lnTo>
                  <a:lnTo>
                    <a:pt x="8745670" y="199131"/>
                  </a:lnTo>
                  <a:lnTo>
                    <a:pt x="8745670" y="199131"/>
                  </a:lnTo>
                  <a:lnTo>
                    <a:pt x="8751143" y="199131"/>
                  </a:lnTo>
                  <a:lnTo>
                    <a:pt x="8751143" y="199131"/>
                  </a:lnTo>
                  <a:lnTo>
                    <a:pt x="8756616" y="199131"/>
                  </a:lnTo>
                  <a:lnTo>
                    <a:pt x="8756616" y="199131"/>
                  </a:lnTo>
                  <a:lnTo>
                    <a:pt x="8767562" y="199131"/>
                  </a:lnTo>
                  <a:lnTo>
                    <a:pt x="8767562" y="199131"/>
                  </a:lnTo>
                  <a:lnTo>
                    <a:pt x="8773035" y="199131"/>
                  </a:lnTo>
                  <a:lnTo>
                    <a:pt x="8773035" y="199131"/>
                  </a:lnTo>
                  <a:lnTo>
                    <a:pt x="8778508" y="199131"/>
                  </a:lnTo>
                  <a:lnTo>
                    <a:pt x="8778508" y="199131"/>
                  </a:lnTo>
                  <a:lnTo>
                    <a:pt x="8783981" y="199131"/>
                  </a:lnTo>
                  <a:lnTo>
                    <a:pt x="8783981" y="199131"/>
                  </a:lnTo>
                  <a:lnTo>
                    <a:pt x="8789453" y="199131"/>
                  </a:lnTo>
                  <a:lnTo>
                    <a:pt x="8789453" y="199131"/>
                  </a:lnTo>
                  <a:lnTo>
                    <a:pt x="8794926" y="199131"/>
                  </a:lnTo>
                  <a:lnTo>
                    <a:pt x="8794926" y="199131"/>
                  </a:lnTo>
                  <a:lnTo>
                    <a:pt x="8800399" y="199131"/>
                  </a:lnTo>
                  <a:lnTo>
                    <a:pt x="8800399" y="199131"/>
                  </a:lnTo>
                  <a:lnTo>
                    <a:pt x="8805872" y="199131"/>
                  </a:lnTo>
                  <a:lnTo>
                    <a:pt x="8805872" y="199131"/>
                  </a:lnTo>
                  <a:lnTo>
                    <a:pt x="8811345" y="199131"/>
                  </a:lnTo>
                  <a:lnTo>
                    <a:pt x="8811345" y="199131"/>
                  </a:lnTo>
                  <a:lnTo>
                    <a:pt x="8816818" y="199131"/>
                  </a:lnTo>
                  <a:lnTo>
                    <a:pt x="8816818" y="199131"/>
                  </a:lnTo>
                  <a:lnTo>
                    <a:pt x="8822291" y="199131"/>
                  </a:lnTo>
                  <a:lnTo>
                    <a:pt x="8822291" y="199131"/>
                  </a:lnTo>
                  <a:lnTo>
                    <a:pt x="8827764" y="199131"/>
                  </a:lnTo>
                  <a:lnTo>
                    <a:pt x="8827764" y="199131"/>
                  </a:lnTo>
                  <a:lnTo>
                    <a:pt x="8833237" y="199131"/>
                  </a:lnTo>
                  <a:lnTo>
                    <a:pt x="8833237" y="199131"/>
                  </a:lnTo>
                  <a:lnTo>
                    <a:pt x="8838709" y="199131"/>
                  </a:lnTo>
                  <a:lnTo>
                    <a:pt x="8838709" y="199131"/>
                  </a:lnTo>
                  <a:lnTo>
                    <a:pt x="8849655" y="199131"/>
                  </a:lnTo>
                  <a:lnTo>
                    <a:pt x="8849655" y="199131"/>
                  </a:lnTo>
                  <a:lnTo>
                    <a:pt x="8855128" y="199131"/>
                  </a:lnTo>
                  <a:lnTo>
                    <a:pt x="8855128" y="199131"/>
                  </a:lnTo>
                  <a:lnTo>
                    <a:pt x="8866074" y="199131"/>
                  </a:lnTo>
                  <a:lnTo>
                    <a:pt x="8866074" y="199131"/>
                  </a:lnTo>
                  <a:lnTo>
                    <a:pt x="8871547" y="199131"/>
                  </a:lnTo>
                  <a:lnTo>
                    <a:pt x="8871547" y="199131"/>
                  </a:lnTo>
                  <a:lnTo>
                    <a:pt x="8877020" y="199131"/>
                  </a:lnTo>
                  <a:lnTo>
                    <a:pt x="8877020" y="199131"/>
                  </a:lnTo>
                  <a:lnTo>
                    <a:pt x="8882493" y="199131"/>
                  </a:lnTo>
                  <a:lnTo>
                    <a:pt x="8882493" y="199131"/>
                  </a:lnTo>
                  <a:lnTo>
                    <a:pt x="8887965" y="199131"/>
                  </a:lnTo>
                  <a:lnTo>
                    <a:pt x="8887965" y="199131"/>
                  </a:lnTo>
                  <a:lnTo>
                    <a:pt x="8893438" y="199131"/>
                  </a:lnTo>
                  <a:lnTo>
                    <a:pt x="8893438" y="199131"/>
                  </a:lnTo>
                  <a:lnTo>
                    <a:pt x="8904384" y="199131"/>
                  </a:lnTo>
                  <a:lnTo>
                    <a:pt x="8904384" y="199131"/>
                  </a:lnTo>
                  <a:lnTo>
                    <a:pt x="8909857" y="199131"/>
                  </a:lnTo>
                  <a:lnTo>
                    <a:pt x="8909857" y="199131"/>
                  </a:lnTo>
                  <a:lnTo>
                    <a:pt x="8915330" y="199131"/>
                  </a:lnTo>
                  <a:lnTo>
                    <a:pt x="8915330" y="199131"/>
                  </a:lnTo>
                  <a:lnTo>
                    <a:pt x="8926276" y="199131"/>
                  </a:lnTo>
                  <a:lnTo>
                    <a:pt x="8926276" y="199131"/>
                  </a:lnTo>
                  <a:lnTo>
                    <a:pt x="8931749" y="199131"/>
                  </a:lnTo>
                  <a:lnTo>
                    <a:pt x="8931749" y="199131"/>
                  </a:lnTo>
                  <a:lnTo>
                    <a:pt x="8937221" y="199131"/>
                  </a:lnTo>
                  <a:lnTo>
                    <a:pt x="8937221" y="199131"/>
                  </a:lnTo>
                  <a:lnTo>
                    <a:pt x="8942694" y="199131"/>
                  </a:lnTo>
                  <a:lnTo>
                    <a:pt x="8942694" y="199131"/>
                  </a:lnTo>
                  <a:lnTo>
                    <a:pt x="8948167" y="199131"/>
                  </a:lnTo>
                  <a:lnTo>
                    <a:pt x="8948167" y="199131"/>
                  </a:lnTo>
                  <a:lnTo>
                    <a:pt x="8959113" y="199131"/>
                  </a:lnTo>
                  <a:lnTo>
                    <a:pt x="8959113" y="199131"/>
                  </a:lnTo>
                  <a:lnTo>
                    <a:pt x="8964586" y="199131"/>
                  </a:lnTo>
                  <a:lnTo>
                    <a:pt x="8964586" y="199131"/>
                  </a:lnTo>
                  <a:lnTo>
                    <a:pt x="8970059" y="199131"/>
                  </a:lnTo>
                  <a:lnTo>
                    <a:pt x="8970059" y="199131"/>
                  </a:lnTo>
                  <a:lnTo>
                    <a:pt x="8981004" y="199131"/>
                  </a:lnTo>
                  <a:lnTo>
                    <a:pt x="8981004" y="199131"/>
                  </a:lnTo>
                  <a:lnTo>
                    <a:pt x="8986477" y="199131"/>
                  </a:lnTo>
                  <a:lnTo>
                    <a:pt x="8986477" y="172724"/>
                  </a:lnTo>
                  <a:lnTo>
                    <a:pt x="8997423" y="172724"/>
                  </a:lnTo>
                  <a:lnTo>
                    <a:pt x="8997423" y="172724"/>
                  </a:lnTo>
                  <a:lnTo>
                    <a:pt x="9002896" y="172724"/>
                  </a:lnTo>
                  <a:lnTo>
                    <a:pt x="9002896" y="172724"/>
                  </a:lnTo>
                  <a:lnTo>
                    <a:pt x="9008369" y="172724"/>
                  </a:lnTo>
                  <a:lnTo>
                    <a:pt x="9008369" y="172724"/>
                  </a:lnTo>
                  <a:lnTo>
                    <a:pt x="9013842" y="172724"/>
                  </a:lnTo>
                  <a:lnTo>
                    <a:pt x="9013842" y="172724"/>
                  </a:lnTo>
                  <a:lnTo>
                    <a:pt x="9024788" y="172724"/>
                  </a:lnTo>
                  <a:lnTo>
                    <a:pt x="9024788" y="172724"/>
                  </a:lnTo>
                  <a:lnTo>
                    <a:pt x="9030260" y="172724"/>
                  </a:lnTo>
                  <a:lnTo>
                    <a:pt x="9030260" y="172724"/>
                  </a:lnTo>
                  <a:lnTo>
                    <a:pt x="9035733" y="172724"/>
                  </a:lnTo>
                  <a:lnTo>
                    <a:pt x="9035733" y="172724"/>
                  </a:lnTo>
                  <a:lnTo>
                    <a:pt x="9041206" y="172724"/>
                  </a:lnTo>
                  <a:lnTo>
                    <a:pt x="9041206" y="172724"/>
                  </a:lnTo>
                  <a:lnTo>
                    <a:pt x="9046679" y="172724"/>
                  </a:lnTo>
                  <a:lnTo>
                    <a:pt x="9046679" y="172724"/>
                  </a:lnTo>
                  <a:lnTo>
                    <a:pt x="9052152" y="172724"/>
                  </a:lnTo>
                  <a:lnTo>
                    <a:pt x="9052152" y="172724"/>
                  </a:lnTo>
                  <a:lnTo>
                    <a:pt x="9057625" y="172724"/>
                  </a:lnTo>
                  <a:lnTo>
                    <a:pt x="9057625" y="172724"/>
                  </a:lnTo>
                  <a:lnTo>
                    <a:pt x="9063098" y="172724"/>
                  </a:lnTo>
                  <a:lnTo>
                    <a:pt x="9063098" y="172724"/>
                  </a:lnTo>
                  <a:lnTo>
                    <a:pt x="9074044" y="172724"/>
                  </a:lnTo>
                  <a:lnTo>
                    <a:pt x="9074044" y="172724"/>
                  </a:lnTo>
                  <a:lnTo>
                    <a:pt x="9079516" y="172724"/>
                  </a:lnTo>
                  <a:lnTo>
                    <a:pt x="9079516" y="172724"/>
                  </a:lnTo>
                  <a:lnTo>
                    <a:pt x="9084989" y="172724"/>
                  </a:lnTo>
                  <a:lnTo>
                    <a:pt x="9084989" y="172724"/>
                  </a:lnTo>
                  <a:lnTo>
                    <a:pt x="9090462" y="172724"/>
                  </a:lnTo>
                  <a:lnTo>
                    <a:pt x="9090462" y="172724"/>
                  </a:lnTo>
                  <a:lnTo>
                    <a:pt x="9095935" y="172724"/>
                  </a:lnTo>
                  <a:lnTo>
                    <a:pt x="9095935" y="172724"/>
                  </a:lnTo>
                  <a:lnTo>
                    <a:pt x="9101408" y="172724"/>
                  </a:lnTo>
                  <a:lnTo>
                    <a:pt x="9101408" y="172724"/>
                  </a:lnTo>
                  <a:lnTo>
                    <a:pt x="9106881" y="172724"/>
                  </a:lnTo>
                  <a:lnTo>
                    <a:pt x="9106881" y="172724"/>
                  </a:lnTo>
                  <a:lnTo>
                    <a:pt x="9117827" y="172724"/>
                  </a:lnTo>
                  <a:lnTo>
                    <a:pt x="9117827" y="172724"/>
                  </a:lnTo>
                  <a:lnTo>
                    <a:pt x="9123300" y="172724"/>
                  </a:lnTo>
                  <a:lnTo>
                    <a:pt x="9123300" y="172724"/>
                  </a:lnTo>
                  <a:lnTo>
                    <a:pt x="9128772" y="172724"/>
                  </a:lnTo>
                  <a:lnTo>
                    <a:pt x="9128772" y="172724"/>
                  </a:lnTo>
                  <a:lnTo>
                    <a:pt x="9134245" y="172724"/>
                  </a:lnTo>
                  <a:lnTo>
                    <a:pt x="9134245" y="172724"/>
                  </a:lnTo>
                  <a:lnTo>
                    <a:pt x="9139718" y="172724"/>
                  </a:lnTo>
                  <a:lnTo>
                    <a:pt x="9139718" y="172724"/>
                  </a:lnTo>
                  <a:lnTo>
                    <a:pt x="9145191" y="172724"/>
                  </a:lnTo>
                  <a:lnTo>
                    <a:pt x="9145191" y="172724"/>
                  </a:lnTo>
                  <a:lnTo>
                    <a:pt x="9156137" y="172724"/>
                  </a:lnTo>
                  <a:lnTo>
                    <a:pt x="9156137" y="145968"/>
                  </a:lnTo>
                  <a:lnTo>
                    <a:pt x="9161610" y="145968"/>
                  </a:lnTo>
                  <a:lnTo>
                    <a:pt x="9161610" y="145968"/>
                  </a:lnTo>
                  <a:lnTo>
                    <a:pt x="9167083" y="145968"/>
                  </a:lnTo>
                  <a:lnTo>
                    <a:pt x="9167083" y="145968"/>
                  </a:lnTo>
                  <a:lnTo>
                    <a:pt x="9172555" y="145968"/>
                  </a:lnTo>
                  <a:lnTo>
                    <a:pt x="9172555" y="145968"/>
                  </a:lnTo>
                  <a:lnTo>
                    <a:pt x="9178028" y="145968"/>
                  </a:lnTo>
                  <a:lnTo>
                    <a:pt x="9178028" y="145968"/>
                  </a:lnTo>
                  <a:lnTo>
                    <a:pt x="9183501" y="145968"/>
                  </a:lnTo>
                  <a:lnTo>
                    <a:pt x="9183501" y="145968"/>
                  </a:lnTo>
                  <a:lnTo>
                    <a:pt x="9188974" y="145968"/>
                  </a:lnTo>
                  <a:lnTo>
                    <a:pt x="9188974" y="145968"/>
                  </a:lnTo>
                  <a:lnTo>
                    <a:pt x="9194447" y="145968"/>
                  </a:lnTo>
                  <a:lnTo>
                    <a:pt x="9194447" y="145968"/>
                  </a:lnTo>
                  <a:lnTo>
                    <a:pt x="9199920" y="145968"/>
                  </a:lnTo>
                  <a:lnTo>
                    <a:pt x="9199920" y="145968"/>
                  </a:lnTo>
                  <a:lnTo>
                    <a:pt x="9205393" y="145968"/>
                  </a:lnTo>
                  <a:lnTo>
                    <a:pt x="9205393" y="145968"/>
                  </a:lnTo>
                  <a:lnTo>
                    <a:pt x="9216339" y="145968"/>
                  </a:lnTo>
                  <a:lnTo>
                    <a:pt x="9216339" y="145968"/>
                  </a:lnTo>
                  <a:lnTo>
                    <a:pt x="9221811" y="145968"/>
                  </a:lnTo>
                  <a:lnTo>
                    <a:pt x="9221811" y="145968"/>
                  </a:lnTo>
                  <a:lnTo>
                    <a:pt x="9232757" y="145968"/>
                  </a:lnTo>
                  <a:lnTo>
                    <a:pt x="9232757" y="145968"/>
                  </a:lnTo>
                  <a:lnTo>
                    <a:pt x="9238230" y="145968"/>
                  </a:lnTo>
                  <a:lnTo>
                    <a:pt x="9238230" y="145968"/>
                  </a:lnTo>
                  <a:lnTo>
                    <a:pt x="9243703" y="145968"/>
                  </a:lnTo>
                  <a:lnTo>
                    <a:pt x="9243703" y="145968"/>
                  </a:lnTo>
                  <a:lnTo>
                    <a:pt x="9249176" y="145968"/>
                  </a:lnTo>
                  <a:lnTo>
                    <a:pt x="9249176" y="145968"/>
                  </a:lnTo>
                  <a:lnTo>
                    <a:pt x="9254649" y="145968"/>
                  </a:lnTo>
                  <a:lnTo>
                    <a:pt x="9254649" y="145968"/>
                  </a:lnTo>
                  <a:lnTo>
                    <a:pt x="9260122" y="145968"/>
                  </a:lnTo>
                  <a:lnTo>
                    <a:pt x="9260122" y="145968"/>
                  </a:lnTo>
                  <a:lnTo>
                    <a:pt x="9265595" y="145968"/>
                  </a:lnTo>
                  <a:lnTo>
                    <a:pt x="9265595" y="145968"/>
                  </a:lnTo>
                  <a:lnTo>
                    <a:pt x="9271067" y="145968"/>
                  </a:lnTo>
                  <a:lnTo>
                    <a:pt x="9271067" y="145968"/>
                  </a:lnTo>
                  <a:lnTo>
                    <a:pt x="9276540" y="145968"/>
                  </a:lnTo>
                  <a:lnTo>
                    <a:pt x="9276540" y="145968"/>
                  </a:lnTo>
                  <a:lnTo>
                    <a:pt x="9287486" y="145968"/>
                  </a:lnTo>
                  <a:lnTo>
                    <a:pt x="9287486" y="145968"/>
                  </a:lnTo>
                  <a:lnTo>
                    <a:pt x="9292959" y="145968"/>
                  </a:lnTo>
                  <a:lnTo>
                    <a:pt x="9292959" y="145968"/>
                  </a:lnTo>
                  <a:lnTo>
                    <a:pt x="9298432" y="145968"/>
                  </a:lnTo>
                  <a:lnTo>
                    <a:pt x="9298432" y="145968"/>
                  </a:lnTo>
                  <a:lnTo>
                    <a:pt x="9303905" y="145968"/>
                  </a:lnTo>
                  <a:lnTo>
                    <a:pt x="9303905" y="145968"/>
                  </a:lnTo>
                  <a:lnTo>
                    <a:pt x="9309378" y="145968"/>
                  </a:lnTo>
                  <a:lnTo>
                    <a:pt x="9309378" y="145968"/>
                  </a:lnTo>
                  <a:lnTo>
                    <a:pt x="9314850" y="145968"/>
                  </a:lnTo>
                  <a:lnTo>
                    <a:pt x="9314850" y="145968"/>
                  </a:lnTo>
                  <a:lnTo>
                    <a:pt x="9320323" y="145968"/>
                  </a:lnTo>
                  <a:lnTo>
                    <a:pt x="9320323" y="145968"/>
                  </a:lnTo>
                  <a:lnTo>
                    <a:pt x="9325796" y="145968"/>
                  </a:lnTo>
                  <a:lnTo>
                    <a:pt x="9325796" y="145968"/>
                  </a:lnTo>
                  <a:lnTo>
                    <a:pt x="9336742" y="145968"/>
                  </a:lnTo>
                  <a:lnTo>
                    <a:pt x="9336742" y="145968"/>
                  </a:lnTo>
                  <a:lnTo>
                    <a:pt x="9342215" y="145968"/>
                  </a:lnTo>
                  <a:lnTo>
                    <a:pt x="9342215" y="145968"/>
                  </a:lnTo>
                  <a:lnTo>
                    <a:pt x="9347688" y="145968"/>
                  </a:lnTo>
                  <a:lnTo>
                    <a:pt x="9347688" y="145968"/>
                  </a:lnTo>
                  <a:lnTo>
                    <a:pt x="9353161" y="145968"/>
                  </a:lnTo>
                  <a:lnTo>
                    <a:pt x="9353161" y="145968"/>
                  </a:lnTo>
                  <a:lnTo>
                    <a:pt x="9364106" y="145968"/>
                  </a:lnTo>
                  <a:lnTo>
                    <a:pt x="9364106" y="145968"/>
                  </a:lnTo>
                  <a:lnTo>
                    <a:pt x="9375052" y="145968"/>
                  </a:lnTo>
                  <a:lnTo>
                    <a:pt x="9375052" y="145968"/>
                  </a:lnTo>
                  <a:lnTo>
                    <a:pt x="9380525" y="145968"/>
                  </a:lnTo>
                  <a:lnTo>
                    <a:pt x="9380525" y="145968"/>
                  </a:lnTo>
                  <a:lnTo>
                    <a:pt x="9385998" y="145968"/>
                  </a:lnTo>
                  <a:lnTo>
                    <a:pt x="9385998" y="118011"/>
                  </a:lnTo>
                  <a:lnTo>
                    <a:pt x="9391471" y="118011"/>
                  </a:lnTo>
                  <a:lnTo>
                    <a:pt x="9391471" y="118011"/>
                  </a:lnTo>
                  <a:lnTo>
                    <a:pt x="9396944" y="118011"/>
                  </a:lnTo>
                  <a:lnTo>
                    <a:pt x="9396944" y="118011"/>
                  </a:lnTo>
                  <a:lnTo>
                    <a:pt x="9402417" y="118011"/>
                  </a:lnTo>
                  <a:lnTo>
                    <a:pt x="9402417" y="118011"/>
                  </a:lnTo>
                  <a:lnTo>
                    <a:pt x="9407890" y="118011"/>
                  </a:lnTo>
                  <a:lnTo>
                    <a:pt x="9407890" y="118011"/>
                  </a:lnTo>
                  <a:lnTo>
                    <a:pt x="9418835" y="118011"/>
                  </a:lnTo>
                  <a:lnTo>
                    <a:pt x="9418835" y="118011"/>
                  </a:lnTo>
                  <a:lnTo>
                    <a:pt x="9424308" y="118011"/>
                  </a:lnTo>
                  <a:lnTo>
                    <a:pt x="9424308" y="118011"/>
                  </a:lnTo>
                  <a:lnTo>
                    <a:pt x="9429781" y="118011"/>
                  </a:lnTo>
                  <a:lnTo>
                    <a:pt x="9429781" y="118011"/>
                  </a:lnTo>
                  <a:lnTo>
                    <a:pt x="9435254" y="118011"/>
                  </a:lnTo>
                  <a:lnTo>
                    <a:pt x="9435254" y="118011"/>
                  </a:lnTo>
                  <a:lnTo>
                    <a:pt x="9440727" y="118011"/>
                  </a:lnTo>
                  <a:lnTo>
                    <a:pt x="9440727" y="118011"/>
                  </a:lnTo>
                  <a:lnTo>
                    <a:pt x="9462618" y="118011"/>
                  </a:lnTo>
                  <a:lnTo>
                    <a:pt x="9462618" y="118011"/>
                  </a:lnTo>
                  <a:lnTo>
                    <a:pt x="9468091" y="118011"/>
                  </a:lnTo>
                  <a:lnTo>
                    <a:pt x="9468091" y="118011"/>
                  </a:lnTo>
                  <a:lnTo>
                    <a:pt x="9479037" y="118011"/>
                  </a:lnTo>
                  <a:lnTo>
                    <a:pt x="9479037" y="118011"/>
                  </a:lnTo>
                  <a:lnTo>
                    <a:pt x="9484510" y="118011"/>
                  </a:lnTo>
                  <a:lnTo>
                    <a:pt x="9484510" y="118011"/>
                  </a:lnTo>
                  <a:lnTo>
                    <a:pt x="9489983" y="118011"/>
                  </a:lnTo>
                  <a:lnTo>
                    <a:pt x="9489983" y="118011"/>
                  </a:lnTo>
                  <a:lnTo>
                    <a:pt x="9495456" y="118011"/>
                  </a:lnTo>
                  <a:lnTo>
                    <a:pt x="9495456" y="118011"/>
                  </a:lnTo>
                  <a:lnTo>
                    <a:pt x="9500929" y="118011"/>
                  </a:lnTo>
                  <a:lnTo>
                    <a:pt x="9500929" y="118011"/>
                  </a:lnTo>
                  <a:lnTo>
                    <a:pt x="9506401" y="118011"/>
                  </a:lnTo>
                  <a:lnTo>
                    <a:pt x="9506401" y="118011"/>
                  </a:lnTo>
                  <a:lnTo>
                    <a:pt x="9511874" y="118011"/>
                  </a:lnTo>
                  <a:lnTo>
                    <a:pt x="9511874" y="118011"/>
                  </a:lnTo>
                  <a:lnTo>
                    <a:pt x="9517347" y="118011"/>
                  </a:lnTo>
                  <a:lnTo>
                    <a:pt x="9517347" y="118011"/>
                  </a:lnTo>
                  <a:lnTo>
                    <a:pt x="9522820" y="118011"/>
                  </a:lnTo>
                  <a:lnTo>
                    <a:pt x="9522820" y="118011"/>
                  </a:lnTo>
                  <a:lnTo>
                    <a:pt x="9528293" y="118011"/>
                  </a:lnTo>
                  <a:lnTo>
                    <a:pt x="9528293" y="118011"/>
                  </a:lnTo>
                  <a:lnTo>
                    <a:pt x="9533766" y="118011"/>
                  </a:lnTo>
                  <a:lnTo>
                    <a:pt x="9533766" y="118011"/>
                  </a:lnTo>
                  <a:lnTo>
                    <a:pt x="9539239" y="118011"/>
                  </a:lnTo>
                  <a:lnTo>
                    <a:pt x="9539239" y="118011"/>
                  </a:lnTo>
                  <a:lnTo>
                    <a:pt x="9544712" y="118011"/>
                  </a:lnTo>
                  <a:lnTo>
                    <a:pt x="9544712" y="118011"/>
                  </a:lnTo>
                  <a:lnTo>
                    <a:pt x="9550185" y="118011"/>
                  </a:lnTo>
                  <a:lnTo>
                    <a:pt x="9550185" y="118011"/>
                  </a:lnTo>
                  <a:lnTo>
                    <a:pt x="9555657" y="118011"/>
                  </a:lnTo>
                  <a:lnTo>
                    <a:pt x="9555657" y="118011"/>
                  </a:lnTo>
                  <a:lnTo>
                    <a:pt x="9561130" y="118011"/>
                  </a:lnTo>
                  <a:lnTo>
                    <a:pt x="9561130" y="118011"/>
                  </a:lnTo>
                  <a:lnTo>
                    <a:pt x="9566603" y="118011"/>
                  </a:lnTo>
                  <a:lnTo>
                    <a:pt x="9566603" y="118011"/>
                  </a:lnTo>
                  <a:lnTo>
                    <a:pt x="9572076" y="118011"/>
                  </a:lnTo>
                  <a:lnTo>
                    <a:pt x="9572076" y="88979"/>
                  </a:lnTo>
                  <a:lnTo>
                    <a:pt x="9577549" y="88979"/>
                  </a:lnTo>
                  <a:lnTo>
                    <a:pt x="9577549" y="88979"/>
                  </a:lnTo>
                  <a:lnTo>
                    <a:pt x="9583022" y="88979"/>
                  </a:lnTo>
                  <a:lnTo>
                    <a:pt x="9583022" y="88979"/>
                  </a:lnTo>
                  <a:lnTo>
                    <a:pt x="9593968" y="88979"/>
                  </a:lnTo>
                  <a:lnTo>
                    <a:pt x="9593968" y="88979"/>
                  </a:lnTo>
                  <a:lnTo>
                    <a:pt x="9610386" y="88979"/>
                  </a:lnTo>
                  <a:lnTo>
                    <a:pt x="9610386" y="88979"/>
                  </a:lnTo>
                  <a:lnTo>
                    <a:pt x="9615859" y="88979"/>
                  </a:lnTo>
                  <a:lnTo>
                    <a:pt x="9615859" y="88979"/>
                  </a:lnTo>
                  <a:lnTo>
                    <a:pt x="9621332" y="88979"/>
                  </a:lnTo>
                  <a:lnTo>
                    <a:pt x="9621332" y="88979"/>
                  </a:lnTo>
                  <a:lnTo>
                    <a:pt x="9626805" y="88979"/>
                  </a:lnTo>
                  <a:lnTo>
                    <a:pt x="9626805" y="88979"/>
                  </a:lnTo>
                  <a:lnTo>
                    <a:pt x="9632278" y="88979"/>
                  </a:lnTo>
                  <a:lnTo>
                    <a:pt x="9632278" y="88979"/>
                  </a:lnTo>
                  <a:lnTo>
                    <a:pt x="9637751" y="88979"/>
                  </a:lnTo>
                  <a:lnTo>
                    <a:pt x="9637751" y="88979"/>
                  </a:lnTo>
                  <a:lnTo>
                    <a:pt x="9643224" y="88979"/>
                  </a:lnTo>
                  <a:lnTo>
                    <a:pt x="9643224" y="88979"/>
                  </a:lnTo>
                  <a:lnTo>
                    <a:pt x="9648697" y="88979"/>
                  </a:lnTo>
                  <a:lnTo>
                    <a:pt x="9648697" y="88979"/>
                  </a:lnTo>
                  <a:lnTo>
                    <a:pt x="9654169" y="88979"/>
                  </a:lnTo>
                  <a:lnTo>
                    <a:pt x="9654169" y="88979"/>
                  </a:lnTo>
                  <a:lnTo>
                    <a:pt x="9665115" y="88979"/>
                  </a:lnTo>
                  <a:lnTo>
                    <a:pt x="9665115" y="88979"/>
                  </a:lnTo>
                  <a:lnTo>
                    <a:pt x="9681534" y="88979"/>
                  </a:lnTo>
                  <a:lnTo>
                    <a:pt x="9681534" y="88979"/>
                  </a:lnTo>
                  <a:lnTo>
                    <a:pt x="9687007" y="88979"/>
                  </a:lnTo>
                  <a:lnTo>
                    <a:pt x="9687007" y="88979"/>
                  </a:lnTo>
                  <a:lnTo>
                    <a:pt x="9692480" y="88979"/>
                  </a:lnTo>
                  <a:lnTo>
                    <a:pt x="9692480" y="59504"/>
                  </a:lnTo>
                  <a:lnTo>
                    <a:pt x="9708898" y="59504"/>
                  </a:lnTo>
                  <a:lnTo>
                    <a:pt x="9708898" y="59504"/>
                  </a:lnTo>
                  <a:lnTo>
                    <a:pt x="9714371" y="59504"/>
                  </a:lnTo>
                  <a:lnTo>
                    <a:pt x="9714371" y="59504"/>
                  </a:lnTo>
                  <a:lnTo>
                    <a:pt x="9719844" y="59504"/>
                  </a:lnTo>
                  <a:lnTo>
                    <a:pt x="9719844" y="59504"/>
                  </a:lnTo>
                  <a:lnTo>
                    <a:pt x="9725317" y="59504"/>
                  </a:lnTo>
                  <a:lnTo>
                    <a:pt x="9725317" y="59504"/>
                  </a:lnTo>
                  <a:lnTo>
                    <a:pt x="9730790" y="59504"/>
                  </a:lnTo>
                  <a:lnTo>
                    <a:pt x="9730790" y="29938"/>
                  </a:lnTo>
                  <a:lnTo>
                    <a:pt x="9741736" y="29938"/>
                  </a:lnTo>
                  <a:lnTo>
                    <a:pt x="9741736" y="29938"/>
                  </a:lnTo>
                  <a:lnTo>
                    <a:pt x="9747208" y="29938"/>
                  </a:lnTo>
                  <a:lnTo>
                    <a:pt x="9747208" y="29938"/>
                  </a:lnTo>
                  <a:lnTo>
                    <a:pt x="9752681" y="29938"/>
                  </a:lnTo>
                  <a:lnTo>
                    <a:pt x="9752681" y="29938"/>
                  </a:lnTo>
                  <a:lnTo>
                    <a:pt x="9758154" y="29938"/>
                  </a:lnTo>
                  <a:lnTo>
                    <a:pt x="9758154" y="29938"/>
                  </a:lnTo>
                  <a:lnTo>
                    <a:pt x="9763627" y="29938"/>
                  </a:lnTo>
                  <a:lnTo>
                    <a:pt x="9763627" y="29938"/>
                  </a:lnTo>
                  <a:lnTo>
                    <a:pt x="9769100" y="29938"/>
                  </a:lnTo>
                  <a:lnTo>
                    <a:pt x="9769100" y="29938"/>
                  </a:lnTo>
                  <a:lnTo>
                    <a:pt x="9774573" y="29938"/>
                  </a:lnTo>
                  <a:lnTo>
                    <a:pt x="9774573" y="29938"/>
                  </a:lnTo>
                  <a:lnTo>
                    <a:pt x="9790992" y="29938"/>
                  </a:lnTo>
                  <a:lnTo>
                    <a:pt x="9790992" y="29938"/>
                  </a:lnTo>
                  <a:lnTo>
                    <a:pt x="9796464" y="29938"/>
                  </a:lnTo>
                  <a:lnTo>
                    <a:pt x="9796464" y="29938"/>
                  </a:lnTo>
                  <a:lnTo>
                    <a:pt x="9801937" y="29938"/>
                  </a:lnTo>
                  <a:lnTo>
                    <a:pt x="9801937" y="29938"/>
                  </a:lnTo>
                  <a:lnTo>
                    <a:pt x="9807410" y="29938"/>
                  </a:lnTo>
                  <a:lnTo>
                    <a:pt x="9807410" y="29938"/>
                  </a:lnTo>
                  <a:lnTo>
                    <a:pt x="9812883" y="29938"/>
                  </a:lnTo>
                  <a:lnTo>
                    <a:pt x="9812883" y="29938"/>
                  </a:lnTo>
                  <a:lnTo>
                    <a:pt x="9818356" y="29938"/>
                  </a:lnTo>
                  <a:lnTo>
                    <a:pt x="9818356" y="0"/>
                  </a:lnTo>
                  <a:lnTo>
                    <a:pt x="9829302" y="0"/>
                  </a:lnTo>
                  <a:lnTo>
                    <a:pt x="9829302" y="0"/>
                  </a:lnTo>
                  <a:lnTo>
                    <a:pt x="9834775" y="0"/>
                  </a:lnTo>
                  <a:lnTo>
                    <a:pt x="9834775" y="0"/>
                  </a:lnTo>
                  <a:lnTo>
                    <a:pt x="9840247" y="0"/>
                  </a:lnTo>
                  <a:lnTo>
                    <a:pt x="9840247" y="0"/>
                  </a:lnTo>
                  <a:lnTo>
                    <a:pt x="9845720" y="0"/>
                  </a:lnTo>
                  <a:lnTo>
                    <a:pt x="9845720" y="0"/>
                  </a:lnTo>
                  <a:lnTo>
                    <a:pt x="9851193" y="0"/>
                  </a:lnTo>
                  <a:lnTo>
                    <a:pt x="9851193" y="0"/>
                  </a:lnTo>
                  <a:lnTo>
                    <a:pt x="9856666" y="0"/>
                  </a:lnTo>
                  <a:lnTo>
                    <a:pt x="9856666" y="0"/>
                  </a:lnTo>
                  <a:lnTo>
                    <a:pt x="9862139" y="0"/>
                  </a:lnTo>
                  <a:lnTo>
                    <a:pt x="9862139" y="0"/>
                  </a:lnTo>
                  <a:lnTo>
                    <a:pt x="9867612" y="0"/>
                  </a:lnTo>
                  <a:lnTo>
                    <a:pt x="9867612" y="0"/>
                  </a:lnTo>
                  <a:lnTo>
                    <a:pt x="9873085" y="0"/>
                  </a:lnTo>
                  <a:lnTo>
                    <a:pt x="9873085" y="0"/>
                  </a:lnTo>
                  <a:lnTo>
                    <a:pt x="9884031" y="0"/>
                  </a:lnTo>
                  <a:lnTo>
                    <a:pt x="9884031" y="0"/>
                  </a:lnTo>
                  <a:lnTo>
                    <a:pt x="9889503" y="0"/>
                  </a:lnTo>
                  <a:lnTo>
                    <a:pt x="9889503" y="0"/>
                  </a:lnTo>
                  <a:lnTo>
                    <a:pt x="9905922" y="0"/>
                  </a:lnTo>
                  <a:lnTo>
                    <a:pt x="9905922" y="0"/>
                  </a:lnTo>
                  <a:lnTo>
                    <a:pt x="9911395" y="0"/>
                  </a:lnTo>
                  <a:lnTo>
                    <a:pt x="9911395" y="0"/>
                  </a:lnTo>
                  <a:lnTo>
                    <a:pt x="9916868" y="0"/>
                  </a:lnTo>
                  <a:lnTo>
                    <a:pt x="9916868" y="0"/>
                  </a:lnTo>
                  <a:lnTo>
                    <a:pt x="9927814" y="0"/>
                  </a:lnTo>
                  <a:lnTo>
                    <a:pt x="9927814" y="0"/>
                  </a:lnTo>
                  <a:lnTo>
                    <a:pt x="9933287" y="0"/>
                  </a:lnTo>
                  <a:lnTo>
                    <a:pt x="9933287" y="0"/>
                  </a:lnTo>
                  <a:lnTo>
                    <a:pt x="9938759" y="0"/>
                  </a:lnTo>
                  <a:lnTo>
                    <a:pt x="9938759" y="0"/>
                  </a:lnTo>
                  <a:lnTo>
                    <a:pt x="9949705" y="0"/>
                  </a:lnTo>
                  <a:lnTo>
                    <a:pt x="9949705" y="0"/>
                  </a:lnTo>
                  <a:lnTo>
                    <a:pt x="9955178" y="0"/>
                  </a:lnTo>
                  <a:lnTo>
                    <a:pt x="9955178" y="0"/>
                  </a:lnTo>
                  <a:lnTo>
                    <a:pt x="9960651" y="0"/>
                  </a:lnTo>
                  <a:lnTo>
                    <a:pt x="9960651" y="0"/>
                  </a:lnTo>
                  <a:lnTo>
                    <a:pt x="9966124" y="0"/>
                  </a:lnTo>
                  <a:lnTo>
                    <a:pt x="9966124" y="0"/>
                  </a:lnTo>
                  <a:lnTo>
                    <a:pt x="9977070" y="0"/>
                  </a:lnTo>
                  <a:lnTo>
                    <a:pt x="9977070" y="0"/>
                  </a:lnTo>
                  <a:lnTo>
                    <a:pt x="9988015" y="0"/>
                  </a:lnTo>
                  <a:lnTo>
                    <a:pt x="9988015" y="0"/>
                  </a:lnTo>
                </a:path>
              </a:pathLst>
            </a:custGeom>
            <a:ln w="13550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4034" y="2829398"/>
              <a:ext cx="9988015" cy="3268648"/>
            </a:xfrm>
            <a:custGeom>
              <a:avLst/>
              <a:pathLst>
                <a:path w="9988015" h="3268648">
                  <a:moveTo>
                    <a:pt x="0" y="3268648"/>
                  </a:moveTo>
                  <a:lnTo>
                    <a:pt x="5472" y="3268648"/>
                  </a:lnTo>
                  <a:lnTo>
                    <a:pt x="5472" y="3268648"/>
                  </a:lnTo>
                  <a:lnTo>
                    <a:pt x="10945" y="3268648"/>
                  </a:lnTo>
                  <a:lnTo>
                    <a:pt x="10945" y="3268648"/>
                  </a:lnTo>
                  <a:lnTo>
                    <a:pt x="16418" y="3268648"/>
                  </a:lnTo>
                  <a:lnTo>
                    <a:pt x="16418" y="3268648"/>
                  </a:lnTo>
                  <a:lnTo>
                    <a:pt x="21891" y="3268648"/>
                  </a:lnTo>
                  <a:lnTo>
                    <a:pt x="21891" y="3268648"/>
                  </a:lnTo>
                  <a:lnTo>
                    <a:pt x="27364" y="3268648"/>
                  </a:lnTo>
                  <a:lnTo>
                    <a:pt x="27364" y="3268648"/>
                  </a:lnTo>
                  <a:lnTo>
                    <a:pt x="32837" y="3268648"/>
                  </a:lnTo>
                  <a:lnTo>
                    <a:pt x="32837" y="3268648"/>
                  </a:lnTo>
                  <a:lnTo>
                    <a:pt x="38310" y="3268648"/>
                  </a:lnTo>
                  <a:lnTo>
                    <a:pt x="38310" y="3260938"/>
                  </a:lnTo>
                  <a:lnTo>
                    <a:pt x="43783" y="3260938"/>
                  </a:lnTo>
                  <a:lnTo>
                    <a:pt x="43783" y="3260938"/>
                  </a:lnTo>
                  <a:lnTo>
                    <a:pt x="49255" y="3260938"/>
                  </a:lnTo>
                  <a:lnTo>
                    <a:pt x="49255" y="3260938"/>
                  </a:lnTo>
                  <a:lnTo>
                    <a:pt x="54728" y="3260938"/>
                  </a:lnTo>
                  <a:lnTo>
                    <a:pt x="54728" y="3260938"/>
                  </a:lnTo>
                  <a:lnTo>
                    <a:pt x="60201" y="3260938"/>
                  </a:lnTo>
                  <a:lnTo>
                    <a:pt x="60201" y="3260938"/>
                  </a:lnTo>
                  <a:lnTo>
                    <a:pt x="65674" y="3260938"/>
                  </a:lnTo>
                  <a:lnTo>
                    <a:pt x="65674" y="3260938"/>
                  </a:lnTo>
                  <a:lnTo>
                    <a:pt x="71147" y="3260938"/>
                  </a:lnTo>
                  <a:lnTo>
                    <a:pt x="71147" y="3253221"/>
                  </a:lnTo>
                  <a:lnTo>
                    <a:pt x="76620" y="3253221"/>
                  </a:lnTo>
                  <a:lnTo>
                    <a:pt x="76620" y="3230067"/>
                  </a:lnTo>
                  <a:lnTo>
                    <a:pt x="82093" y="3230067"/>
                  </a:lnTo>
                  <a:lnTo>
                    <a:pt x="82093" y="3222336"/>
                  </a:lnTo>
                  <a:lnTo>
                    <a:pt x="87566" y="3222336"/>
                  </a:lnTo>
                  <a:lnTo>
                    <a:pt x="87566" y="3214602"/>
                  </a:lnTo>
                  <a:lnTo>
                    <a:pt x="93039" y="3214602"/>
                  </a:lnTo>
                  <a:lnTo>
                    <a:pt x="93039" y="3214602"/>
                  </a:lnTo>
                  <a:lnTo>
                    <a:pt x="98511" y="3214602"/>
                  </a:lnTo>
                  <a:lnTo>
                    <a:pt x="98511" y="3214602"/>
                  </a:lnTo>
                  <a:lnTo>
                    <a:pt x="103984" y="3214602"/>
                  </a:lnTo>
                  <a:lnTo>
                    <a:pt x="103984" y="3214602"/>
                  </a:lnTo>
                  <a:lnTo>
                    <a:pt x="109457" y="3214602"/>
                  </a:lnTo>
                  <a:lnTo>
                    <a:pt x="109457" y="3214602"/>
                  </a:lnTo>
                  <a:lnTo>
                    <a:pt x="114930" y="3214602"/>
                  </a:lnTo>
                  <a:lnTo>
                    <a:pt x="114930" y="3214602"/>
                  </a:lnTo>
                  <a:lnTo>
                    <a:pt x="120403" y="3214602"/>
                  </a:lnTo>
                  <a:lnTo>
                    <a:pt x="120403" y="3214602"/>
                  </a:lnTo>
                  <a:lnTo>
                    <a:pt x="125876" y="3214602"/>
                  </a:lnTo>
                  <a:lnTo>
                    <a:pt x="125876" y="3214602"/>
                  </a:lnTo>
                  <a:lnTo>
                    <a:pt x="131349" y="3214602"/>
                  </a:lnTo>
                  <a:lnTo>
                    <a:pt x="131349" y="3214602"/>
                  </a:lnTo>
                  <a:lnTo>
                    <a:pt x="136822" y="3214602"/>
                  </a:lnTo>
                  <a:lnTo>
                    <a:pt x="136822" y="3206843"/>
                  </a:lnTo>
                  <a:lnTo>
                    <a:pt x="142295" y="3206843"/>
                  </a:lnTo>
                  <a:lnTo>
                    <a:pt x="142295" y="3206843"/>
                  </a:lnTo>
                  <a:lnTo>
                    <a:pt x="147767" y="3206843"/>
                  </a:lnTo>
                  <a:lnTo>
                    <a:pt x="147767" y="3206843"/>
                  </a:lnTo>
                  <a:lnTo>
                    <a:pt x="153240" y="3206843"/>
                  </a:lnTo>
                  <a:lnTo>
                    <a:pt x="153240" y="3206843"/>
                  </a:lnTo>
                  <a:lnTo>
                    <a:pt x="158713" y="3206843"/>
                  </a:lnTo>
                  <a:lnTo>
                    <a:pt x="158713" y="3206843"/>
                  </a:lnTo>
                  <a:lnTo>
                    <a:pt x="164186" y="3206843"/>
                  </a:lnTo>
                  <a:lnTo>
                    <a:pt x="164186" y="3206843"/>
                  </a:lnTo>
                  <a:lnTo>
                    <a:pt x="169659" y="3206843"/>
                  </a:lnTo>
                  <a:lnTo>
                    <a:pt x="169659" y="3206843"/>
                  </a:lnTo>
                  <a:lnTo>
                    <a:pt x="175132" y="3206843"/>
                  </a:lnTo>
                  <a:lnTo>
                    <a:pt x="175132" y="3206843"/>
                  </a:lnTo>
                  <a:lnTo>
                    <a:pt x="180605" y="3206843"/>
                  </a:lnTo>
                  <a:lnTo>
                    <a:pt x="180605" y="3206843"/>
                  </a:lnTo>
                  <a:lnTo>
                    <a:pt x="186078" y="3206843"/>
                  </a:lnTo>
                  <a:lnTo>
                    <a:pt x="186078" y="3206843"/>
                  </a:lnTo>
                  <a:lnTo>
                    <a:pt x="191550" y="3206843"/>
                  </a:lnTo>
                  <a:lnTo>
                    <a:pt x="191550" y="3206843"/>
                  </a:lnTo>
                  <a:lnTo>
                    <a:pt x="197023" y="3206843"/>
                  </a:lnTo>
                  <a:lnTo>
                    <a:pt x="197023" y="3206843"/>
                  </a:lnTo>
                  <a:lnTo>
                    <a:pt x="202496" y="3206843"/>
                  </a:lnTo>
                  <a:lnTo>
                    <a:pt x="202496" y="3206843"/>
                  </a:lnTo>
                  <a:lnTo>
                    <a:pt x="207969" y="3206843"/>
                  </a:lnTo>
                  <a:lnTo>
                    <a:pt x="207969" y="3206843"/>
                  </a:lnTo>
                  <a:lnTo>
                    <a:pt x="213442" y="3206843"/>
                  </a:lnTo>
                  <a:lnTo>
                    <a:pt x="213442" y="3206843"/>
                  </a:lnTo>
                  <a:lnTo>
                    <a:pt x="218915" y="3206843"/>
                  </a:lnTo>
                  <a:lnTo>
                    <a:pt x="218915" y="3206843"/>
                  </a:lnTo>
                  <a:lnTo>
                    <a:pt x="224388" y="3206843"/>
                  </a:lnTo>
                  <a:lnTo>
                    <a:pt x="224388" y="3199048"/>
                  </a:lnTo>
                  <a:lnTo>
                    <a:pt x="229861" y="3199048"/>
                  </a:lnTo>
                  <a:lnTo>
                    <a:pt x="229861" y="3167860"/>
                  </a:lnTo>
                  <a:lnTo>
                    <a:pt x="235334" y="3167860"/>
                  </a:lnTo>
                  <a:lnTo>
                    <a:pt x="235334" y="3152221"/>
                  </a:lnTo>
                  <a:lnTo>
                    <a:pt x="240806" y="3152221"/>
                  </a:lnTo>
                  <a:lnTo>
                    <a:pt x="240806" y="3152221"/>
                  </a:lnTo>
                  <a:lnTo>
                    <a:pt x="246279" y="3152221"/>
                  </a:lnTo>
                  <a:lnTo>
                    <a:pt x="246279" y="3152221"/>
                  </a:lnTo>
                  <a:lnTo>
                    <a:pt x="251752" y="3152221"/>
                  </a:lnTo>
                  <a:lnTo>
                    <a:pt x="251752" y="3152221"/>
                  </a:lnTo>
                  <a:lnTo>
                    <a:pt x="257225" y="3152221"/>
                  </a:lnTo>
                  <a:lnTo>
                    <a:pt x="257225" y="3152221"/>
                  </a:lnTo>
                  <a:lnTo>
                    <a:pt x="262698" y="3152221"/>
                  </a:lnTo>
                  <a:lnTo>
                    <a:pt x="262698" y="3152221"/>
                  </a:lnTo>
                  <a:lnTo>
                    <a:pt x="268171" y="3152221"/>
                  </a:lnTo>
                  <a:lnTo>
                    <a:pt x="268171" y="3152221"/>
                  </a:lnTo>
                  <a:lnTo>
                    <a:pt x="273644" y="3152221"/>
                  </a:lnTo>
                  <a:lnTo>
                    <a:pt x="273644" y="3152221"/>
                  </a:lnTo>
                  <a:lnTo>
                    <a:pt x="279117" y="3152221"/>
                  </a:lnTo>
                  <a:lnTo>
                    <a:pt x="279117" y="3152221"/>
                  </a:lnTo>
                  <a:lnTo>
                    <a:pt x="284590" y="3152221"/>
                  </a:lnTo>
                  <a:lnTo>
                    <a:pt x="284590" y="3152221"/>
                  </a:lnTo>
                  <a:lnTo>
                    <a:pt x="290062" y="3152221"/>
                  </a:lnTo>
                  <a:lnTo>
                    <a:pt x="290062" y="3152221"/>
                  </a:lnTo>
                  <a:lnTo>
                    <a:pt x="295535" y="3152221"/>
                  </a:lnTo>
                  <a:lnTo>
                    <a:pt x="295535" y="3152221"/>
                  </a:lnTo>
                  <a:lnTo>
                    <a:pt x="301008" y="3152221"/>
                  </a:lnTo>
                  <a:lnTo>
                    <a:pt x="301008" y="3136509"/>
                  </a:lnTo>
                  <a:lnTo>
                    <a:pt x="306481" y="3136509"/>
                  </a:lnTo>
                  <a:lnTo>
                    <a:pt x="306481" y="3128653"/>
                  </a:lnTo>
                  <a:lnTo>
                    <a:pt x="311954" y="3128653"/>
                  </a:lnTo>
                  <a:lnTo>
                    <a:pt x="311954" y="3128653"/>
                  </a:lnTo>
                  <a:lnTo>
                    <a:pt x="317427" y="3128653"/>
                  </a:lnTo>
                  <a:lnTo>
                    <a:pt x="317427" y="3128653"/>
                  </a:lnTo>
                  <a:lnTo>
                    <a:pt x="322900" y="3128653"/>
                  </a:lnTo>
                  <a:lnTo>
                    <a:pt x="322900" y="3128653"/>
                  </a:lnTo>
                  <a:lnTo>
                    <a:pt x="328373" y="3128653"/>
                  </a:lnTo>
                  <a:lnTo>
                    <a:pt x="328373" y="3128653"/>
                  </a:lnTo>
                  <a:lnTo>
                    <a:pt x="333846" y="3128653"/>
                  </a:lnTo>
                  <a:lnTo>
                    <a:pt x="333846" y="3128653"/>
                  </a:lnTo>
                  <a:lnTo>
                    <a:pt x="339318" y="3128653"/>
                  </a:lnTo>
                  <a:lnTo>
                    <a:pt x="339318" y="3120780"/>
                  </a:lnTo>
                  <a:lnTo>
                    <a:pt x="344791" y="3120780"/>
                  </a:lnTo>
                  <a:lnTo>
                    <a:pt x="344791" y="3097162"/>
                  </a:lnTo>
                  <a:lnTo>
                    <a:pt x="350264" y="3097162"/>
                  </a:lnTo>
                  <a:lnTo>
                    <a:pt x="350264" y="3097162"/>
                  </a:lnTo>
                  <a:lnTo>
                    <a:pt x="355737" y="3097162"/>
                  </a:lnTo>
                  <a:lnTo>
                    <a:pt x="355737" y="3097162"/>
                  </a:lnTo>
                  <a:lnTo>
                    <a:pt x="361210" y="3097162"/>
                  </a:lnTo>
                  <a:lnTo>
                    <a:pt x="361210" y="3081398"/>
                  </a:lnTo>
                  <a:lnTo>
                    <a:pt x="366683" y="3081398"/>
                  </a:lnTo>
                  <a:lnTo>
                    <a:pt x="366683" y="3081398"/>
                  </a:lnTo>
                  <a:lnTo>
                    <a:pt x="372156" y="3081398"/>
                  </a:lnTo>
                  <a:lnTo>
                    <a:pt x="372156" y="3073511"/>
                  </a:lnTo>
                  <a:lnTo>
                    <a:pt x="377629" y="3073511"/>
                  </a:lnTo>
                  <a:lnTo>
                    <a:pt x="377629" y="3057720"/>
                  </a:lnTo>
                  <a:lnTo>
                    <a:pt x="383101" y="3057720"/>
                  </a:lnTo>
                  <a:lnTo>
                    <a:pt x="383101" y="3041925"/>
                  </a:lnTo>
                  <a:lnTo>
                    <a:pt x="388574" y="3041925"/>
                  </a:lnTo>
                  <a:lnTo>
                    <a:pt x="388574" y="3041925"/>
                  </a:lnTo>
                  <a:lnTo>
                    <a:pt x="394047" y="3041925"/>
                  </a:lnTo>
                  <a:lnTo>
                    <a:pt x="394047" y="3034022"/>
                  </a:lnTo>
                  <a:lnTo>
                    <a:pt x="399520" y="3034022"/>
                  </a:lnTo>
                  <a:lnTo>
                    <a:pt x="399520" y="3034022"/>
                  </a:lnTo>
                  <a:lnTo>
                    <a:pt x="404993" y="3034022"/>
                  </a:lnTo>
                  <a:lnTo>
                    <a:pt x="404993" y="3034022"/>
                  </a:lnTo>
                  <a:lnTo>
                    <a:pt x="410466" y="3034022"/>
                  </a:lnTo>
                  <a:lnTo>
                    <a:pt x="410466" y="3026113"/>
                  </a:lnTo>
                  <a:lnTo>
                    <a:pt x="415939" y="3026113"/>
                  </a:lnTo>
                  <a:lnTo>
                    <a:pt x="415939" y="2994469"/>
                  </a:lnTo>
                  <a:lnTo>
                    <a:pt x="421412" y="2994469"/>
                  </a:lnTo>
                  <a:lnTo>
                    <a:pt x="421412" y="2994469"/>
                  </a:lnTo>
                  <a:lnTo>
                    <a:pt x="426885" y="2994469"/>
                  </a:lnTo>
                  <a:lnTo>
                    <a:pt x="426885" y="2986554"/>
                  </a:lnTo>
                  <a:lnTo>
                    <a:pt x="432357" y="2986554"/>
                  </a:lnTo>
                  <a:lnTo>
                    <a:pt x="432357" y="2986554"/>
                  </a:lnTo>
                  <a:lnTo>
                    <a:pt x="437830" y="2986554"/>
                  </a:lnTo>
                  <a:lnTo>
                    <a:pt x="437830" y="2986554"/>
                  </a:lnTo>
                  <a:lnTo>
                    <a:pt x="443303" y="2986554"/>
                  </a:lnTo>
                  <a:lnTo>
                    <a:pt x="443303" y="2986554"/>
                  </a:lnTo>
                  <a:lnTo>
                    <a:pt x="448776" y="2986554"/>
                  </a:lnTo>
                  <a:lnTo>
                    <a:pt x="448776" y="2986554"/>
                  </a:lnTo>
                  <a:lnTo>
                    <a:pt x="454249" y="2986554"/>
                  </a:lnTo>
                  <a:lnTo>
                    <a:pt x="454249" y="2986554"/>
                  </a:lnTo>
                  <a:lnTo>
                    <a:pt x="459722" y="2986554"/>
                  </a:lnTo>
                  <a:lnTo>
                    <a:pt x="459722" y="2962774"/>
                  </a:lnTo>
                  <a:lnTo>
                    <a:pt x="465195" y="2962774"/>
                  </a:lnTo>
                  <a:lnTo>
                    <a:pt x="465195" y="2954843"/>
                  </a:lnTo>
                  <a:lnTo>
                    <a:pt x="470668" y="2954843"/>
                  </a:lnTo>
                  <a:lnTo>
                    <a:pt x="470668" y="2946908"/>
                  </a:lnTo>
                  <a:lnTo>
                    <a:pt x="476141" y="2946908"/>
                  </a:lnTo>
                  <a:lnTo>
                    <a:pt x="476141" y="2946908"/>
                  </a:lnTo>
                  <a:lnTo>
                    <a:pt x="481613" y="2946908"/>
                  </a:lnTo>
                  <a:lnTo>
                    <a:pt x="481613" y="2938973"/>
                  </a:lnTo>
                  <a:lnTo>
                    <a:pt x="487086" y="2938973"/>
                  </a:lnTo>
                  <a:lnTo>
                    <a:pt x="487086" y="2938973"/>
                  </a:lnTo>
                  <a:lnTo>
                    <a:pt x="492559" y="2938973"/>
                  </a:lnTo>
                  <a:lnTo>
                    <a:pt x="492559" y="2931036"/>
                  </a:lnTo>
                  <a:lnTo>
                    <a:pt x="498032" y="2931036"/>
                  </a:lnTo>
                  <a:lnTo>
                    <a:pt x="498032" y="2915159"/>
                  </a:lnTo>
                  <a:lnTo>
                    <a:pt x="503505" y="2915159"/>
                  </a:lnTo>
                  <a:lnTo>
                    <a:pt x="503505" y="2915159"/>
                  </a:lnTo>
                  <a:lnTo>
                    <a:pt x="508978" y="2915159"/>
                  </a:lnTo>
                  <a:lnTo>
                    <a:pt x="508978" y="2907216"/>
                  </a:lnTo>
                  <a:lnTo>
                    <a:pt x="514451" y="2907216"/>
                  </a:lnTo>
                  <a:lnTo>
                    <a:pt x="514451" y="2907216"/>
                  </a:lnTo>
                  <a:lnTo>
                    <a:pt x="519924" y="2907216"/>
                  </a:lnTo>
                  <a:lnTo>
                    <a:pt x="519924" y="2907216"/>
                  </a:lnTo>
                  <a:lnTo>
                    <a:pt x="525397" y="2907216"/>
                  </a:lnTo>
                  <a:lnTo>
                    <a:pt x="525397" y="2907216"/>
                  </a:lnTo>
                  <a:lnTo>
                    <a:pt x="530869" y="2907216"/>
                  </a:lnTo>
                  <a:lnTo>
                    <a:pt x="530869" y="2907216"/>
                  </a:lnTo>
                  <a:lnTo>
                    <a:pt x="536342" y="2907216"/>
                  </a:lnTo>
                  <a:lnTo>
                    <a:pt x="536342" y="2899265"/>
                  </a:lnTo>
                  <a:lnTo>
                    <a:pt x="541815" y="2899265"/>
                  </a:lnTo>
                  <a:lnTo>
                    <a:pt x="541815" y="2899265"/>
                  </a:lnTo>
                  <a:lnTo>
                    <a:pt x="547288" y="2899265"/>
                  </a:lnTo>
                  <a:lnTo>
                    <a:pt x="547288" y="2899265"/>
                  </a:lnTo>
                  <a:lnTo>
                    <a:pt x="552761" y="2899265"/>
                  </a:lnTo>
                  <a:lnTo>
                    <a:pt x="552761" y="2899265"/>
                  </a:lnTo>
                  <a:lnTo>
                    <a:pt x="558234" y="2899265"/>
                  </a:lnTo>
                  <a:lnTo>
                    <a:pt x="558234" y="2899265"/>
                  </a:lnTo>
                  <a:lnTo>
                    <a:pt x="563707" y="2899265"/>
                  </a:lnTo>
                  <a:lnTo>
                    <a:pt x="563707" y="2899265"/>
                  </a:lnTo>
                  <a:lnTo>
                    <a:pt x="569180" y="2899265"/>
                  </a:lnTo>
                  <a:lnTo>
                    <a:pt x="569180" y="2883333"/>
                  </a:lnTo>
                  <a:lnTo>
                    <a:pt x="574652" y="2883333"/>
                  </a:lnTo>
                  <a:lnTo>
                    <a:pt x="574652" y="2859430"/>
                  </a:lnTo>
                  <a:lnTo>
                    <a:pt x="580125" y="2859430"/>
                  </a:lnTo>
                  <a:lnTo>
                    <a:pt x="580125" y="2851458"/>
                  </a:lnTo>
                  <a:lnTo>
                    <a:pt x="585598" y="2851458"/>
                  </a:lnTo>
                  <a:lnTo>
                    <a:pt x="585598" y="2843484"/>
                  </a:lnTo>
                  <a:lnTo>
                    <a:pt x="591071" y="2843484"/>
                  </a:lnTo>
                  <a:lnTo>
                    <a:pt x="591071" y="2827536"/>
                  </a:lnTo>
                  <a:lnTo>
                    <a:pt x="596544" y="2827536"/>
                  </a:lnTo>
                  <a:lnTo>
                    <a:pt x="596544" y="2827536"/>
                  </a:lnTo>
                  <a:lnTo>
                    <a:pt x="602017" y="2827536"/>
                  </a:lnTo>
                  <a:lnTo>
                    <a:pt x="602017" y="2819557"/>
                  </a:lnTo>
                  <a:lnTo>
                    <a:pt x="607490" y="2819557"/>
                  </a:lnTo>
                  <a:lnTo>
                    <a:pt x="607490" y="2819557"/>
                  </a:lnTo>
                  <a:lnTo>
                    <a:pt x="612963" y="2819557"/>
                  </a:lnTo>
                  <a:lnTo>
                    <a:pt x="612963" y="2819557"/>
                  </a:lnTo>
                  <a:lnTo>
                    <a:pt x="618436" y="2819557"/>
                  </a:lnTo>
                  <a:lnTo>
                    <a:pt x="618436" y="2819557"/>
                  </a:lnTo>
                  <a:lnTo>
                    <a:pt x="623908" y="2819557"/>
                  </a:lnTo>
                  <a:lnTo>
                    <a:pt x="623908" y="2811573"/>
                  </a:lnTo>
                  <a:lnTo>
                    <a:pt x="629381" y="2811573"/>
                  </a:lnTo>
                  <a:lnTo>
                    <a:pt x="629381" y="2811573"/>
                  </a:lnTo>
                  <a:lnTo>
                    <a:pt x="634854" y="2811573"/>
                  </a:lnTo>
                  <a:lnTo>
                    <a:pt x="634854" y="2811573"/>
                  </a:lnTo>
                  <a:lnTo>
                    <a:pt x="640327" y="2811573"/>
                  </a:lnTo>
                  <a:lnTo>
                    <a:pt x="640327" y="2811573"/>
                  </a:lnTo>
                  <a:lnTo>
                    <a:pt x="645800" y="2811573"/>
                  </a:lnTo>
                  <a:lnTo>
                    <a:pt x="645800" y="2811573"/>
                  </a:lnTo>
                  <a:lnTo>
                    <a:pt x="651273" y="2811573"/>
                  </a:lnTo>
                  <a:lnTo>
                    <a:pt x="651273" y="2795577"/>
                  </a:lnTo>
                  <a:lnTo>
                    <a:pt x="656746" y="2795577"/>
                  </a:lnTo>
                  <a:lnTo>
                    <a:pt x="656746" y="2795577"/>
                  </a:lnTo>
                  <a:lnTo>
                    <a:pt x="662219" y="2795577"/>
                  </a:lnTo>
                  <a:lnTo>
                    <a:pt x="662219" y="2795577"/>
                  </a:lnTo>
                  <a:lnTo>
                    <a:pt x="667692" y="2795577"/>
                  </a:lnTo>
                  <a:lnTo>
                    <a:pt x="667692" y="2795577"/>
                  </a:lnTo>
                  <a:lnTo>
                    <a:pt x="673164" y="2795577"/>
                  </a:lnTo>
                  <a:lnTo>
                    <a:pt x="673164" y="2795577"/>
                  </a:lnTo>
                  <a:lnTo>
                    <a:pt x="678637" y="2795577"/>
                  </a:lnTo>
                  <a:lnTo>
                    <a:pt x="678637" y="2787571"/>
                  </a:lnTo>
                  <a:lnTo>
                    <a:pt x="684110" y="2787571"/>
                  </a:lnTo>
                  <a:lnTo>
                    <a:pt x="684110" y="2779564"/>
                  </a:lnTo>
                  <a:lnTo>
                    <a:pt x="689583" y="2779564"/>
                  </a:lnTo>
                  <a:lnTo>
                    <a:pt x="689583" y="2779564"/>
                  </a:lnTo>
                  <a:lnTo>
                    <a:pt x="695056" y="2779564"/>
                  </a:lnTo>
                  <a:lnTo>
                    <a:pt x="695056" y="2755525"/>
                  </a:lnTo>
                  <a:lnTo>
                    <a:pt x="700529" y="2755525"/>
                  </a:lnTo>
                  <a:lnTo>
                    <a:pt x="700529" y="2755525"/>
                  </a:lnTo>
                  <a:lnTo>
                    <a:pt x="706002" y="2755525"/>
                  </a:lnTo>
                  <a:lnTo>
                    <a:pt x="706002" y="2747508"/>
                  </a:lnTo>
                  <a:lnTo>
                    <a:pt x="711475" y="2747508"/>
                  </a:lnTo>
                  <a:lnTo>
                    <a:pt x="711475" y="2739490"/>
                  </a:lnTo>
                  <a:lnTo>
                    <a:pt x="716947" y="2739490"/>
                  </a:lnTo>
                  <a:lnTo>
                    <a:pt x="716947" y="2739490"/>
                  </a:lnTo>
                  <a:lnTo>
                    <a:pt x="722420" y="2739490"/>
                  </a:lnTo>
                  <a:lnTo>
                    <a:pt x="722420" y="2739490"/>
                  </a:lnTo>
                  <a:lnTo>
                    <a:pt x="727893" y="2739490"/>
                  </a:lnTo>
                  <a:lnTo>
                    <a:pt x="727893" y="2723446"/>
                  </a:lnTo>
                  <a:lnTo>
                    <a:pt x="733366" y="2723446"/>
                  </a:lnTo>
                  <a:lnTo>
                    <a:pt x="733366" y="2715420"/>
                  </a:lnTo>
                  <a:lnTo>
                    <a:pt x="738839" y="2715420"/>
                  </a:lnTo>
                  <a:lnTo>
                    <a:pt x="738839" y="2715420"/>
                  </a:lnTo>
                  <a:lnTo>
                    <a:pt x="744312" y="2715420"/>
                  </a:lnTo>
                  <a:lnTo>
                    <a:pt x="744312" y="2707391"/>
                  </a:lnTo>
                  <a:lnTo>
                    <a:pt x="749785" y="2707391"/>
                  </a:lnTo>
                  <a:lnTo>
                    <a:pt x="749785" y="2699363"/>
                  </a:lnTo>
                  <a:lnTo>
                    <a:pt x="755258" y="2699363"/>
                  </a:lnTo>
                  <a:lnTo>
                    <a:pt x="755258" y="2699363"/>
                  </a:lnTo>
                  <a:lnTo>
                    <a:pt x="760731" y="2699363"/>
                  </a:lnTo>
                  <a:lnTo>
                    <a:pt x="760731" y="2699363"/>
                  </a:lnTo>
                  <a:lnTo>
                    <a:pt x="766203" y="2699363"/>
                  </a:lnTo>
                  <a:lnTo>
                    <a:pt x="766203" y="2691334"/>
                  </a:lnTo>
                  <a:lnTo>
                    <a:pt x="771676" y="2691334"/>
                  </a:lnTo>
                  <a:lnTo>
                    <a:pt x="771676" y="2683303"/>
                  </a:lnTo>
                  <a:lnTo>
                    <a:pt x="777149" y="2683303"/>
                  </a:lnTo>
                  <a:lnTo>
                    <a:pt x="777149" y="2683303"/>
                  </a:lnTo>
                  <a:lnTo>
                    <a:pt x="782622" y="2683303"/>
                  </a:lnTo>
                  <a:lnTo>
                    <a:pt x="782622" y="2667232"/>
                  </a:lnTo>
                  <a:lnTo>
                    <a:pt x="788095" y="2667232"/>
                  </a:lnTo>
                  <a:lnTo>
                    <a:pt x="788095" y="2667232"/>
                  </a:lnTo>
                  <a:lnTo>
                    <a:pt x="793568" y="2667232"/>
                  </a:lnTo>
                  <a:lnTo>
                    <a:pt x="793568" y="2667232"/>
                  </a:lnTo>
                  <a:lnTo>
                    <a:pt x="799041" y="2667232"/>
                  </a:lnTo>
                  <a:lnTo>
                    <a:pt x="799041" y="2659197"/>
                  </a:lnTo>
                  <a:lnTo>
                    <a:pt x="804514" y="2659197"/>
                  </a:lnTo>
                  <a:lnTo>
                    <a:pt x="804514" y="2643116"/>
                  </a:lnTo>
                  <a:lnTo>
                    <a:pt x="809987" y="2643116"/>
                  </a:lnTo>
                  <a:lnTo>
                    <a:pt x="809987" y="2635074"/>
                  </a:lnTo>
                  <a:lnTo>
                    <a:pt x="815459" y="2635074"/>
                  </a:lnTo>
                  <a:lnTo>
                    <a:pt x="815459" y="2627029"/>
                  </a:lnTo>
                  <a:lnTo>
                    <a:pt x="820932" y="2627029"/>
                  </a:lnTo>
                  <a:lnTo>
                    <a:pt x="820932" y="2627029"/>
                  </a:lnTo>
                  <a:lnTo>
                    <a:pt x="826405" y="2627029"/>
                  </a:lnTo>
                  <a:lnTo>
                    <a:pt x="826405" y="2627029"/>
                  </a:lnTo>
                  <a:lnTo>
                    <a:pt x="831878" y="2627029"/>
                  </a:lnTo>
                  <a:lnTo>
                    <a:pt x="831878" y="2627029"/>
                  </a:lnTo>
                  <a:lnTo>
                    <a:pt x="837351" y="2627029"/>
                  </a:lnTo>
                  <a:lnTo>
                    <a:pt x="837351" y="2618985"/>
                  </a:lnTo>
                  <a:lnTo>
                    <a:pt x="842824" y="2618985"/>
                  </a:lnTo>
                  <a:lnTo>
                    <a:pt x="842824" y="2610940"/>
                  </a:lnTo>
                  <a:lnTo>
                    <a:pt x="848297" y="2610940"/>
                  </a:lnTo>
                  <a:lnTo>
                    <a:pt x="848297" y="2602890"/>
                  </a:lnTo>
                  <a:lnTo>
                    <a:pt x="853770" y="2602890"/>
                  </a:lnTo>
                  <a:lnTo>
                    <a:pt x="853770" y="2602890"/>
                  </a:lnTo>
                  <a:lnTo>
                    <a:pt x="859243" y="2602890"/>
                  </a:lnTo>
                  <a:lnTo>
                    <a:pt x="859243" y="2594836"/>
                  </a:lnTo>
                  <a:lnTo>
                    <a:pt x="864715" y="2594836"/>
                  </a:lnTo>
                  <a:lnTo>
                    <a:pt x="864715" y="2594836"/>
                  </a:lnTo>
                  <a:lnTo>
                    <a:pt x="870188" y="2594836"/>
                  </a:lnTo>
                  <a:lnTo>
                    <a:pt x="870188" y="2586780"/>
                  </a:lnTo>
                  <a:lnTo>
                    <a:pt x="875661" y="2586780"/>
                  </a:lnTo>
                  <a:lnTo>
                    <a:pt x="875661" y="2586780"/>
                  </a:lnTo>
                  <a:lnTo>
                    <a:pt x="881134" y="2586780"/>
                  </a:lnTo>
                  <a:lnTo>
                    <a:pt x="881134" y="2570667"/>
                  </a:lnTo>
                  <a:lnTo>
                    <a:pt x="886607" y="2570667"/>
                  </a:lnTo>
                  <a:lnTo>
                    <a:pt x="886607" y="2562610"/>
                  </a:lnTo>
                  <a:lnTo>
                    <a:pt x="892080" y="2562610"/>
                  </a:lnTo>
                  <a:lnTo>
                    <a:pt x="892080" y="2562610"/>
                  </a:lnTo>
                  <a:lnTo>
                    <a:pt x="897553" y="2562610"/>
                  </a:lnTo>
                  <a:lnTo>
                    <a:pt x="897553" y="2562610"/>
                  </a:lnTo>
                  <a:lnTo>
                    <a:pt x="903026" y="2562610"/>
                  </a:lnTo>
                  <a:lnTo>
                    <a:pt x="903026" y="2562610"/>
                  </a:lnTo>
                  <a:lnTo>
                    <a:pt x="908498" y="2562610"/>
                  </a:lnTo>
                  <a:lnTo>
                    <a:pt x="908498" y="2562610"/>
                  </a:lnTo>
                  <a:lnTo>
                    <a:pt x="913971" y="2562610"/>
                  </a:lnTo>
                  <a:lnTo>
                    <a:pt x="913971" y="2562610"/>
                  </a:lnTo>
                  <a:lnTo>
                    <a:pt x="919444" y="2562610"/>
                  </a:lnTo>
                  <a:lnTo>
                    <a:pt x="919444" y="2554544"/>
                  </a:lnTo>
                  <a:lnTo>
                    <a:pt x="924917" y="2554544"/>
                  </a:lnTo>
                  <a:lnTo>
                    <a:pt x="924917" y="2554544"/>
                  </a:lnTo>
                  <a:lnTo>
                    <a:pt x="930390" y="2554544"/>
                  </a:lnTo>
                  <a:lnTo>
                    <a:pt x="930390" y="2554544"/>
                  </a:lnTo>
                  <a:lnTo>
                    <a:pt x="935863" y="2554544"/>
                  </a:lnTo>
                  <a:lnTo>
                    <a:pt x="935863" y="2554544"/>
                  </a:lnTo>
                  <a:lnTo>
                    <a:pt x="941336" y="2554544"/>
                  </a:lnTo>
                  <a:lnTo>
                    <a:pt x="941336" y="2554544"/>
                  </a:lnTo>
                  <a:lnTo>
                    <a:pt x="946809" y="2554544"/>
                  </a:lnTo>
                  <a:lnTo>
                    <a:pt x="946809" y="2554544"/>
                  </a:lnTo>
                  <a:lnTo>
                    <a:pt x="952282" y="2554544"/>
                  </a:lnTo>
                  <a:lnTo>
                    <a:pt x="952282" y="2554544"/>
                  </a:lnTo>
                  <a:lnTo>
                    <a:pt x="957754" y="2554544"/>
                  </a:lnTo>
                  <a:lnTo>
                    <a:pt x="957754" y="2530294"/>
                  </a:lnTo>
                  <a:lnTo>
                    <a:pt x="963227" y="2530294"/>
                  </a:lnTo>
                  <a:lnTo>
                    <a:pt x="963227" y="2522208"/>
                  </a:lnTo>
                  <a:lnTo>
                    <a:pt x="968700" y="2522208"/>
                  </a:lnTo>
                  <a:lnTo>
                    <a:pt x="968700" y="2522208"/>
                  </a:lnTo>
                  <a:lnTo>
                    <a:pt x="974173" y="2522208"/>
                  </a:lnTo>
                  <a:lnTo>
                    <a:pt x="974173" y="2522208"/>
                  </a:lnTo>
                  <a:lnTo>
                    <a:pt x="979646" y="2522208"/>
                  </a:lnTo>
                  <a:lnTo>
                    <a:pt x="979646" y="2522208"/>
                  </a:lnTo>
                  <a:lnTo>
                    <a:pt x="985119" y="2522208"/>
                  </a:lnTo>
                  <a:lnTo>
                    <a:pt x="985119" y="2522208"/>
                  </a:lnTo>
                  <a:lnTo>
                    <a:pt x="990592" y="2522208"/>
                  </a:lnTo>
                  <a:lnTo>
                    <a:pt x="990592" y="2514113"/>
                  </a:lnTo>
                  <a:lnTo>
                    <a:pt x="996065" y="2514113"/>
                  </a:lnTo>
                  <a:lnTo>
                    <a:pt x="996065" y="2506017"/>
                  </a:lnTo>
                  <a:lnTo>
                    <a:pt x="1001538" y="2506017"/>
                  </a:lnTo>
                  <a:lnTo>
                    <a:pt x="1001538" y="2506017"/>
                  </a:lnTo>
                  <a:lnTo>
                    <a:pt x="1007010" y="2506017"/>
                  </a:lnTo>
                  <a:lnTo>
                    <a:pt x="1007010" y="2497919"/>
                  </a:lnTo>
                  <a:lnTo>
                    <a:pt x="1012483" y="2497919"/>
                  </a:lnTo>
                  <a:lnTo>
                    <a:pt x="1012483" y="2497919"/>
                  </a:lnTo>
                  <a:lnTo>
                    <a:pt x="1017956" y="2497919"/>
                  </a:lnTo>
                  <a:lnTo>
                    <a:pt x="1017956" y="2497919"/>
                  </a:lnTo>
                  <a:lnTo>
                    <a:pt x="1023429" y="2497919"/>
                  </a:lnTo>
                  <a:lnTo>
                    <a:pt x="1023429" y="2497919"/>
                  </a:lnTo>
                  <a:lnTo>
                    <a:pt x="1028902" y="2497919"/>
                  </a:lnTo>
                  <a:lnTo>
                    <a:pt x="1028902" y="2497919"/>
                  </a:lnTo>
                  <a:lnTo>
                    <a:pt x="1034375" y="2497919"/>
                  </a:lnTo>
                  <a:lnTo>
                    <a:pt x="1034375" y="2449285"/>
                  </a:lnTo>
                  <a:lnTo>
                    <a:pt x="1039848" y="2449285"/>
                  </a:lnTo>
                  <a:lnTo>
                    <a:pt x="1039848" y="2433073"/>
                  </a:lnTo>
                  <a:lnTo>
                    <a:pt x="1045321" y="2433073"/>
                  </a:lnTo>
                  <a:lnTo>
                    <a:pt x="1045321" y="2424968"/>
                  </a:lnTo>
                  <a:lnTo>
                    <a:pt x="1050794" y="2424968"/>
                  </a:lnTo>
                  <a:lnTo>
                    <a:pt x="1050794" y="2424968"/>
                  </a:lnTo>
                  <a:lnTo>
                    <a:pt x="1056266" y="2424968"/>
                  </a:lnTo>
                  <a:lnTo>
                    <a:pt x="1056266" y="2416862"/>
                  </a:lnTo>
                  <a:lnTo>
                    <a:pt x="1061739" y="2416862"/>
                  </a:lnTo>
                  <a:lnTo>
                    <a:pt x="1061739" y="2408756"/>
                  </a:lnTo>
                  <a:lnTo>
                    <a:pt x="1067212" y="2408756"/>
                  </a:lnTo>
                  <a:lnTo>
                    <a:pt x="1067212" y="2408756"/>
                  </a:lnTo>
                  <a:lnTo>
                    <a:pt x="1072685" y="2408756"/>
                  </a:lnTo>
                  <a:lnTo>
                    <a:pt x="1072685" y="2400648"/>
                  </a:lnTo>
                  <a:lnTo>
                    <a:pt x="1078158" y="2400648"/>
                  </a:lnTo>
                  <a:lnTo>
                    <a:pt x="1078158" y="2400648"/>
                  </a:lnTo>
                  <a:lnTo>
                    <a:pt x="1083631" y="2400648"/>
                  </a:lnTo>
                  <a:lnTo>
                    <a:pt x="1083631" y="2400648"/>
                  </a:lnTo>
                  <a:lnTo>
                    <a:pt x="1089104" y="2400648"/>
                  </a:lnTo>
                  <a:lnTo>
                    <a:pt x="1089104" y="2392532"/>
                  </a:lnTo>
                  <a:lnTo>
                    <a:pt x="1094577" y="2392532"/>
                  </a:lnTo>
                  <a:lnTo>
                    <a:pt x="1094577" y="2392532"/>
                  </a:lnTo>
                  <a:lnTo>
                    <a:pt x="1100049" y="2392532"/>
                  </a:lnTo>
                  <a:lnTo>
                    <a:pt x="1100049" y="2384416"/>
                  </a:lnTo>
                  <a:lnTo>
                    <a:pt x="1105522" y="2384416"/>
                  </a:lnTo>
                  <a:lnTo>
                    <a:pt x="1105522" y="2384416"/>
                  </a:lnTo>
                  <a:lnTo>
                    <a:pt x="1110995" y="2384416"/>
                  </a:lnTo>
                  <a:lnTo>
                    <a:pt x="1110995" y="2376297"/>
                  </a:lnTo>
                  <a:lnTo>
                    <a:pt x="1116468" y="2376297"/>
                  </a:lnTo>
                  <a:lnTo>
                    <a:pt x="1116468" y="2376297"/>
                  </a:lnTo>
                  <a:lnTo>
                    <a:pt x="1121941" y="2376297"/>
                  </a:lnTo>
                  <a:lnTo>
                    <a:pt x="1121941" y="2376297"/>
                  </a:lnTo>
                  <a:lnTo>
                    <a:pt x="1127414" y="2376297"/>
                  </a:lnTo>
                  <a:lnTo>
                    <a:pt x="1127414" y="2368173"/>
                  </a:lnTo>
                  <a:lnTo>
                    <a:pt x="1132887" y="2368173"/>
                  </a:lnTo>
                  <a:lnTo>
                    <a:pt x="1132887" y="2351925"/>
                  </a:lnTo>
                  <a:lnTo>
                    <a:pt x="1138360" y="2351925"/>
                  </a:lnTo>
                  <a:lnTo>
                    <a:pt x="1138360" y="2335677"/>
                  </a:lnTo>
                  <a:lnTo>
                    <a:pt x="1143833" y="2335677"/>
                  </a:lnTo>
                  <a:lnTo>
                    <a:pt x="1143833" y="2327550"/>
                  </a:lnTo>
                  <a:lnTo>
                    <a:pt x="1149305" y="2327550"/>
                  </a:lnTo>
                  <a:lnTo>
                    <a:pt x="1149305" y="2327550"/>
                  </a:lnTo>
                  <a:lnTo>
                    <a:pt x="1154778" y="2327550"/>
                  </a:lnTo>
                  <a:lnTo>
                    <a:pt x="1154778" y="2327550"/>
                  </a:lnTo>
                  <a:lnTo>
                    <a:pt x="1160251" y="2327550"/>
                  </a:lnTo>
                  <a:lnTo>
                    <a:pt x="1160251" y="2327550"/>
                  </a:lnTo>
                  <a:lnTo>
                    <a:pt x="1165724" y="2327550"/>
                  </a:lnTo>
                  <a:lnTo>
                    <a:pt x="1165724" y="2327550"/>
                  </a:lnTo>
                  <a:lnTo>
                    <a:pt x="1171197" y="2327550"/>
                  </a:lnTo>
                  <a:lnTo>
                    <a:pt x="1171197" y="2327550"/>
                  </a:lnTo>
                  <a:lnTo>
                    <a:pt x="1176670" y="2327550"/>
                  </a:lnTo>
                  <a:lnTo>
                    <a:pt x="1176670" y="2311281"/>
                  </a:lnTo>
                  <a:lnTo>
                    <a:pt x="1182143" y="2311281"/>
                  </a:lnTo>
                  <a:lnTo>
                    <a:pt x="1182143" y="2303146"/>
                  </a:lnTo>
                  <a:lnTo>
                    <a:pt x="1187616" y="2303146"/>
                  </a:lnTo>
                  <a:lnTo>
                    <a:pt x="1187616" y="2303146"/>
                  </a:lnTo>
                  <a:lnTo>
                    <a:pt x="1193089" y="2303146"/>
                  </a:lnTo>
                  <a:lnTo>
                    <a:pt x="1193089" y="2303146"/>
                  </a:lnTo>
                  <a:lnTo>
                    <a:pt x="1198561" y="2303146"/>
                  </a:lnTo>
                  <a:lnTo>
                    <a:pt x="1198561" y="2295009"/>
                  </a:lnTo>
                  <a:lnTo>
                    <a:pt x="1204034" y="2295009"/>
                  </a:lnTo>
                  <a:lnTo>
                    <a:pt x="1204034" y="2286872"/>
                  </a:lnTo>
                  <a:lnTo>
                    <a:pt x="1209507" y="2286872"/>
                  </a:lnTo>
                  <a:lnTo>
                    <a:pt x="1209507" y="2286872"/>
                  </a:lnTo>
                  <a:lnTo>
                    <a:pt x="1214980" y="2286872"/>
                  </a:lnTo>
                  <a:lnTo>
                    <a:pt x="1214980" y="2286872"/>
                  </a:lnTo>
                  <a:lnTo>
                    <a:pt x="1220453" y="2286872"/>
                  </a:lnTo>
                  <a:lnTo>
                    <a:pt x="1220453" y="2286872"/>
                  </a:lnTo>
                  <a:lnTo>
                    <a:pt x="1225926" y="2286872"/>
                  </a:lnTo>
                  <a:lnTo>
                    <a:pt x="1225926" y="2270586"/>
                  </a:lnTo>
                  <a:lnTo>
                    <a:pt x="1231399" y="2270586"/>
                  </a:lnTo>
                  <a:lnTo>
                    <a:pt x="1231399" y="2262440"/>
                  </a:lnTo>
                  <a:lnTo>
                    <a:pt x="1236872" y="2262440"/>
                  </a:lnTo>
                  <a:lnTo>
                    <a:pt x="1236872" y="2262440"/>
                  </a:lnTo>
                  <a:lnTo>
                    <a:pt x="1242344" y="2262440"/>
                  </a:lnTo>
                  <a:lnTo>
                    <a:pt x="1242344" y="2262440"/>
                  </a:lnTo>
                  <a:lnTo>
                    <a:pt x="1247817" y="2262440"/>
                  </a:lnTo>
                  <a:lnTo>
                    <a:pt x="1247817" y="2254289"/>
                  </a:lnTo>
                  <a:lnTo>
                    <a:pt x="1253290" y="2254289"/>
                  </a:lnTo>
                  <a:lnTo>
                    <a:pt x="1253290" y="2246138"/>
                  </a:lnTo>
                  <a:lnTo>
                    <a:pt x="1258763" y="2246138"/>
                  </a:lnTo>
                  <a:lnTo>
                    <a:pt x="1258763" y="2237984"/>
                  </a:lnTo>
                  <a:lnTo>
                    <a:pt x="1264236" y="2237984"/>
                  </a:lnTo>
                  <a:lnTo>
                    <a:pt x="1264236" y="2237984"/>
                  </a:lnTo>
                  <a:lnTo>
                    <a:pt x="1269709" y="2237984"/>
                  </a:lnTo>
                  <a:lnTo>
                    <a:pt x="1269709" y="2237984"/>
                  </a:lnTo>
                  <a:lnTo>
                    <a:pt x="1275182" y="2237984"/>
                  </a:lnTo>
                  <a:lnTo>
                    <a:pt x="1275182" y="2229819"/>
                  </a:lnTo>
                  <a:lnTo>
                    <a:pt x="1280655" y="2229819"/>
                  </a:lnTo>
                  <a:lnTo>
                    <a:pt x="1280655" y="2221653"/>
                  </a:lnTo>
                  <a:lnTo>
                    <a:pt x="1286128" y="2221653"/>
                  </a:lnTo>
                  <a:lnTo>
                    <a:pt x="1286128" y="2221653"/>
                  </a:lnTo>
                  <a:lnTo>
                    <a:pt x="1291600" y="2221653"/>
                  </a:lnTo>
                  <a:lnTo>
                    <a:pt x="1291600" y="2221653"/>
                  </a:lnTo>
                  <a:lnTo>
                    <a:pt x="1297073" y="2221653"/>
                  </a:lnTo>
                  <a:lnTo>
                    <a:pt x="1297073" y="2221653"/>
                  </a:lnTo>
                  <a:lnTo>
                    <a:pt x="1302546" y="2221653"/>
                  </a:lnTo>
                  <a:lnTo>
                    <a:pt x="1302546" y="2213474"/>
                  </a:lnTo>
                  <a:lnTo>
                    <a:pt x="1308019" y="2213474"/>
                  </a:lnTo>
                  <a:lnTo>
                    <a:pt x="1308019" y="2213474"/>
                  </a:lnTo>
                  <a:lnTo>
                    <a:pt x="1313492" y="2213474"/>
                  </a:lnTo>
                  <a:lnTo>
                    <a:pt x="1313492" y="2205281"/>
                  </a:lnTo>
                  <a:lnTo>
                    <a:pt x="1318965" y="2205281"/>
                  </a:lnTo>
                  <a:lnTo>
                    <a:pt x="1318965" y="2197087"/>
                  </a:lnTo>
                  <a:lnTo>
                    <a:pt x="1324438" y="2197087"/>
                  </a:lnTo>
                  <a:lnTo>
                    <a:pt x="1324438" y="2197087"/>
                  </a:lnTo>
                  <a:lnTo>
                    <a:pt x="1329911" y="2197087"/>
                  </a:lnTo>
                  <a:lnTo>
                    <a:pt x="1329911" y="2188891"/>
                  </a:lnTo>
                  <a:lnTo>
                    <a:pt x="1335384" y="2188891"/>
                  </a:lnTo>
                  <a:lnTo>
                    <a:pt x="1335384" y="2188891"/>
                  </a:lnTo>
                  <a:lnTo>
                    <a:pt x="1340856" y="2188891"/>
                  </a:lnTo>
                  <a:lnTo>
                    <a:pt x="1340856" y="2188891"/>
                  </a:lnTo>
                  <a:lnTo>
                    <a:pt x="1346329" y="2188891"/>
                  </a:lnTo>
                  <a:lnTo>
                    <a:pt x="1346329" y="2180689"/>
                  </a:lnTo>
                  <a:lnTo>
                    <a:pt x="1351802" y="2180689"/>
                  </a:lnTo>
                  <a:lnTo>
                    <a:pt x="1351802" y="2180689"/>
                  </a:lnTo>
                  <a:lnTo>
                    <a:pt x="1357275" y="2180689"/>
                  </a:lnTo>
                  <a:lnTo>
                    <a:pt x="1357275" y="2180689"/>
                  </a:lnTo>
                  <a:lnTo>
                    <a:pt x="1362748" y="2180689"/>
                  </a:lnTo>
                  <a:lnTo>
                    <a:pt x="1362748" y="2180689"/>
                  </a:lnTo>
                  <a:lnTo>
                    <a:pt x="1368221" y="2180689"/>
                  </a:lnTo>
                  <a:lnTo>
                    <a:pt x="1368221" y="2164279"/>
                  </a:lnTo>
                  <a:lnTo>
                    <a:pt x="1373694" y="2164279"/>
                  </a:lnTo>
                  <a:lnTo>
                    <a:pt x="1373694" y="2156074"/>
                  </a:lnTo>
                  <a:lnTo>
                    <a:pt x="1379167" y="2156074"/>
                  </a:lnTo>
                  <a:lnTo>
                    <a:pt x="1379167" y="2139658"/>
                  </a:lnTo>
                  <a:lnTo>
                    <a:pt x="1384640" y="2139658"/>
                  </a:lnTo>
                  <a:lnTo>
                    <a:pt x="1384640" y="2139658"/>
                  </a:lnTo>
                  <a:lnTo>
                    <a:pt x="1390112" y="2139658"/>
                  </a:lnTo>
                  <a:lnTo>
                    <a:pt x="1390112" y="2139658"/>
                  </a:lnTo>
                  <a:lnTo>
                    <a:pt x="1395585" y="2139658"/>
                  </a:lnTo>
                  <a:lnTo>
                    <a:pt x="1395585" y="2131447"/>
                  </a:lnTo>
                  <a:lnTo>
                    <a:pt x="1401058" y="2131447"/>
                  </a:lnTo>
                  <a:lnTo>
                    <a:pt x="1401058" y="2131447"/>
                  </a:lnTo>
                  <a:lnTo>
                    <a:pt x="1406531" y="2131447"/>
                  </a:lnTo>
                  <a:lnTo>
                    <a:pt x="1406531" y="2131447"/>
                  </a:lnTo>
                  <a:lnTo>
                    <a:pt x="1412004" y="2131447"/>
                  </a:lnTo>
                  <a:lnTo>
                    <a:pt x="1412004" y="2131447"/>
                  </a:lnTo>
                  <a:lnTo>
                    <a:pt x="1417477" y="2131447"/>
                  </a:lnTo>
                  <a:lnTo>
                    <a:pt x="1417477" y="2131447"/>
                  </a:lnTo>
                  <a:lnTo>
                    <a:pt x="1422950" y="2131447"/>
                  </a:lnTo>
                  <a:lnTo>
                    <a:pt x="1422950" y="2131447"/>
                  </a:lnTo>
                  <a:lnTo>
                    <a:pt x="1428423" y="2131447"/>
                  </a:lnTo>
                  <a:lnTo>
                    <a:pt x="1428423" y="2131447"/>
                  </a:lnTo>
                  <a:lnTo>
                    <a:pt x="1433895" y="2131447"/>
                  </a:lnTo>
                  <a:lnTo>
                    <a:pt x="1433895" y="2131447"/>
                  </a:lnTo>
                  <a:lnTo>
                    <a:pt x="1439368" y="2131447"/>
                  </a:lnTo>
                  <a:lnTo>
                    <a:pt x="1439368" y="2123221"/>
                  </a:lnTo>
                  <a:lnTo>
                    <a:pt x="1444841" y="2123221"/>
                  </a:lnTo>
                  <a:lnTo>
                    <a:pt x="1444841" y="2114996"/>
                  </a:lnTo>
                  <a:lnTo>
                    <a:pt x="1450314" y="2114996"/>
                  </a:lnTo>
                  <a:lnTo>
                    <a:pt x="1450314" y="2114996"/>
                  </a:lnTo>
                  <a:lnTo>
                    <a:pt x="1455787" y="2114996"/>
                  </a:lnTo>
                  <a:lnTo>
                    <a:pt x="1455787" y="2090318"/>
                  </a:lnTo>
                  <a:lnTo>
                    <a:pt x="1461260" y="2090318"/>
                  </a:lnTo>
                  <a:lnTo>
                    <a:pt x="1461260" y="2082093"/>
                  </a:lnTo>
                  <a:lnTo>
                    <a:pt x="1466733" y="2082093"/>
                  </a:lnTo>
                  <a:lnTo>
                    <a:pt x="1466733" y="2082093"/>
                  </a:lnTo>
                  <a:lnTo>
                    <a:pt x="1472206" y="2082093"/>
                  </a:lnTo>
                  <a:lnTo>
                    <a:pt x="1472206" y="2082093"/>
                  </a:lnTo>
                  <a:lnTo>
                    <a:pt x="1477679" y="2082093"/>
                  </a:lnTo>
                  <a:lnTo>
                    <a:pt x="1477679" y="2082093"/>
                  </a:lnTo>
                  <a:lnTo>
                    <a:pt x="1483151" y="2082093"/>
                  </a:lnTo>
                  <a:lnTo>
                    <a:pt x="1483151" y="2073861"/>
                  </a:lnTo>
                  <a:lnTo>
                    <a:pt x="1488624" y="2073861"/>
                  </a:lnTo>
                  <a:lnTo>
                    <a:pt x="1488624" y="2073861"/>
                  </a:lnTo>
                  <a:lnTo>
                    <a:pt x="1494097" y="2073861"/>
                  </a:lnTo>
                  <a:lnTo>
                    <a:pt x="1494097" y="2065620"/>
                  </a:lnTo>
                  <a:lnTo>
                    <a:pt x="1499570" y="2065620"/>
                  </a:lnTo>
                  <a:lnTo>
                    <a:pt x="1499570" y="2065620"/>
                  </a:lnTo>
                  <a:lnTo>
                    <a:pt x="1505043" y="2065620"/>
                  </a:lnTo>
                  <a:lnTo>
                    <a:pt x="1505043" y="2065620"/>
                  </a:lnTo>
                  <a:lnTo>
                    <a:pt x="1510516" y="2065620"/>
                  </a:lnTo>
                  <a:lnTo>
                    <a:pt x="1510516" y="2057373"/>
                  </a:lnTo>
                  <a:lnTo>
                    <a:pt x="1515989" y="2057373"/>
                  </a:lnTo>
                  <a:lnTo>
                    <a:pt x="1515989" y="2057373"/>
                  </a:lnTo>
                  <a:lnTo>
                    <a:pt x="1521462" y="2057373"/>
                  </a:lnTo>
                  <a:lnTo>
                    <a:pt x="1521462" y="2057373"/>
                  </a:lnTo>
                  <a:lnTo>
                    <a:pt x="1526935" y="2057373"/>
                  </a:lnTo>
                  <a:lnTo>
                    <a:pt x="1526935" y="2057373"/>
                  </a:lnTo>
                  <a:lnTo>
                    <a:pt x="1532407" y="2057373"/>
                  </a:lnTo>
                  <a:lnTo>
                    <a:pt x="1532407" y="2057373"/>
                  </a:lnTo>
                  <a:lnTo>
                    <a:pt x="1537880" y="2057373"/>
                  </a:lnTo>
                  <a:lnTo>
                    <a:pt x="1537880" y="2057373"/>
                  </a:lnTo>
                  <a:lnTo>
                    <a:pt x="1543353" y="2057373"/>
                  </a:lnTo>
                  <a:lnTo>
                    <a:pt x="1543353" y="2057373"/>
                  </a:lnTo>
                  <a:lnTo>
                    <a:pt x="1548826" y="2057373"/>
                  </a:lnTo>
                  <a:lnTo>
                    <a:pt x="1548826" y="2057373"/>
                  </a:lnTo>
                  <a:lnTo>
                    <a:pt x="1554299" y="2057373"/>
                  </a:lnTo>
                  <a:lnTo>
                    <a:pt x="1554299" y="2057373"/>
                  </a:lnTo>
                  <a:lnTo>
                    <a:pt x="1559772" y="2057373"/>
                  </a:lnTo>
                  <a:lnTo>
                    <a:pt x="1559772" y="2057373"/>
                  </a:lnTo>
                  <a:lnTo>
                    <a:pt x="1565245" y="2057373"/>
                  </a:lnTo>
                  <a:lnTo>
                    <a:pt x="1565245" y="2057373"/>
                  </a:lnTo>
                  <a:lnTo>
                    <a:pt x="1570718" y="2057373"/>
                  </a:lnTo>
                  <a:lnTo>
                    <a:pt x="1570718" y="2049117"/>
                  </a:lnTo>
                  <a:lnTo>
                    <a:pt x="1576191" y="2049117"/>
                  </a:lnTo>
                  <a:lnTo>
                    <a:pt x="1576191" y="2049117"/>
                  </a:lnTo>
                  <a:lnTo>
                    <a:pt x="1581663" y="2049117"/>
                  </a:lnTo>
                  <a:lnTo>
                    <a:pt x="1581663" y="2040855"/>
                  </a:lnTo>
                  <a:lnTo>
                    <a:pt x="1587136" y="2040855"/>
                  </a:lnTo>
                  <a:lnTo>
                    <a:pt x="1587136" y="2040855"/>
                  </a:lnTo>
                  <a:lnTo>
                    <a:pt x="1592609" y="2040855"/>
                  </a:lnTo>
                  <a:lnTo>
                    <a:pt x="1592609" y="2032589"/>
                  </a:lnTo>
                  <a:lnTo>
                    <a:pt x="1598082" y="2032589"/>
                  </a:lnTo>
                  <a:lnTo>
                    <a:pt x="1598082" y="2032589"/>
                  </a:lnTo>
                  <a:lnTo>
                    <a:pt x="1603555" y="2032589"/>
                  </a:lnTo>
                  <a:lnTo>
                    <a:pt x="1603555" y="2032589"/>
                  </a:lnTo>
                  <a:lnTo>
                    <a:pt x="1609028" y="2032589"/>
                  </a:lnTo>
                  <a:lnTo>
                    <a:pt x="1609028" y="2016058"/>
                  </a:lnTo>
                  <a:lnTo>
                    <a:pt x="1614501" y="2016058"/>
                  </a:lnTo>
                  <a:lnTo>
                    <a:pt x="1614501" y="2016058"/>
                  </a:lnTo>
                  <a:lnTo>
                    <a:pt x="1619974" y="2016058"/>
                  </a:lnTo>
                  <a:lnTo>
                    <a:pt x="1619974" y="2016058"/>
                  </a:lnTo>
                  <a:lnTo>
                    <a:pt x="1625446" y="2016058"/>
                  </a:lnTo>
                  <a:lnTo>
                    <a:pt x="1625446" y="2016058"/>
                  </a:lnTo>
                  <a:lnTo>
                    <a:pt x="1630919" y="2016058"/>
                  </a:lnTo>
                  <a:lnTo>
                    <a:pt x="1630919" y="2007789"/>
                  </a:lnTo>
                  <a:lnTo>
                    <a:pt x="1636392" y="2007789"/>
                  </a:lnTo>
                  <a:lnTo>
                    <a:pt x="1636392" y="2007789"/>
                  </a:lnTo>
                  <a:lnTo>
                    <a:pt x="1641865" y="2007789"/>
                  </a:lnTo>
                  <a:lnTo>
                    <a:pt x="1641865" y="2007789"/>
                  </a:lnTo>
                  <a:lnTo>
                    <a:pt x="1647338" y="2007789"/>
                  </a:lnTo>
                  <a:lnTo>
                    <a:pt x="1647338" y="1999514"/>
                  </a:lnTo>
                  <a:lnTo>
                    <a:pt x="1652811" y="1999514"/>
                  </a:lnTo>
                  <a:lnTo>
                    <a:pt x="1652811" y="1999514"/>
                  </a:lnTo>
                  <a:lnTo>
                    <a:pt x="1658284" y="1999514"/>
                  </a:lnTo>
                  <a:lnTo>
                    <a:pt x="1658284" y="1999514"/>
                  </a:lnTo>
                  <a:lnTo>
                    <a:pt x="1663757" y="1999514"/>
                  </a:lnTo>
                  <a:lnTo>
                    <a:pt x="1663757" y="1999514"/>
                  </a:lnTo>
                  <a:lnTo>
                    <a:pt x="1669230" y="1999514"/>
                  </a:lnTo>
                  <a:lnTo>
                    <a:pt x="1669230" y="1999514"/>
                  </a:lnTo>
                  <a:lnTo>
                    <a:pt x="1674702" y="1999514"/>
                  </a:lnTo>
                  <a:lnTo>
                    <a:pt x="1674702" y="1999514"/>
                  </a:lnTo>
                  <a:lnTo>
                    <a:pt x="1680175" y="1999514"/>
                  </a:lnTo>
                  <a:lnTo>
                    <a:pt x="1680175" y="1999514"/>
                  </a:lnTo>
                  <a:lnTo>
                    <a:pt x="1685648" y="1999514"/>
                  </a:lnTo>
                  <a:lnTo>
                    <a:pt x="1685648" y="1991223"/>
                  </a:lnTo>
                  <a:lnTo>
                    <a:pt x="1691121" y="1991223"/>
                  </a:lnTo>
                  <a:lnTo>
                    <a:pt x="1691121" y="1991223"/>
                  </a:lnTo>
                  <a:lnTo>
                    <a:pt x="1696594" y="1991223"/>
                  </a:lnTo>
                  <a:lnTo>
                    <a:pt x="1696594" y="1991223"/>
                  </a:lnTo>
                  <a:lnTo>
                    <a:pt x="1702067" y="1991223"/>
                  </a:lnTo>
                  <a:lnTo>
                    <a:pt x="1702067" y="1991223"/>
                  </a:lnTo>
                  <a:lnTo>
                    <a:pt x="1707540" y="1991223"/>
                  </a:lnTo>
                  <a:lnTo>
                    <a:pt x="1707540" y="1991223"/>
                  </a:lnTo>
                  <a:lnTo>
                    <a:pt x="1713013" y="1991223"/>
                  </a:lnTo>
                  <a:lnTo>
                    <a:pt x="1713013" y="1991223"/>
                  </a:lnTo>
                  <a:lnTo>
                    <a:pt x="1718486" y="1991223"/>
                  </a:lnTo>
                  <a:lnTo>
                    <a:pt x="1718486" y="1982919"/>
                  </a:lnTo>
                  <a:lnTo>
                    <a:pt x="1723958" y="1982919"/>
                  </a:lnTo>
                  <a:lnTo>
                    <a:pt x="1723958" y="1974608"/>
                  </a:lnTo>
                  <a:lnTo>
                    <a:pt x="1729431" y="1974608"/>
                  </a:lnTo>
                  <a:lnTo>
                    <a:pt x="1729431" y="1974608"/>
                  </a:lnTo>
                  <a:lnTo>
                    <a:pt x="1734904" y="1974608"/>
                  </a:lnTo>
                  <a:lnTo>
                    <a:pt x="1734904" y="1974608"/>
                  </a:lnTo>
                  <a:lnTo>
                    <a:pt x="1740377" y="1974608"/>
                  </a:lnTo>
                  <a:lnTo>
                    <a:pt x="1740377" y="1974608"/>
                  </a:lnTo>
                  <a:lnTo>
                    <a:pt x="1745850" y="1974608"/>
                  </a:lnTo>
                  <a:lnTo>
                    <a:pt x="1745850" y="1966294"/>
                  </a:lnTo>
                  <a:lnTo>
                    <a:pt x="1751323" y="1966294"/>
                  </a:lnTo>
                  <a:lnTo>
                    <a:pt x="1751323" y="1966294"/>
                  </a:lnTo>
                  <a:lnTo>
                    <a:pt x="1756796" y="1966294"/>
                  </a:lnTo>
                  <a:lnTo>
                    <a:pt x="1756796" y="1957977"/>
                  </a:lnTo>
                  <a:lnTo>
                    <a:pt x="1762269" y="1957977"/>
                  </a:lnTo>
                  <a:lnTo>
                    <a:pt x="1762269" y="1949656"/>
                  </a:lnTo>
                  <a:lnTo>
                    <a:pt x="1767741" y="1949656"/>
                  </a:lnTo>
                  <a:lnTo>
                    <a:pt x="1767741" y="1949656"/>
                  </a:lnTo>
                  <a:lnTo>
                    <a:pt x="1773214" y="1949656"/>
                  </a:lnTo>
                  <a:lnTo>
                    <a:pt x="1773214" y="1949656"/>
                  </a:lnTo>
                  <a:lnTo>
                    <a:pt x="1778687" y="1949656"/>
                  </a:lnTo>
                  <a:lnTo>
                    <a:pt x="1778687" y="1949656"/>
                  </a:lnTo>
                  <a:lnTo>
                    <a:pt x="1784160" y="1949656"/>
                  </a:lnTo>
                  <a:lnTo>
                    <a:pt x="1784160" y="1949656"/>
                  </a:lnTo>
                  <a:lnTo>
                    <a:pt x="1789633" y="1949656"/>
                  </a:lnTo>
                  <a:lnTo>
                    <a:pt x="1789633" y="1949656"/>
                  </a:lnTo>
                  <a:lnTo>
                    <a:pt x="1795106" y="1949656"/>
                  </a:lnTo>
                  <a:lnTo>
                    <a:pt x="1795106" y="1949656"/>
                  </a:lnTo>
                  <a:lnTo>
                    <a:pt x="1800579" y="1949656"/>
                  </a:lnTo>
                  <a:lnTo>
                    <a:pt x="1800579" y="1949656"/>
                  </a:lnTo>
                  <a:lnTo>
                    <a:pt x="1806052" y="1949656"/>
                  </a:lnTo>
                  <a:lnTo>
                    <a:pt x="1806052" y="1949656"/>
                  </a:lnTo>
                  <a:lnTo>
                    <a:pt x="1811525" y="1949656"/>
                  </a:lnTo>
                  <a:lnTo>
                    <a:pt x="1811525" y="1949656"/>
                  </a:lnTo>
                  <a:lnTo>
                    <a:pt x="1816997" y="1949656"/>
                  </a:lnTo>
                  <a:lnTo>
                    <a:pt x="1816997" y="1949656"/>
                  </a:lnTo>
                  <a:lnTo>
                    <a:pt x="1822470" y="1949656"/>
                  </a:lnTo>
                  <a:lnTo>
                    <a:pt x="1822470" y="1949656"/>
                  </a:lnTo>
                  <a:lnTo>
                    <a:pt x="1827943" y="1949656"/>
                  </a:lnTo>
                  <a:lnTo>
                    <a:pt x="1827943" y="1949656"/>
                  </a:lnTo>
                  <a:lnTo>
                    <a:pt x="1833416" y="1949656"/>
                  </a:lnTo>
                  <a:lnTo>
                    <a:pt x="1833416" y="1949656"/>
                  </a:lnTo>
                  <a:lnTo>
                    <a:pt x="1838889" y="1949656"/>
                  </a:lnTo>
                  <a:lnTo>
                    <a:pt x="1838889" y="1941315"/>
                  </a:lnTo>
                  <a:lnTo>
                    <a:pt x="1844362" y="1941315"/>
                  </a:lnTo>
                  <a:lnTo>
                    <a:pt x="1844362" y="1932971"/>
                  </a:lnTo>
                  <a:lnTo>
                    <a:pt x="1849835" y="1932971"/>
                  </a:lnTo>
                  <a:lnTo>
                    <a:pt x="1849835" y="1932971"/>
                  </a:lnTo>
                  <a:lnTo>
                    <a:pt x="1855308" y="1932971"/>
                  </a:lnTo>
                  <a:lnTo>
                    <a:pt x="1855308" y="1932971"/>
                  </a:lnTo>
                  <a:lnTo>
                    <a:pt x="1860781" y="1932971"/>
                  </a:lnTo>
                  <a:lnTo>
                    <a:pt x="1860781" y="1932971"/>
                  </a:lnTo>
                  <a:lnTo>
                    <a:pt x="1866253" y="1932971"/>
                  </a:lnTo>
                  <a:lnTo>
                    <a:pt x="1866253" y="1932971"/>
                  </a:lnTo>
                  <a:lnTo>
                    <a:pt x="1871726" y="1932971"/>
                  </a:lnTo>
                  <a:lnTo>
                    <a:pt x="1871726" y="1924616"/>
                  </a:lnTo>
                  <a:lnTo>
                    <a:pt x="1877199" y="1924616"/>
                  </a:lnTo>
                  <a:lnTo>
                    <a:pt x="1877199" y="1924616"/>
                  </a:lnTo>
                  <a:lnTo>
                    <a:pt x="1882672" y="1924616"/>
                  </a:lnTo>
                  <a:lnTo>
                    <a:pt x="1882672" y="1916254"/>
                  </a:lnTo>
                  <a:lnTo>
                    <a:pt x="1888145" y="1916254"/>
                  </a:lnTo>
                  <a:lnTo>
                    <a:pt x="1888145" y="1916254"/>
                  </a:lnTo>
                  <a:lnTo>
                    <a:pt x="1893618" y="1916254"/>
                  </a:lnTo>
                  <a:lnTo>
                    <a:pt x="1893618" y="1916254"/>
                  </a:lnTo>
                  <a:lnTo>
                    <a:pt x="1899091" y="1916254"/>
                  </a:lnTo>
                  <a:lnTo>
                    <a:pt x="1899091" y="1916254"/>
                  </a:lnTo>
                  <a:lnTo>
                    <a:pt x="1904564" y="1916254"/>
                  </a:lnTo>
                  <a:lnTo>
                    <a:pt x="1904564" y="1899524"/>
                  </a:lnTo>
                  <a:lnTo>
                    <a:pt x="1910037" y="1899524"/>
                  </a:lnTo>
                  <a:lnTo>
                    <a:pt x="1910037" y="1891159"/>
                  </a:lnTo>
                  <a:lnTo>
                    <a:pt x="1915509" y="1891159"/>
                  </a:lnTo>
                  <a:lnTo>
                    <a:pt x="1915509" y="1874428"/>
                  </a:lnTo>
                  <a:lnTo>
                    <a:pt x="1920982" y="1874428"/>
                  </a:lnTo>
                  <a:lnTo>
                    <a:pt x="1920982" y="1874428"/>
                  </a:lnTo>
                  <a:lnTo>
                    <a:pt x="1926455" y="1874428"/>
                  </a:lnTo>
                  <a:lnTo>
                    <a:pt x="1926455" y="1866060"/>
                  </a:lnTo>
                  <a:lnTo>
                    <a:pt x="1931928" y="1866060"/>
                  </a:lnTo>
                  <a:lnTo>
                    <a:pt x="1931928" y="1866060"/>
                  </a:lnTo>
                  <a:lnTo>
                    <a:pt x="1937401" y="1866060"/>
                  </a:lnTo>
                  <a:lnTo>
                    <a:pt x="1937401" y="1866060"/>
                  </a:lnTo>
                  <a:lnTo>
                    <a:pt x="1942874" y="1866060"/>
                  </a:lnTo>
                  <a:lnTo>
                    <a:pt x="1942874" y="1857688"/>
                  </a:lnTo>
                  <a:lnTo>
                    <a:pt x="1948347" y="1857688"/>
                  </a:lnTo>
                  <a:lnTo>
                    <a:pt x="1948347" y="1857688"/>
                  </a:lnTo>
                  <a:lnTo>
                    <a:pt x="1953820" y="1857688"/>
                  </a:lnTo>
                  <a:lnTo>
                    <a:pt x="1953820" y="1849315"/>
                  </a:lnTo>
                  <a:lnTo>
                    <a:pt x="1959292" y="1849315"/>
                  </a:lnTo>
                  <a:lnTo>
                    <a:pt x="1959292" y="1849315"/>
                  </a:lnTo>
                  <a:lnTo>
                    <a:pt x="1964765" y="1849315"/>
                  </a:lnTo>
                  <a:lnTo>
                    <a:pt x="1964765" y="1849315"/>
                  </a:lnTo>
                  <a:lnTo>
                    <a:pt x="1970238" y="1849315"/>
                  </a:lnTo>
                  <a:lnTo>
                    <a:pt x="1970238" y="1849315"/>
                  </a:lnTo>
                  <a:lnTo>
                    <a:pt x="1975711" y="1849315"/>
                  </a:lnTo>
                  <a:lnTo>
                    <a:pt x="1975711" y="1849315"/>
                  </a:lnTo>
                  <a:lnTo>
                    <a:pt x="1981184" y="1849315"/>
                  </a:lnTo>
                  <a:lnTo>
                    <a:pt x="1981184" y="1849315"/>
                  </a:lnTo>
                  <a:lnTo>
                    <a:pt x="1986657" y="1849315"/>
                  </a:lnTo>
                  <a:lnTo>
                    <a:pt x="1986657" y="1840932"/>
                  </a:lnTo>
                  <a:lnTo>
                    <a:pt x="1992130" y="1840932"/>
                  </a:lnTo>
                  <a:lnTo>
                    <a:pt x="1992130" y="1832549"/>
                  </a:lnTo>
                  <a:lnTo>
                    <a:pt x="1997603" y="1832549"/>
                  </a:lnTo>
                  <a:lnTo>
                    <a:pt x="1997603" y="1832549"/>
                  </a:lnTo>
                  <a:lnTo>
                    <a:pt x="2003076" y="1832549"/>
                  </a:lnTo>
                  <a:lnTo>
                    <a:pt x="2003076" y="1824156"/>
                  </a:lnTo>
                  <a:lnTo>
                    <a:pt x="2008548" y="1824156"/>
                  </a:lnTo>
                  <a:lnTo>
                    <a:pt x="2008548" y="1824156"/>
                  </a:lnTo>
                  <a:lnTo>
                    <a:pt x="2014021" y="1824156"/>
                  </a:lnTo>
                  <a:lnTo>
                    <a:pt x="2014021" y="1824156"/>
                  </a:lnTo>
                  <a:lnTo>
                    <a:pt x="2019494" y="1824156"/>
                  </a:lnTo>
                  <a:lnTo>
                    <a:pt x="2019494" y="1824156"/>
                  </a:lnTo>
                  <a:lnTo>
                    <a:pt x="2024967" y="1824156"/>
                  </a:lnTo>
                  <a:lnTo>
                    <a:pt x="2024967" y="1824156"/>
                  </a:lnTo>
                  <a:lnTo>
                    <a:pt x="2030440" y="1824156"/>
                  </a:lnTo>
                  <a:lnTo>
                    <a:pt x="2030440" y="1824156"/>
                  </a:lnTo>
                  <a:lnTo>
                    <a:pt x="2035913" y="1824156"/>
                  </a:lnTo>
                  <a:lnTo>
                    <a:pt x="2035913" y="1824156"/>
                  </a:lnTo>
                  <a:lnTo>
                    <a:pt x="2041386" y="1824156"/>
                  </a:lnTo>
                  <a:lnTo>
                    <a:pt x="2041386" y="1815751"/>
                  </a:lnTo>
                  <a:lnTo>
                    <a:pt x="2046859" y="1815751"/>
                  </a:lnTo>
                  <a:lnTo>
                    <a:pt x="2046859" y="1815751"/>
                  </a:lnTo>
                  <a:lnTo>
                    <a:pt x="2052332" y="1815751"/>
                  </a:lnTo>
                  <a:lnTo>
                    <a:pt x="2052332" y="1815751"/>
                  </a:lnTo>
                  <a:lnTo>
                    <a:pt x="2057804" y="1815751"/>
                  </a:lnTo>
                  <a:lnTo>
                    <a:pt x="2057804" y="1807339"/>
                  </a:lnTo>
                  <a:lnTo>
                    <a:pt x="2063277" y="1807339"/>
                  </a:lnTo>
                  <a:lnTo>
                    <a:pt x="2063277" y="1798923"/>
                  </a:lnTo>
                  <a:lnTo>
                    <a:pt x="2068750" y="1798923"/>
                  </a:lnTo>
                  <a:lnTo>
                    <a:pt x="2068750" y="1790508"/>
                  </a:lnTo>
                  <a:lnTo>
                    <a:pt x="2074223" y="1790508"/>
                  </a:lnTo>
                  <a:lnTo>
                    <a:pt x="2074223" y="1790508"/>
                  </a:lnTo>
                  <a:lnTo>
                    <a:pt x="2079696" y="1790508"/>
                  </a:lnTo>
                  <a:lnTo>
                    <a:pt x="2079696" y="1790508"/>
                  </a:lnTo>
                  <a:lnTo>
                    <a:pt x="2085169" y="1790508"/>
                  </a:lnTo>
                  <a:lnTo>
                    <a:pt x="2085169" y="1790508"/>
                  </a:lnTo>
                  <a:lnTo>
                    <a:pt x="2090642" y="1790508"/>
                  </a:lnTo>
                  <a:lnTo>
                    <a:pt x="2090642" y="1790508"/>
                  </a:lnTo>
                  <a:lnTo>
                    <a:pt x="2096115" y="1790508"/>
                  </a:lnTo>
                  <a:lnTo>
                    <a:pt x="2096115" y="1790508"/>
                  </a:lnTo>
                  <a:lnTo>
                    <a:pt x="2101588" y="1790508"/>
                  </a:lnTo>
                  <a:lnTo>
                    <a:pt x="2101588" y="1790508"/>
                  </a:lnTo>
                  <a:lnTo>
                    <a:pt x="2107060" y="1790508"/>
                  </a:lnTo>
                  <a:lnTo>
                    <a:pt x="2107060" y="1790508"/>
                  </a:lnTo>
                  <a:lnTo>
                    <a:pt x="2112533" y="1790508"/>
                  </a:lnTo>
                  <a:lnTo>
                    <a:pt x="2112533" y="1790508"/>
                  </a:lnTo>
                  <a:lnTo>
                    <a:pt x="2118006" y="1790508"/>
                  </a:lnTo>
                  <a:lnTo>
                    <a:pt x="2118006" y="1782084"/>
                  </a:lnTo>
                  <a:lnTo>
                    <a:pt x="2123479" y="1782084"/>
                  </a:lnTo>
                  <a:lnTo>
                    <a:pt x="2123479" y="1782084"/>
                  </a:lnTo>
                  <a:lnTo>
                    <a:pt x="2128952" y="1782084"/>
                  </a:lnTo>
                  <a:lnTo>
                    <a:pt x="2128952" y="1782084"/>
                  </a:lnTo>
                  <a:lnTo>
                    <a:pt x="2134425" y="1782084"/>
                  </a:lnTo>
                  <a:lnTo>
                    <a:pt x="2134425" y="1782084"/>
                  </a:lnTo>
                  <a:lnTo>
                    <a:pt x="2139898" y="1782084"/>
                  </a:lnTo>
                  <a:lnTo>
                    <a:pt x="2139898" y="1773658"/>
                  </a:lnTo>
                  <a:lnTo>
                    <a:pt x="2145371" y="1773658"/>
                  </a:lnTo>
                  <a:lnTo>
                    <a:pt x="2145371" y="1756804"/>
                  </a:lnTo>
                  <a:lnTo>
                    <a:pt x="2150843" y="1756804"/>
                  </a:lnTo>
                  <a:lnTo>
                    <a:pt x="2150843" y="1756804"/>
                  </a:lnTo>
                  <a:lnTo>
                    <a:pt x="2156316" y="1756804"/>
                  </a:lnTo>
                  <a:lnTo>
                    <a:pt x="2156316" y="1756804"/>
                  </a:lnTo>
                  <a:lnTo>
                    <a:pt x="2161789" y="1756804"/>
                  </a:lnTo>
                  <a:lnTo>
                    <a:pt x="2161789" y="1756804"/>
                  </a:lnTo>
                  <a:lnTo>
                    <a:pt x="2167262" y="1756804"/>
                  </a:lnTo>
                  <a:lnTo>
                    <a:pt x="2167262" y="1748369"/>
                  </a:lnTo>
                  <a:lnTo>
                    <a:pt x="2172735" y="1748369"/>
                  </a:lnTo>
                  <a:lnTo>
                    <a:pt x="2172735" y="1748369"/>
                  </a:lnTo>
                  <a:lnTo>
                    <a:pt x="2178208" y="1748369"/>
                  </a:lnTo>
                  <a:lnTo>
                    <a:pt x="2178208" y="1748369"/>
                  </a:lnTo>
                  <a:lnTo>
                    <a:pt x="2183681" y="1748369"/>
                  </a:lnTo>
                  <a:lnTo>
                    <a:pt x="2183681" y="1739935"/>
                  </a:lnTo>
                  <a:lnTo>
                    <a:pt x="2189154" y="1739935"/>
                  </a:lnTo>
                  <a:lnTo>
                    <a:pt x="2189154" y="1731496"/>
                  </a:lnTo>
                  <a:lnTo>
                    <a:pt x="2194627" y="1731496"/>
                  </a:lnTo>
                  <a:lnTo>
                    <a:pt x="2194627" y="1731496"/>
                  </a:lnTo>
                  <a:lnTo>
                    <a:pt x="2200099" y="1731496"/>
                  </a:lnTo>
                  <a:lnTo>
                    <a:pt x="2200099" y="1714612"/>
                  </a:lnTo>
                  <a:lnTo>
                    <a:pt x="2205572" y="1714612"/>
                  </a:lnTo>
                  <a:lnTo>
                    <a:pt x="2205572" y="1714612"/>
                  </a:lnTo>
                  <a:lnTo>
                    <a:pt x="2211045" y="1714612"/>
                  </a:lnTo>
                  <a:lnTo>
                    <a:pt x="2211045" y="1714612"/>
                  </a:lnTo>
                  <a:lnTo>
                    <a:pt x="2216518" y="1714612"/>
                  </a:lnTo>
                  <a:lnTo>
                    <a:pt x="2216518" y="1714612"/>
                  </a:lnTo>
                  <a:lnTo>
                    <a:pt x="2221991" y="1714612"/>
                  </a:lnTo>
                  <a:lnTo>
                    <a:pt x="2221991" y="1714612"/>
                  </a:lnTo>
                  <a:lnTo>
                    <a:pt x="2227464" y="1714612"/>
                  </a:lnTo>
                  <a:lnTo>
                    <a:pt x="2227464" y="1714612"/>
                  </a:lnTo>
                  <a:lnTo>
                    <a:pt x="2232937" y="1714612"/>
                  </a:lnTo>
                  <a:lnTo>
                    <a:pt x="2232937" y="1714612"/>
                  </a:lnTo>
                  <a:lnTo>
                    <a:pt x="2238410" y="1714612"/>
                  </a:lnTo>
                  <a:lnTo>
                    <a:pt x="2238410" y="1706155"/>
                  </a:lnTo>
                  <a:lnTo>
                    <a:pt x="2243883" y="1706155"/>
                  </a:lnTo>
                  <a:lnTo>
                    <a:pt x="2243883" y="1706155"/>
                  </a:lnTo>
                  <a:lnTo>
                    <a:pt x="2249355" y="1706155"/>
                  </a:lnTo>
                  <a:lnTo>
                    <a:pt x="2249355" y="1697689"/>
                  </a:lnTo>
                  <a:lnTo>
                    <a:pt x="2254828" y="1697689"/>
                  </a:lnTo>
                  <a:lnTo>
                    <a:pt x="2254828" y="1697689"/>
                  </a:lnTo>
                  <a:lnTo>
                    <a:pt x="2260301" y="1697689"/>
                  </a:lnTo>
                  <a:lnTo>
                    <a:pt x="2260301" y="1689216"/>
                  </a:lnTo>
                  <a:lnTo>
                    <a:pt x="2265774" y="1689216"/>
                  </a:lnTo>
                  <a:lnTo>
                    <a:pt x="2265774" y="1680735"/>
                  </a:lnTo>
                  <a:lnTo>
                    <a:pt x="2271247" y="1680735"/>
                  </a:lnTo>
                  <a:lnTo>
                    <a:pt x="2271247" y="1672250"/>
                  </a:lnTo>
                  <a:lnTo>
                    <a:pt x="2276720" y="1672250"/>
                  </a:lnTo>
                  <a:lnTo>
                    <a:pt x="2276720" y="1672250"/>
                  </a:lnTo>
                  <a:lnTo>
                    <a:pt x="2282193" y="1672250"/>
                  </a:lnTo>
                  <a:lnTo>
                    <a:pt x="2282193" y="1672250"/>
                  </a:lnTo>
                  <a:lnTo>
                    <a:pt x="2287666" y="1672250"/>
                  </a:lnTo>
                  <a:lnTo>
                    <a:pt x="2287666" y="1672250"/>
                  </a:lnTo>
                  <a:lnTo>
                    <a:pt x="2293138" y="1672250"/>
                  </a:lnTo>
                  <a:lnTo>
                    <a:pt x="2293138" y="1663760"/>
                  </a:lnTo>
                  <a:lnTo>
                    <a:pt x="2298611" y="1663760"/>
                  </a:lnTo>
                  <a:lnTo>
                    <a:pt x="2298611" y="1663760"/>
                  </a:lnTo>
                  <a:lnTo>
                    <a:pt x="2304084" y="1663760"/>
                  </a:lnTo>
                  <a:lnTo>
                    <a:pt x="2304084" y="1655255"/>
                  </a:lnTo>
                  <a:lnTo>
                    <a:pt x="2309557" y="1655255"/>
                  </a:lnTo>
                  <a:lnTo>
                    <a:pt x="2309557" y="1655255"/>
                  </a:lnTo>
                  <a:lnTo>
                    <a:pt x="2315030" y="1655255"/>
                  </a:lnTo>
                  <a:lnTo>
                    <a:pt x="2315030" y="1655255"/>
                  </a:lnTo>
                  <a:lnTo>
                    <a:pt x="2320503" y="1655255"/>
                  </a:lnTo>
                  <a:lnTo>
                    <a:pt x="2320503" y="1655255"/>
                  </a:lnTo>
                  <a:lnTo>
                    <a:pt x="2325976" y="1655255"/>
                  </a:lnTo>
                  <a:lnTo>
                    <a:pt x="2325976" y="1655255"/>
                  </a:lnTo>
                  <a:lnTo>
                    <a:pt x="2331449" y="1655255"/>
                  </a:lnTo>
                  <a:lnTo>
                    <a:pt x="2331449" y="1655255"/>
                  </a:lnTo>
                  <a:lnTo>
                    <a:pt x="2336922" y="1655255"/>
                  </a:lnTo>
                  <a:lnTo>
                    <a:pt x="2336922" y="1638213"/>
                  </a:lnTo>
                  <a:lnTo>
                    <a:pt x="2342394" y="1638213"/>
                  </a:lnTo>
                  <a:lnTo>
                    <a:pt x="2342394" y="1638213"/>
                  </a:lnTo>
                  <a:lnTo>
                    <a:pt x="2347867" y="1638213"/>
                  </a:lnTo>
                  <a:lnTo>
                    <a:pt x="2347867" y="1638213"/>
                  </a:lnTo>
                  <a:lnTo>
                    <a:pt x="2353340" y="1638213"/>
                  </a:lnTo>
                  <a:lnTo>
                    <a:pt x="2353340" y="1638213"/>
                  </a:lnTo>
                  <a:lnTo>
                    <a:pt x="2358813" y="1638213"/>
                  </a:lnTo>
                  <a:lnTo>
                    <a:pt x="2358813" y="1638213"/>
                  </a:lnTo>
                  <a:lnTo>
                    <a:pt x="2364286" y="1638213"/>
                  </a:lnTo>
                  <a:lnTo>
                    <a:pt x="2364286" y="1638213"/>
                  </a:lnTo>
                  <a:lnTo>
                    <a:pt x="2369759" y="1638213"/>
                  </a:lnTo>
                  <a:lnTo>
                    <a:pt x="2369759" y="1638213"/>
                  </a:lnTo>
                  <a:lnTo>
                    <a:pt x="2375232" y="1638213"/>
                  </a:lnTo>
                  <a:lnTo>
                    <a:pt x="2375232" y="1621163"/>
                  </a:lnTo>
                  <a:lnTo>
                    <a:pt x="2380705" y="1621163"/>
                  </a:lnTo>
                  <a:lnTo>
                    <a:pt x="2380705" y="1612626"/>
                  </a:lnTo>
                  <a:lnTo>
                    <a:pt x="2386178" y="1612626"/>
                  </a:lnTo>
                  <a:lnTo>
                    <a:pt x="2386178" y="1612626"/>
                  </a:lnTo>
                  <a:lnTo>
                    <a:pt x="2391650" y="1612626"/>
                  </a:lnTo>
                  <a:lnTo>
                    <a:pt x="2391650" y="1612626"/>
                  </a:lnTo>
                  <a:lnTo>
                    <a:pt x="2397123" y="1612626"/>
                  </a:lnTo>
                  <a:lnTo>
                    <a:pt x="2397123" y="1612626"/>
                  </a:lnTo>
                  <a:lnTo>
                    <a:pt x="2402596" y="1612626"/>
                  </a:lnTo>
                  <a:lnTo>
                    <a:pt x="2402596" y="1604088"/>
                  </a:lnTo>
                  <a:lnTo>
                    <a:pt x="2408069" y="1604088"/>
                  </a:lnTo>
                  <a:lnTo>
                    <a:pt x="2408069" y="1595551"/>
                  </a:lnTo>
                  <a:lnTo>
                    <a:pt x="2413542" y="1595551"/>
                  </a:lnTo>
                  <a:lnTo>
                    <a:pt x="2413542" y="1587014"/>
                  </a:lnTo>
                  <a:lnTo>
                    <a:pt x="2419015" y="1587014"/>
                  </a:lnTo>
                  <a:lnTo>
                    <a:pt x="2419015" y="1578472"/>
                  </a:lnTo>
                  <a:lnTo>
                    <a:pt x="2424488" y="1578472"/>
                  </a:lnTo>
                  <a:lnTo>
                    <a:pt x="2424488" y="1569923"/>
                  </a:lnTo>
                  <a:lnTo>
                    <a:pt x="2429961" y="1569923"/>
                  </a:lnTo>
                  <a:lnTo>
                    <a:pt x="2429961" y="1569923"/>
                  </a:lnTo>
                  <a:lnTo>
                    <a:pt x="2435434" y="1569923"/>
                  </a:lnTo>
                  <a:lnTo>
                    <a:pt x="2435434" y="1569923"/>
                  </a:lnTo>
                  <a:lnTo>
                    <a:pt x="2440906" y="1569923"/>
                  </a:lnTo>
                  <a:lnTo>
                    <a:pt x="2440906" y="1569923"/>
                  </a:lnTo>
                  <a:lnTo>
                    <a:pt x="2446379" y="1569923"/>
                  </a:lnTo>
                  <a:lnTo>
                    <a:pt x="2446379" y="1569923"/>
                  </a:lnTo>
                  <a:lnTo>
                    <a:pt x="2451852" y="1569923"/>
                  </a:lnTo>
                  <a:lnTo>
                    <a:pt x="2451852" y="1561369"/>
                  </a:lnTo>
                  <a:lnTo>
                    <a:pt x="2457325" y="1561369"/>
                  </a:lnTo>
                  <a:lnTo>
                    <a:pt x="2457325" y="1561369"/>
                  </a:lnTo>
                  <a:lnTo>
                    <a:pt x="2462798" y="1561369"/>
                  </a:lnTo>
                  <a:lnTo>
                    <a:pt x="2462798" y="1552815"/>
                  </a:lnTo>
                  <a:lnTo>
                    <a:pt x="2468271" y="1552815"/>
                  </a:lnTo>
                  <a:lnTo>
                    <a:pt x="2468271" y="1552815"/>
                  </a:lnTo>
                  <a:lnTo>
                    <a:pt x="2473744" y="1552815"/>
                  </a:lnTo>
                  <a:lnTo>
                    <a:pt x="2473744" y="1552815"/>
                  </a:lnTo>
                  <a:lnTo>
                    <a:pt x="2479217" y="1552815"/>
                  </a:lnTo>
                  <a:lnTo>
                    <a:pt x="2479217" y="1552815"/>
                  </a:lnTo>
                  <a:lnTo>
                    <a:pt x="2484689" y="1552815"/>
                  </a:lnTo>
                  <a:lnTo>
                    <a:pt x="2484689" y="1544257"/>
                  </a:lnTo>
                  <a:lnTo>
                    <a:pt x="2490162" y="1544257"/>
                  </a:lnTo>
                  <a:lnTo>
                    <a:pt x="2490162" y="1535699"/>
                  </a:lnTo>
                  <a:lnTo>
                    <a:pt x="2495635" y="1535699"/>
                  </a:lnTo>
                  <a:lnTo>
                    <a:pt x="2495635" y="1535699"/>
                  </a:lnTo>
                  <a:lnTo>
                    <a:pt x="2501108" y="1535699"/>
                  </a:lnTo>
                  <a:lnTo>
                    <a:pt x="2501108" y="1535699"/>
                  </a:lnTo>
                  <a:lnTo>
                    <a:pt x="2506581" y="1535699"/>
                  </a:lnTo>
                  <a:lnTo>
                    <a:pt x="2506581" y="1535699"/>
                  </a:lnTo>
                  <a:lnTo>
                    <a:pt x="2512054" y="1535699"/>
                  </a:lnTo>
                  <a:lnTo>
                    <a:pt x="2512054" y="1535699"/>
                  </a:lnTo>
                  <a:lnTo>
                    <a:pt x="2517527" y="1535699"/>
                  </a:lnTo>
                  <a:lnTo>
                    <a:pt x="2517527" y="1535699"/>
                  </a:lnTo>
                  <a:lnTo>
                    <a:pt x="2523000" y="1535699"/>
                  </a:lnTo>
                  <a:lnTo>
                    <a:pt x="2523000" y="1535699"/>
                  </a:lnTo>
                  <a:lnTo>
                    <a:pt x="2528473" y="1535699"/>
                  </a:lnTo>
                  <a:lnTo>
                    <a:pt x="2528473" y="1527124"/>
                  </a:lnTo>
                  <a:lnTo>
                    <a:pt x="2533945" y="1527124"/>
                  </a:lnTo>
                  <a:lnTo>
                    <a:pt x="2533945" y="1518544"/>
                  </a:lnTo>
                  <a:lnTo>
                    <a:pt x="2539418" y="1518544"/>
                  </a:lnTo>
                  <a:lnTo>
                    <a:pt x="2539418" y="1518544"/>
                  </a:lnTo>
                  <a:lnTo>
                    <a:pt x="2544891" y="1518544"/>
                  </a:lnTo>
                  <a:lnTo>
                    <a:pt x="2544891" y="1518544"/>
                  </a:lnTo>
                  <a:lnTo>
                    <a:pt x="2550364" y="1518544"/>
                  </a:lnTo>
                  <a:lnTo>
                    <a:pt x="2550364" y="1518544"/>
                  </a:lnTo>
                  <a:lnTo>
                    <a:pt x="2555837" y="1518544"/>
                  </a:lnTo>
                  <a:lnTo>
                    <a:pt x="2555837" y="1518544"/>
                  </a:lnTo>
                  <a:lnTo>
                    <a:pt x="2561310" y="1518544"/>
                  </a:lnTo>
                  <a:lnTo>
                    <a:pt x="2561310" y="1509948"/>
                  </a:lnTo>
                  <a:lnTo>
                    <a:pt x="2566783" y="1509948"/>
                  </a:lnTo>
                  <a:lnTo>
                    <a:pt x="2566783" y="1484145"/>
                  </a:lnTo>
                  <a:lnTo>
                    <a:pt x="2572256" y="1484145"/>
                  </a:lnTo>
                  <a:lnTo>
                    <a:pt x="2572256" y="1484145"/>
                  </a:lnTo>
                  <a:lnTo>
                    <a:pt x="2577729" y="1484145"/>
                  </a:lnTo>
                  <a:lnTo>
                    <a:pt x="2577729" y="1484145"/>
                  </a:lnTo>
                  <a:lnTo>
                    <a:pt x="2583201" y="1484145"/>
                  </a:lnTo>
                  <a:lnTo>
                    <a:pt x="2583201" y="1484145"/>
                  </a:lnTo>
                  <a:lnTo>
                    <a:pt x="2588674" y="1484145"/>
                  </a:lnTo>
                  <a:lnTo>
                    <a:pt x="2588674" y="1484145"/>
                  </a:lnTo>
                  <a:lnTo>
                    <a:pt x="2594147" y="1484145"/>
                  </a:lnTo>
                  <a:lnTo>
                    <a:pt x="2594147" y="1475544"/>
                  </a:lnTo>
                  <a:lnTo>
                    <a:pt x="2599620" y="1475544"/>
                  </a:lnTo>
                  <a:lnTo>
                    <a:pt x="2599620" y="1475544"/>
                  </a:lnTo>
                  <a:lnTo>
                    <a:pt x="2605093" y="1475544"/>
                  </a:lnTo>
                  <a:lnTo>
                    <a:pt x="2605093" y="1458342"/>
                  </a:lnTo>
                  <a:lnTo>
                    <a:pt x="2610566" y="1458342"/>
                  </a:lnTo>
                  <a:lnTo>
                    <a:pt x="2610566" y="1458342"/>
                  </a:lnTo>
                  <a:lnTo>
                    <a:pt x="2616039" y="1458342"/>
                  </a:lnTo>
                  <a:lnTo>
                    <a:pt x="2616039" y="1458342"/>
                  </a:lnTo>
                  <a:lnTo>
                    <a:pt x="2621512" y="1458342"/>
                  </a:lnTo>
                  <a:lnTo>
                    <a:pt x="2621512" y="1458342"/>
                  </a:lnTo>
                  <a:lnTo>
                    <a:pt x="2626985" y="1458342"/>
                  </a:lnTo>
                  <a:lnTo>
                    <a:pt x="2626985" y="1458342"/>
                  </a:lnTo>
                  <a:lnTo>
                    <a:pt x="2632457" y="1458342"/>
                  </a:lnTo>
                  <a:lnTo>
                    <a:pt x="2632457" y="1458342"/>
                  </a:lnTo>
                  <a:lnTo>
                    <a:pt x="2637930" y="1458342"/>
                  </a:lnTo>
                  <a:lnTo>
                    <a:pt x="2637930" y="1458342"/>
                  </a:lnTo>
                  <a:lnTo>
                    <a:pt x="2643403" y="1458342"/>
                  </a:lnTo>
                  <a:lnTo>
                    <a:pt x="2643403" y="1449728"/>
                  </a:lnTo>
                  <a:lnTo>
                    <a:pt x="2648876" y="1449728"/>
                  </a:lnTo>
                  <a:lnTo>
                    <a:pt x="2648876" y="1441114"/>
                  </a:lnTo>
                  <a:lnTo>
                    <a:pt x="2654349" y="1441114"/>
                  </a:lnTo>
                  <a:lnTo>
                    <a:pt x="2654349" y="1441114"/>
                  </a:lnTo>
                  <a:lnTo>
                    <a:pt x="2659822" y="1441114"/>
                  </a:lnTo>
                  <a:lnTo>
                    <a:pt x="2659822" y="1441114"/>
                  </a:lnTo>
                  <a:lnTo>
                    <a:pt x="2665295" y="1441114"/>
                  </a:lnTo>
                  <a:lnTo>
                    <a:pt x="2665295" y="1441114"/>
                  </a:lnTo>
                  <a:lnTo>
                    <a:pt x="2670768" y="1441114"/>
                  </a:lnTo>
                  <a:lnTo>
                    <a:pt x="2670768" y="1441114"/>
                  </a:lnTo>
                  <a:lnTo>
                    <a:pt x="2676240" y="1441114"/>
                  </a:lnTo>
                  <a:lnTo>
                    <a:pt x="2676240" y="1432495"/>
                  </a:lnTo>
                  <a:lnTo>
                    <a:pt x="2681713" y="1432495"/>
                  </a:lnTo>
                  <a:lnTo>
                    <a:pt x="2681713" y="1423877"/>
                  </a:lnTo>
                  <a:lnTo>
                    <a:pt x="2687186" y="1423877"/>
                  </a:lnTo>
                  <a:lnTo>
                    <a:pt x="2687186" y="1423877"/>
                  </a:lnTo>
                  <a:lnTo>
                    <a:pt x="2692659" y="1423877"/>
                  </a:lnTo>
                  <a:lnTo>
                    <a:pt x="2692659" y="1423877"/>
                  </a:lnTo>
                  <a:lnTo>
                    <a:pt x="2698132" y="1423877"/>
                  </a:lnTo>
                  <a:lnTo>
                    <a:pt x="2698132" y="1423877"/>
                  </a:lnTo>
                  <a:lnTo>
                    <a:pt x="2703605" y="1423877"/>
                  </a:lnTo>
                  <a:lnTo>
                    <a:pt x="2703605" y="1423877"/>
                  </a:lnTo>
                  <a:lnTo>
                    <a:pt x="2709078" y="1423877"/>
                  </a:lnTo>
                  <a:lnTo>
                    <a:pt x="2709078" y="1423877"/>
                  </a:lnTo>
                  <a:lnTo>
                    <a:pt x="2714551" y="1423877"/>
                  </a:lnTo>
                  <a:lnTo>
                    <a:pt x="2714551" y="1423877"/>
                  </a:lnTo>
                  <a:lnTo>
                    <a:pt x="2720024" y="1423877"/>
                  </a:lnTo>
                  <a:lnTo>
                    <a:pt x="2720024" y="1423877"/>
                  </a:lnTo>
                  <a:lnTo>
                    <a:pt x="2725496" y="1423877"/>
                  </a:lnTo>
                  <a:lnTo>
                    <a:pt x="2725496" y="1423877"/>
                  </a:lnTo>
                  <a:lnTo>
                    <a:pt x="2730969" y="1423877"/>
                  </a:lnTo>
                  <a:lnTo>
                    <a:pt x="2730969" y="1415240"/>
                  </a:lnTo>
                  <a:lnTo>
                    <a:pt x="2736442" y="1415240"/>
                  </a:lnTo>
                  <a:lnTo>
                    <a:pt x="2736442" y="1415240"/>
                  </a:lnTo>
                  <a:lnTo>
                    <a:pt x="2741915" y="1415240"/>
                  </a:lnTo>
                  <a:lnTo>
                    <a:pt x="2741915" y="1415240"/>
                  </a:lnTo>
                  <a:lnTo>
                    <a:pt x="2747388" y="1415240"/>
                  </a:lnTo>
                  <a:lnTo>
                    <a:pt x="2747388" y="1415240"/>
                  </a:lnTo>
                  <a:lnTo>
                    <a:pt x="2752861" y="1415240"/>
                  </a:lnTo>
                  <a:lnTo>
                    <a:pt x="2752861" y="1415240"/>
                  </a:lnTo>
                  <a:lnTo>
                    <a:pt x="2758334" y="1415240"/>
                  </a:lnTo>
                  <a:lnTo>
                    <a:pt x="2758334" y="1415240"/>
                  </a:lnTo>
                  <a:lnTo>
                    <a:pt x="2763807" y="1415240"/>
                  </a:lnTo>
                  <a:lnTo>
                    <a:pt x="2763807" y="1415240"/>
                  </a:lnTo>
                  <a:lnTo>
                    <a:pt x="2769280" y="1415240"/>
                  </a:lnTo>
                  <a:lnTo>
                    <a:pt x="2769280" y="1415240"/>
                  </a:lnTo>
                  <a:lnTo>
                    <a:pt x="2774752" y="1415240"/>
                  </a:lnTo>
                  <a:lnTo>
                    <a:pt x="2774752" y="1415240"/>
                  </a:lnTo>
                  <a:lnTo>
                    <a:pt x="2780225" y="1415240"/>
                  </a:lnTo>
                  <a:lnTo>
                    <a:pt x="2780225" y="1415240"/>
                  </a:lnTo>
                  <a:lnTo>
                    <a:pt x="2785698" y="1415240"/>
                  </a:lnTo>
                  <a:lnTo>
                    <a:pt x="2785698" y="1415240"/>
                  </a:lnTo>
                  <a:lnTo>
                    <a:pt x="2791171" y="1415240"/>
                  </a:lnTo>
                  <a:lnTo>
                    <a:pt x="2791171" y="1406599"/>
                  </a:lnTo>
                  <a:lnTo>
                    <a:pt x="2796644" y="1406599"/>
                  </a:lnTo>
                  <a:lnTo>
                    <a:pt x="2796644" y="1406599"/>
                  </a:lnTo>
                  <a:lnTo>
                    <a:pt x="2802117" y="1406599"/>
                  </a:lnTo>
                  <a:lnTo>
                    <a:pt x="2802117" y="1406599"/>
                  </a:lnTo>
                  <a:lnTo>
                    <a:pt x="2807590" y="1406599"/>
                  </a:lnTo>
                  <a:lnTo>
                    <a:pt x="2807590" y="1406599"/>
                  </a:lnTo>
                  <a:lnTo>
                    <a:pt x="2813063" y="1406599"/>
                  </a:lnTo>
                  <a:lnTo>
                    <a:pt x="2813063" y="1406599"/>
                  </a:lnTo>
                  <a:lnTo>
                    <a:pt x="2818535" y="1406599"/>
                  </a:lnTo>
                  <a:lnTo>
                    <a:pt x="2818535" y="1389316"/>
                  </a:lnTo>
                  <a:lnTo>
                    <a:pt x="2824008" y="1389316"/>
                  </a:lnTo>
                  <a:lnTo>
                    <a:pt x="2824008" y="1389316"/>
                  </a:lnTo>
                  <a:lnTo>
                    <a:pt x="2829481" y="1389316"/>
                  </a:lnTo>
                  <a:lnTo>
                    <a:pt x="2829481" y="1389316"/>
                  </a:lnTo>
                  <a:lnTo>
                    <a:pt x="2834954" y="1389316"/>
                  </a:lnTo>
                  <a:lnTo>
                    <a:pt x="2834954" y="1380671"/>
                  </a:lnTo>
                  <a:lnTo>
                    <a:pt x="2840427" y="1380671"/>
                  </a:lnTo>
                  <a:lnTo>
                    <a:pt x="2840427" y="1380671"/>
                  </a:lnTo>
                  <a:lnTo>
                    <a:pt x="2845900" y="1380671"/>
                  </a:lnTo>
                  <a:lnTo>
                    <a:pt x="2845900" y="1380671"/>
                  </a:lnTo>
                  <a:lnTo>
                    <a:pt x="2851373" y="1380671"/>
                  </a:lnTo>
                  <a:lnTo>
                    <a:pt x="2851373" y="1380671"/>
                  </a:lnTo>
                  <a:lnTo>
                    <a:pt x="2856846" y="1380671"/>
                  </a:lnTo>
                  <a:lnTo>
                    <a:pt x="2856846" y="1380671"/>
                  </a:lnTo>
                  <a:lnTo>
                    <a:pt x="2862319" y="1380671"/>
                  </a:lnTo>
                  <a:lnTo>
                    <a:pt x="2862319" y="1380671"/>
                  </a:lnTo>
                  <a:lnTo>
                    <a:pt x="2867791" y="1380671"/>
                  </a:lnTo>
                  <a:lnTo>
                    <a:pt x="2867791" y="1372011"/>
                  </a:lnTo>
                  <a:lnTo>
                    <a:pt x="2873264" y="1372011"/>
                  </a:lnTo>
                  <a:lnTo>
                    <a:pt x="2873264" y="1372011"/>
                  </a:lnTo>
                  <a:lnTo>
                    <a:pt x="2878737" y="1372011"/>
                  </a:lnTo>
                  <a:lnTo>
                    <a:pt x="2878737" y="1372011"/>
                  </a:lnTo>
                  <a:lnTo>
                    <a:pt x="2884210" y="1372011"/>
                  </a:lnTo>
                  <a:lnTo>
                    <a:pt x="2884210" y="1372011"/>
                  </a:lnTo>
                  <a:lnTo>
                    <a:pt x="2889683" y="1372011"/>
                  </a:lnTo>
                  <a:lnTo>
                    <a:pt x="2889683" y="1372011"/>
                  </a:lnTo>
                  <a:lnTo>
                    <a:pt x="2895156" y="1372011"/>
                  </a:lnTo>
                  <a:lnTo>
                    <a:pt x="2895156" y="1372011"/>
                  </a:lnTo>
                  <a:lnTo>
                    <a:pt x="2900629" y="1372011"/>
                  </a:lnTo>
                  <a:lnTo>
                    <a:pt x="2900629" y="1363346"/>
                  </a:lnTo>
                  <a:lnTo>
                    <a:pt x="2906102" y="1363346"/>
                  </a:lnTo>
                  <a:lnTo>
                    <a:pt x="2906102" y="1363346"/>
                  </a:lnTo>
                  <a:lnTo>
                    <a:pt x="2911575" y="1363346"/>
                  </a:lnTo>
                  <a:lnTo>
                    <a:pt x="2911575" y="1354671"/>
                  </a:lnTo>
                  <a:lnTo>
                    <a:pt x="2917047" y="1354671"/>
                  </a:lnTo>
                  <a:lnTo>
                    <a:pt x="2917047" y="1354671"/>
                  </a:lnTo>
                  <a:lnTo>
                    <a:pt x="2922520" y="1354671"/>
                  </a:lnTo>
                  <a:lnTo>
                    <a:pt x="2922520" y="1354671"/>
                  </a:lnTo>
                  <a:lnTo>
                    <a:pt x="2927993" y="1354671"/>
                  </a:lnTo>
                  <a:lnTo>
                    <a:pt x="2927993" y="1354671"/>
                  </a:lnTo>
                  <a:lnTo>
                    <a:pt x="2933466" y="1354671"/>
                  </a:lnTo>
                  <a:lnTo>
                    <a:pt x="2933466" y="1354671"/>
                  </a:lnTo>
                  <a:lnTo>
                    <a:pt x="2938939" y="1354671"/>
                  </a:lnTo>
                  <a:lnTo>
                    <a:pt x="2938939" y="1354671"/>
                  </a:lnTo>
                  <a:lnTo>
                    <a:pt x="2944412" y="1354671"/>
                  </a:lnTo>
                  <a:lnTo>
                    <a:pt x="2944412" y="1354671"/>
                  </a:lnTo>
                  <a:lnTo>
                    <a:pt x="2949885" y="1354671"/>
                  </a:lnTo>
                  <a:lnTo>
                    <a:pt x="2949885" y="1345987"/>
                  </a:lnTo>
                  <a:lnTo>
                    <a:pt x="2955358" y="1345987"/>
                  </a:lnTo>
                  <a:lnTo>
                    <a:pt x="2955358" y="1345987"/>
                  </a:lnTo>
                  <a:lnTo>
                    <a:pt x="2960831" y="1345987"/>
                  </a:lnTo>
                  <a:lnTo>
                    <a:pt x="2960831" y="1345987"/>
                  </a:lnTo>
                  <a:lnTo>
                    <a:pt x="2966303" y="1345987"/>
                  </a:lnTo>
                  <a:lnTo>
                    <a:pt x="2966303" y="1345987"/>
                  </a:lnTo>
                  <a:lnTo>
                    <a:pt x="2971776" y="1345987"/>
                  </a:lnTo>
                  <a:lnTo>
                    <a:pt x="2971776" y="1345987"/>
                  </a:lnTo>
                  <a:lnTo>
                    <a:pt x="2977249" y="1345987"/>
                  </a:lnTo>
                  <a:lnTo>
                    <a:pt x="2977249" y="1337279"/>
                  </a:lnTo>
                  <a:lnTo>
                    <a:pt x="2982722" y="1337279"/>
                  </a:lnTo>
                  <a:lnTo>
                    <a:pt x="2982722" y="1337279"/>
                  </a:lnTo>
                  <a:lnTo>
                    <a:pt x="2988195" y="1337279"/>
                  </a:lnTo>
                  <a:lnTo>
                    <a:pt x="2988195" y="1337279"/>
                  </a:lnTo>
                  <a:lnTo>
                    <a:pt x="2993668" y="1337279"/>
                  </a:lnTo>
                  <a:lnTo>
                    <a:pt x="2993668" y="1328546"/>
                  </a:lnTo>
                  <a:lnTo>
                    <a:pt x="2999141" y="1328546"/>
                  </a:lnTo>
                  <a:lnTo>
                    <a:pt x="2999141" y="1319803"/>
                  </a:lnTo>
                  <a:lnTo>
                    <a:pt x="3004614" y="1319803"/>
                  </a:lnTo>
                  <a:lnTo>
                    <a:pt x="3004614" y="1319803"/>
                  </a:lnTo>
                  <a:lnTo>
                    <a:pt x="3010086" y="1319803"/>
                  </a:lnTo>
                  <a:lnTo>
                    <a:pt x="3010086" y="1319803"/>
                  </a:lnTo>
                  <a:lnTo>
                    <a:pt x="3015559" y="1319803"/>
                  </a:lnTo>
                  <a:lnTo>
                    <a:pt x="3015559" y="1319803"/>
                  </a:lnTo>
                  <a:lnTo>
                    <a:pt x="3021032" y="1319803"/>
                  </a:lnTo>
                  <a:lnTo>
                    <a:pt x="3021032" y="1319803"/>
                  </a:lnTo>
                  <a:lnTo>
                    <a:pt x="3026505" y="1319803"/>
                  </a:lnTo>
                  <a:lnTo>
                    <a:pt x="3026505" y="1302317"/>
                  </a:lnTo>
                  <a:lnTo>
                    <a:pt x="3031978" y="1302317"/>
                  </a:lnTo>
                  <a:lnTo>
                    <a:pt x="3031978" y="1302317"/>
                  </a:lnTo>
                  <a:lnTo>
                    <a:pt x="3037451" y="1302317"/>
                  </a:lnTo>
                  <a:lnTo>
                    <a:pt x="3037451" y="1302317"/>
                  </a:lnTo>
                  <a:lnTo>
                    <a:pt x="3042924" y="1302317"/>
                  </a:lnTo>
                  <a:lnTo>
                    <a:pt x="3042924" y="1302317"/>
                  </a:lnTo>
                  <a:lnTo>
                    <a:pt x="3048397" y="1302317"/>
                  </a:lnTo>
                  <a:lnTo>
                    <a:pt x="3048397" y="1302317"/>
                  </a:lnTo>
                  <a:lnTo>
                    <a:pt x="3053870" y="1302317"/>
                  </a:lnTo>
                  <a:lnTo>
                    <a:pt x="3053870" y="1302317"/>
                  </a:lnTo>
                  <a:lnTo>
                    <a:pt x="3059342" y="1302317"/>
                  </a:lnTo>
                  <a:lnTo>
                    <a:pt x="3059342" y="1302317"/>
                  </a:lnTo>
                  <a:lnTo>
                    <a:pt x="3064815" y="1302317"/>
                  </a:lnTo>
                  <a:lnTo>
                    <a:pt x="3064815" y="1302317"/>
                  </a:lnTo>
                  <a:lnTo>
                    <a:pt x="3070288" y="1302317"/>
                  </a:lnTo>
                  <a:lnTo>
                    <a:pt x="3070288" y="1302317"/>
                  </a:lnTo>
                  <a:lnTo>
                    <a:pt x="3075761" y="1302317"/>
                  </a:lnTo>
                  <a:lnTo>
                    <a:pt x="3075761" y="1302317"/>
                  </a:lnTo>
                  <a:lnTo>
                    <a:pt x="3081234" y="1302317"/>
                  </a:lnTo>
                  <a:lnTo>
                    <a:pt x="3081234" y="1302317"/>
                  </a:lnTo>
                  <a:lnTo>
                    <a:pt x="3086707" y="1302317"/>
                  </a:lnTo>
                  <a:lnTo>
                    <a:pt x="3086707" y="1302317"/>
                  </a:lnTo>
                  <a:lnTo>
                    <a:pt x="3092180" y="1302317"/>
                  </a:lnTo>
                  <a:lnTo>
                    <a:pt x="3092180" y="1293539"/>
                  </a:lnTo>
                  <a:lnTo>
                    <a:pt x="3097653" y="1293539"/>
                  </a:lnTo>
                  <a:lnTo>
                    <a:pt x="3097653" y="1293539"/>
                  </a:lnTo>
                  <a:lnTo>
                    <a:pt x="3103126" y="1293539"/>
                  </a:lnTo>
                  <a:lnTo>
                    <a:pt x="3103126" y="1284756"/>
                  </a:lnTo>
                  <a:lnTo>
                    <a:pt x="3108598" y="1284756"/>
                  </a:lnTo>
                  <a:lnTo>
                    <a:pt x="3108598" y="1284756"/>
                  </a:lnTo>
                  <a:lnTo>
                    <a:pt x="3114071" y="1284756"/>
                  </a:lnTo>
                  <a:lnTo>
                    <a:pt x="3114071" y="1284756"/>
                  </a:lnTo>
                  <a:lnTo>
                    <a:pt x="3119544" y="1284756"/>
                  </a:lnTo>
                  <a:lnTo>
                    <a:pt x="3119544" y="1284756"/>
                  </a:lnTo>
                  <a:lnTo>
                    <a:pt x="3125017" y="1284756"/>
                  </a:lnTo>
                  <a:lnTo>
                    <a:pt x="3125017" y="1284756"/>
                  </a:lnTo>
                  <a:lnTo>
                    <a:pt x="3130490" y="1284756"/>
                  </a:lnTo>
                  <a:lnTo>
                    <a:pt x="3130490" y="1284756"/>
                  </a:lnTo>
                  <a:lnTo>
                    <a:pt x="3135963" y="1284756"/>
                  </a:lnTo>
                  <a:lnTo>
                    <a:pt x="3135963" y="1284756"/>
                  </a:lnTo>
                  <a:lnTo>
                    <a:pt x="3141436" y="1284756"/>
                  </a:lnTo>
                  <a:lnTo>
                    <a:pt x="3141436" y="1284756"/>
                  </a:lnTo>
                  <a:lnTo>
                    <a:pt x="3146909" y="1284756"/>
                  </a:lnTo>
                  <a:lnTo>
                    <a:pt x="3146909" y="1284756"/>
                  </a:lnTo>
                  <a:lnTo>
                    <a:pt x="3152382" y="1284756"/>
                  </a:lnTo>
                  <a:lnTo>
                    <a:pt x="3152382" y="1275947"/>
                  </a:lnTo>
                  <a:lnTo>
                    <a:pt x="3157854" y="1275947"/>
                  </a:lnTo>
                  <a:lnTo>
                    <a:pt x="3157854" y="1275947"/>
                  </a:lnTo>
                  <a:lnTo>
                    <a:pt x="3163327" y="1275947"/>
                  </a:lnTo>
                  <a:lnTo>
                    <a:pt x="3163327" y="1275947"/>
                  </a:lnTo>
                  <a:lnTo>
                    <a:pt x="3168800" y="1275947"/>
                  </a:lnTo>
                  <a:lnTo>
                    <a:pt x="3168800" y="1275947"/>
                  </a:lnTo>
                  <a:lnTo>
                    <a:pt x="3174273" y="1275947"/>
                  </a:lnTo>
                  <a:lnTo>
                    <a:pt x="3174273" y="1275947"/>
                  </a:lnTo>
                  <a:lnTo>
                    <a:pt x="3179746" y="1275947"/>
                  </a:lnTo>
                  <a:lnTo>
                    <a:pt x="3179746" y="1275947"/>
                  </a:lnTo>
                  <a:lnTo>
                    <a:pt x="3185219" y="1275947"/>
                  </a:lnTo>
                  <a:lnTo>
                    <a:pt x="3185219" y="1275947"/>
                  </a:lnTo>
                  <a:lnTo>
                    <a:pt x="3190692" y="1275947"/>
                  </a:lnTo>
                  <a:lnTo>
                    <a:pt x="3190692" y="1275947"/>
                  </a:lnTo>
                  <a:lnTo>
                    <a:pt x="3196165" y="1275947"/>
                  </a:lnTo>
                  <a:lnTo>
                    <a:pt x="3196165" y="1275947"/>
                  </a:lnTo>
                  <a:lnTo>
                    <a:pt x="3201637" y="1275947"/>
                  </a:lnTo>
                  <a:lnTo>
                    <a:pt x="3201637" y="1275947"/>
                  </a:lnTo>
                  <a:lnTo>
                    <a:pt x="3207110" y="1275947"/>
                  </a:lnTo>
                  <a:lnTo>
                    <a:pt x="3207110" y="1275947"/>
                  </a:lnTo>
                  <a:lnTo>
                    <a:pt x="3212583" y="1275947"/>
                  </a:lnTo>
                  <a:lnTo>
                    <a:pt x="3212583" y="1275947"/>
                  </a:lnTo>
                  <a:lnTo>
                    <a:pt x="3218056" y="1275947"/>
                  </a:lnTo>
                  <a:lnTo>
                    <a:pt x="3218056" y="1275947"/>
                  </a:lnTo>
                  <a:lnTo>
                    <a:pt x="3223529" y="1275947"/>
                  </a:lnTo>
                  <a:lnTo>
                    <a:pt x="3223529" y="1275947"/>
                  </a:lnTo>
                  <a:lnTo>
                    <a:pt x="3229002" y="1275947"/>
                  </a:lnTo>
                  <a:lnTo>
                    <a:pt x="3229002" y="1275947"/>
                  </a:lnTo>
                  <a:lnTo>
                    <a:pt x="3234475" y="1275947"/>
                  </a:lnTo>
                  <a:lnTo>
                    <a:pt x="3234475" y="1275947"/>
                  </a:lnTo>
                  <a:lnTo>
                    <a:pt x="3239948" y="1275947"/>
                  </a:lnTo>
                  <a:lnTo>
                    <a:pt x="3239948" y="1275947"/>
                  </a:lnTo>
                  <a:lnTo>
                    <a:pt x="3245421" y="1275947"/>
                  </a:lnTo>
                  <a:lnTo>
                    <a:pt x="3245421" y="1275947"/>
                  </a:lnTo>
                  <a:lnTo>
                    <a:pt x="3250893" y="1275947"/>
                  </a:lnTo>
                  <a:lnTo>
                    <a:pt x="3250893" y="1275947"/>
                  </a:lnTo>
                  <a:lnTo>
                    <a:pt x="3256366" y="1275947"/>
                  </a:lnTo>
                  <a:lnTo>
                    <a:pt x="3256366" y="1275947"/>
                  </a:lnTo>
                  <a:lnTo>
                    <a:pt x="3261839" y="1275947"/>
                  </a:lnTo>
                  <a:lnTo>
                    <a:pt x="3261839" y="1275947"/>
                  </a:lnTo>
                  <a:lnTo>
                    <a:pt x="3267312" y="1275947"/>
                  </a:lnTo>
                  <a:lnTo>
                    <a:pt x="3267312" y="1275947"/>
                  </a:lnTo>
                  <a:lnTo>
                    <a:pt x="3272785" y="1275947"/>
                  </a:lnTo>
                  <a:lnTo>
                    <a:pt x="3272785" y="1275947"/>
                  </a:lnTo>
                  <a:lnTo>
                    <a:pt x="3278258" y="1275947"/>
                  </a:lnTo>
                  <a:lnTo>
                    <a:pt x="3278258" y="1275947"/>
                  </a:lnTo>
                  <a:lnTo>
                    <a:pt x="3283731" y="1275947"/>
                  </a:lnTo>
                  <a:lnTo>
                    <a:pt x="3283731" y="1275947"/>
                  </a:lnTo>
                  <a:lnTo>
                    <a:pt x="3289204" y="1275947"/>
                  </a:lnTo>
                  <a:lnTo>
                    <a:pt x="3289204" y="1275947"/>
                  </a:lnTo>
                  <a:lnTo>
                    <a:pt x="3294677" y="1275947"/>
                  </a:lnTo>
                  <a:lnTo>
                    <a:pt x="3294677" y="1275947"/>
                  </a:lnTo>
                  <a:lnTo>
                    <a:pt x="3300149" y="1275947"/>
                  </a:lnTo>
                  <a:lnTo>
                    <a:pt x="3300149" y="1275947"/>
                  </a:lnTo>
                  <a:lnTo>
                    <a:pt x="3305622" y="1275947"/>
                  </a:lnTo>
                  <a:lnTo>
                    <a:pt x="3305622" y="1275947"/>
                  </a:lnTo>
                  <a:lnTo>
                    <a:pt x="3311095" y="1275947"/>
                  </a:lnTo>
                  <a:lnTo>
                    <a:pt x="3311095" y="1266987"/>
                  </a:lnTo>
                  <a:lnTo>
                    <a:pt x="3316568" y="1266987"/>
                  </a:lnTo>
                  <a:lnTo>
                    <a:pt x="3316568" y="1258016"/>
                  </a:lnTo>
                  <a:lnTo>
                    <a:pt x="3322041" y="1258016"/>
                  </a:lnTo>
                  <a:lnTo>
                    <a:pt x="3322041" y="1258016"/>
                  </a:lnTo>
                  <a:lnTo>
                    <a:pt x="3327514" y="1258016"/>
                  </a:lnTo>
                  <a:lnTo>
                    <a:pt x="3327514" y="1258016"/>
                  </a:lnTo>
                  <a:lnTo>
                    <a:pt x="3332987" y="1258016"/>
                  </a:lnTo>
                  <a:lnTo>
                    <a:pt x="3332987" y="1258016"/>
                  </a:lnTo>
                  <a:lnTo>
                    <a:pt x="3338460" y="1258016"/>
                  </a:lnTo>
                  <a:lnTo>
                    <a:pt x="3338460" y="1258016"/>
                  </a:lnTo>
                  <a:lnTo>
                    <a:pt x="3343932" y="1258016"/>
                  </a:lnTo>
                  <a:lnTo>
                    <a:pt x="3343932" y="1258016"/>
                  </a:lnTo>
                  <a:lnTo>
                    <a:pt x="3349405" y="1258016"/>
                  </a:lnTo>
                  <a:lnTo>
                    <a:pt x="3349405" y="1258016"/>
                  </a:lnTo>
                  <a:lnTo>
                    <a:pt x="3354878" y="1258016"/>
                  </a:lnTo>
                  <a:lnTo>
                    <a:pt x="3354878" y="1258016"/>
                  </a:lnTo>
                  <a:lnTo>
                    <a:pt x="3360351" y="1258016"/>
                  </a:lnTo>
                  <a:lnTo>
                    <a:pt x="3360351" y="1258016"/>
                  </a:lnTo>
                  <a:lnTo>
                    <a:pt x="3365824" y="1258016"/>
                  </a:lnTo>
                  <a:lnTo>
                    <a:pt x="3365824" y="1258016"/>
                  </a:lnTo>
                  <a:lnTo>
                    <a:pt x="3371297" y="1258016"/>
                  </a:lnTo>
                  <a:lnTo>
                    <a:pt x="3371297" y="1249006"/>
                  </a:lnTo>
                  <a:lnTo>
                    <a:pt x="3376770" y="1249006"/>
                  </a:lnTo>
                  <a:lnTo>
                    <a:pt x="3376770" y="1249006"/>
                  </a:lnTo>
                  <a:lnTo>
                    <a:pt x="3382243" y="1249006"/>
                  </a:lnTo>
                  <a:lnTo>
                    <a:pt x="3382243" y="1249006"/>
                  </a:lnTo>
                  <a:lnTo>
                    <a:pt x="3387716" y="1249006"/>
                  </a:lnTo>
                  <a:lnTo>
                    <a:pt x="3387716" y="1249006"/>
                  </a:lnTo>
                  <a:lnTo>
                    <a:pt x="3393188" y="1249006"/>
                  </a:lnTo>
                  <a:lnTo>
                    <a:pt x="3393188" y="1249006"/>
                  </a:lnTo>
                  <a:lnTo>
                    <a:pt x="3398661" y="1249006"/>
                  </a:lnTo>
                  <a:lnTo>
                    <a:pt x="3398661" y="1249006"/>
                  </a:lnTo>
                  <a:lnTo>
                    <a:pt x="3404134" y="1249006"/>
                  </a:lnTo>
                  <a:lnTo>
                    <a:pt x="3404134" y="1249006"/>
                  </a:lnTo>
                  <a:lnTo>
                    <a:pt x="3409607" y="1249006"/>
                  </a:lnTo>
                  <a:lnTo>
                    <a:pt x="3409607" y="1230929"/>
                  </a:lnTo>
                  <a:lnTo>
                    <a:pt x="3415080" y="1230929"/>
                  </a:lnTo>
                  <a:lnTo>
                    <a:pt x="3415080" y="1230929"/>
                  </a:lnTo>
                  <a:lnTo>
                    <a:pt x="3420553" y="1230929"/>
                  </a:lnTo>
                  <a:lnTo>
                    <a:pt x="3420553" y="1230929"/>
                  </a:lnTo>
                  <a:lnTo>
                    <a:pt x="3426026" y="1230929"/>
                  </a:lnTo>
                  <a:lnTo>
                    <a:pt x="3426026" y="1230929"/>
                  </a:lnTo>
                  <a:lnTo>
                    <a:pt x="3431499" y="1230929"/>
                  </a:lnTo>
                  <a:lnTo>
                    <a:pt x="3431499" y="1230929"/>
                  </a:lnTo>
                  <a:lnTo>
                    <a:pt x="3436972" y="1230929"/>
                  </a:lnTo>
                  <a:lnTo>
                    <a:pt x="3436972" y="1230929"/>
                  </a:lnTo>
                  <a:lnTo>
                    <a:pt x="3442444" y="1230929"/>
                  </a:lnTo>
                  <a:lnTo>
                    <a:pt x="3442444" y="1230929"/>
                  </a:lnTo>
                  <a:lnTo>
                    <a:pt x="3447917" y="1230929"/>
                  </a:lnTo>
                  <a:lnTo>
                    <a:pt x="3447917" y="1230929"/>
                  </a:lnTo>
                  <a:lnTo>
                    <a:pt x="3453390" y="1230929"/>
                  </a:lnTo>
                  <a:lnTo>
                    <a:pt x="3453390" y="1230929"/>
                  </a:lnTo>
                  <a:lnTo>
                    <a:pt x="3458863" y="1230929"/>
                  </a:lnTo>
                  <a:lnTo>
                    <a:pt x="3458863" y="1230929"/>
                  </a:lnTo>
                  <a:lnTo>
                    <a:pt x="3464336" y="1230929"/>
                  </a:lnTo>
                  <a:lnTo>
                    <a:pt x="3464336" y="1230929"/>
                  </a:lnTo>
                  <a:lnTo>
                    <a:pt x="3469809" y="1230929"/>
                  </a:lnTo>
                  <a:lnTo>
                    <a:pt x="3469809" y="1230929"/>
                  </a:lnTo>
                  <a:lnTo>
                    <a:pt x="3475282" y="1230929"/>
                  </a:lnTo>
                  <a:lnTo>
                    <a:pt x="3475282" y="1230929"/>
                  </a:lnTo>
                  <a:lnTo>
                    <a:pt x="3480755" y="1230929"/>
                  </a:lnTo>
                  <a:lnTo>
                    <a:pt x="3480755" y="1212664"/>
                  </a:lnTo>
                  <a:lnTo>
                    <a:pt x="3486228" y="1212664"/>
                  </a:lnTo>
                  <a:lnTo>
                    <a:pt x="3486228" y="1194400"/>
                  </a:lnTo>
                  <a:lnTo>
                    <a:pt x="3491700" y="1194400"/>
                  </a:lnTo>
                  <a:lnTo>
                    <a:pt x="3491700" y="1185244"/>
                  </a:lnTo>
                  <a:lnTo>
                    <a:pt x="3497173" y="1185244"/>
                  </a:lnTo>
                  <a:lnTo>
                    <a:pt x="3497173" y="1185244"/>
                  </a:lnTo>
                  <a:lnTo>
                    <a:pt x="3502646" y="1185244"/>
                  </a:lnTo>
                  <a:lnTo>
                    <a:pt x="3502646" y="1185244"/>
                  </a:lnTo>
                  <a:lnTo>
                    <a:pt x="3508119" y="1185244"/>
                  </a:lnTo>
                  <a:lnTo>
                    <a:pt x="3508119" y="1185244"/>
                  </a:lnTo>
                  <a:lnTo>
                    <a:pt x="3513592" y="1185244"/>
                  </a:lnTo>
                  <a:lnTo>
                    <a:pt x="3513592" y="1185244"/>
                  </a:lnTo>
                  <a:lnTo>
                    <a:pt x="3519065" y="1185244"/>
                  </a:lnTo>
                  <a:lnTo>
                    <a:pt x="3519065" y="1176081"/>
                  </a:lnTo>
                  <a:lnTo>
                    <a:pt x="3524538" y="1176081"/>
                  </a:lnTo>
                  <a:lnTo>
                    <a:pt x="3524538" y="1166907"/>
                  </a:lnTo>
                  <a:lnTo>
                    <a:pt x="3530011" y="1166907"/>
                  </a:lnTo>
                  <a:lnTo>
                    <a:pt x="3530011" y="1166907"/>
                  </a:lnTo>
                  <a:lnTo>
                    <a:pt x="3535483" y="1166907"/>
                  </a:lnTo>
                  <a:lnTo>
                    <a:pt x="3535483" y="1157708"/>
                  </a:lnTo>
                  <a:lnTo>
                    <a:pt x="3540956" y="1157708"/>
                  </a:lnTo>
                  <a:lnTo>
                    <a:pt x="3540956" y="1157708"/>
                  </a:lnTo>
                  <a:lnTo>
                    <a:pt x="3546429" y="1157708"/>
                  </a:lnTo>
                  <a:lnTo>
                    <a:pt x="3546429" y="1157708"/>
                  </a:lnTo>
                  <a:lnTo>
                    <a:pt x="3551902" y="1157708"/>
                  </a:lnTo>
                  <a:lnTo>
                    <a:pt x="3551902" y="1157708"/>
                  </a:lnTo>
                  <a:lnTo>
                    <a:pt x="3557375" y="1157708"/>
                  </a:lnTo>
                  <a:lnTo>
                    <a:pt x="3557375" y="1148484"/>
                  </a:lnTo>
                  <a:lnTo>
                    <a:pt x="3562848" y="1148484"/>
                  </a:lnTo>
                  <a:lnTo>
                    <a:pt x="3562848" y="1148484"/>
                  </a:lnTo>
                  <a:lnTo>
                    <a:pt x="3568321" y="1148484"/>
                  </a:lnTo>
                  <a:lnTo>
                    <a:pt x="3568321" y="1148484"/>
                  </a:lnTo>
                  <a:lnTo>
                    <a:pt x="3573794" y="1148484"/>
                  </a:lnTo>
                  <a:lnTo>
                    <a:pt x="3573794" y="1148484"/>
                  </a:lnTo>
                  <a:lnTo>
                    <a:pt x="3579267" y="1148484"/>
                  </a:lnTo>
                  <a:lnTo>
                    <a:pt x="3579267" y="1139217"/>
                  </a:lnTo>
                  <a:lnTo>
                    <a:pt x="3584739" y="1139217"/>
                  </a:lnTo>
                  <a:lnTo>
                    <a:pt x="3584739" y="1139217"/>
                  </a:lnTo>
                  <a:lnTo>
                    <a:pt x="3590212" y="1139217"/>
                  </a:lnTo>
                  <a:lnTo>
                    <a:pt x="3590212" y="1139217"/>
                  </a:lnTo>
                  <a:lnTo>
                    <a:pt x="3595685" y="1139217"/>
                  </a:lnTo>
                  <a:lnTo>
                    <a:pt x="3595685" y="1139217"/>
                  </a:lnTo>
                  <a:lnTo>
                    <a:pt x="3601158" y="1139217"/>
                  </a:lnTo>
                  <a:lnTo>
                    <a:pt x="3601158" y="1129937"/>
                  </a:lnTo>
                  <a:lnTo>
                    <a:pt x="3606631" y="1129937"/>
                  </a:lnTo>
                  <a:lnTo>
                    <a:pt x="3606631" y="1129937"/>
                  </a:lnTo>
                  <a:lnTo>
                    <a:pt x="3612104" y="1129937"/>
                  </a:lnTo>
                  <a:lnTo>
                    <a:pt x="3612104" y="1129937"/>
                  </a:lnTo>
                  <a:lnTo>
                    <a:pt x="3617577" y="1129937"/>
                  </a:lnTo>
                  <a:lnTo>
                    <a:pt x="3617577" y="1129937"/>
                  </a:lnTo>
                  <a:lnTo>
                    <a:pt x="3623050" y="1129937"/>
                  </a:lnTo>
                  <a:lnTo>
                    <a:pt x="3623050" y="1129937"/>
                  </a:lnTo>
                  <a:lnTo>
                    <a:pt x="3628523" y="1129937"/>
                  </a:lnTo>
                  <a:lnTo>
                    <a:pt x="3628523" y="1129937"/>
                  </a:lnTo>
                  <a:lnTo>
                    <a:pt x="3633995" y="1129937"/>
                  </a:lnTo>
                  <a:lnTo>
                    <a:pt x="3633995" y="1129937"/>
                  </a:lnTo>
                  <a:lnTo>
                    <a:pt x="3639468" y="1129937"/>
                  </a:lnTo>
                  <a:lnTo>
                    <a:pt x="3639468" y="1129937"/>
                  </a:lnTo>
                  <a:lnTo>
                    <a:pt x="3644941" y="1129937"/>
                  </a:lnTo>
                  <a:lnTo>
                    <a:pt x="3644941" y="1129937"/>
                  </a:lnTo>
                  <a:lnTo>
                    <a:pt x="3650414" y="1129937"/>
                  </a:lnTo>
                  <a:lnTo>
                    <a:pt x="3650414" y="1120619"/>
                  </a:lnTo>
                  <a:lnTo>
                    <a:pt x="3655887" y="1120619"/>
                  </a:lnTo>
                  <a:lnTo>
                    <a:pt x="3655887" y="1120619"/>
                  </a:lnTo>
                  <a:lnTo>
                    <a:pt x="3661360" y="1120619"/>
                  </a:lnTo>
                  <a:lnTo>
                    <a:pt x="3661360" y="1120619"/>
                  </a:lnTo>
                  <a:lnTo>
                    <a:pt x="3666833" y="1120619"/>
                  </a:lnTo>
                  <a:lnTo>
                    <a:pt x="3666833" y="1120619"/>
                  </a:lnTo>
                  <a:lnTo>
                    <a:pt x="3672306" y="1120619"/>
                  </a:lnTo>
                  <a:lnTo>
                    <a:pt x="3672306" y="1120619"/>
                  </a:lnTo>
                  <a:lnTo>
                    <a:pt x="3677779" y="1120619"/>
                  </a:lnTo>
                  <a:lnTo>
                    <a:pt x="3677779" y="1111288"/>
                  </a:lnTo>
                  <a:lnTo>
                    <a:pt x="3683251" y="1111288"/>
                  </a:lnTo>
                  <a:lnTo>
                    <a:pt x="3683251" y="1111288"/>
                  </a:lnTo>
                  <a:lnTo>
                    <a:pt x="3688724" y="1111288"/>
                  </a:lnTo>
                  <a:lnTo>
                    <a:pt x="3688724" y="1111288"/>
                  </a:lnTo>
                  <a:lnTo>
                    <a:pt x="3694197" y="1111288"/>
                  </a:lnTo>
                  <a:lnTo>
                    <a:pt x="3694197" y="1111288"/>
                  </a:lnTo>
                  <a:lnTo>
                    <a:pt x="3699670" y="1111288"/>
                  </a:lnTo>
                  <a:lnTo>
                    <a:pt x="3699670" y="1111288"/>
                  </a:lnTo>
                  <a:lnTo>
                    <a:pt x="3705143" y="1111288"/>
                  </a:lnTo>
                  <a:lnTo>
                    <a:pt x="3705143" y="1101938"/>
                  </a:lnTo>
                  <a:lnTo>
                    <a:pt x="3710616" y="1101938"/>
                  </a:lnTo>
                  <a:lnTo>
                    <a:pt x="3710616" y="1092588"/>
                  </a:lnTo>
                  <a:lnTo>
                    <a:pt x="3716089" y="1092588"/>
                  </a:lnTo>
                  <a:lnTo>
                    <a:pt x="3716089" y="1083238"/>
                  </a:lnTo>
                  <a:lnTo>
                    <a:pt x="3721562" y="1083238"/>
                  </a:lnTo>
                  <a:lnTo>
                    <a:pt x="3721562" y="1083238"/>
                  </a:lnTo>
                  <a:lnTo>
                    <a:pt x="3727034" y="1083238"/>
                  </a:lnTo>
                  <a:lnTo>
                    <a:pt x="3727034" y="1083238"/>
                  </a:lnTo>
                  <a:lnTo>
                    <a:pt x="3732507" y="1083238"/>
                  </a:lnTo>
                  <a:lnTo>
                    <a:pt x="3732507" y="1083238"/>
                  </a:lnTo>
                  <a:lnTo>
                    <a:pt x="3737980" y="1083238"/>
                  </a:lnTo>
                  <a:lnTo>
                    <a:pt x="3737980" y="1083238"/>
                  </a:lnTo>
                  <a:lnTo>
                    <a:pt x="3743453" y="1083238"/>
                  </a:lnTo>
                  <a:lnTo>
                    <a:pt x="3743453" y="1073829"/>
                  </a:lnTo>
                  <a:lnTo>
                    <a:pt x="3748926" y="1073829"/>
                  </a:lnTo>
                  <a:lnTo>
                    <a:pt x="3748926" y="1073829"/>
                  </a:lnTo>
                  <a:lnTo>
                    <a:pt x="3754399" y="1073829"/>
                  </a:lnTo>
                  <a:lnTo>
                    <a:pt x="3754399" y="1073829"/>
                  </a:lnTo>
                  <a:lnTo>
                    <a:pt x="3759872" y="1073829"/>
                  </a:lnTo>
                  <a:lnTo>
                    <a:pt x="3759872" y="1073829"/>
                  </a:lnTo>
                  <a:lnTo>
                    <a:pt x="3765345" y="1073829"/>
                  </a:lnTo>
                  <a:lnTo>
                    <a:pt x="3765345" y="1073829"/>
                  </a:lnTo>
                  <a:lnTo>
                    <a:pt x="3770818" y="1073829"/>
                  </a:lnTo>
                  <a:lnTo>
                    <a:pt x="3770818" y="1073829"/>
                  </a:lnTo>
                  <a:lnTo>
                    <a:pt x="3776290" y="1073829"/>
                  </a:lnTo>
                  <a:lnTo>
                    <a:pt x="3776290" y="1064399"/>
                  </a:lnTo>
                  <a:lnTo>
                    <a:pt x="3781763" y="1064399"/>
                  </a:lnTo>
                  <a:lnTo>
                    <a:pt x="3781763" y="1064399"/>
                  </a:lnTo>
                  <a:lnTo>
                    <a:pt x="3787236" y="1064399"/>
                  </a:lnTo>
                  <a:lnTo>
                    <a:pt x="3787236" y="1064399"/>
                  </a:lnTo>
                  <a:lnTo>
                    <a:pt x="3792709" y="1064399"/>
                  </a:lnTo>
                  <a:lnTo>
                    <a:pt x="3792709" y="1054956"/>
                  </a:lnTo>
                  <a:lnTo>
                    <a:pt x="3798182" y="1054956"/>
                  </a:lnTo>
                  <a:lnTo>
                    <a:pt x="3798182" y="1054956"/>
                  </a:lnTo>
                  <a:lnTo>
                    <a:pt x="3803655" y="1054956"/>
                  </a:lnTo>
                  <a:lnTo>
                    <a:pt x="3803655" y="1054956"/>
                  </a:lnTo>
                  <a:lnTo>
                    <a:pt x="3809128" y="1054956"/>
                  </a:lnTo>
                  <a:lnTo>
                    <a:pt x="3809128" y="1054956"/>
                  </a:lnTo>
                  <a:lnTo>
                    <a:pt x="3814601" y="1054956"/>
                  </a:lnTo>
                  <a:lnTo>
                    <a:pt x="3814601" y="1054956"/>
                  </a:lnTo>
                  <a:lnTo>
                    <a:pt x="3820074" y="1054956"/>
                  </a:lnTo>
                  <a:lnTo>
                    <a:pt x="3820074" y="1054956"/>
                  </a:lnTo>
                  <a:lnTo>
                    <a:pt x="3825546" y="1054956"/>
                  </a:lnTo>
                  <a:lnTo>
                    <a:pt x="3825546" y="1045479"/>
                  </a:lnTo>
                  <a:lnTo>
                    <a:pt x="3831019" y="1045479"/>
                  </a:lnTo>
                  <a:lnTo>
                    <a:pt x="3831019" y="1036002"/>
                  </a:lnTo>
                  <a:lnTo>
                    <a:pt x="3836492" y="1036002"/>
                  </a:lnTo>
                  <a:lnTo>
                    <a:pt x="3836492" y="1036002"/>
                  </a:lnTo>
                  <a:lnTo>
                    <a:pt x="3841965" y="1036002"/>
                  </a:lnTo>
                  <a:lnTo>
                    <a:pt x="3841965" y="1036002"/>
                  </a:lnTo>
                  <a:lnTo>
                    <a:pt x="3847438" y="1036002"/>
                  </a:lnTo>
                  <a:lnTo>
                    <a:pt x="3847438" y="1036002"/>
                  </a:lnTo>
                  <a:lnTo>
                    <a:pt x="3852911" y="1036002"/>
                  </a:lnTo>
                  <a:lnTo>
                    <a:pt x="3852911" y="1036002"/>
                  </a:lnTo>
                  <a:lnTo>
                    <a:pt x="3858384" y="1036002"/>
                  </a:lnTo>
                  <a:lnTo>
                    <a:pt x="3858384" y="1036002"/>
                  </a:lnTo>
                  <a:lnTo>
                    <a:pt x="3863857" y="1036002"/>
                  </a:lnTo>
                  <a:lnTo>
                    <a:pt x="3863857" y="1036002"/>
                  </a:lnTo>
                  <a:lnTo>
                    <a:pt x="3869329" y="1036002"/>
                  </a:lnTo>
                  <a:lnTo>
                    <a:pt x="3869329" y="1016938"/>
                  </a:lnTo>
                  <a:lnTo>
                    <a:pt x="3874802" y="1016938"/>
                  </a:lnTo>
                  <a:lnTo>
                    <a:pt x="3874802" y="1016938"/>
                  </a:lnTo>
                  <a:lnTo>
                    <a:pt x="3880275" y="1016938"/>
                  </a:lnTo>
                  <a:lnTo>
                    <a:pt x="3880275" y="1007384"/>
                  </a:lnTo>
                  <a:lnTo>
                    <a:pt x="3885748" y="1007384"/>
                  </a:lnTo>
                  <a:lnTo>
                    <a:pt x="3885748" y="1007384"/>
                  </a:lnTo>
                  <a:lnTo>
                    <a:pt x="3891221" y="1007384"/>
                  </a:lnTo>
                  <a:lnTo>
                    <a:pt x="3891221" y="997824"/>
                  </a:lnTo>
                  <a:lnTo>
                    <a:pt x="3896694" y="997824"/>
                  </a:lnTo>
                  <a:lnTo>
                    <a:pt x="3896694" y="997824"/>
                  </a:lnTo>
                  <a:lnTo>
                    <a:pt x="3902167" y="997824"/>
                  </a:lnTo>
                  <a:lnTo>
                    <a:pt x="3902167" y="997824"/>
                  </a:lnTo>
                  <a:lnTo>
                    <a:pt x="3907640" y="997824"/>
                  </a:lnTo>
                  <a:lnTo>
                    <a:pt x="3907640" y="997824"/>
                  </a:lnTo>
                  <a:lnTo>
                    <a:pt x="3913113" y="997824"/>
                  </a:lnTo>
                  <a:lnTo>
                    <a:pt x="3913113" y="997824"/>
                  </a:lnTo>
                  <a:lnTo>
                    <a:pt x="3918585" y="997824"/>
                  </a:lnTo>
                  <a:lnTo>
                    <a:pt x="3918585" y="997824"/>
                  </a:lnTo>
                  <a:lnTo>
                    <a:pt x="3924058" y="997824"/>
                  </a:lnTo>
                  <a:lnTo>
                    <a:pt x="3924058" y="997824"/>
                  </a:lnTo>
                  <a:lnTo>
                    <a:pt x="3929531" y="997824"/>
                  </a:lnTo>
                  <a:lnTo>
                    <a:pt x="3929531" y="997824"/>
                  </a:lnTo>
                  <a:lnTo>
                    <a:pt x="3935004" y="997824"/>
                  </a:lnTo>
                  <a:lnTo>
                    <a:pt x="3935004" y="997824"/>
                  </a:lnTo>
                  <a:lnTo>
                    <a:pt x="3940477" y="997824"/>
                  </a:lnTo>
                  <a:lnTo>
                    <a:pt x="3940477" y="997824"/>
                  </a:lnTo>
                  <a:lnTo>
                    <a:pt x="3945950" y="997824"/>
                  </a:lnTo>
                  <a:lnTo>
                    <a:pt x="3945950" y="997824"/>
                  </a:lnTo>
                  <a:lnTo>
                    <a:pt x="3951423" y="997824"/>
                  </a:lnTo>
                  <a:lnTo>
                    <a:pt x="3951423" y="997824"/>
                  </a:lnTo>
                  <a:lnTo>
                    <a:pt x="3956896" y="997824"/>
                  </a:lnTo>
                  <a:lnTo>
                    <a:pt x="3956896" y="997824"/>
                  </a:lnTo>
                  <a:lnTo>
                    <a:pt x="3962369" y="997824"/>
                  </a:lnTo>
                  <a:lnTo>
                    <a:pt x="3962369" y="997824"/>
                  </a:lnTo>
                  <a:lnTo>
                    <a:pt x="3967841" y="997824"/>
                  </a:lnTo>
                  <a:lnTo>
                    <a:pt x="3967841" y="997824"/>
                  </a:lnTo>
                  <a:lnTo>
                    <a:pt x="3973314" y="997824"/>
                  </a:lnTo>
                  <a:lnTo>
                    <a:pt x="3973314" y="997824"/>
                  </a:lnTo>
                  <a:lnTo>
                    <a:pt x="3978787" y="997824"/>
                  </a:lnTo>
                  <a:lnTo>
                    <a:pt x="3978787" y="988178"/>
                  </a:lnTo>
                  <a:lnTo>
                    <a:pt x="3984260" y="988178"/>
                  </a:lnTo>
                  <a:lnTo>
                    <a:pt x="3984260" y="968885"/>
                  </a:lnTo>
                  <a:lnTo>
                    <a:pt x="3989733" y="968885"/>
                  </a:lnTo>
                  <a:lnTo>
                    <a:pt x="3989733" y="968885"/>
                  </a:lnTo>
                  <a:lnTo>
                    <a:pt x="3995206" y="968885"/>
                  </a:lnTo>
                  <a:lnTo>
                    <a:pt x="3995206" y="968885"/>
                  </a:lnTo>
                  <a:lnTo>
                    <a:pt x="4000679" y="968885"/>
                  </a:lnTo>
                  <a:lnTo>
                    <a:pt x="4000679" y="968885"/>
                  </a:lnTo>
                  <a:lnTo>
                    <a:pt x="4006152" y="968885"/>
                  </a:lnTo>
                  <a:lnTo>
                    <a:pt x="4006152" y="959202"/>
                  </a:lnTo>
                  <a:lnTo>
                    <a:pt x="4011625" y="959202"/>
                  </a:lnTo>
                  <a:lnTo>
                    <a:pt x="4011625" y="959202"/>
                  </a:lnTo>
                  <a:lnTo>
                    <a:pt x="4017097" y="959202"/>
                  </a:lnTo>
                  <a:lnTo>
                    <a:pt x="4017097" y="959202"/>
                  </a:lnTo>
                  <a:lnTo>
                    <a:pt x="4022570" y="959202"/>
                  </a:lnTo>
                  <a:lnTo>
                    <a:pt x="4022570" y="949496"/>
                  </a:lnTo>
                  <a:lnTo>
                    <a:pt x="4028043" y="949496"/>
                  </a:lnTo>
                  <a:lnTo>
                    <a:pt x="4028043" y="949496"/>
                  </a:lnTo>
                  <a:lnTo>
                    <a:pt x="4033516" y="949496"/>
                  </a:lnTo>
                  <a:lnTo>
                    <a:pt x="4033516" y="939761"/>
                  </a:lnTo>
                  <a:lnTo>
                    <a:pt x="4038989" y="939761"/>
                  </a:lnTo>
                  <a:lnTo>
                    <a:pt x="4038989" y="939761"/>
                  </a:lnTo>
                  <a:lnTo>
                    <a:pt x="4044462" y="939761"/>
                  </a:lnTo>
                  <a:lnTo>
                    <a:pt x="4044462" y="939761"/>
                  </a:lnTo>
                  <a:lnTo>
                    <a:pt x="4049935" y="939761"/>
                  </a:lnTo>
                  <a:lnTo>
                    <a:pt x="4049935" y="929996"/>
                  </a:lnTo>
                  <a:lnTo>
                    <a:pt x="4055408" y="929996"/>
                  </a:lnTo>
                  <a:lnTo>
                    <a:pt x="4055408" y="929996"/>
                  </a:lnTo>
                  <a:lnTo>
                    <a:pt x="4060880" y="929996"/>
                  </a:lnTo>
                  <a:lnTo>
                    <a:pt x="4060880" y="920222"/>
                  </a:lnTo>
                  <a:lnTo>
                    <a:pt x="4066353" y="920222"/>
                  </a:lnTo>
                  <a:lnTo>
                    <a:pt x="4066353" y="920222"/>
                  </a:lnTo>
                  <a:lnTo>
                    <a:pt x="4071826" y="920222"/>
                  </a:lnTo>
                  <a:lnTo>
                    <a:pt x="4071826" y="920222"/>
                  </a:lnTo>
                  <a:lnTo>
                    <a:pt x="4077299" y="920222"/>
                  </a:lnTo>
                  <a:lnTo>
                    <a:pt x="4077299" y="920222"/>
                  </a:lnTo>
                  <a:lnTo>
                    <a:pt x="4082772" y="920222"/>
                  </a:lnTo>
                  <a:lnTo>
                    <a:pt x="4082772" y="920222"/>
                  </a:lnTo>
                  <a:lnTo>
                    <a:pt x="4088245" y="920222"/>
                  </a:lnTo>
                  <a:lnTo>
                    <a:pt x="4088245" y="920222"/>
                  </a:lnTo>
                  <a:lnTo>
                    <a:pt x="4093718" y="920222"/>
                  </a:lnTo>
                  <a:lnTo>
                    <a:pt x="4093718" y="920222"/>
                  </a:lnTo>
                  <a:lnTo>
                    <a:pt x="4099191" y="920222"/>
                  </a:lnTo>
                  <a:lnTo>
                    <a:pt x="4099191" y="920222"/>
                  </a:lnTo>
                  <a:lnTo>
                    <a:pt x="4104664" y="920222"/>
                  </a:lnTo>
                  <a:lnTo>
                    <a:pt x="4104664" y="920222"/>
                  </a:lnTo>
                  <a:lnTo>
                    <a:pt x="4110136" y="920222"/>
                  </a:lnTo>
                  <a:lnTo>
                    <a:pt x="4110136" y="920222"/>
                  </a:lnTo>
                  <a:lnTo>
                    <a:pt x="4115609" y="920222"/>
                  </a:lnTo>
                  <a:lnTo>
                    <a:pt x="4115609" y="920222"/>
                  </a:lnTo>
                  <a:lnTo>
                    <a:pt x="4121082" y="920222"/>
                  </a:lnTo>
                  <a:lnTo>
                    <a:pt x="4121082" y="920222"/>
                  </a:lnTo>
                  <a:lnTo>
                    <a:pt x="4126555" y="920222"/>
                  </a:lnTo>
                  <a:lnTo>
                    <a:pt x="4126555" y="920222"/>
                  </a:lnTo>
                  <a:lnTo>
                    <a:pt x="4132028" y="920222"/>
                  </a:lnTo>
                  <a:lnTo>
                    <a:pt x="4132028" y="920222"/>
                  </a:lnTo>
                  <a:lnTo>
                    <a:pt x="4137501" y="920222"/>
                  </a:lnTo>
                  <a:lnTo>
                    <a:pt x="4137501" y="920222"/>
                  </a:lnTo>
                  <a:lnTo>
                    <a:pt x="4142974" y="920222"/>
                  </a:lnTo>
                  <a:lnTo>
                    <a:pt x="4142974" y="920222"/>
                  </a:lnTo>
                  <a:lnTo>
                    <a:pt x="4148447" y="920222"/>
                  </a:lnTo>
                  <a:lnTo>
                    <a:pt x="4148447" y="920222"/>
                  </a:lnTo>
                  <a:lnTo>
                    <a:pt x="4153920" y="920222"/>
                  </a:lnTo>
                  <a:lnTo>
                    <a:pt x="4153920" y="920222"/>
                  </a:lnTo>
                  <a:lnTo>
                    <a:pt x="4159392" y="920222"/>
                  </a:lnTo>
                  <a:lnTo>
                    <a:pt x="4159392" y="920222"/>
                  </a:lnTo>
                  <a:lnTo>
                    <a:pt x="4164865" y="920222"/>
                  </a:lnTo>
                  <a:lnTo>
                    <a:pt x="4164865" y="920222"/>
                  </a:lnTo>
                  <a:lnTo>
                    <a:pt x="4170338" y="920222"/>
                  </a:lnTo>
                  <a:lnTo>
                    <a:pt x="4170338" y="910285"/>
                  </a:lnTo>
                  <a:lnTo>
                    <a:pt x="4175811" y="910285"/>
                  </a:lnTo>
                  <a:lnTo>
                    <a:pt x="4175811" y="900348"/>
                  </a:lnTo>
                  <a:lnTo>
                    <a:pt x="4181284" y="900348"/>
                  </a:lnTo>
                  <a:lnTo>
                    <a:pt x="4181284" y="900348"/>
                  </a:lnTo>
                  <a:lnTo>
                    <a:pt x="4186757" y="900348"/>
                  </a:lnTo>
                  <a:lnTo>
                    <a:pt x="4186757" y="900348"/>
                  </a:lnTo>
                  <a:lnTo>
                    <a:pt x="4192230" y="900348"/>
                  </a:lnTo>
                  <a:lnTo>
                    <a:pt x="4192230" y="900348"/>
                  </a:lnTo>
                  <a:lnTo>
                    <a:pt x="4197703" y="900348"/>
                  </a:lnTo>
                  <a:lnTo>
                    <a:pt x="4197703" y="900348"/>
                  </a:lnTo>
                  <a:lnTo>
                    <a:pt x="4203176" y="900348"/>
                  </a:lnTo>
                  <a:lnTo>
                    <a:pt x="4203176" y="900348"/>
                  </a:lnTo>
                  <a:lnTo>
                    <a:pt x="4208648" y="900348"/>
                  </a:lnTo>
                  <a:lnTo>
                    <a:pt x="4208648" y="900348"/>
                  </a:lnTo>
                  <a:lnTo>
                    <a:pt x="4214121" y="900348"/>
                  </a:lnTo>
                  <a:lnTo>
                    <a:pt x="4214121" y="900348"/>
                  </a:lnTo>
                  <a:lnTo>
                    <a:pt x="4219594" y="900348"/>
                  </a:lnTo>
                  <a:lnTo>
                    <a:pt x="4219594" y="900348"/>
                  </a:lnTo>
                  <a:lnTo>
                    <a:pt x="4225067" y="900348"/>
                  </a:lnTo>
                  <a:lnTo>
                    <a:pt x="4225067" y="900348"/>
                  </a:lnTo>
                  <a:lnTo>
                    <a:pt x="4230540" y="900348"/>
                  </a:lnTo>
                  <a:lnTo>
                    <a:pt x="4230540" y="900348"/>
                  </a:lnTo>
                  <a:lnTo>
                    <a:pt x="4236013" y="900348"/>
                  </a:lnTo>
                  <a:lnTo>
                    <a:pt x="4236013" y="900348"/>
                  </a:lnTo>
                  <a:lnTo>
                    <a:pt x="4241486" y="900348"/>
                  </a:lnTo>
                  <a:lnTo>
                    <a:pt x="4241486" y="900348"/>
                  </a:lnTo>
                  <a:lnTo>
                    <a:pt x="4246959" y="900348"/>
                  </a:lnTo>
                  <a:lnTo>
                    <a:pt x="4246959" y="900348"/>
                  </a:lnTo>
                  <a:lnTo>
                    <a:pt x="4252431" y="900348"/>
                  </a:lnTo>
                  <a:lnTo>
                    <a:pt x="4252431" y="890305"/>
                  </a:lnTo>
                  <a:lnTo>
                    <a:pt x="4257904" y="890305"/>
                  </a:lnTo>
                  <a:lnTo>
                    <a:pt x="4257904" y="890305"/>
                  </a:lnTo>
                  <a:lnTo>
                    <a:pt x="4263377" y="890305"/>
                  </a:lnTo>
                  <a:lnTo>
                    <a:pt x="4263377" y="890305"/>
                  </a:lnTo>
                  <a:lnTo>
                    <a:pt x="4268850" y="890305"/>
                  </a:lnTo>
                  <a:lnTo>
                    <a:pt x="4268850" y="880229"/>
                  </a:lnTo>
                  <a:lnTo>
                    <a:pt x="4274323" y="880229"/>
                  </a:lnTo>
                  <a:lnTo>
                    <a:pt x="4274323" y="880229"/>
                  </a:lnTo>
                  <a:lnTo>
                    <a:pt x="4279796" y="880229"/>
                  </a:lnTo>
                  <a:lnTo>
                    <a:pt x="4279796" y="870144"/>
                  </a:lnTo>
                  <a:lnTo>
                    <a:pt x="4285269" y="870144"/>
                  </a:lnTo>
                  <a:lnTo>
                    <a:pt x="4285269" y="870144"/>
                  </a:lnTo>
                  <a:lnTo>
                    <a:pt x="4290742" y="870144"/>
                  </a:lnTo>
                  <a:lnTo>
                    <a:pt x="4290742" y="870144"/>
                  </a:lnTo>
                  <a:lnTo>
                    <a:pt x="4296215" y="870144"/>
                  </a:lnTo>
                  <a:lnTo>
                    <a:pt x="4296215" y="860034"/>
                  </a:lnTo>
                  <a:lnTo>
                    <a:pt x="4301687" y="860034"/>
                  </a:lnTo>
                  <a:lnTo>
                    <a:pt x="4301687" y="860034"/>
                  </a:lnTo>
                  <a:lnTo>
                    <a:pt x="4307160" y="860034"/>
                  </a:lnTo>
                  <a:lnTo>
                    <a:pt x="4307160" y="860034"/>
                  </a:lnTo>
                  <a:lnTo>
                    <a:pt x="4312633" y="860034"/>
                  </a:lnTo>
                  <a:lnTo>
                    <a:pt x="4312633" y="860034"/>
                  </a:lnTo>
                  <a:lnTo>
                    <a:pt x="4318106" y="860034"/>
                  </a:lnTo>
                  <a:lnTo>
                    <a:pt x="4318106" y="849915"/>
                  </a:lnTo>
                  <a:lnTo>
                    <a:pt x="4323579" y="849915"/>
                  </a:lnTo>
                  <a:lnTo>
                    <a:pt x="4323579" y="849915"/>
                  </a:lnTo>
                  <a:lnTo>
                    <a:pt x="4329052" y="849915"/>
                  </a:lnTo>
                  <a:lnTo>
                    <a:pt x="4329052" y="839796"/>
                  </a:lnTo>
                  <a:lnTo>
                    <a:pt x="4334525" y="839796"/>
                  </a:lnTo>
                  <a:lnTo>
                    <a:pt x="4334525" y="839796"/>
                  </a:lnTo>
                  <a:lnTo>
                    <a:pt x="4339998" y="839796"/>
                  </a:lnTo>
                  <a:lnTo>
                    <a:pt x="4339998" y="829651"/>
                  </a:lnTo>
                  <a:lnTo>
                    <a:pt x="4345471" y="829651"/>
                  </a:lnTo>
                  <a:lnTo>
                    <a:pt x="4345471" y="829651"/>
                  </a:lnTo>
                  <a:lnTo>
                    <a:pt x="4350943" y="829651"/>
                  </a:lnTo>
                  <a:lnTo>
                    <a:pt x="4350943" y="829651"/>
                  </a:lnTo>
                  <a:lnTo>
                    <a:pt x="4356416" y="829651"/>
                  </a:lnTo>
                  <a:lnTo>
                    <a:pt x="4356416" y="829651"/>
                  </a:lnTo>
                  <a:lnTo>
                    <a:pt x="4361889" y="829651"/>
                  </a:lnTo>
                  <a:lnTo>
                    <a:pt x="4361889" y="829651"/>
                  </a:lnTo>
                  <a:lnTo>
                    <a:pt x="4367362" y="829651"/>
                  </a:lnTo>
                  <a:lnTo>
                    <a:pt x="4367362" y="829651"/>
                  </a:lnTo>
                  <a:lnTo>
                    <a:pt x="4372835" y="829651"/>
                  </a:lnTo>
                  <a:lnTo>
                    <a:pt x="4372835" y="829651"/>
                  </a:lnTo>
                  <a:lnTo>
                    <a:pt x="4378308" y="829651"/>
                  </a:lnTo>
                  <a:lnTo>
                    <a:pt x="4378308" y="829651"/>
                  </a:lnTo>
                  <a:lnTo>
                    <a:pt x="4383781" y="829651"/>
                  </a:lnTo>
                  <a:lnTo>
                    <a:pt x="4383781" y="829651"/>
                  </a:lnTo>
                  <a:lnTo>
                    <a:pt x="4389254" y="829651"/>
                  </a:lnTo>
                  <a:lnTo>
                    <a:pt x="4389254" y="829651"/>
                  </a:lnTo>
                  <a:lnTo>
                    <a:pt x="4394726" y="829651"/>
                  </a:lnTo>
                  <a:lnTo>
                    <a:pt x="4394726" y="829651"/>
                  </a:lnTo>
                  <a:lnTo>
                    <a:pt x="4400199" y="829651"/>
                  </a:lnTo>
                  <a:lnTo>
                    <a:pt x="4400199" y="829651"/>
                  </a:lnTo>
                  <a:lnTo>
                    <a:pt x="4405672" y="829651"/>
                  </a:lnTo>
                  <a:lnTo>
                    <a:pt x="4405672" y="829651"/>
                  </a:lnTo>
                  <a:lnTo>
                    <a:pt x="4411145" y="829651"/>
                  </a:lnTo>
                  <a:lnTo>
                    <a:pt x="4411145" y="819445"/>
                  </a:lnTo>
                  <a:lnTo>
                    <a:pt x="4416618" y="819445"/>
                  </a:lnTo>
                  <a:lnTo>
                    <a:pt x="4416618" y="819445"/>
                  </a:lnTo>
                  <a:lnTo>
                    <a:pt x="4422091" y="819445"/>
                  </a:lnTo>
                  <a:lnTo>
                    <a:pt x="4422091" y="819445"/>
                  </a:lnTo>
                  <a:lnTo>
                    <a:pt x="4427564" y="819445"/>
                  </a:lnTo>
                  <a:lnTo>
                    <a:pt x="4427564" y="819445"/>
                  </a:lnTo>
                  <a:lnTo>
                    <a:pt x="4433037" y="819445"/>
                  </a:lnTo>
                  <a:lnTo>
                    <a:pt x="4433037" y="819445"/>
                  </a:lnTo>
                  <a:lnTo>
                    <a:pt x="4438510" y="819445"/>
                  </a:lnTo>
                  <a:lnTo>
                    <a:pt x="4438510" y="809203"/>
                  </a:lnTo>
                  <a:lnTo>
                    <a:pt x="4443982" y="809203"/>
                  </a:lnTo>
                  <a:lnTo>
                    <a:pt x="4443982" y="798935"/>
                  </a:lnTo>
                  <a:lnTo>
                    <a:pt x="4449455" y="798935"/>
                  </a:lnTo>
                  <a:lnTo>
                    <a:pt x="4449455" y="798935"/>
                  </a:lnTo>
                  <a:lnTo>
                    <a:pt x="4454928" y="798935"/>
                  </a:lnTo>
                  <a:lnTo>
                    <a:pt x="4454928" y="798935"/>
                  </a:lnTo>
                  <a:lnTo>
                    <a:pt x="4460401" y="798935"/>
                  </a:lnTo>
                  <a:lnTo>
                    <a:pt x="4460401" y="798935"/>
                  </a:lnTo>
                  <a:lnTo>
                    <a:pt x="4465874" y="798935"/>
                  </a:lnTo>
                  <a:lnTo>
                    <a:pt x="4465874" y="798935"/>
                  </a:lnTo>
                  <a:lnTo>
                    <a:pt x="4471347" y="798935"/>
                  </a:lnTo>
                  <a:lnTo>
                    <a:pt x="4471347" y="798935"/>
                  </a:lnTo>
                  <a:lnTo>
                    <a:pt x="4476820" y="798935"/>
                  </a:lnTo>
                  <a:lnTo>
                    <a:pt x="4476820" y="798935"/>
                  </a:lnTo>
                  <a:lnTo>
                    <a:pt x="4482293" y="798935"/>
                  </a:lnTo>
                  <a:lnTo>
                    <a:pt x="4482293" y="788648"/>
                  </a:lnTo>
                  <a:lnTo>
                    <a:pt x="4487766" y="788648"/>
                  </a:lnTo>
                  <a:lnTo>
                    <a:pt x="4487766" y="788648"/>
                  </a:lnTo>
                  <a:lnTo>
                    <a:pt x="4493238" y="788648"/>
                  </a:lnTo>
                  <a:lnTo>
                    <a:pt x="4493238" y="788648"/>
                  </a:lnTo>
                  <a:lnTo>
                    <a:pt x="4498711" y="788648"/>
                  </a:lnTo>
                  <a:lnTo>
                    <a:pt x="4498711" y="788648"/>
                  </a:lnTo>
                  <a:lnTo>
                    <a:pt x="4504184" y="788648"/>
                  </a:lnTo>
                  <a:lnTo>
                    <a:pt x="4504184" y="788648"/>
                  </a:lnTo>
                  <a:lnTo>
                    <a:pt x="4509657" y="788648"/>
                  </a:lnTo>
                  <a:lnTo>
                    <a:pt x="4509657" y="788648"/>
                  </a:lnTo>
                  <a:lnTo>
                    <a:pt x="4515130" y="788648"/>
                  </a:lnTo>
                  <a:lnTo>
                    <a:pt x="4515130" y="788648"/>
                  </a:lnTo>
                  <a:lnTo>
                    <a:pt x="4520603" y="788648"/>
                  </a:lnTo>
                  <a:lnTo>
                    <a:pt x="4520603" y="778333"/>
                  </a:lnTo>
                  <a:lnTo>
                    <a:pt x="4526076" y="778333"/>
                  </a:lnTo>
                  <a:lnTo>
                    <a:pt x="4526076" y="778333"/>
                  </a:lnTo>
                  <a:lnTo>
                    <a:pt x="4531549" y="778333"/>
                  </a:lnTo>
                  <a:lnTo>
                    <a:pt x="4531549" y="778333"/>
                  </a:lnTo>
                  <a:lnTo>
                    <a:pt x="4537022" y="778333"/>
                  </a:lnTo>
                  <a:lnTo>
                    <a:pt x="4537022" y="767991"/>
                  </a:lnTo>
                  <a:lnTo>
                    <a:pt x="4542494" y="767991"/>
                  </a:lnTo>
                  <a:lnTo>
                    <a:pt x="4542494" y="767991"/>
                  </a:lnTo>
                  <a:lnTo>
                    <a:pt x="4547967" y="767991"/>
                  </a:lnTo>
                  <a:lnTo>
                    <a:pt x="4547967" y="767991"/>
                  </a:lnTo>
                  <a:lnTo>
                    <a:pt x="4553440" y="767991"/>
                  </a:lnTo>
                  <a:lnTo>
                    <a:pt x="4553440" y="767991"/>
                  </a:lnTo>
                  <a:lnTo>
                    <a:pt x="4558913" y="767991"/>
                  </a:lnTo>
                  <a:lnTo>
                    <a:pt x="4558913" y="767991"/>
                  </a:lnTo>
                  <a:lnTo>
                    <a:pt x="4564386" y="767991"/>
                  </a:lnTo>
                  <a:lnTo>
                    <a:pt x="4564386" y="767991"/>
                  </a:lnTo>
                  <a:lnTo>
                    <a:pt x="4569859" y="767991"/>
                  </a:lnTo>
                  <a:lnTo>
                    <a:pt x="4569859" y="757620"/>
                  </a:lnTo>
                  <a:lnTo>
                    <a:pt x="4575332" y="757620"/>
                  </a:lnTo>
                  <a:lnTo>
                    <a:pt x="4575332" y="757620"/>
                  </a:lnTo>
                  <a:lnTo>
                    <a:pt x="4580805" y="757620"/>
                  </a:lnTo>
                  <a:lnTo>
                    <a:pt x="4580805" y="757620"/>
                  </a:lnTo>
                  <a:lnTo>
                    <a:pt x="4586277" y="757620"/>
                  </a:lnTo>
                  <a:lnTo>
                    <a:pt x="4586277" y="757620"/>
                  </a:lnTo>
                  <a:lnTo>
                    <a:pt x="4591750" y="757620"/>
                  </a:lnTo>
                  <a:lnTo>
                    <a:pt x="4591750" y="757620"/>
                  </a:lnTo>
                  <a:lnTo>
                    <a:pt x="4597223" y="757620"/>
                  </a:lnTo>
                  <a:lnTo>
                    <a:pt x="4597223" y="757620"/>
                  </a:lnTo>
                  <a:lnTo>
                    <a:pt x="4602696" y="757620"/>
                  </a:lnTo>
                  <a:lnTo>
                    <a:pt x="4602696" y="736860"/>
                  </a:lnTo>
                  <a:lnTo>
                    <a:pt x="4608169" y="736860"/>
                  </a:lnTo>
                  <a:lnTo>
                    <a:pt x="4608169" y="736860"/>
                  </a:lnTo>
                  <a:lnTo>
                    <a:pt x="4613642" y="736860"/>
                  </a:lnTo>
                  <a:lnTo>
                    <a:pt x="4613642" y="736860"/>
                  </a:lnTo>
                  <a:lnTo>
                    <a:pt x="4619115" y="736860"/>
                  </a:lnTo>
                  <a:lnTo>
                    <a:pt x="4619115" y="736860"/>
                  </a:lnTo>
                  <a:lnTo>
                    <a:pt x="4624588" y="736860"/>
                  </a:lnTo>
                  <a:lnTo>
                    <a:pt x="4624588" y="736860"/>
                  </a:lnTo>
                  <a:lnTo>
                    <a:pt x="4630061" y="736860"/>
                  </a:lnTo>
                  <a:lnTo>
                    <a:pt x="4630061" y="736860"/>
                  </a:lnTo>
                  <a:lnTo>
                    <a:pt x="4635533" y="736860"/>
                  </a:lnTo>
                  <a:lnTo>
                    <a:pt x="4635533" y="736860"/>
                  </a:lnTo>
                  <a:lnTo>
                    <a:pt x="4641006" y="736860"/>
                  </a:lnTo>
                  <a:lnTo>
                    <a:pt x="4641006" y="736860"/>
                  </a:lnTo>
                  <a:lnTo>
                    <a:pt x="4646479" y="736860"/>
                  </a:lnTo>
                  <a:lnTo>
                    <a:pt x="4646479" y="736860"/>
                  </a:lnTo>
                  <a:lnTo>
                    <a:pt x="4651952" y="736860"/>
                  </a:lnTo>
                  <a:lnTo>
                    <a:pt x="4651952" y="736860"/>
                  </a:lnTo>
                  <a:lnTo>
                    <a:pt x="4657425" y="736860"/>
                  </a:lnTo>
                  <a:lnTo>
                    <a:pt x="4657425" y="736860"/>
                  </a:lnTo>
                  <a:lnTo>
                    <a:pt x="4662898" y="736860"/>
                  </a:lnTo>
                  <a:lnTo>
                    <a:pt x="4662898" y="736860"/>
                  </a:lnTo>
                  <a:lnTo>
                    <a:pt x="4668371" y="736860"/>
                  </a:lnTo>
                  <a:lnTo>
                    <a:pt x="4668371" y="736860"/>
                  </a:lnTo>
                  <a:lnTo>
                    <a:pt x="4673844" y="736860"/>
                  </a:lnTo>
                  <a:lnTo>
                    <a:pt x="4673844" y="736860"/>
                  </a:lnTo>
                  <a:lnTo>
                    <a:pt x="4679317" y="736860"/>
                  </a:lnTo>
                  <a:lnTo>
                    <a:pt x="4679317" y="736860"/>
                  </a:lnTo>
                  <a:lnTo>
                    <a:pt x="4684789" y="736860"/>
                  </a:lnTo>
                  <a:lnTo>
                    <a:pt x="4684789" y="736860"/>
                  </a:lnTo>
                  <a:lnTo>
                    <a:pt x="4690262" y="736860"/>
                  </a:lnTo>
                  <a:lnTo>
                    <a:pt x="4690262" y="736860"/>
                  </a:lnTo>
                  <a:lnTo>
                    <a:pt x="4695735" y="736860"/>
                  </a:lnTo>
                  <a:lnTo>
                    <a:pt x="4695735" y="736860"/>
                  </a:lnTo>
                  <a:lnTo>
                    <a:pt x="4701208" y="736860"/>
                  </a:lnTo>
                  <a:lnTo>
                    <a:pt x="4701208" y="736860"/>
                  </a:lnTo>
                  <a:lnTo>
                    <a:pt x="4706681" y="736860"/>
                  </a:lnTo>
                  <a:lnTo>
                    <a:pt x="4706681" y="736860"/>
                  </a:lnTo>
                  <a:lnTo>
                    <a:pt x="4712154" y="736860"/>
                  </a:lnTo>
                  <a:lnTo>
                    <a:pt x="4712154" y="736860"/>
                  </a:lnTo>
                  <a:lnTo>
                    <a:pt x="4717627" y="736860"/>
                  </a:lnTo>
                  <a:lnTo>
                    <a:pt x="4717627" y="736860"/>
                  </a:lnTo>
                  <a:lnTo>
                    <a:pt x="4723100" y="736860"/>
                  </a:lnTo>
                  <a:lnTo>
                    <a:pt x="4723100" y="736860"/>
                  </a:lnTo>
                  <a:lnTo>
                    <a:pt x="4728573" y="736860"/>
                  </a:lnTo>
                  <a:lnTo>
                    <a:pt x="4728573" y="736860"/>
                  </a:lnTo>
                  <a:lnTo>
                    <a:pt x="4734045" y="736860"/>
                  </a:lnTo>
                  <a:lnTo>
                    <a:pt x="4734045" y="726285"/>
                  </a:lnTo>
                  <a:lnTo>
                    <a:pt x="4739518" y="726285"/>
                  </a:lnTo>
                  <a:lnTo>
                    <a:pt x="4739518" y="726285"/>
                  </a:lnTo>
                  <a:lnTo>
                    <a:pt x="4744991" y="726285"/>
                  </a:lnTo>
                  <a:lnTo>
                    <a:pt x="4744991" y="715689"/>
                  </a:lnTo>
                  <a:lnTo>
                    <a:pt x="4750464" y="715689"/>
                  </a:lnTo>
                  <a:lnTo>
                    <a:pt x="4750464" y="715689"/>
                  </a:lnTo>
                  <a:lnTo>
                    <a:pt x="4755937" y="715689"/>
                  </a:lnTo>
                  <a:lnTo>
                    <a:pt x="4755937" y="715689"/>
                  </a:lnTo>
                  <a:lnTo>
                    <a:pt x="4761410" y="715689"/>
                  </a:lnTo>
                  <a:lnTo>
                    <a:pt x="4761410" y="715689"/>
                  </a:lnTo>
                  <a:lnTo>
                    <a:pt x="4766883" y="715689"/>
                  </a:lnTo>
                  <a:lnTo>
                    <a:pt x="4766883" y="715689"/>
                  </a:lnTo>
                  <a:lnTo>
                    <a:pt x="4772356" y="715689"/>
                  </a:lnTo>
                  <a:lnTo>
                    <a:pt x="4772356" y="715689"/>
                  </a:lnTo>
                  <a:lnTo>
                    <a:pt x="4777828" y="715689"/>
                  </a:lnTo>
                  <a:lnTo>
                    <a:pt x="4777828" y="715689"/>
                  </a:lnTo>
                  <a:lnTo>
                    <a:pt x="4783301" y="715689"/>
                  </a:lnTo>
                  <a:lnTo>
                    <a:pt x="4783301" y="715689"/>
                  </a:lnTo>
                  <a:lnTo>
                    <a:pt x="4788774" y="715689"/>
                  </a:lnTo>
                  <a:lnTo>
                    <a:pt x="4788774" y="705001"/>
                  </a:lnTo>
                  <a:lnTo>
                    <a:pt x="4794247" y="705001"/>
                  </a:lnTo>
                  <a:lnTo>
                    <a:pt x="4794247" y="705001"/>
                  </a:lnTo>
                  <a:lnTo>
                    <a:pt x="4799720" y="705001"/>
                  </a:lnTo>
                  <a:lnTo>
                    <a:pt x="4799720" y="705001"/>
                  </a:lnTo>
                  <a:lnTo>
                    <a:pt x="4805193" y="705001"/>
                  </a:lnTo>
                  <a:lnTo>
                    <a:pt x="4805193" y="705001"/>
                  </a:lnTo>
                  <a:lnTo>
                    <a:pt x="4810666" y="705001"/>
                  </a:lnTo>
                  <a:lnTo>
                    <a:pt x="4810666" y="705001"/>
                  </a:lnTo>
                  <a:lnTo>
                    <a:pt x="4816139" y="705001"/>
                  </a:lnTo>
                  <a:lnTo>
                    <a:pt x="4816139" y="705001"/>
                  </a:lnTo>
                  <a:lnTo>
                    <a:pt x="4821612" y="705001"/>
                  </a:lnTo>
                  <a:lnTo>
                    <a:pt x="4821612" y="705001"/>
                  </a:lnTo>
                  <a:lnTo>
                    <a:pt x="4827084" y="705001"/>
                  </a:lnTo>
                  <a:lnTo>
                    <a:pt x="4827084" y="705001"/>
                  </a:lnTo>
                  <a:lnTo>
                    <a:pt x="4832557" y="705001"/>
                  </a:lnTo>
                  <a:lnTo>
                    <a:pt x="4832557" y="705001"/>
                  </a:lnTo>
                  <a:lnTo>
                    <a:pt x="4838030" y="705001"/>
                  </a:lnTo>
                  <a:lnTo>
                    <a:pt x="4838030" y="705001"/>
                  </a:lnTo>
                  <a:lnTo>
                    <a:pt x="4843503" y="705001"/>
                  </a:lnTo>
                  <a:lnTo>
                    <a:pt x="4843503" y="705001"/>
                  </a:lnTo>
                  <a:lnTo>
                    <a:pt x="4848976" y="705001"/>
                  </a:lnTo>
                  <a:lnTo>
                    <a:pt x="4848976" y="705001"/>
                  </a:lnTo>
                  <a:lnTo>
                    <a:pt x="4854449" y="705001"/>
                  </a:lnTo>
                  <a:lnTo>
                    <a:pt x="4854449" y="694229"/>
                  </a:lnTo>
                  <a:lnTo>
                    <a:pt x="4859922" y="694229"/>
                  </a:lnTo>
                  <a:lnTo>
                    <a:pt x="4859922" y="694229"/>
                  </a:lnTo>
                  <a:lnTo>
                    <a:pt x="4865395" y="694229"/>
                  </a:lnTo>
                  <a:lnTo>
                    <a:pt x="4865395" y="683436"/>
                  </a:lnTo>
                  <a:lnTo>
                    <a:pt x="4870868" y="683436"/>
                  </a:lnTo>
                  <a:lnTo>
                    <a:pt x="4870868" y="672621"/>
                  </a:lnTo>
                  <a:lnTo>
                    <a:pt x="4876340" y="672621"/>
                  </a:lnTo>
                  <a:lnTo>
                    <a:pt x="4876340" y="672621"/>
                  </a:lnTo>
                  <a:lnTo>
                    <a:pt x="4881813" y="672621"/>
                  </a:lnTo>
                  <a:lnTo>
                    <a:pt x="4881813" y="672621"/>
                  </a:lnTo>
                  <a:lnTo>
                    <a:pt x="4887286" y="672621"/>
                  </a:lnTo>
                  <a:lnTo>
                    <a:pt x="4887286" y="672621"/>
                  </a:lnTo>
                  <a:lnTo>
                    <a:pt x="4892759" y="672621"/>
                  </a:lnTo>
                  <a:lnTo>
                    <a:pt x="4892759" y="672621"/>
                  </a:lnTo>
                  <a:lnTo>
                    <a:pt x="4898232" y="672621"/>
                  </a:lnTo>
                  <a:lnTo>
                    <a:pt x="4898232" y="672621"/>
                  </a:lnTo>
                  <a:lnTo>
                    <a:pt x="4903705" y="672621"/>
                  </a:lnTo>
                  <a:lnTo>
                    <a:pt x="4903705" y="672621"/>
                  </a:lnTo>
                  <a:lnTo>
                    <a:pt x="4909178" y="672621"/>
                  </a:lnTo>
                  <a:lnTo>
                    <a:pt x="4909178" y="672621"/>
                  </a:lnTo>
                  <a:lnTo>
                    <a:pt x="4914651" y="672621"/>
                  </a:lnTo>
                  <a:lnTo>
                    <a:pt x="4914651" y="672621"/>
                  </a:lnTo>
                  <a:lnTo>
                    <a:pt x="4920123" y="672621"/>
                  </a:lnTo>
                  <a:lnTo>
                    <a:pt x="4920123" y="672621"/>
                  </a:lnTo>
                  <a:lnTo>
                    <a:pt x="4925596" y="672621"/>
                  </a:lnTo>
                  <a:lnTo>
                    <a:pt x="4925596" y="672621"/>
                  </a:lnTo>
                  <a:lnTo>
                    <a:pt x="4931069" y="672621"/>
                  </a:lnTo>
                  <a:lnTo>
                    <a:pt x="4931069" y="661708"/>
                  </a:lnTo>
                  <a:lnTo>
                    <a:pt x="4936542" y="661708"/>
                  </a:lnTo>
                  <a:lnTo>
                    <a:pt x="4936542" y="661708"/>
                  </a:lnTo>
                  <a:lnTo>
                    <a:pt x="4942015" y="661708"/>
                  </a:lnTo>
                  <a:lnTo>
                    <a:pt x="4942015" y="661708"/>
                  </a:lnTo>
                  <a:lnTo>
                    <a:pt x="4947488" y="661708"/>
                  </a:lnTo>
                  <a:lnTo>
                    <a:pt x="4947488" y="661708"/>
                  </a:lnTo>
                  <a:lnTo>
                    <a:pt x="4952961" y="661708"/>
                  </a:lnTo>
                  <a:lnTo>
                    <a:pt x="4952961" y="661708"/>
                  </a:lnTo>
                  <a:lnTo>
                    <a:pt x="4958434" y="661708"/>
                  </a:lnTo>
                  <a:lnTo>
                    <a:pt x="4958434" y="661708"/>
                  </a:lnTo>
                  <a:lnTo>
                    <a:pt x="4963907" y="661708"/>
                  </a:lnTo>
                  <a:lnTo>
                    <a:pt x="4963907" y="661708"/>
                  </a:lnTo>
                  <a:lnTo>
                    <a:pt x="4969379" y="661708"/>
                  </a:lnTo>
                  <a:lnTo>
                    <a:pt x="4969379" y="650694"/>
                  </a:lnTo>
                  <a:lnTo>
                    <a:pt x="4974852" y="650694"/>
                  </a:lnTo>
                  <a:lnTo>
                    <a:pt x="4974852" y="650694"/>
                  </a:lnTo>
                  <a:lnTo>
                    <a:pt x="4980325" y="650694"/>
                  </a:lnTo>
                  <a:lnTo>
                    <a:pt x="4980325" y="639612"/>
                  </a:lnTo>
                  <a:lnTo>
                    <a:pt x="4985798" y="639612"/>
                  </a:lnTo>
                  <a:lnTo>
                    <a:pt x="4985798" y="639612"/>
                  </a:lnTo>
                  <a:lnTo>
                    <a:pt x="4991271" y="639612"/>
                  </a:lnTo>
                  <a:lnTo>
                    <a:pt x="4991271" y="639612"/>
                  </a:lnTo>
                  <a:lnTo>
                    <a:pt x="4996744" y="639612"/>
                  </a:lnTo>
                  <a:lnTo>
                    <a:pt x="4996744" y="639612"/>
                  </a:lnTo>
                  <a:lnTo>
                    <a:pt x="5002217" y="639612"/>
                  </a:lnTo>
                  <a:lnTo>
                    <a:pt x="5002217" y="639612"/>
                  </a:lnTo>
                  <a:lnTo>
                    <a:pt x="5007690" y="639612"/>
                  </a:lnTo>
                  <a:lnTo>
                    <a:pt x="5007690" y="639612"/>
                  </a:lnTo>
                  <a:lnTo>
                    <a:pt x="5013163" y="639612"/>
                  </a:lnTo>
                  <a:lnTo>
                    <a:pt x="5013163" y="639612"/>
                  </a:lnTo>
                  <a:lnTo>
                    <a:pt x="5018635" y="639612"/>
                  </a:lnTo>
                  <a:lnTo>
                    <a:pt x="5018635" y="639612"/>
                  </a:lnTo>
                  <a:lnTo>
                    <a:pt x="5024108" y="639612"/>
                  </a:lnTo>
                  <a:lnTo>
                    <a:pt x="5024108" y="639612"/>
                  </a:lnTo>
                  <a:lnTo>
                    <a:pt x="5029581" y="639612"/>
                  </a:lnTo>
                  <a:lnTo>
                    <a:pt x="5029581" y="639612"/>
                  </a:lnTo>
                  <a:lnTo>
                    <a:pt x="5035054" y="639612"/>
                  </a:lnTo>
                  <a:lnTo>
                    <a:pt x="5035054" y="639612"/>
                  </a:lnTo>
                  <a:lnTo>
                    <a:pt x="5040527" y="639612"/>
                  </a:lnTo>
                  <a:lnTo>
                    <a:pt x="5040527" y="628413"/>
                  </a:lnTo>
                  <a:lnTo>
                    <a:pt x="5046000" y="628413"/>
                  </a:lnTo>
                  <a:lnTo>
                    <a:pt x="5046000" y="628413"/>
                  </a:lnTo>
                  <a:lnTo>
                    <a:pt x="5051473" y="628413"/>
                  </a:lnTo>
                  <a:lnTo>
                    <a:pt x="5051473" y="628413"/>
                  </a:lnTo>
                  <a:lnTo>
                    <a:pt x="5056946" y="628413"/>
                  </a:lnTo>
                  <a:lnTo>
                    <a:pt x="5056946" y="628413"/>
                  </a:lnTo>
                  <a:lnTo>
                    <a:pt x="5062419" y="628413"/>
                  </a:lnTo>
                  <a:lnTo>
                    <a:pt x="5062419" y="628413"/>
                  </a:lnTo>
                  <a:lnTo>
                    <a:pt x="5067891" y="628413"/>
                  </a:lnTo>
                  <a:lnTo>
                    <a:pt x="5067891" y="628413"/>
                  </a:lnTo>
                  <a:lnTo>
                    <a:pt x="5073364" y="628413"/>
                  </a:lnTo>
                  <a:lnTo>
                    <a:pt x="5073364" y="617166"/>
                  </a:lnTo>
                  <a:lnTo>
                    <a:pt x="5078837" y="617166"/>
                  </a:lnTo>
                  <a:lnTo>
                    <a:pt x="5078837" y="617166"/>
                  </a:lnTo>
                  <a:lnTo>
                    <a:pt x="5084310" y="617166"/>
                  </a:lnTo>
                  <a:lnTo>
                    <a:pt x="5084310" y="617166"/>
                  </a:lnTo>
                  <a:lnTo>
                    <a:pt x="5089783" y="617166"/>
                  </a:lnTo>
                  <a:lnTo>
                    <a:pt x="5089783" y="605895"/>
                  </a:lnTo>
                  <a:lnTo>
                    <a:pt x="5095256" y="605895"/>
                  </a:lnTo>
                  <a:lnTo>
                    <a:pt x="5095256" y="605895"/>
                  </a:lnTo>
                  <a:lnTo>
                    <a:pt x="5100729" y="605895"/>
                  </a:lnTo>
                  <a:lnTo>
                    <a:pt x="5100729" y="605895"/>
                  </a:lnTo>
                  <a:lnTo>
                    <a:pt x="5106202" y="605895"/>
                  </a:lnTo>
                  <a:lnTo>
                    <a:pt x="5106202" y="605895"/>
                  </a:lnTo>
                  <a:lnTo>
                    <a:pt x="5111674" y="605895"/>
                  </a:lnTo>
                  <a:lnTo>
                    <a:pt x="5111674" y="605895"/>
                  </a:lnTo>
                  <a:lnTo>
                    <a:pt x="5117147" y="605895"/>
                  </a:lnTo>
                  <a:lnTo>
                    <a:pt x="5117147" y="605895"/>
                  </a:lnTo>
                  <a:lnTo>
                    <a:pt x="5122620" y="605895"/>
                  </a:lnTo>
                  <a:lnTo>
                    <a:pt x="5122620" y="605895"/>
                  </a:lnTo>
                  <a:lnTo>
                    <a:pt x="5128093" y="605895"/>
                  </a:lnTo>
                  <a:lnTo>
                    <a:pt x="5128093" y="605895"/>
                  </a:lnTo>
                  <a:lnTo>
                    <a:pt x="5133566" y="605895"/>
                  </a:lnTo>
                  <a:lnTo>
                    <a:pt x="5133566" y="605895"/>
                  </a:lnTo>
                  <a:lnTo>
                    <a:pt x="5139039" y="605895"/>
                  </a:lnTo>
                  <a:lnTo>
                    <a:pt x="5139039" y="605895"/>
                  </a:lnTo>
                  <a:lnTo>
                    <a:pt x="5144512" y="605895"/>
                  </a:lnTo>
                  <a:lnTo>
                    <a:pt x="5144512" y="605895"/>
                  </a:lnTo>
                  <a:lnTo>
                    <a:pt x="5149985" y="605895"/>
                  </a:lnTo>
                  <a:lnTo>
                    <a:pt x="5149985" y="605895"/>
                  </a:lnTo>
                  <a:lnTo>
                    <a:pt x="5155458" y="605895"/>
                  </a:lnTo>
                  <a:lnTo>
                    <a:pt x="5155458" y="605895"/>
                  </a:lnTo>
                  <a:lnTo>
                    <a:pt x="5160930" y="605895"/>
                  </a:lnTo>
                  <a:lnTo>
                    <a:pt x="5160930" y="605895"/>
                  </a:lnTo>
                  <a:lnTo>
                    <a:pt x="5166403" y="605895"/>
                  </a:lnTo>
                  <a:lnTo>
                    <a:pt x="5166403" y="605895"/>
                  </a:lnTo>
                  <a:lnTo>
                    <a:pt x="5171876" y="605895"/>
                  </a:lnTo>
                  <a:lnTo>
                    <a:pt x="5171876" y="605895"/>
                  </a:lnTo>
                  <a:lnTo>
                    <a:pt x="5177349" y="605895"/>
                  </a:lnTo>
                  <a:lnTo>
                    <a:pt x="5177349" y="605895"/>
                  </a:lnTo>
                  <a:lnTo>
                    <a:pt x="5182822" y="605895"/>
                  </a:lnTo>
                  <a:lnTo>
                    <a:pt x="5182822" y="605895"/>
                  </a:lnTo>
                  <a:lnTo>
                    <a:pt x="5188295" y="605895"/>
                  </a:lnTo>
                  <a:lnTo>
                    <a:pt x="5188295" y="605895"/>
                  </a:lnTo>
                  <a:lnTo>
                    <a:pt x="5193768" y="605895"/>
                  </a:lnTo>
                  <a:lnTo>
                    <a:pt x="5193768" y="605895"/>
                  </a:lnTo>
                  <a:lnTo>
                    <a:pt x="5199241" y="605895"/>
                  </a:lnTo>
                  <a:lnTo>
                    <a:pt x="5199241" y="594513"/>
                  </a:lnTo>
                  <a:lnTo>
                    <a:pt x="5204714" y="594513"/>
                  </a:lnTo>
                  <a:lnTo>
                    <a:pt x="5204714" y="594513"/>
                  </a:lnTo>
                  <a:lnTo>
                    <a:pt x="5210186" y="594513"/>
                  </a:lnTo>
                  <a:lnTo>
                    <a:pt x="5210186" y="594513"/>
                  </a:lnTo>
                  <a:lnTo>
                    <a:pt x="5215659" y="594513"/>
                  </a:lnTo>
                  <a:lnTo>
                    <a:pt x="5215659" y="594513"/>
                  </a:lnTo>
                  <a:lnTo>
                    <a:pt x="5221132" y="594513"/>
                  </a:lnTo>
                  <a:lnTo>
                    <a:pt x="5221132" y="594513"/>
                  </a:lnTo>
                  <a:lnTo>
                    <a:pt x="5226605" y="594513"/>
                  </a:lnTo>
                  <a:lnTo>
                    <a:pt x="5226605" y="594513"/>
                  </a:lnTo>
                  <a:lnTo>
                    <a:pt x="5232078" y="594513"/>
                  </a:lnTo>
                  <a:lnTo>
                    <a:pt x="5232078" y="594513"/>
                  </a:lnTo>
                  <a:lnTo>
                    <a:pt x="5237551" y="594513"/>
                  </a:lnTo>
                  <a:lnTo>
                    <a:pt x="5237551" y="594513"/>
                  </a:lnTo>
                  <a:lnTo>
                    <a:pt x="5243024" y="594513"/>
                  </a:lnTo>
                  <a:lnTo>
                    <a:pt x="5243024" y="594513"/>
                  </a:lnTo>
                  <a:lnTo>
                    <a:pt x="5248497" y="594513"/>
                  </a:lnTo>
                  <a:lnTo>
                    <a:pt x="5248497" y="594513"/>
                  </a:lnTo>
                  <a:lnTo>
                    <a:pt x="5253970" y="594513"/>
                  </a:lnTo>
                  <a:lnTo>
                    <a:pt x="5253970" y="594513"/>
                  </a:lnTo>
                  <a:lnTo>
                    <a:pt x="5259442" y="594513"/>
                  </a:lnTo>
                  <a:lnTo>
                    <a:pt x="5259442" y="594513"/>
                  </a:lnTo>
                  <a:lnTo>
                    <a:pt x="5264915" y="594513"/>
                  </a:lnTo>
                  <a:lnTo>
                    <a:pt x="5264915" y="594513"/>
                  </a:lnTo>
                  <a:lnTo>
                    <a:pt x="5270388" y="594513"/>
                  </a:lnTo>
                  <a:lnTo>
                    <a:pt x="5270388" y="594513"/>
                  </a:lnTo>
                  <a:lnTo>
                    <a:pt x="5275861" y="594513"/>
                  </a:lnTo>
                  <a:lnTo>
                    <a:pt x="5275861" y="594513"/>
                  </a:lnTo>
                  <a:lnTo>
                    <a:pt x="5281334" y="594513"/>
                  </a:lnTo>
                  <a:lnTo>
                    <a:pt x="5281334" y="594513"/>
                  </a:lnTo>
                  <a:lnTo>
                    <a:pt x="5286807" y="594513"/>
                  </a:lnTo>
                  <a:lnTo>
                    <a:pt x="5286807" y="583003"/>
                  </a:lnTo>
                  <a:lnTo>
                    <a:pt x="5292280" y="583003"/>
                  </a:lnTo>
                  <a:lnTo>
                    <a:pt x="5292280" y="583003"/>
                  </a:lnTo>
                  <a:lnTo>
                    <a:pt x="5297753" y="583003"/>
                  </a:lnTo>
                  <a:lnTo>
                    <a:pt x="5297753" y="583003"/>
                  </a:lnTo>
                  <a:lnTo>
                    <a:pt x="5303225" y="583003"/>
                  </a:lnTo>
                  <a:lnTo>
                    <a:pt x="5303225" y="583003"/>
                  </a:lnTo>
                  <a:lnTo>
                    <a:pt x="5308698" y="583003"/>
                  </a:lnTo>
                  <a:lnTo>
                    <a:pt x="5308698" y="583003"/>
                  </a:lnTo>
                  <a:lnTo>
                    <a:pt x="5314171" y="583003"/>
                  </a:lnTo>
                  <a:lnTo>
                    <a:pt x="5314171" y="571455"/>
                  </a:lnTo>
                  <a:lnTo>
                    <a:pt x="5319644" y="571455"/>
                  </a:lnTo>
                  <a:lnTo>
                    <a:pt x="5319644" y="571455"/>
                  </a:lnTo>
                  <a:lnTo>
                    <a:pt x="5325117" y="571455"/>
                  </a:lnTo>
                  <a:lnTo>
                    <a:pt x="5325117" y="571455"/>
                  </a:lnTo>
                  <a:lnTo>
                    <a:pt x="5330590" y="571455"/>
                  </a:lnTo>
                  <a:lnTo>
                    <a:pt x="5330590" y="571455"/>
                  </a:lnTo>
                  <a:lnTo>
                    <a:pt x="5336063" y="571455"/>
                  </a:lnTo>
                  <a:lnTo>
                    <a:pt x="5336063" y="571455"/>
                  </a:lnTo>
                  <a:lnTo>
                    <a:pt x="5341536" y="571455"/>
                  </a:lnTo>
                  <a:lnTo>
                    <a:pt x="5341536" y="571455"/>
                  </a:lnTo>
                  <a:lnTo>
                    <a:pt x="5347009" y="571455"/>
                  </a:lnTo>
                  <a:lnTo>
                    <a:pt x="5347009" y="559893"/>
                  </a:lnTo>
                  <a:lnTo>
                    <a:pt x="5352481" y="559893"/>
                  </a:lnTo>
                  <a:lnTo>
                    <a:pt x="5352481" y="559893"/>
                  </a:lnTo>
                  <a:lnTo>
                    <a:pt x="5357954" y="559893"/>
                  </a:lnTo>
                  <a:lnTo>
                    <a:pt x="5357954" y="559893"/>
                  </a:lnTo>
                  <a:lnTo>
                    <a:pt x="5363427" y="559893"/>
                  </a:lnTo>
                  <a:lnTo>
                    <a:pt x="5363427" y="559893"/>
                  </a:lnTo>
                  <a:lnTo>
                    <a:pt x="5368900" y="559893"/>
                  </a:lnTo>
                  <a:lnTo>
                    <a:pt x="5368900" y="559893"/>
                  </a:lnTo>
                  <a:lnTo>
                    <a:pt x="5374373" y="559893"/>
                  </a:lnTo>
                  <a:lnTo>
                    <a:pt x="5374373" y="559893"/>
                  </a:lnTo>
                  <a:lnTo>
                    <a:pt x="5379846" y="559893"/>
                  </a:lnTo>
                  <a:lnTo>
                    <a:pt x="5379846" y="559893"/>
                  </a:lnTo>
                  <a:lnTo>
                    <a:pt x="5385319" y="559893"/>
                  </a:lnTo>
                  <a:lnTo>
                    <a:pt x="5385319" y="559893"/>
                  </a:lnTo>
                  <a:lnTo>
                    <a:pt x="5390792" y="559893"/>
                  </a:lnTo>
                  <a:lnTo>
                    <a:pt x="5390792" y="559893"/>
                  </a:lnTo>
                  <a:lnTo>
                    <a:pt x="5396265" y="559893"/>
                  </a:lnTo>
                  <a:lnTo>
                    <a:pt x="5396265" y="559893"/>
                  </a:lnTo>
                  <a:lnTo>
                    <a:pt x="5401737" y="559893"/>
                  </a:lnTo>
                  <a:lnTo>
                    <a:pt x="5401737" y="559893"/>
                  </a:lnTo>
                  <a:lnTo>
                    <a:pt x="5407210" y="559893"/>
                  </a:lnTo>
                  <a:lnTo>
                    <a:pt x="5407210" y="559893"/>
                  </a:lnTo>
                  <a:lnTo>
                    <a:pt x="5412683" y="559893"/>
                  </a:lnTo>
                  <a:lnTo>
                    <a:pt x="5412683" y="559893"/>
                  </a:lnTo>
                  <a:lnTo>
                    <a:pt x="5418156" y="559893"/>
                  </a:lnTo>
                  <a:lnTo>
                    <a:pt x="5418156" y="559893"/>
                  </a:lnTo>
                  <a:lnTo>
                    <a:pt x="5423629" y="559893"/>
                  </a:lnTo>
                  <a:lnTo>
                    <a:pt x="5423629" y="559893"/>
                  </a:lnTo>
                  <a:lnTo>
                    <a:pt x="5429102" y="559893"/>
                  </a:lnTo>
                  <a:lnTo>
                    <a:pt x="5429102" y="559893"/>
                  </a:lnTo>
                  <a:lnTo>
                    <a:pt x="5434575" y="559893"/>
                  </a:lnTo>
                  <a:lnTo>
                    <a:pt x="5434575" y="559893"/>
                  </a:lnTo>
                  <a:lnTo>
                    <a:pt x="5440048" y="559893"/>
                  </a:lnTo>
                  <a:lnTo>
                    <a:pt x="5440048" y="559893"/>
                  </a:lnTo>
                  <a:lnTo>
                    <a:pt x="5445520" y="559893"/>
                  </a:lnTo>
                  <a:lnTo>
                    <a:pt x="5445520" y="559893"/>
                  </a:lnTo>
                  <a:lnTo>
                    <a:pt x="5450993" y="559893"/>
                  </a:lnTo>
                  <a:lnTo>
                    <a:pt x="5450993" y="559893"/>
                  </a:lnTo>
                  <a:lnTo>
                    <a:pt x="5456466" y="559893"/>
                  </a:lnTo>
                  <a:lnTo>
                    <a:pt x="5456466" y="559893"/>
                  </a:lnTo>
                  <a:lnTo>
                    <a:pt x="5461939" y="559893"/>
                  </a:lnTo>
                  <a:lnTo>
                    <a:pt x="5461939" y="559893"/>
                  </a:lnTo>
                  <a:lnTo>
                    <a:pt x="5467412" y="559893"/>
                  </a:lnTo>
                  <a:lnTo>
                    <a:pt x="5467412" y="559893"/>
                  </a:lnTo>
                  <a:lnTo>
                    <a:pt x="5472885" y="559893"/>
                  </a:lnTo>
                  <a:lnTo>
                    <a:pt x="5472885" y="559893"/>
                  </a:lnTo>
                  <a:lnTo>
                    <a:pt x="5478358" y="559893"/>
                  </a:lnTo>
                  <a:lnTo>
                    <a:pt x="5478358" y="559893"/>
                  </a:lnTo>
                  <a:lnTo>
                    <a:pt x="5483831" y="559893"/>
                  </a:lnTo>
                  <a:lnTo>
                    <a:pt x="5483831" y="559893"/>
                  </a:lnTo>
                  <a:lnTo>
                    <a:pt x="5489304" y="559893"/>
                  </a:lnTo>
                  <a:lnTo>
                    <a:pt x="5489304" y="559893"/>
                  </a:lnTo>
                  <a:lnTo>
                    <a:pt x="5494776" y="559893"/>
                  </a:lnTo>
                  <a:lnTo>
                    <a:pt x="5494776" y="559893"/>
                  </a:lnTo>
                  <a:lnTo>
                    <a:pt x="5500249" y="559893"/>
                  </a:lnTo>
                  <a:lnTo>
                    <a:pt x="5500249" y="559893"/>
                  </a:lnTo>
                  <a:lnTo>
                    <a:pt x="5505722" y="559893"/>
                  </a:lnTo>
                  <a:lnTo>
                    <a:pt x="5505722" y="559893"/>
                  </a:lnTo>
                  <a:lnTo>
                    <a:pt x="5511195" y="559893"/>
                  </a:lnTo>
                  <a:lnTo>
                    <a:pt x="5511195" y="559893"/>
                  </a:lnTo>
                  <a:lnTo>
                    <a:pt x="5516668" y="559893"/>
                  </a:lnTo>
                  <a:lnTo>
                    <a:pt x="5516668" y="559893"/>
                  </a:lnTo>
                  <a:lnTo>
                    <a:pt x="5522141" y="559893"/>
                  </a:lnTo>
                  <a:lnTo>
                    <a:pt x="5522141" y="559893"/>
                  </a:lnTo>
                  <a:lnTo>
                    <a:pt x="5527614" y="559893"/>
                  </a:lnTo>
                  <a:lnTo>
                    <a:pt x="5527614" y="559893"/>
                  </a:lnTo>
                  <a:lnTo>
                    <a:pt x="5533087" y="559893"/>
                  </a:lnTo>
                  <a:lnTo>
                    <a:pt x="5533087" y="559893"/>
                  </a:lnTo>
                  <a:lnTo>
                    <a:pt x="5538560" y="559893"/>
                  </a:lnTo>
                  <a:lnTo>
                    <a:pt x="5538560" y="559893"/>
                  </a:lnTo>
                  <a:lnTo>
                    <a:pt x="5544032" y="559893"/>
                  </a:lnTo>
                  <a:lnTo>
                    <a:pt x="5544032" y="559893"/>
                  </a:lnTo>
                  <a:lnTo>
                    <a:pt x="5549505" y="559893"/>
                  </a:lnTo>
                  <a:lnTo>
                    <a:pt x="5549505" y="559893"/>
                  </a:lnTo>
                  <a:lnTo>
                    <a:pt x="5554978" y="559893"/>
                  </a:lnTo>
                  <a:lnTo>
                    <a:pt x="5554978" y="559893"/>
                  </a:lnTo>
                  <a:lnTo>
                    <a:pt x="5560451" y="559893"/>
                  </a:lnTo>
                  <a:lnTo>
                    <a:pt x="5560451" y="559893"/>
                  </a:lnTo>
                  <a:lnTo>
                    <a:pt x="5565924" y="559893"/>
                  </a:lnTo>
                  <a:lnTo>
                    <a:pt x="5565924" y="559893"/>
                  </a:lnTo>
                  <a:lnTo>
                    <a:pt x="5571397" y="559893"/>
                  </a:lnTo>
                  <a:lnTo>
                    <a:pt x="5571397" y="559893"/>
                  </a:lnTo>
                  <a:lnTo>
                    <a:pt x="5576870" y="559893"/>
                  </a:lnTo>
                  <a:lnTo>
                    <a:pt x="5576870" y="559893"/>
                  </a:lnTo>
                  <a:lnTo>
                    <a:pt x="5582343" y="559893"/>
                  </a:lnTo>
                  <a:lnTo>
                    <a:pt x="5582343" y="559893"/>
                  </a:lnTo>
                  <a:lnTo>
                    <a:pt x="5587816" y="559893"/>
                  </a:lnTo>
                  <a:lnTo>
                    <a:pt x="5587816" y="559893"/>
                  </a:lnTo>
                  <a:lnTo>
                    <a:pt x="5593288" y="559893"/>
                  </a:lnTo>
                  <a:lnTo>
                    <a:pt x="5593288" y="547957"/>
                  </a:lnTo>
                  <a:lnTo>
                    <a:pt x="5598761" y="547957"/>
                  </a:lnTo>
                  <a:lnTo>
                    <a:pt x="5598761" y="547957"/>
                  </a:lnTo>
                  <a:lnTo>
                    <a:pt x="5604234" y="547957"/>
                  </a:lnTo>
                  <a:lnTo>
                    <a:pt x="5604234" y="547957"/>
                  </a:lnTo>
                  <a:lnTo>
                    <a:pt x="5609707" y="547957"/>
                  </a:lnTo>
                  <a:lnTo>
                    <a:pt x="5609707" y="547957"/>
                  </a:lnTo>
                  <a:lnTo>
                    <a:pt x="5615180" y="547957"/>
                  </a:lnTo>
                  <a:lnTo>
                    <a:pt x="5615180" y="547957"/>
                  </a:lnTo>
                  <a:lnTo>
                    <a:pt x="5620653" y="547957"/>
                  </a:lnTo>
                  <a:lnTo>
                    <a:pt x="5620653" y="547957"/>
                  </a:lnTo>
                  <a:lnTo>
                    <a:pt x="5626126" y="547957"/>
                  </a:lnTo>
                  <a:lnTo>
                    <a:pt x="5626126" y="547957"/>
                  </a:lnTo>
                  <a:lnTo>
                    <a:pt x="5631599" y="547957"/>
                  </a:lnTo>
                  <a:lnTo>
                    <a:pt x="5631599" y="547957"/>
                  </a:lnTo>
                  <a:lnTo>
                    <a:pt x="5637071" y="547957"/>
                  </a:lnTo>
                  <a:lnTo>
                    <a:pt x="5637071" y="547957"/>
                  </a:lnTo>
                  <a:lnTo>
                    <a:pt x="5642544" y="547957"/>
                  </a:lnTo>
                  <a:lnTo>
                    <a:pt x="5642544" y="535874"/>
                  </a:lnTo>
                  <a:lnTo>
                    <a:pt x="5648017" y="535874"/>
                  </a:lnTo>
                  <a:lnTo>
                    <a:pt x="5648017" y="535874"/>
                  </a:lnTo>
                  <a:lnTo>
                    <a:pt x="5653490" y="535874"/>
                  </a:lnTo>
                  <a:lnTo>
                    <a:pt x="5653490" y="535874"/>
                  </a:lnTo>
                  <a:lnTo>
                    <a:pt x="5658963" y="535874"/>
                  </a:lnTo>
                  <a:lnTo>
                    <a:pt x="5658963" y="535874"/>
                  </a:lnTo>
                  <a:lnTo>
                    <a:pt x="5664436" y="535874"/>
                  </a:lnTo>
                  <a:lnTo>
                    <a:pt x="5664436" y="535874"/>
                  </a:lnTo>
                  <a:lnTo>
                    <a:pt x="5669909" y="535874"/>
                  </a:lnTo>
                  <a:lnTo>
                    <a:pt x="5669909" y="511677"/>
                  </a:lnTo>
                  <a:lnTo>
                    <a:pt x="5675382" y="511677"/>
                  </a:lnTo>
                  <a:lnTo>
                    <a:pt x="5675382" y="511677"/>
                  </a:lnTo>
                  <a:lnTo>
                    <a:pt x="5680855" y="511677"/>
                  </a:lnTo>
                  <a:lnTo>
                    <a:pt x="5680855" y="511677"/>
                  </a:lnTo>
                  <a:lnTo>
                    <a:pt x="5686327" y="511677"/>
                  </a:lnTo>
                  <a:lnTo>
                    <a:pt x="5686327" y="511677"/>
                  </a:lnTo>
                  <a:lnTo>
                    <a:pt x="5691800" y="511677"/>
                  </a:lnTo>
                  <a:lnTo>
                    <a:pt x="5691800" y="511677"/>
                  </a:lnTo>
                  <a:lnTo>
                    <a:pt x="5697273" y="511677"/>
                  </a:lnTo>
                  <a:lnTo>
                    <a:pt x="5697273" y="511677"/>
                  </a:lnTo>
                  <a:lnTo>
                    <a:pt x="5702746" y="511677"/>
                  </a:lnTo>
                  <a:lnTo>
                    <a:pt x="5702746" y="511677"/>
                  </a:lnTo>
                  <a:lnTo>
                    <a:pt x="5708219" y="511677"/>
                  </a:lnTo>
                  <a:lnTo>
                    <a:pt x="5708219" y="511677"/>
                  </a:lnTo>
                  <a:lnTo>
                    <a:pt x="5713692" y="511677"/>
                  </a:lnTo>
                  <a:lnTo>
                    <a:pt x="5713692" y="511677"/>
                  </a:lnTo>
                  <a:lnTo>
                    <a:pt x="5719165" y="511677"/>
                  </a:lnTo>
                  <a:lnTo>
                    <a:pt x="5719165" y="511677"/>
                  </a:lnTo>
                  <a:lnTo>
                    <a:pt x="5724638" y="511677"/>
                  </a:lnTo>
                  <a:lnTo>
                    <a:pt x="5724638" y="511677"/>
                  </a:lnTo>
                  <a:lnTo>
                    <a:pt x="5730111" y="511677"/>
                  </a:lnTo>
                  <a:lnTo>
                    <a:pt x="5730111" y="511677"/>
                  </a:lnTo>
                  <a:lnTo>
                    <a:pt x="5735583" y="511677"/>
                  </a:lnTo>
                  <a:lnTo>
                    <a:pt x="5735583" y="511677"/>
                  </a:lnTo>
                  <a:lnTo>
                    <a:pt x="5741056" y="511677"/>
                  </a:lnTo>
                  <a:lnTo>
                    <a:pt x="5741056" y="511677"/>
                  </a:lnTo>
                  <a:lnTo>
                    <a:pt x="5746529" y="511677"/>
                  </a:lnTo>
                  <a:lnTo>
                    <a:pt x="5746529" y="511677"/>
                  </a:lnTo>
                  <a:lnTo>
                    <a:pt x="5752002" y="511677"/>
                  </a:lnTo>
                  <a:lnTo>
                    <a:pt x="5752002" y="511677"/>
                  </a:lnTo>
                  <a:lnTo>
                    <a:pt x="5757475" y="511677"/>
                  </a:lnTo>
                  <a:lnTo>
                    <a:pt x="5757475" y="511677"/>
                  </a:lnTo>
                  <a:lnTo>
                    <a:pt x="5762948" y="511677"/>
                  </a:lnTo>
                  <a:lnTo>
                    <a:pt x="5762948" y="511677"/>
                  </a:lnTo>
                  <a:lnTo>
                    <a:pt x="5768421" y="511677"/>
                  </a:lnTo>
                  <a:lnTo>
                    <a:pt x="5768421" y="511677"/>
                  </a:lnTo>
                  <a:lnTo>
                    <a:pt x="5773894" y="511677"/>
                  </a:lnTo>
                  <a:lnTo>
                    <a:pt x="5773894" y="511677"/>
                  </a:lnTo>
                  <a:lnTo>
                    <a:pt x="5779367" y="511677"/>
                  </a:lnTo>
                  <a:lnTo>
                    <a:pt x="5779367" y="511677"/>
                  </a:lnTo>
                  <a:lnTo>
                    <a:pt x="5784839" y="511677"/>
                  </a:lnTo>
                  <a:lnTo>
                    <a:pt x="5784839" y="511677"/>
                  </a:lnTo>
                  <a:lnTo>
                    <a:pt x="5790312" y="511677"/>
                  </a:lnTo>
                  <a:lnTo>
                    <a:pt x="5790312" y="511677"/>
                  </a:lnTo>
                  <a:lnTo>
                    <a:pt x="5795785" y="511677"/>
                  </a:lnTo>
                  <a:lnTo>
                    <a:pt x="5795785" y="511677"/>
                  </a:lnTo>
                  <a:lnTo>
                    <a:pt x="5801258" y="511677"/>
                  </a:lnTo>
                  <a:lnTo>
                    <a:pt x="5801258" y="511677"/>
                  </a:lnTo>
                  <a:lnTo>
                    <a:pt x="5806731" y="511677"/>
                  </a:lnTo>
                  <a:lnTo>
                    <a:pt x="5806731" y="499410"/>
                  </a:lnTo>
                  <a:lnTo>
                    <a:pt x="5812204" y="499410"/>
                  </a:lnTo>
                  <a:lnTo>
                    <a:pt x="5812204" y="499410"/>
                  </a:lnTo>
                  <a:lnTo>
                    <a:pt x="5817677" y="499410"/>
                  </a:lnTo>
                  <a:lnTo>
                    <a:pt x="5817677" y="499410"/>
                  </a:lnTo>
                  <a:lnTo>
                    <a:pt x="5823150" y="499410"/>
                  </a:lnTo>
                  <a:lnTo>
                    <a:pt x="5823150" y="499410"/>
                  </a:lnTo>
                  <a:lnTo>
                    <a:pt x="5828622" y="499410"/>
                  </a:lnTo>
                  <a:lnTo>
                    <a:pt x="5828622" y="499410"/>
                  </a:lnTo>
                  <a:lnTo>
                    <a:pt x="5834095" y="499410"/>
                  </a:lnTo>
                  <a:lnTo>
                    <a:pt x="5834095" y="487095"/>
                  </a:lnTo>
                  <a:lnTo>
                    <a:pt x="5839568" y="487095"/>
                  </a:lnTo>
                  <a:lnTo>
                    <a:pt x="5839568" y="487095"/>
                  </a:lnTo>
                  <a:lnTo>
                    <a:pt x="5845041" y="487095"/>
                  </a:lnTo>
                  <a:lnTo>
                    <a:pt x="5845041" y="487095"/>
                  </a:lnTo>
                  <a:lnTo>
                    <a:pt x="5850514" y="487095"/>
                  </a:lnTo>
                  <a:lnTo>
                    <a:pt x="5850514" y="487095"/>
                  </a:lnTo>
                  <a:lnTo>
                    <a:pt x="5855987" y="487095"/>
                  </a:lnTo>
                  <a:lnTo>
                    <a:pt x="5855987" y="487095"/>
                  </a:lnTo>
                  <a:lnTo>
                    <a:pt x="5861460" y="487095"/>
                  </a:lnTo>
                  <a:lnTo>
                    <a:pt x="5861460" y="487095"/>
                  </a:lnTo>
                  <a:lnTo>
                    <a:pt x="5866933" y="487095"/>
                  </a:lnTo>
                  <a:lnTo>
                    <a:pt x="5866933" y="487095"/>
                  </a:lnTo>
                  <a:lnTo>
                    <a:pt x="5872406" y="487095"/>
                  </a:lnTo>
                  <a:lnTo>
                    <a:pt x="5872406" y="487095"/>
                  </a:lnTo>
                  <a:lnTo>
                    <a:pt x="5877878" y="487095"/>
                  </a:lnTo>
                  <a:lnTo>
                    <a:pt x="5877878" y="487095"/>
                  </a:lnTo>
                  <a:lnTo>
                    <a:pt x="5883351" y="487095"/>
                  </a:lnTo>
                  <a:lnTo>
                    <a:pt x="5883351" y="487095"/>
                  </a:lnTo>
                  <a:lnTo>
                    <a:pt x="5888824" y="487095"/>
                  </a:lnTo>
                  <a:lnTo>
                    <a:pt x="5888824" y="487095"/>
                  </a:lnTo>
                  <a:lnTo>
                    <a:pt x="5894297" y="487095"/>
                  </a:lnTo>
                  <a:lnTo>
                    <a:pt x="5894297" y="487095"/>
                  </a:lnTo>
                  <a:lnTo>
                    <a:pt x="5899770" y="487095"/>
                  </a:lnTo>
                  <a:lnTo>
                    <a:pt x="5899770" y="487095"/>
                  </a:lnTo>
                  <a:lnTo>
                    <a:pt x="5905243" y="487095"/>
                  </a:lnTo>
                  <a:lnTo>
                    <a:pt x="5905243" y="487095"/>
                  </a:lnTo>
                  <a:lnTo>
                    <a:pt x="5910716" y="487095"/>
                  </a:lnTo>
                  <a:lnTo>
                    <a:pt x="5910716" y="487095"/>
                  </a:lnTo>
                  <a:lnTo>
                    <a:pt x="5916189" y="487095"/>
                  </a:lnTo>
                  <a:lnTo>
                    <a:pt x="5916189" y="487095"/>
                  </a:lnTo>
                  <a:lnTo>
                    <a:pt x="5921662" y="487095"/>
                  </a:lnTo>
                  <a:lnTo>
                    <a:pt x="5921662" y="487095"/>
                  </a:lnTo>
                  <a:lnTo>
                    <a:pt x="5927134" y="487095"/>
                  </a:lnTo>
                  <a:lnTo>
                    <a:pt x="5927134" y="487095"/>
                  </a:lnTo>
                  <a:lnTo>
                    <a:pt x="5932607" y="487095"/>
                  </a:lnTo>
                  <a:lnTo>
                    <a:pt x="5932607" y="487095"/>
                  </a:lnTo>
                  <a:lnTo>
                    <a:pt x="5938080" y="487095"/>
                  </a:lnTo>
                  <a:lnTo>
                    <a:pt x="5938080" y="487095"/>
                  </a:lnTo>
                  <a:lnTo>
                    <a:pt x="5943553" y="487095"/>
                  </a:lnTo>
                  <a:lnTo>
                    <a:pt x="5943553" y="487095"/>
                  </a:lnTo>
                  <a:lnTo>
                    <a:pt x="5949026" y="487095"/>
                  </a:lnTo>
                  <a:lnTo>
                    <a:pt x="5949026" y="487095"/>
                  </a:lnTo>
                  <a:lnTo>
                    <a:pt x="5954499" y="487095"/>
                  </a:lnTo>
                  <a:lnTo>
                    <a:pt x="5954499" y="487095"/>
                  </a:lnTo>
                  <a:lnTo>
                    <a:pt x="5959972" y="487095"/>
                  </a:lnTo>
                  <a:lnTo>
                    <a:pt x="5959972" y="487095"/>
                  </a:lnTo>
                  <a:lnTo>
                    <a:pt x="5965445" y="487095"/>
                  </a:lnTo>
                  <a:lnTo>
                    <a:pt x="5965445" y="487095"/>
                  </a:lnTo>
                  <a:lnTo>
                    <a:pt x="5970918" y="487095"/>
                  </a:lnTo>
                  <a:lnTo>
                    <a:pt x="5970918" y="474617"/>
                  </a:lnTo>
                  <a:lnTo>
                    <a:pt x="5976390" y="474617"/>
                  </a:lnTo>
                  <a:lnTo>
                    <a:pt x="5976390" y="474617"/>
                  </a:lnTo>
                  <a:lnTo>
                    <a:pt x="5981863" y="474617"/>
                  </a:lnTo>
                  <a:lnTo>
                    <a:pt x="5981863" y="474617"/>
                  </a:lnTo>
                  <a:lnTo>
                    <a:pt x="5987336" y="474617"/>
                  </a:lnTo>
                  <a:lnTo>
                    <a:pt x="5987336" y="474617"/>
                  </a:lnTo>
                  <a:lnTo>
                    <a:pt x="5992809" y="474617"/>
                  </a:lnTo>
                  <a:lnTo>
                    <a:pt x="5992809" y="474617"/>
                  </a:lnTo>
                  <a:lnTo>
                    <a:pt x="5998282" y="474617"/>
                  </a:lnTo>
                  <a:lnTo>
                    <a:pt x="5998282" y="474617"/>
                  </a:lnTo>
                  <a:lnTo>
                    <a:pt x="6003755" y="474617"/>
                  </a:lnTo>
                  <a:lnTo>
                    <a:pt x="6003755" y="474617"/>
                  </a:lnTo>
                  <a:lnTo>
                    <a:pt x="6009228" y="474617"/>
                  </a:lnTo>
                  <a:lnTo>
                    <a:pt x="6009228" y="474617"/>
                  </a:lnTo>
                  <a:lnTo>
                    <a:pt x="6014701" y="474617"/>
                  </a:lnTo>
                  <a:lnTo>
                    <a:pt x="6014701" y="474617"/>
                  </a:lnTo>
                  <a:lnTo>
                    <a:pt x="6020173" y="474617"/>
                  </a:lnTo>
                  <a:lnTo>
                    <a:pt x="6020173" y="474617"/>
                  </a:lnTo>
                  <a:lnTo>
                    <a:pt x="6025646" y="474617"/>
                  </a:lnTo>
                  <a:lnTo>
                    <a:pt x="6025646" y="474617"/>
                  </a:lnTo>
                  <a:lnTo>
                    <a:pt x="6031119" y="474617"/>
                  </a:lnTo>
                  <a:lnTo>
                    <a:pt x="6031119" y="474617"/>
                  </a:lnTo>
                  <a:lnTo>
                    <a:pt x="6036592" y="474617"/>
                  </a:lnTo>
                  <a:lnTo>
                    <a:pt x="6036592" y="474617"/>
                  </a:lnTo>
                  <a:lnTo>
                    <a:pt x="6042065" y="474617"/>
                  </a:lnTo>
                  <a:lnTo>
                    <a:pt x="6042065" y="462020"/>
                  </a:lnTo>
                  <a:lnTo>
                    <a:pt x="6047538" y="462020"/>
                  </a:lnTo>
                  <a:lnTo>
                    <a:pt x="6047538" y="462020"/>
                  </a:lnTo>
                  <a:lnTo>
                    <a:pt x="6053011" y="462020"/>
                  </a:lnTo>
                  <a:lnTo>
                    <a:pt x="6053011" y="462020"/>
                  </a:lnTo>
                  <a:lnTo>
                    <a:pt x="6058484" y="462020"/>
                  </a:lnTo>
                  <a:lnTo>
                    <a:pt x="6058484" y="462020"/>
                  </a:lnTo>
                  <a:lnTo>
                    <a:pt x="6063957" y="462020"/>
                  </a:lnTo>
                  <a:lnTo>
                    <a:pt x="6063957" y="462020"/>
                  </a:lnTo>
                  <a:lnTo>
                    <a:pt x="6069429" y="462020"/>
                  </a:lnTo>
                  <a:lnTo>
                    <a:pt x="6069429" y="462020"/>
                  </a:lnTo>
                  <a:lnTo>
                    <a:pt x="6074902" y="462020"/>
                  </a:lnTo>
                  <a:lnTo>
                    <a:pt x="6074902" y="462020"/>
                  </a:lnTo>
                  <a:lnTo>
                    <a:pt x="6080375" y="462020"/>
                  </a:lnTo>
                  <a:lnTo>
                    <a:pt x="6080375" y="462020"/>
                  </a:lnTo>
                  <a:lnTo>
                    <a:pt x="6085848" y="462020"/>
                  </a:lnTo>
                  <a:lnTo>
                    <a:pt x="6085848" y="462020"/>
                  </a:lnTo>
                  <a:lnTo>
                    <a:pt x="6091321" y="462020"/>
                  </a:lnTo>
                  <a:lnTo>
                    <a:pt x="6091321" y="462020"/>
                  </a:lnTo>
                  <a:lnTo>
                    <a:pt x="6096794" y="462020"/>
                  </a:lnTo>
                  <a:lnTo>
                    <a:pt x="6096794" y="462020"/>
                  </a:lnTo>
                  <a:lnTo>
                    <a:pt x="6102267" y="462020"/>
                  </a:lnTo>
                  <a:lnTo>
                    <a:pt x="6102267" y="462020"/>
                  </a:lnTo>
                  <a:lnTo>
                    <a:pt x="6107740" y="462020"/>
                  </a:lnTo>
                  <a:lnTo>
                    <a:pt x="6107740" y="462020"/>
                  </a:lnTo>
                  <a:lnTo>
                    <a:pt x="6113213" y="462020"/>
                  </a:lnTo>
                  <a:lnTo>
                    <a:pt x="6113213" y="462020"/>
                  </a:lnTo>
                  <a:lnTo>
                    <a:pt x="6118685" y="462020"/>
                  </a:lnTo>
                  <a:lnTo>
                    <a:pt x="6118685" y="462020"/>
                  </a:lnTo>
                  <a:lnTo>
                    <a:pt x="6124158" y="462020"/>
                  </a:lnTo>
                  <a:lnTo>
                    <a:pt x="6124158" y="462020"/>
                  </a:lnTo>
                  <a:lnTo>
                    <a:pt x="6129631" y="462020"/>
                  </a:lnTo>
                  <a:lnTo>
                    <a:pt x="6129631" y="462020"/>
                  </a:lnTo>
                  <a:lnTo>
                    <a:pt x="6135104" y="462020"/>
                  </a:lnTo>
                  <a:lnTo>
                    <a:pt x="6135104" y="462020"/>
                  </a:lnTo>
                  <a:lnTo>
                    <a:pt x="6140577" y="462020"/>
                  </a:lnTo>
                  <a:lnTo>
                    <a:pt x="6140577" y="462020"/>
                  </a:lnTo>
                  <a:lnTo>
                    <a:pt x="6146050" y="462020"/>
                  </a:lnTo>
                  <a:lnTo>
                    <a:pt x="6146050" y="462020"/>
                  </a:lnTo>
                  <a:lnTo>
                    <a:pt x="6151523" y="462020"/>
                  </a:lnTo>
                  <a:lnTo>
                    <a:pt x="6151523" y="462020"/>
                  </a:lnTo>
                  <a:lnTo>
                    <a:pt x="6156996" y="462020"/>
                  </a:lnTo>
                  <a:lnTo>
                    <a:pt x="6156996" y="462020"/>
                  </a:lnTo>
                  <a:lnTo>
                    <a:pt x="6162468" y="462020"/>
                  </a:lnTo>
                  <a:lnTo>
                    <a:pt x="6162468" y="462020"/>
                  </a:lnTo>
                  <a:lnTo>
                    <a:pt x="6167941" y="462020"/>
                  </a:lnTo>
                  <a:lnTo>
                    <a:pt x="6167941" y="462020"/>
                  </a:lnTo>
                  <a:lnTo>
                    <a:pt x="6173414" y="462020"/>
                  </a:lnTo>
                  <a:lnTo>
                    <a:pt x="6173414" y="462020"/>
                  </a:lnTo>
                  <a:lnTo>
                    <a:pt x="6178887" y="462020"/>
                  </a:lnTo>
                  <a:lnTo>
                    <a:pt x="6178887" y="462020"/>
                  </a:lnTo>
                  <a:lnTo>
                    <a:pt x="6184360" y="462020"/>
                  </a:lnTo>
                  <a:lnTo>
                    <a:pt x="6184360" y="462020"/>
                  </a:lnTo>
                  <a:lnTo>
                    <a:pt x="6189833" y="462020"/>
                  </a:lnTo>
                  <a:lnTo>
                    <a:pt x="6189833" y="462020"/>
                  </a:lnTo>
                  <a:lnTo>
                    <a:pt x="6195306" y="462020"/>
                  </a:lnTo>
                  <a:lnTo>
                    <a:pt x="6195306" y="462020"/>
                  </a:lnTo>
                  <a:lnTo>
                    <a:pt x="6200779" y="462020"/>
                  </a:lnTo>
                  <a:lnTo>
                    <a:pt x="6200779" y="462020"/>
                  </a:lnTo>
                  <a:lnTo>
                    <a:pt x="6206252" y="462020"/>
                  </a:lnTo>
                  <a:lnTo>
                    <a:pt x="6206252" y="462020"/>
                  </a:lnTo>
                  <a:lnTo>
                    <a:pt x="6211724" y="462020"/>
                  </a:lnTo>
                  <a:lnTo>
                    <a:pt x="6211724" y="462020"/>
                  </a:lnTo>
                  <a:lnTo>
                    <a:pt x="6217197" y="462020"/>
                  </a:lnTo>
                  <a:lnTo>
                    <a:pt x="6217197" y="462020"/>
                  </a:lnTo>
                  <a:lnTo>
                    <a:pt x="6222670" y="462020"/>
                  </a:lnTo>
                  <a:lnTo>
                    <a:pt x="6222670" y="449176"/>
                  </a:lnTo>
                  <a:lnTo>
                    <a:pt x="6228143" y="449176"/>
                  </a:lnTo>
                  <a:lnTo>
                    <a:pt x="6228143" y="449176"/>
                  </a:lnTo>
                  <a:lnTo>
                    <a:pt x="6233616" y="449176"/>
                  </a:lnTo>
                  <a:lnTo>
                    <a:pt x="6233616" y="449176"/>
                  </a:lnTo>
                  <a:lnTo>
                    <a:pt x="6239089" y="449176"/>
                  </a:lnTo>
                  <a:lnTo>
                    <a:pt x="6239089" y="449176"/>
                  </a:lnTo>
                  <a:lnTo>
                    <a:pt x="6244562" y="449176"/>
                  </a:lnTo>
                  <a:lnTo>
                    <a:pt x="6244562" y="436332"/>
                  </a:lnTo>
                  <a:lnTo>
                    <a:pt x="6250035" y="436332"/>
                  </a:lnTo>
                  <a:lnTo>
                    <a:pt x="6250035" y="436332"/>
                  </a:lnTo>
                  <a:lnTo>
                    <a:pt x="6255508" y="436332"/>
                  </a:lnTo>
                  <a:lnTo>
                    <a:pt x="6255508" y="436332"/>
                  </a:lnTo>
                  <a:lnTo>
                    <a:pt x="6260980" y="436332"/>
                  </a:lnTo>
                  <a:lnTo>
                    <a:pt x="6260980" y="436332"/>
                  </a:lnTo>
                  <a:lnTo>
                    <a:pt x="6266453" y="436332"/>
                  </a:lnTo>
                  <a:lnTo>
                    <a:pt x="6266453" y="436332"/>
                  </a:lnTo>
                  <a:lnTo>
                    <a:pt x="6271926" y="436332"/>
                  </a:lnTo>
                  <a:lnTo>
                    <a:pt x="6271926" y="436332"/>
                  </a:lnTo>
                  <a:lnTo>
                    <a:pt x="6277399" y="436332"/>
                  </a:lnTo>
                  <a:lnTo>
                    <a:pt x="6277399" y="436332"/>
                  </a:lnTo>
                  <a:lnTo>
                    <a:pt x="6282872" y="436332"/>
                  </a:lnTo>
                  <a:lnTo>
                    <a:pt x="6282872" y="436332"/>
                  </a:lnTo>
                  <a:lnTo>
                    <a:pt x="6288345" y="436332"/>
                  </a:lnTo>
                  <a:lnTo>
                    <a:pt x="6288345" y="436332"/>
                  </a:lnTo>
                  <a:lnTo>
                    <a:pt x="6299291" y="436332"/>
                  </a:lnTo>
                  <a:lnTo>
                    <a:pt x="6299291" y="436332"/>
                  </a:lnTo>
                  <a:lnTo>
                    <a:pt x="6304764" y="436332"/>
                  </a:lnTo>
                  <a:lnTo>
                    <a:pt x="6304764" y="436332"/>
                  </a:lnTo>
                  <a:lnTo>
                    <a:pt x="6310236" y="436332"/>
                  </a:lnTo>
                  <a:lnTo>
                    <a:pt x="6310236" y="436332"/>
                  </a:lnTo>
                  <a:lnTo>
                    <a:pt x="6315709" y="436332"/>
                  </a:lnTo>
                  <a:lnTo>
                    <a:pt x="6315709" y="436332"/>
                  </a:lnTo>
                  <a:lnTo>
                    <a:pt x="6321182" y="436332"/>
                  </a:lnTo>
                  <a:lnTo>
                    <a:pt x="6321182" y="436332"/>
                  </a:lnTo>
                  <a:lnTo>
                    <a:pt x="6326655" y="436332"/>
                  </a:lnTo>
                  <a:lnTo>
                    <a:pt x="6326655" y="436332"/>
                  </a:lnTo>
                  <a:lnTo>
                    <a:pt x="6332128" y="436332"/>
                  </a:lnTo>
                  <a:lnTo>
                    <a:pt x="6332128" y="436332"/>
                  </a:lnTo>
                  <a:lnTo>
                    <a:pt x="6337601" y="436332"/>
                  </a:lnTo>
                  <a:lnTo>
                    <a:pt x="6337601" y="436332"/>
                  </a:lnTo>
                  <a:lnTo>
                    <a:pt x="6343074" y="436332"/>
                  </a:lnTo>
                  <a:lnTo>
                    <a:pt x="6343074" y="436332"/>
                  </a:lnTo>
                  <a:lnTo>
                    <a:pt x="6348547" y="436332"/>
                  </a:lnTo>
                  <a:lnTo>
                    <a:pt x="6348547" y="436332"/>
                  </a:lnTo>
                  <a:lnTo>
                    <a:pt x="6354019" y="436332"/>
                  </a:lnTo>
                  <a:lnTo>
                    <a:pt x="6354019" y="436332"/>
                  </a:lnTo>
                  <a:lnTo>
                    <a:pt x="6359492" y="436332"/>
                  </a:lnTo>
                  <a:lnTo>
                    <a:pt x="6359492" y="423339"/>
                  </a:lnTo>
                  <a:lnTo>
                    <a:pt x="6364965" y="423339"/>
                  </a:lnTo>
                  <a:lnTo>
                    <a:pt x="6364965" y="423339"/>
                  </a:lnTo>
                  <a:lnTo>
                    <a:pt x="6370438" y="423339"/>
                  </a:lnTo>
                  <a:lnTo>
                    <a:pt x="6370438" y="410346"/>
                  </a:lnTo>
                  <a:lnTo>
                    <a:pt x="6375911" y="410346"/>
                  </a:lnTo>
                  <a:lnTo>
                    <a:pt x="6375911" y="410346"/>
                  </a:lnTo>
                  <a:lnTo>
                    <a:pt x="6381384" y="410346"/>
                  </a:lnTo>
                  <a:lnTo>
                    <a:pt x="6381384" y="410346"/>
                  </a:lnTo>
                  <a:lnTo>
                    <a:pt x="6392330" y="410346"/>
                  </a:lnTo>
                  <a:lnTo>
                    <a:pt x="6392330" y="410346"/>
                  </a:lnTo>
                  <a:lnTo>
                    <a:pt x="6397803" y="410346"/>
                  </a:lnTo>
                  <a:lnTo>
                    <a:pt x="6397803" y="410346"/>
                  </a:lnTo>
                  <a:lnTo>
                    <a:pt x="6403275" y="410346"/>
                  </a:lnTo>
                  <a:lnTo>
                    <a:pt x="6403275" y="410346"/>
                  </a:lnTo>
                  <a:lnTo>
                    <a:pt x="6408748" y="410346"/>
                  </a:lnTo>
                  <a:lnTo>
                    <a:pt x="6408748" y="410346"/>
                  </a:lnTo>
                  <a:lnTo>
                    <a:pt x="6414221" y="410346"/>
                  </a:lnTo>
                  <a:lnTo>
                    <a:pt x="6414221" y="410346"/>
                  </a:lnTo>
                  <a:lnTo>
                    <a:pt x="6419694" y="410346"/>
                  </a:lnTo>
                  <a:lnTo>
                    <a:pt x="6419694" y="410346"/>
                  </a:lnTo>
                  <a:lnTo>
                    <a:pt x="6425167" y="410346"/>
                  </a:lnTo>
                  <a:lnTo>
                    <a:pt x="6425167" y="410346"/>
                  </a:lnTo>
                  <a:lnTo>
                    <a:pt x="6430640" y="410346"/>
                  </a:lnTo>
                  <a:lnTo>
                    <a:pt x="6430640" y="410346"/>
                  </a:lnTo>
                  <a:lnTo>
                    <a:pt x="6436113" y="410346"/>
                  </a:lnTo>
                  <a:lnTo>
                    <a:pt x="6436113" y="410346"/>
                  </a:lnTo>
                  <a:lnTo>
                    <a:pt x="6441586" y="410346"/>
                  </a:lnTo>
                  <a:lnTo>
                    <a:pt x="6441586" y="410346"/>
                  </a:lnTo>
                  <a:lnTo>
                    <a:pt x="6447059" y="410346"/>
                  </a:lnTo>
                  <a:lnTo>
                    <a:pt x="6447059" y="410346"/>
                  </a:lnTo>
                  <a:lnTo>
                    <a:pt x="6452531" y="410346"/>
                  </a:lnTo>
                  <a:lnTo>
                    <a:pt x="6452531" y="410346"/>
                  </a:lnTo>
                  <a:lnTo>
                    <a:pt x="6458004" y="410346"/>
                  </a:lnTo>
                  <a:lnTo>
                    <a:pt x="6458004" y="410346"/>
                  </a:lnTo>
                  <a:lnTo>
                    <a:pt x="6463477" y="410346"/>
                  </a:lnTo>
                  <a:lnTo>
                    <a:pt x="6463477" y="410346"/>
                  </a:lnTo>
                  <a:lnTo>
                    <a:pt x="6468950" y="410346"/>
                  </a:lnTo>
                  <a:lnTo>
                    <a:pt x="6468950" y="410346"/>
                  </a:lnTo>
                  <a:lnTo>
                    <a:pt x="6474423" y="410346"/>
                  </a:lnTo>
                  <a:lnTo>
                    <a:pt x="6474423" y="410346"/>
                  </a:lnTo>
                  <a:lnTo>
                    <a:pt x="6479896" y="410346"/>
                  </a:lnTo>
                  <a:lnTo>
                    <a:pt x="6479896" y="410346"/>
                  </a:lnTo>
                  <a:lnTo>
                    <a:pt x="6485369" y="410346"/>
                  </a:lnTo>
                  <a:lnTo>
                    <a:pt x="6485369" y="410346"/>
                  </a:lnTo>
                  <a:lnTo>
                    <a:pt x="6490842" y="410346"/>
                  </a:lnTo>
                  <a:lnTo>
                    <a:pt x="6490842" y="397276"/>
                  </a:lnTo>
                  <a:lnTo>
                    <a:pt x="6496315" y="397276"/>
                  </a:lnTo>
                  <a:lnTo>
                    <a:pt x="6496315" y="397276"/>
                  </a:lnTo>
                  <a:lnTo>
                    <a:pt x="6501787" y="397276"/>
                  </a:lnTo>
                  <a:lnTo>
                    <a:pt x="6501787" y="397276"/>
                  </a:lnTo>
                  <a:lnTo>
                    <a:pt x="6507260" y="397276"/>
                  </a:lnTo>
                  <a:lnTo>
                    <a:pt x="6507260" y="397276"/>
                  </a:lnTo>
                  <a:lnTo>
                    <a:pt x="6512733" y="397276"/>
                  </a:lnTo>
                  <a:lnTo>
                    <a:pt x="6512733" y="397276"/>
                  </a:lnTo>
                  <a:lnTo>
                    <a:pt x="6518206" y="397276"/>
                  </a:lnTo>
                  <a:lnTo>
                    <a:pt x="6518206" y="384146"/>
                  </a:lnTo>
                  <a:lnTo>
                    <a:pt x="6523679" y="384146"/>
                  </a:lnTo>
                  <a:lnTo>
                    <a:pt x="6523679" y="384146"/>
                  </a:lnTo>
                  <a:lnTo>
                    <a:pt x="6529152" y="384146"/>
                  </a:lnTo>
                  <a:lnTo>
                    <a:pt x="6529152" y="384146"/>
                  </a:lnTo>
                  <a:lnTo>
                    <a:pt x="6534625" y="384146"/>
                  </a:lnTo>
                  <a:lnTo>
                    <a:pt x="6534625" y="384146"/>
                  </a:lnTo>
                  <a:lnTo>
                    <a:pt x="6540098" y="384146"/>
                  </a:lnTo>
                  <a:lnTo>
                    <a:pt x="6540098" y="384146"/>
                  </a:lnTo>
                  <a:lnTo>
                    <a:pt x="6545570" y="384146"/>
                  </a:lnTo>
                  <a:lnTo>
                    <a:pt x="6545570" y="384146"/>
                  </a:lnTo>
                  <a:lnTo>
                    <a:pt x="6551043" y="384146"/>
                  </a:lnTo>
                  <a:lnTo>
                    <a:pt x="6551043" y="384146"/>
                  </a:lnTo>
                  <a:lnTo>
                    <a:pt x="6556516" y="384146"/>
                  </a:lnTo>
                  <a:lnTo>
                    <a:pt x="6556516" y="384146"/>
                  </a:lnTo>
                  <a:lnTo>
                    <a:pt x="6561989" y="384146"/>
                  </a:lnTo>
                  <a:lnTo>
                    <a:pt x="6561989" y="384146"/>
                  </a:lnTo>
                  <a:lnTo>
                    <a:pt x="6567462" y="384146"/>
                  </a:lnTo>
                  <a:lnTo>
                    <a:pt x="6567462" y="384146"/>
                  </a:lnTo>
                  <a:lnTo>
                    <a:pt x="6578408" y="384146"/>
                  </a:lnTo>
                  <a:lnTo>
                    <a:pt x="6578408" y="384146"/>
                  </a:lnTo>
                  <a:lnTo>
                    <a:pt x="6589354" y="384146"/>
                  </a:lnTo>
                  <a:lnTo>
                    <a:pt x="6589354" y="384146"/>
                  </a:lnTo>
                  <a:lnTo>
                    <a:pt x="6594826" y="384146"/>
                  </a:lnTo>
                  <a:lnTo>
                    <a:pt x="6594826" y="384146"/>
                  </a:lnTo>
                  <a:lnTo>
                    <a:pt x="6600299" y="384146"/>
                  </a:lnTo>
                  <a:lnTo>
                    <a:pt x="6600299" y="384146"/>
                  </a:lnTo>
                  <a:lnTo>
                    <a:pt x="6605772" y="384146"/>
                  </a:lnTo>
                  <a:lnTo>
                    <a:pt x="6605772" y="384146"/>
                  </a:lnTo>
                  <a:lnTo>
                    <a:pt x="6611245" y="384146"/>
                  </a:lnTo>
                  <a:lnTo>
                    <a:pt x="6611245" y="370917"/>
                  </a:lnTo>
                  <a:lnTo>
                    <a:pt x="6616718" y="370917"/>
                  </a:lnTo>
                  <a:lnTo>
                    <a:pt x="6616718" y="370917"/>
                  </a:lnTo>
                  <a:lnTo>
                    <a:pt x="6622191" y="370917"/>
                  </a:lnTo>
                  <a:lnTo>
                    <a:pt x="6622191" y="370917"/>
                  </a:lnTo>
                  <a:lnTo>
                    <a:pt x="6627664" y="370917"/>
                  </a:lnTo>
                  <a:lnTo>
                    <a:pt x="6627664" y="370917"/>
                  </a:lnTo>
                  <a:lnTo>
                    <a:pt x="6633137" y="370917"/>
                  </a:lnTo>
                  <a:lnTo>
                    <a:pt x="6633137" y="370917"/>
                  </a:lnTo>
                  <a:lnTo>
                    <a:pt x="6638610" y="370917"/>
                  </a:lnTo>
                  <a:lnTo>
                    <a:pt x="6638610" y="370917"/>
                  </a:lnTo>
                  <a:lnTo>
                    <a:pt x="6644082" y="370917"/>
                  </a:lnTo>
                  <a:lnTo>
                    <a:pt x="6644082" y="370917"/>
                  </a:lnTo>
                  <a:lnTo>
                    <a:pt x="6649555" y="370917"/>
                  </a:lnTo>
                  <a:lnTo>
                    <a:pt x="6649555" y="370917"/>
                  </a:lnTo>
                  <a:lnTo>
                    <a:pt x="6655028" y="370917"/>
                  </a:lnTo>
                  <a:lnTo>
                    <a:pt x="6655028" y="370917"/>
                  </a:lnTo>
                  <a:lnTo>
                    <a:pt x="6660501" y="370917"/>
                  </a:lnTo>
                  <a:lnTo>
                    <a:pt x="6660501" y="370917"/>
                  </a:lnTo>
                  <a:lnTo>
                    <a:pt x="6665974" y="370917"/>
                  </a:lnTo>
                  <a:lnTo>
                    <a:pt x="6665974" y="370917"/>
                  </a:lnTo>
                  <a:lnTo>
                    <a:pt x="6671447" y="370917"/>
                  </a:lnTo>
                  <a:lnTo>
                    <a:pt x="6671447" y="370917"/>
                  </a:lnTo>
                  <a:lnTo>
                    <a:pt x="6676920" y="370917"/>
                  </a:lnTo>
                  <a:lnTo>
                    <a:pt x="6676920" y="370917"/>
                  </a:lnTo>
                  <a:lnTo>
                    <a:pt x="6682393" y="370917"/>
                  </a:lnTo>
                  <a:lnTo>
                    <a:pt x="6682393" y="370917"/>
                  </a:lnTo>
                  <a:lnTo>
                    <a:pt x="6687865" y="370917"/>
                  </a:lnTo>
                  <a:lnTo>
                    <a:pt x="6687865" y="370917"/>
                  </a:lnTo>
                  <a:lnTo>
                    <a:pt x="6693338" y="370917"/>
                  </a:lnTo>
                  <a:lnTo>
                    <a:pt x="6693338" y="370917"/>
                  </a:lnTo>
                  <a:lnTo>
                    <a:pt x="6698811" y="370917"/>
                  </a:lnTo>
                  <a:lnTo>
                    <a:pt x="6698811" y="370917"/>
                  </a:lnTo>
                  <a:lnTo>
                    <a:pt x="6704284" y="370917"/>
                  </a:lnTo>
                  <a:lnTo>
                    <a:pt x="6704284" y="370917"/>
                  </a:lnTo>
                  <a:lnTo>
                    <a:pt x="6709757" y="370917"/>
                  </a:lnTo>
                  <a:lnTo>
                    <a:pt x="6709757" y="370917"/>
                  </a:lnTo>
                  <a:lnTo>
                    <a:pt x="6715230" y="370917"/>
                  </a:lnTo>
                  <a:lnTo>
                    <a:pt x="6715230" y="370917"/>
                  </a:lnTo>
                  <a:lnTo>
                    <a:pt x="6720703" y="370917"/>
                  </a:lnTo>
                  <a:lnTo>
                    <a:pt x="6720703" y="370917"/>
                  </a:lnTo>
                  <a:lnTo>
                    <a:pt x="6726176" y="370917"/>
                  </a:lnTo>
                  <a:lnTo>
                    <a:pt x="6726176" y="370917"/>
                  </a:lnTo>
                  <a:lnTo>
                    <a:pt x="6731649" y="370917"/>
                  </a:lnTo>
                  <a:lnTo>
                    <a:pt x="6731649" y="370917"/>
                  </a:lnTo>
                  <a:lnTo>
                    <a:pt x="6737121" y="370917"/>
                  </a:lnTo>
                  <a:lnTo>
                    <a:pt x="6737121" y="370917"/>
                  </a:lnTo>
                  <a:lnTo>
                    <a:pt x="6742594" y="370917"/>
                  </a:lnTo>
                  <a:lnTo>
                    <a:pt x="6742594" y="357479"/>
                  </a:lnTo>
                  <a:lnTo>
                    <a:pt x="6748067" y="357479"/>
                  </a:lnTo>
                  <a:lnTo>
                    <a:pt x="6748067" y="357479"/>
                  </a:lnTo>
                  <a:lnTo>
                    <a:pt x="6753540" y="357479"/>
                  </a:lnTo>
                  <a:lnTo>
                    <a:pt x="6753540" y="357479"/>
                  </a:lnTo>
                  <a:lnTo>
                    <a:pt x="6759013" y="357479"/>
                  </a:lnTo>
                  <a:lnTo>
                    <a:pt x="6759013" y="357479"/>
                  </a:lnTo>
                  <a:lnTo>
                    <a:pt x="6764486" y="357479"/>
                  </a:lnTo>
                  <a:lnTo>
                    <a:pt x="6764486" y="357479"/>
                  </a:lnTo>
                  <a:lnTo>
                    <a:pt x="6769959" y="357479"/>
                  </a:lnTo>
                  <a:lnTo>
                    <a:pt x="6769959" y="357479"/>
                  </a:lnTo>
                  <a:lnTo>
                    <a:pt x="6775432" y="357479"/>
                  </a:lnTo>
                  <a:lnTo>
                    <a:pt x="6775432" y="357479"/>
                  </a:lnTo>
                  <a:lnTo>
                    <a:pt x="6780905" y="357479"/>
                  </a:lnTo>
                  <a:lnTo>
                    <a:pt x="6780905" y="357479"/>
                  </a:lnTo>
                  <a:lnTo>
                    <a:pt x="6786377" y="357479"/>
                  </a:lnTo>
                  <a:lnTo>
                    <a:pt x="6786377" y="357479"/>
                  </a:lnTo>
                  <a:lnTo>
                    <a:pt x="6791850" y="357479"/>
                  </a:lnTo>
                  <a:lnTo>
                    <a:pt x="6791850" y="357479"/>
                  </a:lnTo>
                  <a:lnTo>
                    <a:pt x="6797323" y="357479"/>
                  </a:lnTo>
                  <a:lnTo>
                    <a:pt x="6797323" y="357479"/>
                  </a:lnTo>
                  <a:lnTo>
                    <a:pt x="6802796" y="357479"/>
                  </a:lnTo>
                  <a:lnTo>
                    <a:pt x="6802796" y="343868"/>
                  </a:lnTo>
                  <a:lnTo>
                    <a:pt x="6808269" y="343868"/>
                  </a:lnTo>
                  <a:lnTo>
                    <a:pt x="6808269" y="343868"/>
                  </a:lnTo>
                  <a:lnTo>
                    <a:pt x="6813742" y="343868"/>
                  </a:lnTo>
                  <a:lnTo>
                    <a:pt x="6813742" y="343868"/>
                  </a:lnTo>
                  <a:lnTo>
                    <a:pt x="6819215" y="343868"/>
                  </a:lnTo>
                  <a:lnTo>
                    <a:pt x="6819215" y="343868"/>
                  </a:lnTo>
                  <a:lnTo>
                    <a:pt x="6824688" y="343868"/>
                  </a:lnTo>
                  <a:lnTo>
                    <a:pt x="6824688" y="343868"/>
                  </a:lnTo>
                  <a:lnTo>
                    <a:pt x="6830161" y="343868"/>
                  </a:lnTo>
                  <a:lnTo>
                    <a:pt x="6830161" y="343868"/>
                  </a:lnTo>
                  <a:lnTo>
                    <a:pt x="6835633" y="343868"/>
                  </a:lnTo>
                  <a:lnTo>
                    <a:pt x="6835633" y="343868"/>
                  </a:lnTo>
                  <a:lnTo>
                    <a:pt x="6846579" y="343868"/>
                  </a:lnTo>
                  <a:lnTo>
                    <a:pt x="6846579" y="343868"/>
                  </a:lnTo>
                  <a:lnTo>
                    <a:pt x="6852052" y="343868"/>
                  </a:lnTo>
                  <a:lnTo>
                    <a:pt x="6852052" y="343868"/>
                  </a:lnTo>
                  <a:lnTo>
                    <a:pt x="6857525" y="343868"/>
                  </a:lnTo>
                  <a:lnTo>
                    <a:pt x="6857525" y="343868"/>
                  </a:lnTo>
                  <a:lnTo>
                    <a:pt x="6862998" y="343868"/>
                  </a:lnTo>
                  <a:lnTo>
                    <a:pt x="6862998" y="343868"/>
                  </a:lnTo>
                  <a:lnTo>
                    <a:pt x="6868471" y="343868"/>
                  </a:lnTo>
                  <a:lnTo>
                    <a:pt x="6868471" y="343868"/>
                  </a:lnTo>
                  <a:lnTo>
                    <a:pt x="6873944" y="343868"/>
                  </a:lnTo>
                  <a:lnTo>
                    <a:pt x="6873944" y="343868"/>
                  </a:lnTo>
                  <a:lnTo>
                    <a:pt x="6879416" y="343868"/>
                  </a:lnTo>
                  <a:lnTo>
                    <a:pt x="6879416" y="343868"/>
                  </a:lnTo>
                  <a:lnTo>
                    <a:pt x="6884889" y="343868"/>
                  </a:lnTo>
                  <a:lnTo>
                    <a:pt x="6884889" y="343868"/>
                  </a:lnTo>
                  <a:lnTo>
                    <a:pt x="6890362" y="343868"/>
                  </a:lnTo>
                  <a:lnTo>
                    <a:pt x="6890362" y="330078"/>
                  </a:lnTo>
                  <a:lnTo>
                    <a:pt x="6895835" y="330078"/>
                  </a:lnTo>
                  <a:lnTo>
                    <a:pt x="6895835" y="330078"/>
                  </a:lnTo>
                  <a:lnTo>
                    <a:pt x="6901308" y="330078"/>
                  </a:lnTo>
                  <a:lnTo>
                    <a:pt x="6901308" y="330078"/>
                  </a:lnTo>
                  <a:lnTo>
                    <a:pt x="6906781" y="330078"/>
                  </a:lnTo>
                  <a:lnTo>
                    <a:pt x="6906781" y="330078"/>
                  </a:lnTo>
                  <a:lnTo>
                    <a:pt x="6912254" y="330078"/>
                  </a:lnTo>
                  <a:lnTo>
                    <a:pt x="6912254" y="330078"/>
                  </a:lnTo>
                  <a:lnTo>
                    <a:pt x="6917727" y="330078"/>
                  </a:lnTo>
                  <a:lnTo>
                    <a:pt x="6917727" y="330078"/>
                  </a:lnTo>
                  <a:lnTo>
                    <a:pt x="6923200" y="330078"/>
                  </a:lnTo>
                  <a:lnTo>
                    <a:pt x="6923200" y="330078"/>
                  </a:lnTo>
                  <a:lnTo>
                    <a:pt x="6928672" y="330078"/>
                  </a:lnTo>
                  <a:lnTo>
                    <a:pt x="6928672" y="330078"/>
                  </a:lnTo>
                  <a:lnTo>
                    <a:pt x="6934145" y="330078"/>
                  </a:lnTo>
                  <a:lnTo>
                    <a:pt x="6934145" y="330078"/>
                  </a:lnTo>
                  <a:lnTo>
                    <a:pt x="6939618" y="330078"/>
                  </a:lnTo>
                  <a:lnTo>
                    <a:pt x="6939618" y="330078"/>
                  </a:lnTo>
                  <a:lnTo>
                    <a:pt x="6945091" y="330078"/>
                  </a:lnTo>
                  <a:lnTo>
                    <a:pt x="6945091" y="316173"/>
                  </a:lnTo>
                  <a:lnTo>
                    <a:pt x="6950564" y="316173"/>
                  </a:lnTo>
                  <a:lnTo>
                    <a:pt x="6950564" y="316173"/>
                  </a:lnTo>
                  <a:lnTo>
                    <a:pt x="6956037" y="316173"/>
                  </a:lnTo>
                  <a:lnTo>
                    <a:pt x="6956037" y="316173"/>
                  </a:lnTo>
                  <a:lnTo>
                    <a:pt x="6961510" y="316173"/>
                  </a:lnTo>
                  <a:lnTo>
                    <a:pt x="6961510" y="316173"/>
                  </a:lnTo>
                  <a:lnTo>
                    <a:pt x="6966983" y="316173"/>
                  </a:lnTo>
                  <a:lnTo>
                    <a:pt x="6966983" y="316173"/>
                  </a:lnTo>
                  <a:lnTo>
                    <a:pt x="6972456" y="316173"/>
                  </a:lnTo>
                  <a:lnTo>
                    <a:pt x="6972456" y="316173"/>
                  </a:lnTo>
                  <a:lnTo>
                    <a:pt x="6977928" y="316173"/>
                  </a:lnTo>
                  <a:lnTo>
                    <a:pt x="6977928" y="316173"/>
                  </a:lnTo>
                  <a:lnTo>
                    <a:pt x="6983401" y="316173"/>
                  </a:lnTo>
                  <a:lnTo>
                    <a:pt x="6983401" y="316173"/>
                  </a:lnTo>
                  <a:lnTo>
                    <a:pt x="6988874" y="316173"/>
                  </a:lnTo>
                  <a:lnTo>
                    <a:pt x="6988874" y="316173"/>
                  </a:lnTo>
                  <a:lnTo>
                    <a:pt x="6994347" y="316173"/>
                  </a:lnTo>
                  <a:lnTo>
                    <a:pt x="6994347" y="316173"/>
                  </a:lnTo>
                  <a:lnTo>
                    <a:pt x="6999820" y="316173"/>
                  </a:lnTo>
                  <a:lnTo>
                    <a:pt x="6999820" y="316173"/>
                  </a:lnTo>
                  <a:lnTo>
                    <a:pt x="7005293" y="316173"/>
                  </a:lnTo>
                  <a:lnTo>
                    <a:pt x="7005293" y="316173"/>
                  </a:lnTo>
                  <a:lnTo>
                    <a:pt x="7010766" y="316173"/>
                  </a:lnTo>
                  <a:lnTo>
                    <a:pt x="7010766" y="316173"/>
                  </a:lnTo>
                  <a:lnTo>
                    <a:pt x="7016239" y="316173"/>
                  </a:lnTo>
                  <a:lnTo>
                    <a:pt x="7016239" y="316173"/>
                  </a:lnTo>
                  <a:lnTo>
                    <a:pt x="7021712" y="316173"/>
                  </a:lnTo>
                  <a:lnTo>
                    <a:pt x="7021712" y="316173"/>
                  </a:lnTo>
                  <a:lnTo>
                    <a:pt x="7027184" y="316173"/>
                  </a:lnTo>
                  <a:lnTo>
                    <a:pt x="7027184" y="316173"/>
                  </a:lnTo>
                  <a:lnTo>
                    <a:pt x="7032657" y="316173"/>
                  </a:lnTo>
                  <a:lnTo>
                    <a:pt x="7032657" y="316173"/>
                  </a:lnTo>
                  <a:lnTo>
                    <a:pt x="7038130" y="316173"/>
                  </a:lnTo>
                  <a:lnTo>
                    <a:pt x="7038130" y="316173"/>
                  </a:lnTo>
                  <a:lnTo>
                    <a:pt x="7043603" y="316173"/>
                  </a:lnTo>
                  <a:lnTo>
                    <a:pt x="7043603" y="316173"/>
                  </a:lnTo>
                  <a:lnTo>
                    <a:pt x="7049076" y="316173"/>
                  </a:lnTo>
                  <a:lnTo>
                    <a:pt x="7049076" y="316173"/>
                  </a:lnTo>
                  <a:lnTo>
                    <a:pt x="7054549" y="316173"/>
                  </a:lnTo>
                  <a:lnTo>
                    <a:pt x="7054549" y="316173"/>
                  </a:lnTo>
                  <a:lnTo>
                    <a:pt x="7060022" y="316173"/>
                  </a:lnTo>
                  <a:lnTo>
                    <a:pt x="7060022" y="316173"/>
                  </a:lnTo>
                  <a:lnTo>
                    <a:pt x="7065495" y="316173"/>
                  </a:lnTo>
                  <a:lnTo>
                    <a:pt x="7065495" y="316173"/>
                  </a:lnTo>
                  <a:lnTo>
                    <a:pt x="7070967" y="316173"/>
                  </a:lnTo>
                  <a:lnTo>
                    <a:pt x="7070967" y="316173"/>
                  </a:lnTo>
                  <a:lnTo>
                    <a:pt x="7076440" y="316173"/>
                  </a:lnTo>
                  <a:lnTo>
                    <a:pt x="7076440" y="316173"/>
                  </a:lnTo>
                  <a:lnTo>
                    <a:pt x="7081913" y="316173"/>
                  </a:lnTo>
                  <a:lnTo>
                    <a:pt x="7081913" y="316173"/>
                  </a:lnTo>
                  <a:lnTo>
                    <a:pt x="7087386" y="316173"/>
                  </a:lnTo>
                  <a:lnTo>
                    <a:pt x="7087386" y="316173"/>
                  </a:lnTo>
                  <a:lnTo>
                    <a:pt x="7092859" y="316173"/>
                  </a:lnTo>
                  <a:lnTo>
                    <a:pt x="7092859" y="302002"/>
                  </a:lnTo>
                  <a:lnTo>
                    <a:pt x="7098332" y="302002"/>
                  </a:lnTo>
                  <a:lnTo>
                    <a:pt x="7098332" y="302002"/>
                  </a:lnTo>
                  <a:lnTo>
                    <a:pt x="7103805" y="302002"/>
                  </a:lnTo>
                  <a:lnTo>
                    <a:pt x="7103805" y="302002"/>
                  </a:lnTo>
                  <a:lnTo>
                    <a:pt x="7109278" y="302002"/>
                  </a:lnTo>
                  <a:lnTo>
                    <a:pt x="7109278" y="302002"/>
                  </a:lnTo>
                  <a:lnTo>
                    <a:pt x="7120223" y="302002"/>
                  </a:lnTo>
                  <a:lnTo>
                    <a:pt x="7120223" y="302002"/>
                  </a:lnTo>
                  <a:lnTo>
                    <a:pt x="7125696" y="302002"/>
                  </a:lnTo>
                  <a:lnTo>
                    <a:pt x="7125696" y="302002"/>
                  </a:lnTo>
                  <a:lnTo>
                    <a:pt x="7131169" y="302002"/>
                  </a:lnTo>
                  <a:lnTo>
                    <a:pt x="7131169" y="302002"/>
                  </a:lnTo>
                  <a:lnTo>
                    <a:pt x="7136642" y="302002"/>
                  </a:lnTo>
                  <a:lnTo>
                    <a:pt x="7136642" y="302002"/>
                  </a:lnTo>
                  <a:lnTo>
                    <a:pt x="7142115" y="302002"/>
                  </a:lnTo>
                  <a:lnTo>
                    <a:pt x="7142115" y="302002"/>
                  </a:lnTo>
                  <a:lnTo>
                    <a:pt x="7147588" y="302002"/>
                  </a:lnTo>
                  <a:lnTo>
                    <a:pt x="7147588" y="302002"/>
                  </a:lnTo>
                  <a:lnTo>
                    <a:pt x="7153061" y="302002"/>
                  </a:lnTo>
                  <a:lnTo>
                    <a:pt x="7153061" y="302002"/>
                  </a:lnTo>
                  <a:lnTo>
                    <a:pt x="7158534" y="302002"/>
                  </a:lnTo>
                  <a:lnTo>
                    <a:pt x="7158534" y="302002"/>
                  </a:lnTo>
                  <a:lnTo>
                    <a:pt x="7164007" y="302002"/>
                  </a:lnTo>
                  <a:lnTo>
                    <a:pt x="7164007" y="302002"/>
                  </a:lnTo>
                  <a:lnTo>
                    <a:pt x="7169479" y="302002"/>
                  </a:lnTo>
                  <a:lnTo>
                    <a:pt x="7169479" y="302002"/>
                  </a:lnTo>
                  <a:lnTo>
                    <a:pt x="7174952" y="302002"/>
                  </a:lnTo>
                  <a:lnTo>
                    <a:pt x="7174952" y="302002"/>
                  </a:lnTo>
                  <a:lnTo>
                    <a:pt x="7180425" y="302002"/>
                  </a:lnTo>
                  <a:lnTo>
                    <a:pt x="7180425" y="302002"/>
                  </a:lnTo>
                  <a:lnTo>
                    <a:pt x="7185898" y="302002"/>
                  </a:lnTo>
                  <a:lnTo>
                    <a:pt x="7185898" y="302002"/>
                  </a:lnTo>
                  <a:lnTo>
                    <a:pt x="7191371" y="302002"/>
                  </a:lnTo>
                  <a:lnTo>
                    <a:pt x="7191371" y="287682"/>
                  </a:lnTo>
                  <a:lnTo>
                    <a:pt x="7196844" y="287682"/>
                  </a:lnTo>
                  <a:lnTo>
                    <a:pt x="7196844" y="287682"/>
                  </a:lnTo>
                  <a:lnTo>
                    <a:pt x="7202317" y="287682"/>
                  </a:lnTo>
                  <a:lnTo>
                    <a:pt x="7202317" y="287682"/>
                  </a:lnTo>
                  <a:lnTo>
                    <a:pt x="7207790" y="287682"/>
                  </a:lnTo>
                  <a:lnTo>
                    <a:pt x="7207790" y="287682"/>
                  </a:lnTo>
                  <a:lnTo>
                    <a:pt x="7213262" y="287682"/>
                  </a:lnTo>
                  <a:lnTo>
                    <a:pt x="7213262" y="287682"/>
                  </a:lnTo>
                  <a:lnTo>
                    <a:pt x="7218735" y="287682"/>
                  </a:lnTo>
                  <a:lnTo>
                    <a:pt x="7218735" y="287682"/>
                  </a:lnTo>
                  <a:lnTo>
                    <a:pt x="7224208" y="287682"/>
                  </a:lnTo>
                  <a:lnTo>
                    <a:pt x="7224208" y="287682"/>
                  </a:lnTo>
                  <a:lnTo>
                    <a:pt x="7229681" y="287682"/>
                  </a:lnTo>
                  <a:lnTo>
                    <a:pt x="7229681" y="287682"/>
                  </a:lnTo>
                  <a:lnTo>
                    <a:pt x="7235154" y="287682"/>
                  </a:lnTo>
                  <a:lnTo>
                    <a:pt x="7235154" y="273232"/>
                  </a:lnTo>
                  <a:lnTo>
                    <a:pt x="7240627" y="273232"/>
                  </a:lnTo>
                  <a:lnTo>
                    <a:pt x="7240627" y="258783"/>
                  </a:lnTo>
                  <a:lnTo>
                    <a:pt x="7246100" y="258783"/>
                  </a:lnTo>
                  <a:lnTo>
                    <a:pt x="7246100" y="258783"/>
                  </a:lnTo>
                  <a:lnTo>
                    <a:pt x="7251573" y="258783"/>
                  </a:lnTo>
                  <a:lnTo>
                    <a:pt x="7251573" y="258783"/>
                  </a:lnTo>
                  <a:lnTo>
                    <a:pt x="7257046" y="258783"/>
                  </a:lnTo>
                  <a:lnTo>
                    <a:pt x="7257046" y="258783"/>
                  </a:lnTo>
                  <a:lnTo>
                    <a:pt x="7262518" y="258783"/>
                  </a:lnTo>
                  <a:lnTo>
                    <a:pt x="7262518" y="258783"/>
                  </a:lnTo>
                  <a:lnTo>
                    <a:pt x="7267991" y="258783"/>
                  </a:lnTo>
                  <a:lnTo>
                    <a:pt x="7267991" y="258783"/>
                  </a:lnTo>
                  <a:lnTo>
                    <a:pt x="7278937" y="258783"/>
                  </a:lnTo>
                  <a:lnTo>
                    <a:pt x="7278937" y="258783"/>
                  </a:lnTo>
                  <a:lnTo>
                    <a:pt x="7284410" y="258783"/>
                  </a:lnTo>
                  <a:lnTo>
                    <a:pt x="7284410" y="258783"/>
                  </a:lnTo>
                  <a:lnTo>
                    <a:pt x="7289883" y="258783"/>
                  </a:lnTo>
                  <a:lnTo>
                    <a:pt x="7289883" y="258783"/>
                  </a:lnTo>
                  <a:lnTo>
                    <a:pt x="7295356" y="258783"/>
                  </a:lnTo>
                  <a:lnTo>
                    <a:pt x="7295356" y="258783"/>
                  </a:lnTo>
                  <a:lnTo>
                    <a:pt x="7300829" y="258783"/>
                  </a:lnTo>
                  <a:lnTo>
                    <a:pt x="7300829" y="258783"/>
                  </a:lnTo>
                  <a:lnTo>
                    <a:pt x="7306302" y="258783"/>
                  </a:lnTo>
                  <a:lnTo>
                    <a:pt x="7306302" y="258783"/>
                  </a:lnTo>
                  <a:lnTo>
                    <a:pt x="7311774" y="258783"/>
                  </a:lnTo>
                  <a:lnTo>
                    <a:pt x="7311774" y="258783"/>
                  </a:lnTo>
                  <a:lnTo>
                    <a:pt x="7317247" y="258783"/>
                  </a:lnTo>
                  <a:lnTo>
                    <a:pt x="7317247" y="258783"/>
                  </a:lnTo>
                  <a:lnTo>
                    <a:pt x="7322720" y="258783"/>
                  </a:lnTo>
                  <a:lnTo>
                    <a:pt x="7322720" y="258783"/>
                  </a:lnTo>
                  <a:lnTo>
                    <a:pt x="7328193" y="258783"/>
                  </a:lnTo>
                  <a:lnTo>
                    <a:pt x="7328193" y="258783"/>
                  </a:lnTo>
                  <a:lnTo>
                    <a:pt x="7333666" y="258783"/>
                  </a:lnTo>
                  <a:lnTo>
                    <a:pt x="7333666" y="258783"/>
                  </a:lnTo>
                  <a:lnTo>
                    <a:pt x="7339139" y="258783"/>
                  </a:lnTo>
                  <a:lnTo>
                    <a:pt x="7339139" y="258783"/>
                  </a:lnTo>
                  <a:lnTo>
                    <a:pt x="7344612" y="258783"/>
                  </a:lnTo>
                  <a:lnTo>
                    <a:pt x="7344612" y="258783"/>
                  </a:lnTo>
                  <a:lnTo>
                    <a:pt x="7350085" y="258783"/>
                  </a:lnTo>
                  <a:lnTo>
                    <a:pt x="7350085" y="258783"/>
                  </a:lnTo>
                  <a:lnTo>
                    <a:pt x="7355558" y="258783"/>
                  </a:lnTo>
                  <a:lnTo>
                    <a:pt x="7355558" y="258783"/>
                  </a:lnTo>
                  <a:lnTo>
                    <a:pt x="7361030" y="258783"/>
                  </a:lnTo>
                  <a:lnTo>
                    <a:pt x="7361030" y="258783"/>
                  </a:lnTo>
                  <a:lnTo>
                    <a:pt x="7366503" y="258783"/>
                  </a:lnTo>
                  <a:lnTo>
                    <a:pt x="7366503" y="258783"/>
                  </a:lnTo>
                  <a:lnTo>
                    <a:pt x="7371976" y="258783"/>
                  </a:lnTo>
                  <a:lnTo>
                    <a:pt x="7371976" y="258783"/>
                  </a:lnTo>
                  <a:lnTo>
                    <a:pt x="7377449" y="258783"/>
                  </a:lnTo>
                  <a:lnTo>
                    <a:pt x="7377449" y="258783"/>
                  </a:lnTo>
                  <a:lnTo>
                    <a:pt x="7382922" y="258783"/>
                  </a:lnTo>
                  <a:lnTo>
                    <a:pt x="7382922" y="258783"/>
                  </a:lnTo>
                  <a:lnTo>
                    <a:pt x="7388395" y="258783"/>
                  </a:lnTo>
                  <a:lnTo>
                    <a:pt x="7388395" y="258783"/>
                  </a:lnTo>
                  <a:lnTo>
                    <a:pt x="7393868" y="258783"/>
                  </a:lnTo>
                  <a:lnTo>
                    <a:pt x="7393868" y="258783"/>
                  </a:lnTo>
                  <a:lnTo>
                    <a:pt x="7399341" y="258783"/>
                  </a:lnTo>
                  <a:lnTo>
                    <a:pt x="7399341" y="258783"/>
                  </a:lnTo>
                  <a:lnTo>
                    <a:pt x="7404813" y="258783"/>
                  </a:lnTo>
                  <a:lnTo>
                    <a:pt x="7404813" y="258783"/>
                  </a:lnTo>
                  <a:lnTo>
                    <a:pt x="7410286" y="258783"/>
                  </a:lnTo>
                  <a:lnTo>
                    <a:pt x="7410286" y="258783"/>
                  </a:lnTo>
                  <a:lnTo>
                    <a:pt x="7415759" y="258783"/>
                  </a:lnTo>
                  <a:lnTo>
                    <a:pt x="7415759" y="258783"/>
                  </a:lnTo>
                  <a:lnTo>
                    <a:pt x="7421232" y="258783"/>
                  </a:lnTo>
                  <a:lnTo>
                    <a:pt x="7421232" y="258783"/>
                  </a:lnTo>
                  <a:lnTo>
                    <a:pt x="7426705" y="258783"/>
                  </a:lnTo>
                  <a:lnTo>
                    <a:pt x="7426705" y="258783"/>
                  </a:lnTo>
                  <a:lnTo>
                    <a:pt x="7432178" y="258783"/>
                  </a:lnTo>
                  <a:lnTo>
                    <a:pt x="7432178" y="258783"/>
                  </a:lnTo>
                  <a:lnTo>
                    <a:pt x="7437651" y="258783"/>
                  </a:lnTo>
                  <a:lnTo>
                    <a:pt x="7437651" y="258783"/>
                  </a:lnTo>
                  <a:lnTo>
                    <a:pt x="7443124" y="258783"/>
                  </a:lnTo>
                  <a:lnTo>
                    <a:pt x="7443124" y="258783"/>
                  </a:lnTo>
                  <a:lnTo>
                    <a:pt x="7448597" y="258783"/>
                  </a:lnTo>
                  <a:lnTo>
                    <a:pt x="7448597" y="258783"/>
                  </a:lnTo>
                  <a:lnTo>
                    <a:pt x="7454069" y="258783"/>
                  </a:lnTo>
                  <a:lnTo>
                    <a:pt x="7454069" y="258783"/>
                  </a:lnTo>
                  <a:lnTo>
                    <a:pt x="7459542" y="258783"/>
                  </a:lnTo>
                  <a:lnTo>
                    <a:pt x="7459542" y="258783"/>
                  </a:lnTo>
                  <a:lnTo>
                    <a:pt x="7465015" y="258783"/>
                  </a:lnTo>
                  <a:lnTo>
                    <a:pt x="7465015" y="258783"/>
                  </a:lnTo>
                  <a:lnTo>
                    <a:pt x="7470488" y="258783"/>
                  </a:lnTo>
                  <a:lnTo>
                    <a:pt x="7470488" y="258783"/>
                  </a:lnTo>
                  <a:lnTo>
                    <a:pt x="7475961" y="258783"/>
                  </a:lnTo>
                  <a:lnTo>
                    <a:pt x="7475961" y="258783"/>
                  </a:lnTo>
                  <a:lnTo>
                    <a:pt x="7481434" y="258783"/>
                  </a:lnTo>
                  <a:lnTo>
                    <a:pt x="7481434" y="258783"/>
                  </a:lnTo>
                  <a:lnTo>
                    <a:pt x="7486907" y="258783"/>
                  </a:lnTo>
                  <a:lnTo>
                    <a:pt x="7486907" y="258783"/>
                  </a:lnTo>
                  <a:lnTo>
                    <a:pt x="7492380" y="258783"/>
                  </a:lnTo>
                  <a:lnTo>
                    <a:pt x="7492380" y="258783"/>
                  </a:lnTo>
                  <a:lnTo>
                    <a:pt x="7497853" y="258783"/>
                  </a:lnTo>
                  <a:lnTo>
                    <a:pt x="7497853" y="258783"/>
                  </a:lnTo>
                  <a:lnTo>
                    <a:pt x="7503325" y="258783"/>
                  </a:lnTo>
                  <a:lnTo>
                    <a:pt x="7503325" y="258783"/>
                  </a:lnTo>
                  <a:lnTo>
                    <a:pt x="7508798" y="258783"/>
                  </a:lnTo>
                  <a:lnTo>
                    <a:pt x="7508798" y="258783"/>
                  </a:lnTo>
                  <a:lnTo>
                    <a:pt x="7514271" y="258783"/>
                  </a:lnTo>
                  <a:lnTo>
                    <a:pt x="7514271" y="258783"/>
                  </a:lnTo>
                  <a:lnTo>
                    <a:pt x="7519744" y="258783"/>
                  </a:lnTo>
                  <a:lnTo>
                    <a:pt x="7519744" y="258783"/>
                  </a:lnTo>
                  <a:lnTo>
                    <a:pt x="7525217" y="258783"/>
                  </a:lnTo>
                  <a:lnTo>
                    <a:pt x="7525217" y="258783"/>
                  </a:lnTo>
                  <a:lnTo>
                    <a:pt x="7530690" y="258783"/>
                  </a:lnTo>
                  <a:lnTo>
                    <a:pt x="7530690" y="258783"/>
                  </a:lnTo>
                  <a:lnTo>
                    <a:pt x="7541636" y="258783"/>
                  </a:lnTo>
                  <a:lnTo>
                    <a:pt x="7541636" y="258783"/>
                  </a:lnTo>
                  <a:lnTo>
                    <a:pt x="7547109" y="258783"/>
                  </a:lnTo>
                  <a:lnTo>
                    <a:pt x="7547109" y="258783"/>
                  </a:lnTo>
                  <a:lnTo>
                    <a:pt x="7552581" y="258783"/>
                  </a:lnTo>
                  <a:lnTo>
                    <a:pt x="7552581" y="258783"/>
                  </a:lnTo>
                  <a:lnTo>
                    <a:pt x="7558054" y="258783"/>
                  </a:lnTo>
                  <a:lnTo>
                    <a:pt x="7558054" y="258783"/>
                  </a:lnTo>
                  <a:lnTo>
                    <a:pt x="7563527" y="258783"/>
                  </a:lnTo>
                  <a:lnTo>
                    <a:pt x="7563527" y="258783"/>
                  </a:lnTo>
                  <a:lnTo>
                    <a:pt x="7569000" y="258783"/>
                  </a:lnTo>
                  <a:lnTo>
                    <a:pt x="7569000" y="258783"/>
                  </a:lnTo>
                  <a:lnTo>
                    <a:pt x="7574473" y="258783"/>
                  </a:lnTo>
                  <a:lnTo>
                    <a:pt x="7574473" y="243694"/>
                  </a:lnTo>
                  <a:lnTo>
                    <a:pt x="7579946" y="243694"/>
                  </a:lnTo>
                  <a:lnTo>
                    <a:pt x="7579946" y="243694"/>
                  </a:lnTo>
                  <a:lnTo>
                    <a:pt x="7585419" y="243694"/>
                  </a:lnTo>
                  <a:lnTo>
                    <a:pt x="7585419" y="243694"/>
                  </a:lnTo>
                  <a:lnTo>
                    <a:pt x="7596364" y="243694"/>
                  </a:lnTo>
                  <a:lnTo>
                    <a:pt x="7596364" y="243694"/>
                  </a:lnTo>
                  <a:lnTo>
                    <a:pt x="7601837" y="243694"/>
                  </a:lnTo>
                  <a:lnTo>
                    <a:pt x="7601837" y="243694"/>
                  </a:lnTo>
                  <a:lnTo>
                    <a:pt x="7607310" y="243694"/>
                  </a:lnTo>
                  <a:lnTo>
                    <a:pt x="7607310" y="243694"/>
                  </a:lnTo>
                  <a:lnTo>
                    <a:pt x="7618256" y="243694"/>
                  </a:lnTo>
                  <a:lnTo>
                    <a:pt x="7618256" y="243694"/>
                  </a:lnTo>
                  <a:lnTo>
                    <a:pt x="7623729" y="243694"/>
                  </a:lnTo>
                  <a:lnTo>
                    <a:pt x="7623729" y="243694"/>
                  </a:lnTo>
                  <a:lnTo>
                    <a:pt x="7629202" y="243694"/>
                  </a:lnTo>
                  <a:lnTo>
                    <a:pt x="7629202" y="243694"/>
                  </a:lnTo>
                  <a:lnTo>
                    <a:pt x="7640148" y="243694"/>
                  </a:lnTo>
                  <a:lnTo>
                    <a:pt x="7640148" y="243694"/>
                  </a:lnTo>
                  <a:lnTo>
                    <a:pt x="7645620" y="243694"/>
                  </a:lnTo>
                  <a:lnTo>
                    <a:pt x="7645620" y="243694"/>
                  </a:lnTo>
                  <a:lnTo>
                    <a:pt x="7651093" y="243694"/>
                  </a:lnTo>
                  <a:lnTo>
                    <a:pt x="7651093" y="243694"/>
                  </a:lnTo>
                  <a:lnTo>
                    <a:pt x="7656566" y="243694"/>
                  </a:lnTo>
                  <a:lnTo>
                    <a:pt x="7656566" y="243694"/>
                  </a:lnTo>
                  <a:lnTo>
                    <a:pt x="7662039" y="243694"/>
                  </a:lnTo>
                  <a:lnTo>
                    <a:pt x="7662039" y="243694"/>
                  </a:lnTo>
                  <a:lnTo>
                    <a:pt x="7667512" y="243694"/>
                  </a:lnTo>
                  <a:lnTo>
                    <a:pt x="7667512" y="243694"/>
                  </a:lnTo>
                  <a:lnTo>
                    <a:pt x="7672985" y="243694"/>
                  </a:lnTo>
                  <a:lnTo>
                    <a:pt x="7672985" y="243694"/>
                  </a:lnTo>
                  <a:lnTo>
                    <a:pt x="7678458" y="243694"/>
                  </a:lnTo>
                  <a:lnTo>
                    <a:pt x="7678458" y="243694"/>
                  </a:lnTo>
                  <a:lnTo>
                    <a:pt x="7683931" y="243694"/>
                  </a:lnTo>
                  <a:lnTo>
                    <a:pt x="7683931" y="243694"/>
                  </a:lnTo>
                  <a:lnTo>
                    <a:pt x="7689404" y="243694"/>
                  </a:lnTo>
                  <a:lnTo>
                    <a:pt x="7689404" y="243694"/>
                  </a:lnTo>
                  <a:lnTo>
                    <a:pt x="7694876" y="243694"/>
                  </a:lnTo>
                  <a:lnTo>
                    <a:pt x="7694876" y="243694"/>
                  </a:lnTo>
                  <a:lnTo>
                    <a:pt x="7700349" y="243694"/>
                  </a:lnTo>
                  <a:lnTo>
                    <a:pt x="7700349" y="243694"/>
                  </a:lnTo>
                  <a:lnTo>
                    <a:pt x="7705822" y="243694"/>
                  </a:lnTo>
                  <a:lnTo>
                    <a:pt x="7705822" y="243694"/>
                  </a:lnTo>
                  <a:lnTo>
                    <a:pt x="7711295" y="243694"/>
                  </a:lnTo>
                  <a:lnTo>
                    <a:pt x="7711295" y="243694"/>
                  </a:lnTo>
                  <a:lnTo>
                    <a:pt x="7716768" y="243694"/>
                  </a:lnTo>
                  <a:lnTo>
                    <a:pt x="7716768" y="243694"/>
                  </a:lnTo>
                  <a:lnTo>
                    <a:pt x="7722241" y="243694"/>
                  </a:lnTo>
                  <a:lnTo>
                    <a:pt x="7722241" y="243694"/>
                  </a:lnTo>
                  <a:lnTo>
                    <a:pt x="7727714" y="243694"/>
                  </a:lnTo>
                  <a:lnTo>
                    <a:pt x="7727714" y="243694"/>
                  </a:lnTo>
                  <a:lnTo>
                    <a:pt x="7733187" y="243694"/>
                  </a:lnTo>
                  <a:lnTo>
                    <a:pt x="7733187" y="243694"/>
                  </a:lnTo>
                  <a:lnTo>
                    <a:pt x="7738659" y="243694"/>
                  </a:lnTo>
                  <a:lnTo>
                    <a:pt x="7738659" y="243694"/>
                  </a:lnTo>
                  <a:lnTo>
                    <a:pt x="7744132" y="243694"/>
                  </a:lnTo>
                  <a:lnTo>
                    <a:pt x="7744132" y="243694"/>
                  </a:lnTo>
                  <a:lnTo>
                    <a:pt x="7749605" y="243694"/>
                  </a:lnTo>
                  <a:lnTo>
                    <a:pt x="7749605" y="243694"/>
                  </a:lnTo>
                  <a:lnTo>
                    <a:pt x="7755078" y="243694"/>
                  </a:lnTo>
                  <a:lnTo>
                    <a:pt x="7755078" y="243694"/>
                  </a:lnTo>
                  <a:lnTo>
                    <a:pt x="7760551" y="243694"/>
                  </a:lnTo>
                  <a:lnTo>
                    <a:pt x="7760551" y="243694"/>
                  </a:lnTo>
                  <a:lnTo>
                    <a:pt x="7766024" y="243694"/>
                  </a:lnTo>
                  <a:lnTo>
                    <a:pt x="7766024" y="243694"/>
                  </a:lnTo>
                  <a:lnTo>
                    <a:pt x="7771497" y="243694"/>
                  </a:lnTo>
                  <a:lnTo>
                    <a:pt x="7771497" y="243694"/>
                  </a:lnTo>
                  <a:lnTo>
                    <a:pt x="7776970" y="243694"/>
                  </a:lnTo>
                  <a:lnTo>
                    <a:pt x="7776970" y="243694"/>
                  </a:lnTo>
                  <a:lnTo>
                    <a:pt x="7782443" y="243694"/>
                  </a:lnTo>
                  <a:lnTo>
                    <a:pt x="7782443" y="243694"/>
                  </a:lnTo>
                  <a:lnTo>
                    <a:pt x="7787915" y="243694"/>
                  </a:lnTo>
                  <a:lnTo>
                    <a:pt x="7787915" y="243694"/>
                  </a:lnTo>
                  <a:lnTo>
                    <a:pt x="7793388" y="243694"/>
                  </a:lnTo>
                  <a:lnTo>
                    <a:pt x="7793388" y="243694"/>
                  </a:lnTo>
                  <a:lnTo>
                    <a:pt x="7798861" y="243694"/>
                  </a:lnTo>
                  <a:lnTo>
                    <a:pt x="7798861" y="243694"/>
                  </a:lnTo>
                  <a:lnTo>
                    <a:pt x="7804334" y="243694"/>
                  </a:lnTo>
                  <a:lnTo>
                    <a:pt x="7804334" y="243694"/>
                  </a:lnTo>
                  <a:lnTo>
                    <a:pt x="7809807" y="243694"/>
                  </a:lnTo>
                  <a:lnTo>
                    <a:pt x="7809807" y="243694"/>
                  </a:lnTo>
                  <a:lnTo>
                    <a:pt x="7826226" y="243694"/>
                  </a:lnTo>
                  <a:lnTo>
                    <a:pt x="7826226" y="243694"/>
                  </a:lnTo>
                  <a:lnTo>
                    <a:pt x="7831699" y="243694"/>
                  </a:lnTo>
                  <a:lnTo>
                    <a:pt x="7831699" y="243694"/>
                  </a:lnTo>
                  <a:lnTo>
                    <a:pt x="7837171" y="243694"/>
                  </a:lnTo>
                  <a:lnTo>
                    <a:pt x="7837171" y="243694"/>
                  </a:lnTo>
                  <a:lnTo>
                    <a:pt x="7842644" y="243694"/>
                  </a:lnTo>
                  <a:lnTo>
                    <a:pt x="7842644" y="243694"/>
                  </a:lnTo>
                  <a:lnTo>
                    <a:pt x="7848117" y="243694"/>
                  </a:lnTo>
                  <a:lnTo>
                    <a:pt x="7848117" y="243694"/>
                  </a:lnTo>
                  <a:lnTo>
                    <a:pt x="7853590" y="243694"/>
                  </a:lnTo>
                  <a:lnTo>
                    <a:pt x="7853590" y="243694"/>
                  </a:lnTo>
                  <a:lnTo>
                    <a:pt x="7859063" y="243694"/>
                  </a:lnTo>
                  <a:lnTo>
                    <a:pt x="7859063" y="212408"/>
                  </a:lnTo>
                  <a:lnTo>
                    <a:pt x="7864536" y="212408"/>
                  </a:lnTo>
                  <a:lnTo>
                    <a:pt x="7864536" y="212408"/>
                  </a:lnTo>
                  <a:lnTo>
                    <a:pt x="7870009" y="212408"/>
                  </a:lnTo>
                  <a:lnTo>
                    <a:pt x="7870009" y="212408"/>
                  </a:lnTo>
                  <a:lnTo>
                    <a:pt x="7880955" y="212408"/>
                  </a:lnTo>
                  <a:lnTo>
                    <a:pt x="7880955" y="212408"/>
                  </a:lnTo>
                  <a:lnTo>
                    <a:pt x="7886427" y="212408"/>
                  </a:lnTo>
                  <a:lnTo>
                    <a:pt x="7886427" y="212408"/>
                  </a:lnTo>
                  <a:lnTo>
                    <a:pt x="7891900" y="212408"/>
                  </a:lnTo>
                  <a:lnTo>
                    <a:pt x="7891900" y="212408"/>
                  </a:lnTo>
                  <a:lnTo>
                    <a:pt x="7897373" y="212408"/>
                  </a:lnTo>
                  <a:lnTo>
                    <a:pt x="7897373" y="212408"/>
                  </a:lnTo>
                  <a:lnTo>
                    <a:pt x="7902846" y="212408"/>
                  </a:lnTo>
                  <a:lnTo>
                    <a:pt x="7902846" y="212408"/>
                  </a:lnTo>
                  <a:lnTo>
                    <a:pt x="7908319" y="212408"/>
                  </a:lnTo>
                  <a:lnTo>
                    <a:pt x="7908319" y="212408"/>
                  </a:lnTo>
                  <a:lnTo>
                    <a:pt x="7913792" y="212408"/>
                  </a:lnTo>
                  <a:lnTo>
                    <a:pt x="7913792" y="212408"/>
                  </a:lnTo>
                  <a:lnTo>
                    <a:pt x="7919265" y="212408"/>
                  </a:lnTo>
                  <a:lnTo>
                    <a:pt x="7919265" y="212408"/>
                  </a:lnTo>
                  <a:lnTo>
                    <a:pt x="7924738" y="212408"/>
                  </a:lnTo>
                  <a:lnTo>
                    <a:pt x="7924738" y="212408"/>
                  </a:lnTo>
                  <a:lnTo>
                    <a:pt x="7930210" y="212408"/>
                  </a:lnTo>
                  <a:lnTo>
                    <a:pt x="7930210" y="212408"/>
                  </a:lnTo>
                  <a:lnTo>
                    <a:pt x="7935683" y="212408"/>
                  </a:lnTo>
                  <a:lnTo>
                    <a:pt x="7935683" y="212408"/>
                  </a:lnTo>
                  <a:lnTo>
                    <a:pt x="7941156" y="212408"/>
                  </a:lnTo>
                  <a:lnTo>
                    <a:pt x="7941156" y="212408"/>
                  </a:lnTo>
                  <a:lnTo>
                    <a:pt x="7946629" y="212408"/>
                  </a:lnTo>
                  <a:lnTo>
                    <a:pt x="7946629" y="212408"/>
                  </a:lnTo>
                  <a:lnTo>
                    <a:pt x="7952102" y="212408"/>
                  </a:lnTo>
                  <a:lnTo>
                    <a:pt x="7952102" y="212408"/>
                  </a:lnTo>
                  <a:lnTo>
                    <a:pt x="7957575" y="212408"/>
                  </a:lnTo>
                  <a:lnTo>
                    <a:pt x="7957575" y="212408"/>
                  </a:lnTo>
                  <a:lnTo>
                    <a:pt x="7963048" y="212408"/>
                  </a:lnTo>
                  <a:lnTo>
                    <a:pt x="7963048" y="212408"/>
                  </a:lnTo>
                  <a:lnTo>
                    <a:pt x="7968521" y="212408"/>
                  </a:lnTo>
                  <a:lnTo>
                    <a:pt x="7968521" y="212408"/>
                  </a:lnTo>
                  <a:lnTo>
                    <a:pt x="7973994" y="212408"/>
                  </a:lnTo>
                  <a:lnTo>
                    <a:pt x="7973994" y="212408"/>
                  </a:lnTo>
                  <a:lnTo>
                    <a:pt x="7979466" y="212408"/>
                  </a:lnTo>
                  <a:lnTo>
                    <a:pt x="7979466" y="212408"/>
                  </a:lnTo>
                  <a:lnTo>
                    <a:pt x="7984939" y="212408"/>
                  </a:lnTo>
                  <a:lnTo>
                    <a:pt x="7984939" y="212408"/>
                  </a:lnTo>
                  <a:lnTo>
                    <a:pt x="7990412" y="212408"/>
                  </a:lnTo>
                  <a:lnTo>
                    <a:pt x="7990412" y="212408"/>
                  </a:lnTo>
                  <a:lnTo>
                    <a:pt x="7995885" y="212408"/>
                  </a:lnTo>
                  <a:lnTo>
                    <a:pt x="7995885" y="196362"/>
                  </a:lnTo>
                  <a:lnTo>
                    <a:pt x="8006831" y="196362"/>
                  </a:lnTo>
                  <a:lnTo>
                    <a:pt x="8006831" y="196362"/>
                  </a:lnTo>
                  <a:lnTo>
                    <a:pt x="8012304" y="196362"/>
                  </a:lnTo>
                  <a:lnTo>
                    <a:pt x="8012304" y="196362"/>
                  </a:lnTo>
                  <a:lnTo>
                    <a:pt x="8017777" y="196362"/>
                  </a:lnTo>
                  <a:lnTo>
                    <a:pt x="8017777" y="196362"/>
                  </a:lnTo>
                  <a:lnTo>
                    <a:pt x="8023250" y="196362"/>
                  </a:lnTo>
                  <a:lnTo>
                    <a:pt x="8023250" y="196362"/>
                  </a:lnTo>
                  <a:lnTo>
                    <a:pt x="8034195" y="196362"/>
                  </a:lnTo>
                  <a:lnTo>
                    <a:pt x="8034195" y="196362"/>
                  </a:lnTo>
                  <a:lnTo>
                    <a:pt x="8039668" y="196362"/>
                  </a:lnTo>
                  <a:lnTo>
                    <a:pt x="8039668" y="196362"/>
                  </a:lnTo>
                  <a:lnTo>
                    <a:pt x="8045141" y="196362"/>
                  </a:lnTo>
                  <a:lnTo>
                    <a:pt x="8045141" y="196362"/>
                  </a:lnTo>
                  <a:lnTo>
                    <a:pt x="8050614" y="196362"/>
                  </a:lnTo>
                  <a:lnTo>
                    <a:pt x="8050614" y="196362"/>
                  </a:lnTo>
                  <a:lnTo>
                    <a:pt x="8056087" y="196362"/>
                  </a:lnTo>
                  <a:lnTo>
                    <a:pt x="8056087" y="196362"/>
                  </a:lnTo>
                  <a:lnTo>
                    <a:pt x="8061560" y="196362"/>
                  </a:lnTo>
                  <a:lnTo>
                    <a:pt x="8061560" y="196362"/>
                  </a:lnTo>
                  <a:lnTo>
                    <a:pt x="8072506" y="196362"/>
                  </a:lnTo>
                  <a:lnTo>
                    <a:pt x="8072506" y="196362"/>
                  </a:lnTo>
                  <a:lnTo>
                    <a:pt x="8077978" y="196362"/>
                  </a:lnTo>
                  <a:lnTo>
                    <a:pt x="8077978" y="180176"/>
                  </a:lnTo>
                  <a:lnTo>
                    <a:pt x="8083451" y="180176"/>
                  </a:lnTo>
                  <a:lnTo>
                    <a:pt x="8083451" y="180176"/>
                  </a:lnTo>
                  <a:lnTo>
                    <a:pt x="8088924" y="180176"/>
                  </a:lnTo>
                  <a:lnTo>
                    <a:pt x="8088924" y="180176"/>
                  </a:lnTo>
                  <a:lnTo>
                    <a:pt x="8094397" y="180176"/>
                  </a:lnTo>
                  <a:lnTo>
                    <a:pt x="8094397" y="180176"/>
                  </a:lnTo>
                  <a:lnTo>
                    <a:pt x="8099870" y="180176"/>
                  </a:lnTo>
                  <a:lnTo>
                    <a:pt x="8099870" y="180176"/>
                  </a:lnTo>
                  <a:lnTo>
                    <a:pt x="8105343" y="180176"/>
                  </a:lnTo>
                  <a:lnTo>
                    <a:pt x="8105343" y="180176"/>
                  </a:lnTo>
                  <a:lnTo>
                    <a:pt x="8110816" y="180176"/>
                  </a:lnTo>
                  <a:lnTo>
                    <a:pt x="8110816" y="180176"/>
                  </a:lnTo>
                  <a:lnTo>
                    <a:pt x="8116289" y="180176"/>
                  </a:lnTo>
                  <a:lnTo>
                    <a:pt x="8116289" y="180176"/>
                  </a:lnTo>
                  <a:lnTo>
                    <a:pt x="8121761" y="180176"/>
                  </a:lnTo>
                  <a:lnTo>
                    <a:pt x="8121761" y="180176"/>
                  </a:lnTo>
                  <a:lnTo>
                    <a:pt x="8127234" y="180176"/>
                  </a:lnTo>
                  <a:lnTo>
                    <a:pt x="8127234" y="180176"/>
                  </a:lnTo>
                  <a:lnTo>
                    <a:pt x="8132707" y="180176"/>
                  </a:lnTo>
                  <a:lnTo>
                    <a:pt x="8132707" y="180176"/>
                  </a:lnTo>
                  <a:lnTo>
                    <a:pt x="8138180" y="180176"/>
                  </a:lnTo>
                  <a:lnTo>
                    <a:pt x="8138180" y="180176"/>
                  </a:lnTo>
                  <a:lnTo>
                    <a:pt x="8154599" y="180176"/>
                  </a:lnTo>
                  <a:lnTo>
                    <a:pt x="8154599" y="180176"/>
                  </a:lnTo>
                  <a:lnTo>
                    <a:pt x="8160072" y="180176"/>
                  </a:lnTo>
                  <a:lnTo>
                    <a:pt x="8160072" y="180176"/>
                  </a:lnTo>
                  <a:lnTo>
                    <a:pt x="8171017" y="180176"/>
                  </a:lnTo>
                  <a:lnTo>
                    <a:pt x="8171017" y="180176"/>
                  </a:lnTo>
                  <a:lnTo>
                    <a:pt x="8176490" y="180176"/>
                  </a:lnTo>
                  <a:lnTo>
                    <a:pt x="8176490" y="180176"/>
                  </a:lnTo>
                  <a:lnTo>
                    <a:pt x="8181963" y="180176"/>
                  </a:lnTo>
                  <a:lnTo>
                    <a:pt x="8181963" y="180176"/>
                  </a:lnTo>
                  <a:lnTo>
                    <a:pt x="8187436" y="180176"/>
                  </a:lnTo>
                  <a:lnTo>
                    <a:pt x="8187436" y="180176"/>
                  </a:lnTo>
                  <a:lnTo>
                    <a:pt x="8192909" y="180176"/>
                  </a:lnTo>
                  <a:lnTo>
                    <a:pt x="8192909" y="180176"/>
                  </a:lnTo>
                  <a:lnTo>
                    <a:pt x="8198382" y="180176"/>
                  </a:lnTo>
                  <a:lnTo>
                    <a:pt x="8198382" y="180176"/>
                  </a:lnTo>
                  <a:lnTo>
                    <a:pt x="8203855" y="180176"/>
                  </a:lnTo>
                  <a:lnTo>
                    <a:pt x="8203855" y="180176"/>
                  </a:lnTo>
                  <a:lnTo>
                    <a:pt x="8209328" y="180176"/>
                  </a:lnTo>
                  <a:lnTo>
                    <a:pt x="8209328" y="180176"/>
                  </a:lnTo>
                  <a:lnTo>
                    <a:pt x="8214801" y="180176"/>
                  </a:lnTo>
                  <a:lnTo>
                    <a:pt x="8214801" y="180176"/>
                  </a:lnTo>
                  <a:lnTo>
                    <a:pt x="8220273" y="180176"/>
                  </a:lnTo>
                  <a:lnTo>
                    <a:pt x="8220273" y="180176"/>
                  </a:lnTo>
                  <a:lnTo>
                    <a:pt x="8225746" y="180176"/>
                  </a:lnTo>
                  <a:lnTo>
                    <a:pt x="8225746" y="180176"/>
                  </a:lnTo>
                  <a:lnTo>
                    <a:pt x="8231219" y="180176"/>
                  </a:lnTo>
                  <a:lnTo>
                    <a:pt x="8231219" y="180176"/>
                  </a:lnTo>
                  <a:lnTo>
                    <a:pt x="8236692" y="180176"/>
                  </a:lnTo>
                  <a:lnTo>
                    <a:pt x="8236692" y="163587"/>
                  </a:lnTo>
                  <a:lnTo>
                    <a:pt x="8242165" y="163587"/>
                  </a:lnTo>
                  <a:lnTo>
                    <a:pt x="8242165" y="163587"/>
                  </a:lnTo>
                  <a:lnTo>
                    <a:pt x="8247638" y="163587"/>
                  </a:lnTo>
                  <a:lnTo>
                    <a:pt x="8247638" y="163587"/>
                  </a:lnTo>
                  <a:lnTo>
                    <a:pt x="8253111" y="163587"/>
                  </a:lnTo>
                  <a:lnTo>
                    <a:pt x="8253111" y="163587"/>
                  </a:lnTo>
                  <a:lnTo>
                    <a:pt x="8258584" y="163587"/>
                  </a:lnTo>
                  <a:lnTo>
                    <a:pt x="8258584" y="163587"/>
                  </a:lnTo>
                  <a:lnTo>
                    <a:pt x="8264056" y="163587"/>
                  </a:lnTo>
                  <a:lnTo>
                    <a:pt x="8264056" y="146844"/>
                  </a:lnTo>
                  <a:lnTo>
                    <a:pt x="8269529" y="146844"/>
                  </a:lnTo>
                  <a:lnTo>
                    <a:pt x="8269529" y="146844"/>
                  </a:lnTo>
                  <a:lnTo>
                    <a:pt x="8275002" y="146844"/>
                  </a:lnTo>
                  <a:lnTo>
                    <a:pt x="8275002" y="146844"/>
                  </a:lnTo>
                  <a:lnTo>
                    <a:pt x="8280475" y="146844"/>
                  </a:lnTo>
                  <a:lnTo>
                    <a:pt x="8280475" y="146844"/>
                  </a:lnTo>
                  <a:lnTo>
                    <a:pt x="8285948" y="146844"/>
                  </a:lnTo>
                  <a:lnTo>
                    <a:pt x="8285948" y="146844"/>
                  </a:lnTo>
                  <a:lnTo>
                    <a:pt x="8291421" y="146844"/>
                  </a:lnTo>
                  <a:lnTo>
                    <a:pt x="8291421" y="146844"/>
                  </a:lnTo>
                  <a:lnTo>
                    <a:pt x="8296894" y="146844"/>
                  </a:lnTo>
                  <a:lnTo>
                    <a:pt x="8296894" y="146844"/>
                  </a:lnTo>
                  <a:lnTo>
                    <a:pt x="8307840" y="146844"/>
                  </a:lnTo>
                  <a:lnTo>
                    <a:pt x="8307840" y="146844"/>
                  </a:lnTo>
                  <a:lnTo>
                    <a:pt x="8313312" y="146844"/>
                  </a:lnTo>
                  <a:lnTo>
                    <a:pt x="8313312" y="146844"/>
                  </a:lnTo>
                  <a:lnTo>
                    <a:pt x="8318785" y="146844"/>
                  </a:lnTo>
                  <a:lnTo>
                    <a:pt x="8318785" y="146844"/>
                  </a:lnTo>
                  <a:lnTo>
                    <a:pt x="8324258" y="146844"/>
                  </a:lnTo>
                  <a:lnTo>
                    <a:pt x="8324258" y="146844"/>
                  </a:lnTo>
                  <a:lnTo>
                    <a:pt x="8329731" y="146844"/>
                  </a:lnTo>
                  <a:lnTo>
                    <a:pt x="8329731" y="146844"/>
                  </a:lnTo>
                  <a:lnTo>
                    <a:pt x="8335204" y="146844"/>
                  </a:lnTo>
                  <a:lnTo>
                    <a:pt x="8335204" y="146844"/>
                  </a:lnTo>
                  <a:lnTo>
                    <a:pt x="8340677" y="146844"/>
                  </a:lnTo>
                  <a:lnTo>
                    <a:pt x="8340677" y="146844"/>
                  </a:lnTo>
                  <a:lnTo>
                    <a:pt x="8346150" y="146844"/>
                  </a:lnTo>
                  <a:lnTo>
                    <a:pt x="8346150" y="146844"/>
                  </a:lnTo>
                  <a:lnTo>
                    <a:pt x="8351623" y="146844"/>
                  </a:lnTo>
                  <a:lnTo>
                    <a:pt x="8351623" y="146844"/>
                  </a:lnTo>
                  <a:lnTo>
                    <a:pt x="8357096" y="146844"/>
                  </a:lnTo>
                  <a:lnTo>
                    <a:pt x="8357096" y="146844"/>
                  </a:lnTo>
                  <a:lnTo>
                    <a:pt x="8362568" y="146844"/>
                  </a:lnTo>
                  <a:lnTo>
                    <a:pt x="8362568" y="146844"/>
                  </a:lnTo>
                  <a:lnTo>
                    <a:pt x="8368041" y="146844"/>
                  </a:lnTo>
                  <a:lnTo>
                    <a:pt x="8368041" y="146844"/>
                  </a:lnTo>
                  <a:lnTo>
                    <a:pt x="8373514" y="146844"/>
                  </a:lnTo>
                  <a:lnTo>
                    <a:pt x="8373514" y="146844"/>
                  </a:lnTo>
                  <a:lnTo>
                    <a:pt x="8378987" y="146844"/>
                  </a:lnTo>
                  <a:lnTo>
                    <a:pt x="8378987" y="146844"/>
                  </a:lnTo>
                  <a:lnTo>
                    <a:pt x="8384460" y="146844"/>
                  </a:lnTo>
                  <a:lnTo>
                    <a:pt x="8384460" y="146844"/>
                  </a:lnTo>
                  <a:lnTo>
                    <a:pt x="8389933" y="146844"/>
                  </a:lnTo>
                  <a:lnTo>
                    <a:pt x="8389933" y="146844"/>
                  </a:lnTo>
                  <a:lnTo>
                    <a:pt x="8400879" y="146844"/>
                  </a:lnTo>
                  <a:lnTo>
                    <a:pt x="8400879" y="146844"/>
                  </a:lnTo>
                  <a:lnTo>
                    <a:pt x="8406352" y="146844"/>
                  </a:lnTo>
                  <a:lnTo>
                    <a:pt x="8406352" y="146844"/>
                  </a:lnTo>
                  <a:lnTo>
                    <a:pt x="8411824" y="146844"/>
                  </a:lnTo>
                  <a:lnTo>
                    <a:pt x="8411824" y="146844"/>
                  </a:lnTo>
                  <a:lnTo>
                    <a:pt x="8417297" y="146844"/>
                  </a:lnTo>
                  <a:lnTo>
                    <a:pt x="8417297" y="146844"/>
                  </a:lnTo>
                  <a:lnTo>
                    <a:pt x="8422770" y="146844"/>
                  </a:lnTo>
                  <a:lnTo>
                    <a:pt x="8422770" y="146844"/>
                  </a:lnTo>
                  <a:lnTo>
                    <a:pt x="8428243" y="146844"/>
                  </a:lnTo>
                  <a:lnTo>
                    <a:pt x="8428243" y="129701"/>
                  </a:lnTo>
                  <a:lnTo>
                    <a:pt x="8433716" y="129701"/>
                  </a:lnTo>
                  <a:lnTo>
                    <a:pt x="8433716" y="129701"/>
                  </a:lnTo>
                  <a:lnTo>
                    <a:pt x="8439189" y="129701"/>
                  </a:lnTo>
                  <a:lnTo>
                    <a:pt x="8439189" y="129701"/>
                  </a:lnTo>
                  <a:lnTo>
                    <a:pt x="8444662" y="129701"/>
                  </a:lnTo>
                  <a:lnTo>
                    <a:pt x="8444662" y="129701"/>
                  </a:lnTo>
                  <a:lnTo>
                    <a:pt x="8450135" y="129701"/>
                  </a:lnTo>
                  <a:lnTo>
                    <a:pt x="8450135" y="129701"/>
                  </a:lnTo>
                  <a:lnTo>
                    <a:pt x="8455607" y="129701"/>
                  </a:lnTo>
                  <a:lnTo>
                    <a:pt x="8455607" y="129701"/>
                  </a:lnTo>
                  <a:lnTo>
                    <a:pt x="8461080" y="129701"/>
                  </a:lnTo>
                  <a:lnTo>
                    <a:pt x="8461080" y="129701"/>
                  </a:lnTo>
                  <a:lnTo>
                    <a:pt x="8466553" y="129701"/>
                  </a:lnTo>
                  <a:lnTo>
                    <a:pt x="8466553" y="129701"/>
                  </a:lnTo>
                  <a:lnTo>
                    <a:pt x="8472026" y="129701"/>
                  </a:lnTo>
                  <a:lnTo>
                    <a:pt x="8472026" y="129701"/>
                  </a:lnTo>
                  <a:lnTo>
                    <a:pt x="8482972" y="129701"/>
                  </a:lnTo>
                  <a:lnTo>
                    <a:pt x="8482972" y="129701"/>
                  </a:lnTo>
                  <a:lnTo>
                    <a:pt x="8488445" y="129701"/>
                  </a:lnTo>
                  <a:lnTo>
                    <a:pt x="8488445" y="129701"/>
                  </a:lnTo>
                  <a:lnTo>
                    <a:pt x="8493918" y="129701"/>
                  </a:lnTo>
                  <a:lnTo>
                    <a:pt x="8493918" y="129701"/>
                  </a:lnTo>
                  <a:lnTo>
                    <a:pt x="8499391" y="129701"/>
                  </a:lnTo>
                  <a:lnTo>
                    <a:pt x="8499391" y="129701"/>
                  </a:lnTo>
                  <a:lnTo>
                    <a:pt x="8504863" y="129701"/>
                  </a:lnTo>
                  <a:lnTo>
                    <a:pt x="8504863" y="112391"/>
                  </a:lnTo>
                  <a:lnTo>
                    <a:pt x="8510336" y="112391"/>
                  </a:lnTo>
                  <a:lnTo>
                    <a:pt x="8510336" y="112391"/>
                  </a:lnTo>
                  <a:lnTo>
                    <a:pt x="8515809" y="112391"/>
                  </a:lnTo>
                  <a:lnTo>
                    <a:pt x="8515809" y="112391"/>
                  </a:lnTo>
                  <a:lnTo>
                    <a:pt x="8526755" y="112391"/>
                  </a:lnTo>
                  <a:lnTo>
                    <a:pt x="8526755" y="112391"/>
                  </a:lnTo>
                  <a:lnTo>
                    <a:pt x="8532228" y="112391"/>
                  </a:lnTo>
                  <a:lnTo>
                    <a:pt x="8532228" y="112391"/>
                  </a:lnTo>
                  <a:lnTo>
                    <a:pt x="8537701" y="112391"/>
                  </a:lnTo>
                  <a:lnTo>
                    <a:pt x="8537701" y="112391"/>
                  </a:lnTo>
                  <a:lnTo>
                    <a:pt x="8543174" y="112391"/>
                  </a:lnTo>
                  <a:lnTo>
                    <a:pt x="8543174" y="112391"/>
                  </a:lnTo>
                  <a:lnTo>
                    <a:pt x="8548647" y="112391"/>
                  </a:lnTo>
                  <a:lnTo>
                    <a:pt x="8548647" y="112391"/>
                  </a:lnTo>
                  <a:lnTo>
                    <a:pt x="8554119" y="112391"/>
                  </a:lnTo>
                  <a:lnTo>
                    <a:pt x="8554119" y="112391"/>
                  </a:lnTo>
                  <a:lnTo>
                    <a:pt x="8559592" y="112391"/>
                  </a:lnTo>
                  <a:lnTo>
                    <a:pt x="8559592" y="112391"/>
                  </a:lnTo>
                  <a:lnTo>
                    <a:pt x="8565065" y="112391"/>
                  </a:lnTo>
                  <a:lnTo>
                    <a:pt x="8565065" y="112391"/>
                  </a:lnTo>
                  <a:lnTo>
                    <a:pt x="8570538" y="112391"/>
                  </a:lnTo>
                  <a:lnTo>
                    <a:pt x="8570538" y="112391"/>
                  </a:lnTo>
                  <a:lnTo>
                    <a:pt x="8576011" y="112391"/>
                  </a:lnTo>
                  <a:lnTo>
                    <a:pt x="8576011" y="112391"/>
                  </a:lnTo>
                  <a:lnTo>
                    <a:pt x="8581484" y="112391"/>
                  </a:lnTo>
                  <a:lnTo>
                    <a:pt x="8581484" y="112391"/>
                  </a:lnTo>
                  <a:lnTo>
                    <a:pt x="8586957" y="112391"/>
                  </a:lnTo>
                  <a:lnTo>
                    <a:pt x="8586957" y="112391"/>
                  </a:lnTo>
                  <a:lnTo>
                    <a:pt x="8592430" y="112391"/>
                  </a:lnTo>
                  <a:lnTo>
                    <a:pt x="8592430" y="112391"/>
                  </a:lnTo>
                  <a:lnTo>
                    <a:pt x="8597903" y="112391"/>
                  </a:lnTo>
                  <a:lnTo>
                    <a:pt x="8597903" y="112391"/>
                  </a:lnTo>
                  <a:lnTo>
                    <a:pt x="8603375" y="112391"/>
                  </a:lnTo>
                  <a:lnTo>
                    <a:pt x="8603375" y="112391"/>
                  </a:lnTo>
                  <a:lnTo>
                    <a:pt x="8614321" y="112391"/>
                  </a:lnTo>
                  <a:lnTo>
                    <a:pt x="8614321" y="112391"/>
                  </a:lnTo>
                  <a:lnTo>
                    <a:pt x="8619794" y="112391"/>
                  </a:lnTo>
                  <a:lnTo>
                    <a:pt x="8619794" y="112391"/>
                  </a:lnTo>
                  <a:lnTo>
                    <a:pt x="8625267" y="112391"/>
                  </a:lnTo>
                  <a:lnTo>
                    <a:pt x="8625267" y="112391"/>
                  </a:lnTo>
                  <a:lnTo>
                    <a:pt x="8630740" y="112391"/>
                  </a:lnTo>
                  <a:lnTo>
                    <a:pt x="8630740" y="112391"/>
                  </a:lnTo>
                  <a:lnTo>
                    <a:pt x="8641686" y="112391"/>
                  </a:lnTo>
                  <a:lnTo>
                    <a:pt x="8641686" y="112391"/>
                  </a:lnTo>
                  <a:lnTo>
                    <a:pt x="8647158" y="112391"/>
                  </a:lnTo>
                  <a:lnTo>
                    <a:pt x="8647158" y="112391"/>
                  </a:lnTo>
                  <a:lnTo>
                    <a:pt x="8652631" y="112391"/>
                  </a:lnTo>
                  <a:lnTo>
                    <a:pt x="8652631" y="94688"/>
                  </a:lnTo>
                  <a:lnTo>
                    <a:pt x="8658104" y="94688"/>
                  </a:lnTo>
                  <a:lnTo>
                    <a:pt x="8658104" y="94688"/>
                  </a:lnTo>
                  <a:lnTo>
                    <a:pt x="8669050" y="94688"/>
                  </a:lnTo>
                  <a:lnTo>
                    <a:pt x="8669050" y="94688"/>
                  </a:lnTo>
                  <a:lnTo>
                    <a:pt x="8674523" y="94688"/>
                  </a:lnTo>
                  <a:lnTo>
                    <a:pt x="8674523" y="94688"/>
                  </a:lnTo>
                  <a:lnTo>
                    <a:pt x="8679996" y="94688"/>
                  </a:lnTo>
                  <a:lnTo>
                    <a:pt x="8679996" y="94688"/>
                  </a:lnTo>
                  <a:lnTo>
                    <a:pt x="8685469" y="94688"/>
                  </a:lnTo>
                  <a:lnTo>
                    <a:pt x="8685469" y="94688"/>
                  </a:lnTo>
                  <a:lnTo>
                    <a:pt x="8690942" y="94688"/>
                  </a:lnTo>
                  <a:lnTo>
                    <a:pt x="8690942" y="94688"/>
                  </a:lnTo>
                  <a:lnTo>
                    <a:pt x="8696414" y="94688"/>
                  </a:lnTo>
                  <a:lnTo>
                    <a:pt x="8696414" y="94688"/>
                  </a:lnTo>
                  <a:lnTo>
                    <a:pt x="8707360" y="94688"/>
                  </a:lnTo>
                  <a:lnTo>
                    <a:pt x="8707360" y="94688"/>
                  </a:lnTo>
                  <a:lnTo>
                    <a:pt x="8712833" y="94688"/>
                  </a:lnTo>
                  <a:lnTo>
                    <a:pt x="8712833" y="94688"/>
                  </a:lnTo>
                  <a:lnTo>
                    <a:pt x="8723779" y="94688"/>
                  </a:lnTo>
                  <a:lnTo>
                    <a:pt x="8723779" y="94688"/>
                  </a:lnTo>
                  <a:lnTo>
                    <a:pt x="8729252" y="94688"/>
                  </a:lnTo>
                  <a:lnTo>
                    <a:pt x="8729252" y="94688"/>
                  </a:lnTo>
                  <a:lnTo>
                    <a:pt x="8734725" y="94688"/>
                  </a:lnTo>
                  <a:lnTo>
                    <a:pt x="8734725" y="94688"/>
                  </a:lnTo>
                  <a:lnTo>
                    <a:pt x="8740198" y="94688"/>
                  </a:lnTo>
                  <a:lnTo>
                    <a:pt x="8740198" y="94688"/>
                  </a:lnTo>
                  <a:lnTo>
                    <a:pt x="8745670" y="94688"/>
                  </a:lnTo>
                  <a:lnTo>
                    <a:pt x="8745670" y="94688"/>
                  </a:lnTo>
                  <a:lnTo>
                    <a:pt x="8751143" y="94688"/>
                  </a:lnTo>
                  <a:lnTo>
                    <a:pt x="8751143" y="94688"/>
                  </a:lnTo>
                  <a:lnTo>
                    <a:pt x="8756616" y="94688"/>
                  </a:lnTo>
                  <a:lnTo>
                    <a:pt x="8756616" y="94688"/>
                  </a:lnTo>
                  <a:lnTo>
                    <a:pt x="8767562" y="94688"/>
                  </a:lnTo>
                  <a:lnTo>
                    <a:pt x="8767562" y="94688"/>
                  </a:lnTo>
                  <a:lnTo>
                    <a:pt x="8773035" y="94688"/>
                  </a:lnTo>
                  <a:lnTo>
                    <a:pt x="8773035" y="94688"/>
                  </a:lnTo>
                  <a:lnTo>
                    <a:pt x="8778508" y="94688"/>
                  </a:lnTo>
                  <a:lnTo>
                    <a:pt x="8778508" y="76756"/>
                  </a:lnTo>
                  <a:lnTo>
                    <a:pt x="8783981" y="76756"/>
                  </a:lnTo>
                  <a:lnTo>
                    <a:pt x="8783981" y="76756"/>
                  </a:lnTo>
                  <a:lnTo>
                    <a:pt x="8789453" y="76756"/>
                  </a:lnTo>
                  <a:lnTo>
                    <a:pt x="8789453" y="76756"/>
                  </a:lnTo>
                  <a:lnTo>
                    <a:pt x="8794926" y="76756"/>
                  </a:lnTo>
                  <a:lnTo>
                    <a:pt x="8794926" y="76756"/>
                  </a:lnTo>
                  <a:lnTo>
                    <a:pt x="8800399" y="76756"/>
                  </a:lnTo>
                  <a:lnTo>
                    <a:pt x="8800399" y="76756"/>
                  </a:lnTo>
                  <a:lnTo>
                    <a:pt x="8805872" y="76756"/>
                  </a:lnTo>
                  <a:lnTo>
                    <a:pt x="8805872" y="76756"/>
                  </a:lnTo>
                  <a:lnTo>
                    <a:pt x="8811345" y="76756"/>
                  </a:lnTo>
                  <a:lnTo>
                    <a:pt x="8811345" y="76756"/>
                  </a:lnTo>
                  <a:lnTo>
                    <a:pt x="8816818" y="76756"/>
                  </a:lnTo>
                  <a:lnTo>
                    <a:pt x="8816818" y="76756"/>
                  </a:lnTo>
                  <a:lnTo>
                    <a:pt x="8822291" y="76756"/>
                  </a:lnTo>
                  <a:lnTo>
                    <a:pt x="8822291" y="76756"/>
                  </a:lnTo>
                  <a:lnTo>
                    <a:pt x="8827764" y="76756"/>
                  </a:lnTo>
                  <a:lnTo>
                    <a:pt x="8827764" y="76756"/>
                  </a:lnTo>
                  <a:lnTo>
                    <a:pt x="8833237" y="76756"/>
                  </a:lnTo>
                  <a:lnTo>
                    <a:pt x="8833237" y="76756"/>
                  </a:lnTo>
                  <a:lnTo>
                    <a:pt x="8838709" y="76756"/>
                  </a:lnTo>
                  <a:lnTo>
                    <a:pt x="8838709" y="76756"/>
                  </a:lnTo>
                  <a:lnTo>
                    <a:pt x="8849655" y="76756"/>
                  </a:lnTo>
                  <a:lnTo>
                    <a:pt x="8849655" y="76756"/>
                  </a:lnTo>
                  <a:lnTo>
                    <a:pt x="8855128" y="76756"/>
                  </a:lnTo>
                  <a:lnTo>
                    <a:pt x="8855128" y="76756"/>
                  </a:lnTo>
                  <a:lnTo>
                    <a:pt x="8866074" y="76756"/>
                  </a:lnTo>
                  <a:lnTo>
                    <a:pt x="8866074" y="76756"/>
                  </a:lnTo>
                  <a:lnTo>
                    <a:pt x="8871547" y="76756"/>
                  </a:lnTo>
                  <a:lnTo>
                    <a:pt x="8871547" y="76756"/>
                  </a:lnTo>
                  <a:lnTo>
                    <a:pt x="8877020" y="76756"/>
                  </a:lnTo>
                  <a:lnTo>
                    <a:pt x="8877020" y="76756"/>
                  </a:lnTo>
                  <a:lnTo>
                    <a:pt x="8882493" y="76756"/>
                  </a:lnTo>
                  <a:lnTo>
                    <a:pt x="8882493" y="76756"/>
                  </a:lnTo>
                  <a:lnTo>
                    <a:pt x="8887965" y="76756"/>
                  </a:lnTo>
                  <a:lnTo>
                    <a:pt x="8887965" y="76756"/>
                  </a:lnTo>
                  <a:lnTo>
                    <a:pt x="8893438" y="76756"/>
                  </a:lnTo>
                  <a:lnTo>
                    <a:pt x="8893438" y="58728"/>
                  </a:lnTo>
                  <a:lnTo>
                    <a:pt x="8904384" y="58728"/>
                  </a:lnTo>
                  <a:lnTo>
                    <a:pt x="8904384" y="58728"/>
                  </a:lnTo>
                  <a:lnTo>
                    <a:pt x="8909857" y="58728"/>
                  </a:lnTo>
                  <a:lnTo>
                    <a:pt x="8909857" y="58728"/>
                  </a:lnTo>
                  <a:lnTo>
                    <a:pt x="8915330" y="58728"/>
                  </a:lnTo>
                  <a:lnTo>
                    <a:pt x="8915330" y="58728"/>
                  </a:lnTo>
                  <a:lnTo>
                    <a:pt x="8926276" y="58728"/>
                  </a:lnTo>
                  <a:lnTo>
                    <a:pt x="8926276" y="58728"/>
                  </a:lnTo>
                  <a:lnTo>
                    <a:pt x="8931749" y="58728"/>
                  </a:lnTo>
                  <a:lnTo>
                    <a:pt x="8931749" y="40506"/>
                  </a:lnTo>
                  <a:lnTo>
                    <a:pt x="8937221" y="40506"/>
                  </a:lnTo>
                  <a:lnTo>
                    <a:pt x="8937221" y="40506"/>
                  </a:lnTo>
                  <a:lnTo>
                    <a:pt x="8942694" y="40506"/>
                  </a:lnTo>
                  <a:lnTo>
                    <a:pt x="8942694" y="40506"/>
                  </a:lnTo>
                  <a:lnTo>
                    <a:pt x="8948167" y="40506"/>
                  </a:lnTo>
                  <a:lnTo>
                    <a:pt x="8948167" y="40506"/>
                  </a:lnTo>
                  <a:lnTo>
                    <a:pt x="8959113" y="40506"/>
                  </a:lnTo>
                  <a:lnTo>
                    <a:pt x="8959113" y="40506"/>
                  </a:lnTo>
                  <a:lnTo>
                    <a:pt x="8964586" y="40506"/>
                  </a:lnTo>
                  <a:lnTo>
                    <a:pt x="8964586" y="40506"/>
                  </a:lnTo>
                  <a:lnTo>
                    <a:pt x="8970059" y="40506"/>
                  </a:lnTo>
                  <a:lnTo>
                    <a:pt x="8970059" y="40506"/>
                  </a:lnTo>
                  <a:lnTo>
                    <a:pt x="8981004" y="40506"/>
                  </a:lnTo>
                  <a:lnTo>
                    <a:pt x="8981004" y="40506"/>
                  </a:lnTo>
                  <a:lnTo>
                    <a:pt x="8986477" y="40506"/>
                  </a:lnTo>
                  <a:lnTo>
                    <a:pt x="8986477" y="40506"/>
                  </a:lnTo>
                  <a:lnTo>
                    <a:pt x="8997423" y="40506"/>
                  </a:lnTo>
                  <a:lnTo>
                    <a:pt x="8997423" y="40506"/>
                  </a:lnTo>
                  <a:lnTo>
                    <a:pt x="9002896" y="40506"/>
                  </a:lnTo>
                  <a:lnTo>
                    <a:pt x="9002896" y="40506"/>
                  </a:lnTo>
                  <a:lnTo>
                    <a:pt x="9008369" y="40506"/>
                  </a:lnTo>
                  <a:lnTo>
                    <a:pt x="9008369" y="40506"/>
                  </a:lnTo>
                  <a:lnTo>
                    <a:pt x="9013842" y="40506"/>
                  </a:lnTo>
                  <a:lnTo>
                    <a:pt x="9013842" y="40506"/>
                  </a:lnTo>
                  <a:lnTo>
                    <a:pt x="9024788" y="40506"/>
                  </a:lnTo>
                  <a:lnTo>
                    <a:pt x="9024788" y="40506"/>
                  </a:lnTo>
                  <a:lnTo>
                    <a:pt x="9030260" y="40506"/>
                  </a:lnTo>
                  <a:lnTo>
                    <a:pt x="9030260" y="40506"/>
                  </a:lnTo>
                  <a:lnTo>
                    <a:pt x="9035733" y="40506"/>
                  </a:lnTo>
                  <a:lnTo>
                    <a:pt x="9035733" y="40506"/>
                  </a:lnTo>
                  <a:lnTo>
                    <a:pt x="9041206" y="40506"/>
                  </a:lnTo>
                  <a:lnTo>
                    <a:pt x="9041206" y="40506"/>
                  </a:lnTo>
                  <a:lnTo>
                    <a:pt x="9046679" y="40506"/>
                  </a:lnTo>
                  <a:lnTo>
                    <a:pt x="9046679" y="40506"/>
                  </a:lnTo>
                  <a:lnTo>
                    <a:pt x="9052152" y="40506"/>
                  </a:lnTo>
                  <a:lnTo>
                    <a:pt x="9052152" y="40506"/>
                  </a:lnTo>
                  <a:lnTo>
                    <a:pt x="9057625" y="40506"/>
                  </a:lnTo>
                  <a:lnTo>
                    <a:pt x="9057625" y="40506"/>
                  </a:lnTo>
                  <a:lnTo>
                    <a:pt x="9063098" y="40506"/>
                  </a:lnTo>
                  <a:lnTo>
                    <a:pt x="9063098" y="40506"/>
                  </a:lnTo>
                  <a:lnTo>
                    <a:pt x="9074044" y="40506"/>
                  </a:lnTo>
                  <a:lnTo>
                    <a:pt x="9074044" y="40506"/>
                  </a:lnTo>
                  <a:lnTo>
                    <a:pt x="9079516" y="40506"/>
                  </a:lnTo>
                  <a:lnTo>
                    <a:pt x="9079516" y="40506"/>
                  </a:lnTo>
                  <a:lnTo>
                    <a:pt x="9084989" y="40506"/>
                  </a:lnTo>
                  <a:lnTo>
                    <a:pt x="9084989" y="40506"/>
                  </a:lnTo>
                  <a:lnTo>
                    <a:pt x="9090462" y="40506"/>
                  </a:lnTo>
                  <a:lnTo>
                    <a:pt x="9090462" y="40506"/>
                  </a:lnTo>
                  <a:lnTo>
                    <a:pt x="9095935" y="40506"/>
                  </a:lnTo>
                  <a:lnTo>
                    <a:pt x="9095935" y="40506"/>
                  </a:lnTo>
                  <a:lnTo>
                    <a:pt x="9101408" y="40506"/>
                  </a:lnTo>
                  <a:lnTo>
                    <a:pt x="9101408" y="40506"/>
                  </a:lnTo>
                  <a:lnTo>
                    <a:pt x="9106881" y="40506"/>
                  </a:lnTo>
                  <a:lnTo>
                    <a:pt x="9106881" y="40506"/>
                  </a:lnTo>
                  <a:lnTo>
                    <a:pt x="9117827" y="40506"/>
                  </a:lnTo>
                  <a:lnTo>
                    <a:pt x="9117827" y="40506"/>
                  </a:lnTo>
                  <a:lnTo>
                    <a:pt x="9123300" y="40506"/>
                  </a:lnTo>
                  <a:lnTo>
                    <a:pt x="9123300" y="40506"/>
                  </a:lnTo>
                  <a:lnTo>
                    <a:pt x="9128772" y="40506"/>
                  </a:lnTo>
                  <a:lnTo>
                    <a:pt x="9128772" y="40506"/>
                  </a:lnTo>
                  <a:lnTo>
                    <a:pt x="9134245" y="40506"/>
                  </a:lnTo>
                  <a:lnTo>
                    <a:pt x="9134245" y="40506"/>
                  </a:lnTo>
                  <a:lnTo>
                    <a:pt x="9139718" y="40506"/>
                  </a:lnTo>
                  <a:lnTo>
                    <a:pt x="9139718" y="40506"/>
                  </a:lnTo>
                  <a:lnTo>
                    <a:pt x="9145191" y="40506"/>
                  </a:lnTo>
                  <a:lnTo>
                    <a:pt x="9145191" y="40506"/>
                  </a:lnTo>
                  <a:lnTo>
                    <a:pt x="9156137" y="40506"/>
                  </a:lnTo>
                  <a:lnTo>
                    <a:pt x="9156137" y="40506"/>
                  </a:lnTo>
                  <a:lnTo>
                    <a:pt x="9161610" y="40506"/>
                  </a:lnTo>
                  <a:lnTo>
                    <a:pt x="9161610" y="40506"/>
                  </a:lnTo>
                  <a:lnTo>
                    <a:pt x="9167083" y="40506"/>
                  </a:lnTo>
                  <a:lnTo>
                    <a:pt x="9167083" y="40506"/>
                  </a:lnTo>
                  <a:lnTo>
                    <a:pt x="9172555" y="40506"/>
                  </a:lnTo>
                  <a:lnTo>
                    <a:pt x="9172555" y="40506"/>
                  </a:lnTo>
                  <a:lnTo>
                    <a:pt x="9178028" y="40506"/>
                  </a:lnTo>
                  <a:lnTo>
                    <a:pt x="9178028" y="40506"/>
                  </a:lnTo>
                  <a:lnTo>
                    <a:pt x="9183501" y="40506"/>
                  </a:lnTo>
                  <a:lnTo>
                    <a:pt x="9183501" y="40506"/>
                  </a:lnTo>
                  <a:lnTo>
                    <a:pt x="9188974" y="40506"/>
                  </a:lnTo>
                  <a:lnTo>
                    <a:pt x="9188974" y="40506"/>
                  </a:lnTo>
                  <a:lnTo>
                    <a:pt x="9194447" y="40506"/>
                  </a:lnTo>
                  <a:lnTo>
                    <a:pt x="9194447" y="40506"/>
                  </a:lnTo>
                  <a:lnTo>
                    <a:pt x="9199920" y="40506"/>
                  </a:lnTo>
                  <a:lnTo>
                    <a:pt x="9199920" y="40506"/>
                  </a:lnTo>
                  <a:lnTo>
                    <a:pt x="9205393" y="40506"/>
                  </a:lnTo>
                  <a:lnTo>
                    <a:pt x="9205393" y="40506"/>
                  </a:lnTo>
                  <a:lnTo>
                    <a:pt x="9216339" y="40506"/>
                  </a:lnTo>
                  <a:lnTo>
                    <a:pt x="9216339" y="40506"/>
                  </a:lnTo>
                  <a:lnTo>
                    <a:pt x="9221811" y="40506"/>
                  </a:lnTo>
                  <a:lnTo>
                    <a:pt x="9221811" y="40506"/>
                  </a:lnTo>
                  <a:lnTo>
                    <a:pt x="9232757" y="40506"/>
                  </a:lnTo>
                  <a:lnTo>
                    <a:pt x="9232757" y="40506"/>
                  </a:lnTo>
                  <a:lnTo>
                    <a:pt x="9238230" y="40506"/>
                  </a:lnTo>
                  <a:lnTo>
                    <a:pt x="9238230" y="40506"/>
                  </a:lnTo>
                  <a:lnTo>
                    <a:pt x="9243703" y="40506"/>
                  </a:lnTo>
                  <a:lnTo>
                    <a:pt x="9243703" y="40506"/>
                  </a:lnTo>
                  <a:lnTo>
                    <a:pt x="9249176" y="40506"/>
                  </a:lnTo>
                  <a:lnTo>
                    <a:pt x="9249176" y="40506"/>
                  </a:lnTo>
                  <a:lnTo>
                    <a:pt x="9254649" y="40506"/>
                  </a:lnTo>
                  <a:lnTo>
                    <a:pt x="9254649" y="40506"/>
                  </a:lnTo>
                  <a:lnTo>
                    <a:pt x="9260122" y="40506"/>
                  </a:lnTo>
                  <a:lnTo>
                    <a:pt x="9260122" y="40506"/>
                  </a:lnTo>
                  <a:lnTo>
                    <a:pt x="9265595" y="40506"/>
                  </a:lnTo>
                  <a:lnTo>
                    <a:pt x="9265595" y="40506"/>
                  </a:lnTo>
                  <a:lnTo>
                    <a:pt x="9271067" y="40506"/>
                  </a:lnTo>
                  <a:lnTo>
                    <a:pt x="9271067" y="40506"/>
                  </a:lnTo>
                  <a:lnTo>
                    <a:pt x="9276540" y="40506"/>
                  </a:lnTo>
                  <a:lnTo>
                    <a:pt x="9276540" y="40506"/>
                  </a:lnTo>
                  <a:lnTo>
                    <a:pt x="9287486" y="40506"/>
                  </a:lnTo>
                  <a:lnTo>
                    <a:pt x="9287486" y="40506"/>
                  </a:lnTo>
                  <a:lnTo>
                    <a:pt x="9292959" y="40506"/>
                  </a:lnTo>
                  <a:lnTo>
                    <a:pt x="9292959" y="40506"/>
                  </a:lnTo>
                  <a:lnTo>
                    <a:pt x="9298432" y="40506"/>
                  </a:lnTo>
                  <a:lnTo>
                    <a:pt x="9298432" y="40506"/>
                  </a:lnTo>
                  <a:lnTo>
                    <a:pt x="9303905" y="40506"/>
                  </a:lnTo>
                  <a:lnTo>
                    <a:pt x="9303905" y="40506"/>
                  </a:lnTo>
                  <a:lnTo>
                    <a:pt x="9309378" y="40506"/>
                  </a:lnTo>
                  <a:lnTo>
                    <a:pt x="9309378" y="40506"/>
                  </a:lnTo>
                  <a:lnTo>
                    <a:pt x="9314850" y="40506"/>
                  </a:lnTo>
                  <a:lnTo>
                    <a:pt x="9314850" y="40506"/>
                  </a:lnTo>
                  <a:lnTo>
                    <a:pt x="9320323" y="40506"/>
                  </a:lnTo>
                  <a:lnTo>
                    <a:pt x="9320323" y="40506"/>
                  </a:lnTo>
                  <a:lnTo>
                    <a:pt x="9325796" y="40506"/>
                  </a:lnTo>
                  <a:lnTo>
                    <a:pt x="9325796" y="40506"/>
                  </a:lnTo>
                  <a:lnTo>
                    <a:pt x="9336742" y="40506"/>
                  </a:lnTo>
                  <a:lnTo>
                    <a:pt x="9336742" y="40506"/>
                  </a:lnTo>
                  <a:lnTo>
                    <a:pt x="9342215" y="40506"/>
                  </a:lnTo>
                  <a:lnTo>
                    <a:pt x="9342215" y="40506"/>
                  </a:lnTo>
                  <a:lnTo>
                    <a:pt x="9347688" y="40506"/>
                  </a:lnTo>
                  <a:lnTo>
                    <a:pt x="9347688" y="40506"/>
                  </a:lnTo>
                  <a:lnTo>
                    <a:pt x="9353161" y="40506"/>
                  </a:lnTo>
                  <a:lnTo>
                    <a:pt x="9353161" y="40506"/>
                  </a:lnTo>
                  <a:lnTo>
                    <a:pt x="9364106" y="40506"/>
                  </a:lnTo>
                  <a:lnTo>
                    <a:pt x="9364106" y="40506"/>
                  </a:lnTo>
                  <a:lnTo>
                    <a:pt x="9375052" y="40506"/>
                  </a:lnTo>
                  <a:lnTo>
                    <a:pt x="9375052" y="40506"/>
                  </a:lnTo>
                  <a:lnTo>
                    <a:pt x="9380525" y="40506"/>
                  </a:lnTo>
                  <a:lnTo>
                    <a:pt x="9380525" y="40506"/>
                  </a:lnTo>
                  <a:lnTo>
                    <a:pt x="9385998" y="40506"/>
                  </a:lnTo>
                  <a:lnTo>
                    <a:pt x="9385998" y="40506"/>
                  </a:lnTo>
                  <a:lnTo>
                    <a:pt x="9391471" y="40506"/>
                  </a:lnTo>
                  <a:lnTo>
                    <a:pt x="9391471" y="40506"/>
                  </a:lnTo>
                  <a:lnTo>
                    <a:pt x="9396944" y="40506"/>
                  </a:lnTo>
                  <a:lnTo>
                    <a:pt x="9396944" y="40506"/>
                  </a:lnTo>
                  <a:lnTo>
                    <a:pt x="9402417" y="40506"/>
                  </a:lnTo>
                  <a:lnTo>
                    <a:pt x="9402417" y="40506"/>
                  </a:lnTo>
                  <a:lnTo>
                    <a:pt x="9407890" y="40506"/>
                  </a:lnTo>
                  <a:lnTo>
                    <a:pt x="9407890" y="40506"/>
                  </a:lnTo>
                  <a:lnTo>
                    <a:pt x="9418835" y="40506"/>
                  </a:lnTo>
                  <a:lnTo>
                    <a:pt x="9418835" y="40506"/>
                  </a:lnTo>
                  <a:lnTo>
                    <a:pt x="9424308" y="40506"/>
                  </a:lnTo>
                  <a:lnTo>
                    <a:pt x="9424308" y="40506"/>
                  </a:lnTo>
                  <a:lnTo>
                    <a:pt x="9429781" y="40506"/>
                  </a:lnTo>
                  <a:lnTo>
                    <a:pt x="9429781" y="40506"/>
                  </a:lnTo>
                  <a:lnTo>
                    <a:pt x="9435254" y="40506"/>
                  </a:lnTo>
                  <a:lnTo>
                    <a:pt x="9435254" y="40506"/>
                  </a:lnTo>
                  <a:lnTo>
                    <a:pt x="9440727" y="40506"/>
                  </a:lnTo>
                  <a:lnTo>
                    <a:pt x="9440727" y="40506"/>
                  </a:lnTo>
                  <a:lnTo>
                    <a:pt x="9462618" y="40506"/>
                  </a:lnTo>
                  <a:lnTo>
                    <a:pt x="9462618" y="40506"/>
                  </a:lnTo>
                  <a:lnTo>
                    <a:pt x="9468091" y="40506"/>
                  </a:lnTo>
                  <a:lnTo>
                    <a:pt x="9468091" y="40506"/>
                  </a:lnTo>
                  <a:lnTo>
                    <a:pt x="9479037" y="40506"/>
                  </a:lnTo>
                  <a:lnTo>
                    <a:pt x="9479037" y="40506"/>
                  </a:lnTo>
                  <a:lnTo>
                    <a:pt x="9484510" y="40506"/>
                  </a:lnTo>
                  <a:lnTo>
                    <a:pt x="9484510" y="40506"/>
                  </a:lnTo>
                  <a:lnTo>
                    <a:pt x="9489983" y="40506"/>
                  </a:lnTo>
                  <a:lnTo>
                    <a:pt x="9489983" y="40506"/>
                  </a:lnTo>
                  <a:lnTo>
                    <a:pt x="9495456" y="40506"/>
                  </a:lnTo>
                  <a:lnTo>
                    <a:pt x="9495456" y="40506"/>
                  </a:lnTo>
                  <a:lnTo>
                    <a:pt x="9500929" y="40506"/>
                  </a:lnTo>
                  <a:lnTo>
                    <a:pt x="9500929" y="40506"/>
                  </a:lnTo>
                  <a:lnTo>
                    <a:pt x="9506401" y="40506"/>
                  </a:lnTo>
                  <a:lnTo>
                    <a:pt x="9506401" y="40506"/>
                  </a:lnTo>
                  <a:lnTo>
                    <a:pt x="9511874" y="40506"/>
                  </a:lnTo>
                  <a:lnTo>
                    <a:pt x="9511874" y="40506"/>
                  </a:lnTo>
                  <a:lnTo>
                    <a:pt x="9517347" y="40506"/>
                  </a:lnTo>
                  <a:lnTo>
                    <a:pt x="9517347" y="40506"/>
                  </a:lnTo>
                  <a:lnTo>
                    <a:pt x="9522820" y="40506"/>
                  </a:lnTo>
                  <a:lnTo>
                    <a:pt x="9522820" y="40506"/>
                  </a:lnTo>
                  <a:lnTo>
                    <a:pt x="9528293" y="40506"/>
                  </a:lnTo>
                  <a:lnTo>
                    <a:pt x="9528293" y="40506"/>
                  </a:lnTo>
                  <a:lnTo>
                    <a:pt x="9533766" y="40506"/>
                  </a:lnTo>
                  <a:lnTo>
                    <a:pt x="9533766" y="40506"/>
                  </a:lnTo>
                  <a:lnTo>
                    <a:pt x="9539239" y="40506"/>
                  </a:lnTo>
                  <a:lnTo>
                    <a:pt x="9539239" y="40506"/>
                  </a:lnTo>
                  <a:lnTo>
                    <a:pt x="9544712" y="40506"/>
                  </a:lnTo>
                  <a:lnTo>
                    <a:pt x="9544712" y="40506"/>
                  </a:lnTo>
                  <a:lnTo>
                    <a:pt x="9550185" y="40506"/>
                  </a:lnTo>
                  <a:lnTo>
                    <a:pt x="9550185" y="40506"/>
                  </a:lnTo>
                  <a:lnTo>
                    <a:pt x="9555657" y="40506"/>
                  </a:lnTo>
                  <a:lnTo>
                    <a:pt x="9555657" y="40506"/>
                  </a:lnTo>
                  <a:lnTo>
                    <a:pt x="9561130" y="40506"/>
                  </a:lnTo>
                  <a:lnTo>
                    <a:pt x="9561130" y="40506"/>
                  </a:lnTo>
                  <a:lnTo>
                    <a:pt x="9566603" y="40506"/>
                  </a:lnTo>
                  <a:lnTo>
                    <a:pt x="9566603" y="40506"/>
                  </a:lnTo>
                  <a:lnTo>
                    <a:pt x="9572076" y="40506"/>
                  </a:lnTo>
                  <a:lnTo>
                    <a:pt x="9572076" y="40506"/>
                  </a:lnTo>
                  <a:lnTo>
                    <a:pt x="9577549" y="40506"/>
                  </a:lnTo>
                  <a:lnTo>
                    <a:pt x="9577549" y="20869"/>
                  </a:lnTo>
                  <a:lnTo>
                    <a:pt x="9583022" y="20869"/>
                  </a:lnTo>
                  <a:lnTo>
                    <a:pt x="9583022" y="20869"/>
                  </a:lnTo>
                  <a:lnTo>
                    <a:pt x="9593968" y="20869"/>
                  </a:lnTo>
                  <a:lnTo>
                    <a:pt x="9593968" y="20869"/>
                  </a:lnTo>
                  <a:lnTo>
                    <a:pt x="9610386" y="20869"/>
                  </a:lnTo>
                  <a:lnTo>
                    <a:pt x="9610386" y="20869"/>
                  </a:lnTo>
                  <a:lnTo>
                    <a:pt x="9615859" y="20869"/>
                  </a:lnTo>
                  <a:lnTo>
                    <a:pt x="9615859" y="20869"/>
                  </a:lnTo>
                  <a:lnTo>
                    <a:pt x="9621332" y="20869"/>
                  </a:lnTo>
                  <a:lnTo>
                    <a:pt x="9621332" y="20869"/>
                  </a:lnTo>
                  <a:lnTo>
                    <a:pt x="9626805" y="20869"/>
                  </a:lnTo>
                  <a:lnTo>
                    <a:pt x="9626805" y="20869"/>
                  </a:lnTo>
                  <a:lnTo>
                    <a:pt x="9632278" y="20869"/>
                  </a:lnTo>
                  <a:lnTo>
                    <a:pt x="9632278" y="20869"/>
                  </a:lnTo>
                  <a:lnTo>
                    <a:pt x="9637751" y="20869"/>
                  </a:lnTo>
                  <a:lnTo>
                    <a:pt x="9637751" y="20869"/>
                  </a:lnTo>
                  <a:lnTo>
                    <a:pt x="9643224" y="20869"/>
                  </a:lnTo>
                  <a:lnTo>
                    <a:pt x="9643224" y="20869"/>
                  </a:lnTo>
                  <a:lnTo>
                    <a:pt x="9648697" y="20869"/>
                  </a:lnTo>
                  <a:lnTo>
                    <a:pt x="9648697" y="20869"/>
                  </a:lnTo>
                  <a:lnTo>
                    <a:pt x="9654169" y="20869"/>
                  </a:lnTo>
                  <a:lnTo>
                    <a:pt x="9654169" y="20869"/>
                  </a:lnTo>
                  <a:lnTo>
                    <a:pt x="9665115" y="20869"/>
                  </a:lnTo>
                  <a:lnTo>
                    <a:pt x="9665115" y="20869"/>
                  </a:lnTo>
                  <a:lnTo>
                    <a:pt x="9681534" y="20869"/>
                  </a:lnTo>
                  <a:lnTo>
                    <a:pt x="9681534" y="20869"/>
                  </a:lnTo>
                  <a:lnTo>
                    <a:pt x="9687007" y="20869"/>
                  </a:lnTo>
                  <a:lnTo>
                    <a:pt x="9687007" y="20869"/>
                  </a:lnTo>
                  <a:lnTo>
                    <a:pt x="9692480" y="20869"/>
                  </a:lnTo>
                  <a:lnTo>
                    <a:pt x="9692480" y="20869"/>
                  </a:lnTo>
                  <a:lnTo>
                    <a:pt x="9708898" y="20869"/>
                  </a:lnTo>
                  <a:lnTo>
                    <a:pt x="9708898" y="20869"/>
                  </a:lnTo>
                  <a:lnTo>
                    <a:pt x="9714371" y="20869"/>
                  </a:lnTo>
                  <a:lnTo>
                    <a:pt x="9714371" y="20869"/>
                  </a:lnTo>
                  <a:lnTo>
                    <a:pt x="9719844" y="20869"/>
                  </a:lnTo>
                  <a:lnTo>
                    <a:pt x="9719844" y="20869"/>
                  </a:lnTo>
                  <a:lnTo>
                    <a:pt x="9725317" y="20869"/>
                  </a:lnTo>
                  <a:lnTo>
                    <a:pt x="9725317" y="20869"/>
                  </a:lnTo>
                  <a:lnTo>
                    <a:pt x="9730790" y="20869"/>
                  </a:lnTo>
                  <a:lnTo>
                    <a:pt x="9730790" y="20869"/>
                  </a:lnTo>
                  <a:lnTo>
                    <a:pt x="9741736" y="20869"/>
                  </a:lnTo>
                  <a:lnTo>
                    <a:pt x="9741736" y="20869"/>
                  </a:lnTo>
                  <a:lnTo>
                    <a:pt x="9747208" y="20869"/>
                  </a:lnTo>
                  <a:lnTo>
                    <a:pt x="9747208" y="20869"/>
                  </a:lnTo>
                  <a:lnTo>
                    <a:pt x="9752681" y="20869"/>
                  </a:lnTo>
                  <a:lnTo>
                    <a:pt x="9752681" y="20869"/>
                  </a:lnTo>
                  <a:lnTo>
                    <a:pt x="9758154" y="20869"/>
                  </a:lnTo>
                  <a:lnTo>
                    <a:pt x="9758154" y="20869"/>
                  </a:lnTo>
                  <a:lnTo>
                    <a:pt x="9763627" y="20869"/>
                  </a:lnTo>
                  <a:lnTo>
                    <a:pt x="9763627" y="20869"/>
                  </a:lnTo>
                  <a:lnTo>
                    <a:pt x="9769100" y="20869"/>
                  </a:lnTo>
                  <a:lnTo>
                    <a:pt x="9769100" y="20869"/>
                  </a:lnTo>
                  <a:lnTo>
                    <a:pt x="9774573" y="20869"/>
                  </a:lnTo>
                  <a:lnTo>
                    <a:pt x="9774573" y="20869"/>
                  </a:lnTo>
                  <a:lnTo>
                    <a:pt x="9790992" y="20869"/>
                  </a:lnTo>
                  <a:lnTo>
                    <a:pt x="9790992" y="20869"/>
                  </a:lnTo>
                  <a:lnTo>
                    <a:pt x="9796464" y="20869"/>
                  </a:lnTo>
                  <a:lnTo>
                    <a:pt x="9796464" y="20869"/>
                  </a:lnTo>
                  <a:lnTo>
                    <a:pt x="9801937" y="20869"/>
                  </a:lnTo>
                  <a:lnTo>
                    <a:pt x="9801937" y="20869"/>
                  </a:lnTo>
                  <a:lnTo>
                    <a:pt x="9807410" y="20869"/>
                  </a:lnTo>
                  <a:lnTo>
                    <a:pt x="9807410" y="20869"/>
                  </a:lnTo>
                  <a:lnTo>
                    <a:pt x="9812883" y="20869"/>
                  </a:lnTo>
                  <a:lnTo>
                    <a:pt x="9812883" y="20869"/>
                  </a:lnTo>
                  <a:lnTo>
                    <a:pt x="9818356" y="20869"/>
                  </a:lnTo>
                  <a:lnTo>
                    <a:pt x="9818356" y="20869"/>
                  </a:lnTo>
                  <a:lnTo>
                    <a:pt x="9829302" y="20869"/>
                  </a:lnTo>
                  <a:lnTo>
                    <a:pt x="9829302" y="20869"/>
                  </a:lnTo>
                  <a:lnTo>
                    <a:pt x="9834775" y="20869"/>
                  </a:lnTo>
                  <a:lnTo>
                    <a:pt x="9834775" y="20869"/>
                  </a:lnTo>
                  <a:lnTo>
                    <a:pt x="9840247" y="20869"/>
                  </a:lnTo>
                  <a:lnTo>
                    <a:pt x="9840247" y="20869"/>
                  </a:lnTo>
                  <a:lnTo>
                    <a:pt x="9845720" y="20869"/>
                  </a:lnTo>
                  <a:lnTo>
                    <a:pt x="9845720" y="20869"/>
                  </a:lnTo>
                  <a:lnTo>
                    <a:pt x="9851193" y="20869"/>
                  </a:lnTo>
                  <a:lnTo>
                    <a:pt x="9851193" y="20869"/>
                  </a:lnTo>
                  <a:lnTo>
                    <a:pt x="9856666" y="20869"/>
                  </a:lnTo>
                  <a:lnTo>
                    <a:pt x="9856666" y="20869"/>
                  </a:lnTo>
                  <a:lnTo>
                    <a:pt x="9862139" y="20869"/>
                  </a:lnTo>
                  <a:lnTo>
                    <a:pt x="9862139" y="20869"/>
                  </a:lnTo>
                  <a:lnTo>
                    <a:pt x="9867612" y="20869"/>
                  </a:lnTo>
                  <a:lnTo>
                    <a:pt x="9867612" y="20869"/>
                  </a:lnTo>
                  <a:lnTo>
                    <a:pt x="9873085" y="20869"/>
                  </a:lnTo>
                  <a:lnTo>
                    <a:pt x="9873085" y="20869"/>
                  </a:lnTo>
                  <a:lnTo>
                    <a:pt x="9884031" y="20869"/>
                  </a:lnTo>
                  <a:lnTo>
                    <a:pt x="9884031" y="20869"/>
                  </a:lnTo>
                  <a:lnTo>
                    <a:pt x="9889503" y="20869"/>
                  </a:lnTo>
                  <a:lnTo>
                    <a:pt x="9889503" y="20869"/>
                  </a:lnTo>
                  <a:lnTo>
                    <a:pt x="9905922" y="20869"/>
                  </a:lnTo>
                  <a:lnTo>
                    <a:pt x="9905922" y="0"/>
                  </a:lnTo>
                  <a:lnTo>
                    <a:pt x="9911395" y="0"/>
                  </a:lnTo>
                  <a:lnTo>
                    <a:pt x="9911395" y="0"/>
                  </a:lnTo>
                  <a:lnTo>
                    <a:pt x="9916868" y="0"/>
                  </a:lnTo>
                  <a:lnTo>
                    <a:pt x="9916868" y="0"/>
                  </a:lnTo>
                  <a:lnTo>
                    <a:pt x="9927814" y="0"/>
                  </a:lnTo>
                  <a:lnTo>
                    <a:pt x="9927814" y="0"/>
                  </a:lnTo>
                  <a:lnTo>
                    <a:pt x="9933287" y="0"/>
                  </a:lnTo>
                  <a:lnTo>
                    <a:pt x="9933287" y="0"/>
                  </a:lnTo>
                  <a:lnTo>
                    <a:pt x="9938759" y="0"/>
                  </a:lnTo>
                  <a:lnTo>
                    <a:pt x="9938759" y="0"/>
                  </a:lnTo>
                  <a:lnTo>
                    <a:pt x="9949705" y="0"/>
                  </a:lnTo>
                  <a:lnTo>
                    <a:pt x="9949705" y="0"/>
                  </a:lnTo>
                  <a:lnTo>
                    <a:pt x="9955178" y="0"/>
                  </a:lnTo>
                  <a:lnTo>
                    <a:pt x="9955178" y="0"/>
                  </a:lnTo>
                  <a:lnTo>
                    <a:pt x="9960651" y="0"/>
                  </a:lnTo>
                  <a:lnTo>
                    <a:pt x="9960651" y="0"/>
                  </a:lnTo>
                  <a:lnTo>
                    <a:pt x="9966124" y="0"/>
                  </a:lnTo>
                  <a:lnTo>
                    <a:pt x="9966124" y="0"/>
                  </a:lnTo>
                  <a:lnTo>
                    <a:pt x="9977070" y="0"/>
                  </a:lnTo>
                  <a:lnTo>
                    <a:pt x="9977070" y="0"/>
                  </a:lnTo>
                  <a:lnTo>
                    <a:pt x="9988015" y="0"/>
                  </a:lnTo>
                  <a:lnTo>
                    <a:pt x="9988015" y="0"/>
                  </a:lnTo>
                </a:path>
              </a:pathLst>
            </a:custGeom>
            <a:ln w="13550" cap="flat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960453" y="3250053"/>
              <a:ext cx="9971597" cy="2846465"/>
            </a:xfrm>
            <a:custGeom>
              <a:avLst/>
              <a:pathLst>
                <a:path w="9971597" h="2846465">
                  <a:moveTo>
                    <a:pt x="0" y="2767791"/>
                  </a:moveTo>
                  <a:lnTo>
                    <a:pt x="5472" y="2767791"/>
                  </a:lnTo>
                  <a:lnTo>
                    <a:pt x="10945" y="2767791"/>
                  </a:lnTo>
                  <a:lnTo>
                    <a:pt x="16418" y="2767791"/>
                  </a:lnTo>
                  <a:lnTo>
                    <a:pt x="21891" y="2767791"/>
                  </a:lnTo>
                  <a:lnTo>
                    <a:pt x="27364" y="2767791"/>
                  </a:lnTo>
                  <a:lnTo>
                    <a:pt x="27364" y="2727508"/>
                  </a:lnTo>
                  <a:lnTo>
                    <a:pt x="32837" y="2727508"/>
                  </a:lnTo>
                  <a:lnTo>
                    <a:pt x="38310" y="2727508"/>
                  </a:lnTo>
                  <a:lnTo>
                    <a:pt x="38310" y="2707254"/>
                  </a:lnTo>
                  <a:lnTo>
                    <a:pt x="43783" y="2707254"/>
                  </a:lnTo>
                  <a:lnTo>
                    <a:pt x="49255" y="2707254"/>
                  </a:lnTo>
                  <a:lnTo>
                    <a:pt x="54728" y="2707254"/>
                  </a:lnTo>
                  <a:lnTo>
                    <a:pt x="54728" y="2687432"/>
                  </a:lnTo>
                  <a:lnTo>
                    <a:pt x="60201" y="2687432"/>
                  </a:lnTo>
                  <a:lnTo>
                    <a:pt x="60201" y="2667968"/>
                  </a:lnTo>
                  <a:lnTo>
                    <a:pt x="65674" y="2667968"/>
                  </a:lnTo>
                  <a:lnTo>
                    <a:pt x="65674" y="2648784"/>
                  </a:lnTo>
                  <a:lnTo>
                    <a:pt x="71147" y="2648784"/>
                  </a:lnTo>
                  <a:lnTo>
                    <a:pt x="71147" y="2629888"/>
                  </a:lnTo>
                  <a:lnTo>
                    <a:pt x="76620" y="2629888"/>
                  </a:lnTo>
                  <a:lnTo>
                    <a:pt x="82093" y="2629888"/>
                  </a:lnTo>
                  <a:lnTo>
                    <a:pt x="87566" y="2629888"/>
                  </a:lnTo>
                  <a:lnTo>
                    <a:pt x="93039" y="2629888"/>
                  </a:lnTo>
                  <a:lnTo>
                    <a:pt x="98511" y="2629888"/>
                  </a:lnTo>
                  <a:lnTo>
                    <a:pt x="103984" y="2629888"/>
                  </a:lnTo>
                  <a:lnTo>
                    <a:pt x="109457" y="2629888"/>
                  </a:lnTo>
                  <a:lnTo>
                    <a:pt x="114930" y="2629888"/>
                  </a:lnTo>
                  <a:lnTo>
                    <a:pt x="120403" y="2629888"/>
                  </a:lnTo>
                  <a:lnTo>
                    <a:pt x="125876" y="2629888"/>
                  </a:lnTo>
                  <a:lnTo>
                    <a:pt x="131349" y="2629888"/>
                  </a:lnTo>
                  <a:lnTo>
                    <a:pt x="136822" y="2629888"/>
                  </a:lnTo>
                  <a:lnTo>
                    <a:pt x="136822" y="2610997"/>
                  </a:lnTo>
                  <a:lnTo>
                    <a:pt x="142295" y="2610997"/>
                  </a:lnTo>
                  <a:lnTo>
                    <a:pt x="147767" y="2610997"/>
                  </a:lnTo>
                  <a:lnTo>
                    <a:pt x="153240" y="2610997"/>
                  </a:lnTo>
                  <a:lnTo>
                    <a:pt x="158713" y="2610997"/>
                  </a:lnTo>
                  <a:lnTo>
                    <a:pt x="164186" y="2610997"/>
                  </a:lnTo>
                  <a:lnTo>
                    <a:pt x="169659" y="2610997"/>
                  </a:lnTo>
                  <a:lnTo>
                    <a:pt x="175132" y="2610997"/>
                  </a:lnTo>
                  <a:lnTo>
                    <a:pt x="180605" y="2610997"/>
                  </a:lnTo>
                  <a:lnTo>
                    <a:pt x="186078" y="2610997"/>
                  </a:lnTo>
                  <a:lnTo>
                    <a:pt x="191550" y="2610997"/>
                  </a:lnTo>
                  <a:lnTo>
                    <a:pt x="197023" y="2610997"/>
                  </a:lnTo>
                  <a:lnTo>
                    <a:pt x="202496" y="2610997"/>
                  </a:lnTo>
                  <a:lnTo>
                    <a:pt x="207969" y="2610997"/>
                  </a:lnTo>
                  <a:lnTo>
                    <a:pt x="213442" y="2610997"/>
                  </a:lnTo>
                  <a:lnTo>
                    <a:pt x="213442" y="2592163"/>
                  </a:lnTo>
                  <a:lnTo>
                    <a:pt x="218915" y="2592163"/>
                  </a:lnTo>
                  <a:lnTo>
                    <a:pt x="224388" y="2592163"/>
                  </a:lnTo>
                  <a:lnTo>
                    <a:pt x="229861" y="2592163"/>
                  </a:lnTo>
                  <a:lnTo>
                    <a:pt x="235334" y="2592163"/>
                  </a:lnTo>
                  <a:lnTo>
                    <a:pt x="240806" y="2592163"/>
                  </a:lnTo>
                  <a:lnTo>
                    <a:pt x="246279" y="2592163"/>
                  </a:lnTo>
                  <a:lnTo>
                    <a:pt x="251752" y="2592163"/>
                  </a:lnTo>
                  <a:lnTo>
                    <a:pt x="257225" y="2592163"/>
                  </a:lnTo>
                  <a:lnTo>
                    <a:pt x="262698" y="2592163"/>
                  </a:lnTo>
                  <a:lnTo>
                    <a:pt x="268171" y="2592163"/>
                  </a:lnTo>
                  <a:lnTo>
                    <a:pt x="273644" y="2592163"/>
                  </a:lnTo>
                  <a:lnTo>
                    <a:pt x="279117" y="2592163"/>
                  </a:lnTo>
                  <a:lnTo>
                    <a:pt x="284590" y="2592163"/>
                  </a:lnTo>
                  <a:lnTo>
                    <a:pt x="290062" y="2592163"/>
                  </a:lnTo>
                  <a:lnTo>
                    <a:pt x="290062" y="2573347"/>
                  </a:lnTo>
                  <a:lnTo>
                    <a:pt x="295535" y="2573347"/>
                  </a:lnTo>
                  <a:lnTo>
                    <a:pt x="301008" y="2573347"/>
                  </a:lnTo>
                  <a:lnTo>
                    <a:pt x="306481" y="2573347"/>
                  </a:lnTo>
                  <a:lnTo>
                    <a:pt x="311954" y="2573347"/>
                  </a:lnTo>
                  <a:lnTo>
                    <a:pt x="317427" y="2573347"/>
                  </a:lnTo>
                  <a:lnTo>
                    <a:pt x="322900" y="2573347"/>
                  </a:lnTo>
                  <a:lnTo>
                    <a:pt x="328373" y="2573347"/>
                  </a:lnTo>
                  <a:lnTo>
                    <a:pt x="333846" y="2573347"/>
                  </a:lnTo>
                  <a:lnTo>
                    <a:pt x="339318" y="2573347"/>
                  </a:lnTo>
                  <a:lnTo>
                    <a:pt x="344791" y="2573347"/>
                  </a:lnTo>
                  <a:lnTo>
                    <a:pt x="350264" y="2573347"/>
                  </a:lnTo>
                  <a:lnTo>
                    <a:pt x="355737" y="2573347"/>
                  </a:lnTo>
                  <a:lnTo>
                    <a:pt x="361210" y="2573347"/>
                  </a:lnTo>
                  <a:lnTo>
                    <a:pt x="366683" y="2573347"/>
                  </a:lnTo>
                  <a:lnTo>
                    <a:pt x="372156" y="2573347"/>
                  </a:lnTo>
                  <a:lnTo>
                    <a:pt x="377629" y="2573347"/>
                  </a:lnTo>
                  <a:lnTo>
                    <a:pt x="383101" y="2573347"/>
                  </a:lnTo>
                  <a:lnTo>
                    <a:pt x="388574" y="2573347"/>
                  </a:lnTo>
                  <a:lnTo>
                    <a:pt x="394047" y="2573347"/>
                  </a:lnTo>
                  <a:lnTo>
                    <a:pt x="394047" y="2554454"/>
                  </a:lnTo>
                  <a:lnTo>
                    <a:pt x="399520" y="2554454"/>
                  </a:lnTo>
                  <a:lnTo>
                    <a:pt x="404993" y="2554454"/>
                  </a:lnTo>
                  <a:lnTo>
                    <a:pt x="410466" y="2554454"/>
                  </a:lnTo>
                  <a:lnTo>
                    <a:pt x="410466" y="2535702"/>
                  </a:lnTo>
                  <a:lnTo>
                    <a:pt x="415939" y="2535702"/>
                  </a:lnTo>
                  <a:lnTo>
                    <a:pt x="421412" y="2535702"/>
                  </a:lnTo>
                  <a:lnTo>
                    <a:pt x="426885" y="2535702"/>
                  </a:lnTo>
                  <a:lnTo>
                    <a:pt x="432357" y="2535702"/>
                  </a:lnTo>
                  <a:lnTo>
                    <a:pt x="437830" y="2535702"/>
                  </a:lnTo>
                  <a:lnTo>
                    <a:pt x="443303" y="2535702"/>
                  </a:lnTo>
                  <a:lnTo>
                    <a:pt x="443303" y="2516989"/>
                  </a:lnTo>
                  <a:lnTo>
                    <a:pt x="448776" y="2516989"/>
                  </a:lnTo>
                  <a:lnTo>
                    <a:pt x="454249" y="2516989"/>
                  </a:lnTo>
                  <a:lnTo>
                    <a:pt x="459722" y="2516989"/>
                  </a:lnTo>
                  <a:lnTo>
                    <a:pt x="465195" y="2516989"/>
                  </a:lnTo>
                  <a:lnTo>
                    <a:pt x="470668" y="2516989"/>
                  </a:lnTo>
                  <a:lnTo>
                    <a:pt x="476141" y="2516989"/>
                  </a:lnTo>
                  <a:lnTo>
                    <a:pt x="481613" y="2516989"/>
                  </a:lnTo>
                  <a:lnTo>
                    <a:pt x="481613" y="2498326"/>
                  </a:lnTo>
                  <a:lnTo>
                    <a:pt x="487086" y="2498326"/>
                  </a:lnTo>
                  <a:lnTo>
                    <a:pt x="492559" y="2498326"/>
                  </a:lnTo>
                  <a:lnTo>
                    <a:pt x="498032" y="2498326"/>
                  </a:lnTo>
                  <a:lnTo>
                    <a:pt x="503505" y="2498326"/>
                  </a:lnTo>
                  <a:lnTo>
                    <a:pt x="508978" y="2498326"/>
                  </a:lnTo>
                  <a:lnTo>
                    <a:pt x="514451" y="2498326"/>
                  </a:lnTo>
                  <a:lnTo>
                    <a:pt x="519924" y="2498326"/>
                  </a:lnTo>
                  <a:lnTo>
                    <a:pt x="525397" y="2498326"/>
                  </a:lnTo>
                  <a:lnTo>
                    <a:pt x="530869" y="2498326"/>
                  </a:lnTo>
                  <a:lnTo>
                    <a:pt x="536342" y="2498326"/>
                  </a:lnTo>
                  <a:lnTo>
                    <a:pt x="541815" y="2498326"/>
                  </a:lnTo>
                  <a:lnTo>
                    <a:pt x="547288" y="2498326"/>
                  </a:lnTo>
                  <a:lnTo>
                    <a:pt x="552761" y="2498326"/>
                  </a:lnTo>
                  <a:lnTo>
                    <a:pt x="558234" y="2498326"/>
                  </a:lnTo>
                  <a:lnTo>
                    <a:pt x="563707" y="2498326"/>
                  </a:lnTo>
                  <a:lnTo>
                    <a:pt x="563707" y="2479598"/>
                  </a:lnTo>
                  <a:lnTo>
                    <a:pt x="569180" y="2479598"/>
                  </a:lnTo>
                  <a:lnTo>
                    <a:pt x="574652" y="2479598"/>
                  </a:lnTo>
                  <a:lnTo>
                    <a:pt x="574652" y="2460982"/>
                  </a:lnTo>
                  <a:lnTo>
                    <a:pt x="580125" y="2460982"/>
                  </a:lnTo>
                  <a:lnTo>
                    <a:pt x="585598" y="2460982"/>
                  </a:lnTo>
                  <a:lnTo>
                    <a:pt x="591071" y="2460982"/>
                  </a:lnTo>
                  <a:lnTo>
                    <a:pt x="596544" y="2460982"/>
                  </a:lnTo>
                  <a:lnTo>
                    <a:pt x="596544" y="2442481"/>
                  </a:lnTo>
                  <a:lnTo>
                    <a:pt x="602017" y="2442481"/>
                  </a:lnTo>
                  <a:lnTo>
                    <a:pt x="607490" y="2442481"/>
                  </a:lnTo>
                  <a:lnTo>
                    <a:pt x="612963" y="2442481"/>
                  </a:lnTo>
                  <a:lnTo>
                    <a:pt x="618436" y="2442481"/>
                  </a:lnTo>
                  <a:lnTo>
                    <a:pt x="623908" y="2442481"/>
                  </a:lnTo>
                  <a:lnTo>
                    <a:pt x="629381" y="2442481"/>
                  </a:lnTo>
                  <a:lnTo>
                    <a:pt x="629381" y="2424021"/>
                  </a:lnTo>
                  <a:lnTo>
                    <a:pt x="634854" y="2424021"/>
                  </a:lnTo>
                  <a:lnTo>
                    <a:pt x="640327" y="2424021"/>
                  </a:lnTo>
                  <a:lnTo>
                    <a:pt x="645800" y="2424021"/>
                  </a:lnTo>
                  <a:lnTo>
                    <a:pt x="651273" y="2424021"/>
                  </a:lnTo>
                  <a:lnTo>
                    <a:pt x="656746" y="2424021"/>
                  </a:lnTo>
                  <a:lnTo>
                    <a:pt x="662219" y="2424021"/>
                  </a:lnTo>
                  <a:lnTo>
                    <a:pt x="667692" y="2424021"/>
                  </a:lnTo>
                  <a:lnTo>
                    <a:pt x="673164" y="2424021"/>
                  </a:lnTo>
                  <a:lnTo>
                    <a:pt x="678637" y="2424021"/>
                  </a:lnTo>
                  <a:lnTo>
                    <a:pt x="684110" y="2424021"/>
                  </a:lnTo>
                  <a:lnTo>
                    <a:pt x="689583" y="2424021"/>
                  </a:lnTo>
                  <a:lnTo>
                    <a:pt x="689583" y="2405558"/>
                  </a:lnTo>
                  <a:lnTo>
                    <a:pt x="695056" y="2405558"/>
                  </a:lnTo>
                  <a:lnTo>
                    <a:pt x="700529" y="2405558"/>
                  </a:lnTo>
                  <a:lnTo>
                    <a:pt x="706002" y="2405558"/>
                  </a:lnTo>
                  <a:lnTo>
                    <a:pt x="706002" y="2387160"/>
                  </a:lnTo>
                  <a:lnTo>
                    <a:pt x="711475" y="2387160"/>
                  </a:lnTo>
                  <a:lnTo>
                    <a:pt x="711475" y="2350612"/>
                  </a:lnTo>
                  <a:lnTo>
                    <a:pt x="716947" y="2350612"/>
                  </a:lnTo>
                  <a:lnTo>
                    <a:pt x="722420" y="2350612"/>
                  </a:lnTo>
                  <a:lnTo>
                    <a:pt x="727893" y="2350612"/>
                  </a:lnTo>
                  <a:lnTo>
                    <a:pt x="733366" y="2350612"/>
                  </a:lnTo>
                  <a:lnTo>
                    <a:pt x="738839" y="2350612"/>
                  </a:lnTo>
                  <a:lnTo>
                    <a:pt x="744312" y="2350612"/>
                  </a:lnTo>
                  <a:lnTo>
                    <a:pt x="749785" y="2350612"/>
                  </a:lnTo>
                  <a:lnTo>
                    <a:pt x="755258" y="2350612"/>
                  </a:lnTo>
                  <a:lnTo>
                    <a:pt x="760731" y="2350612"/>
                  </a:lnTo>
                  <a:lnTo>
                    <a:pt x="766203" y="2350612"/>
                  </a:lnTo>
                  <a:lnTo>
                    <a:pt x="771676" y="2350612"/>
                  </a:lnTo>
                  <a:lnTo>
                    <a:pt x="777149" y="2350612"/>
                  </a:lnTo>
                  <a:lnTo>
                    <a:pt x="777149" y="2332336"/>
                  </a:lnTo>
                  <a:lnTo>
                    <a:pt x="782622" y="2332336"/>
                  </a:lnTo>
                  <a:lnTo>
                    <a:pt x="788095" y="2332336"/>
                  </a:lnTo>
                  <a:lnTo>
                    <a:pt x="788095" y="2314131"/>
                  </a:lnTo>
                  <a:lnTo>
                    <a:pt x="793568" y="2314131"/>
                  </a:lnTo>
                  <a:lnTo>
                    <a:pt x="799041" y="2314131"/>
                  </a:lnTo>
                  <a:lnTo>
                    <a:pt x="804514" y="2314131"/>
                  </a:lnTo>
                  <a:lnTo>
                    <a:pt x="809987" y="2314131"/>
                  </a:lnTo>
                  <a:lnTo>
                    <a:pt x="815459" y="2314131"/>
                  </a:lnTo>
                  <a:lnTo>
                    <a:pt x="820932" y="2314131"/>
                  </a:lnTo>
                  <a:lnTo>
                    <a:pt x="826405" y="2314131"/>
                  </a:lnTo>
                  <a:lnTo>
                    <a:pt x="826405" y="2295874"/>
                  </a:lnTo>
                  <a:lnTo>
                    <a:pt x="831878" y="2295874"/>
                  </a:lnTo>
                  <a:lnTo>
                    <a:pt x="837351" y="2295874"/>
                  </a:lnTo>
                  <a:lnTo>
                    <a:pt x="842824" y="2295874"/>
                  </a:lnTo>
                  <a:lnTo>
                    <a:pt x="848297" y="2295874"/>
                  </a:lnTo>
                  <a:lnTo>
                    <a:pt x="853770" y="2295874"/>
                  </a:lnTo>
                  <a:lnTo>
                    <a:pt x="859243" y="2295874"/>
                  </a:lnTo>
                  <a:lnTo>
                    <a:pt x="864715" y="2295874"/>
                  </a:lnTo>
                  <a:lnTo>
                    <a:pt x="870188" y="2295874"/>
                  </a:lnTo>
                  <a:lnTo>
                    <a:pt x="875661" y="2295874"/>
                  </a:lnTo>
                  <a:lnTo>
                    <a:pt x="881134" y="2295874"/>
                  </a:lnTo>
                  <a:lnTo>
                    <a:pt x="886607" y="2295874"/>
                  </a:lnTo>
                  <a:lnTo>
                    <a:pt x="892080" y="2295874"/>
                  </a:lnTo>
                  <a:lnTo>
                    <a:pt x="897553" y="2295874"/>
                  </a:lnTo>
                  <a:lnTo>
                    <a:pt x="903026" y="2295874"/>
                  </a:lnTo>
                  <a:lnTo>
                    <a:pt x="908498" y="2295874"/>
                  </a:lnTo>
                  <a:lnTo>
                    <a:pt x="913971" y="2295874"/>
                  </a:lnTo>
                  <a:lnTo>
                    <a:pt x="919444" y="2295874"/>
                  </a:lnTo>
                  <a:lnTo>
                    <a:pt x="924917" y="2295874"/>
                  </a:lnTo>
                  <a:lnTo>
                    <a:pt x="930390" y="2295874"/>
                  </a:lnTo>
                  <a:lnTo>
                    <a:pt x="935863" y="2295874"/>
                  </a:lnTo>
                  <a:lnTo>
                    <a:pt x="935863" y="2277505"/>
                  </a:lnTo>
                  <a:lnTo>
                    <a:pt x="941336" y="2277505"/>
                  </a:lnTo>
                  <a:lnTo>
                    <a:pt x="946809" y="2277505"/>
                  </a:lnTo>
                  <a:lnTo>
                    <a:pt x="952282" y="2277505"/>
                  </a:lnTo>
                  <a:lnTo>
                    <a:pt x="957754" y="2277505"/>
                  </a:lnTo>
                  <a:lnTo>
                    <a:pt x="963227" y="2277505"/>
                  </a:lnTo>
                  <a:lnTo>
                    <a:pt x="963227" y="2259157"/>
                  </a:lnTo>
                  <a:lnTo>
                    <a:pt x="968700" y="2259157"/>
                  </a:lnTo>
                  <a:lnTo>
                    <a:pt x="974173" y="2259157"/>
                  </a:lnTo>
                  <a:lnTo>
                    <a:pt x="979646" y="2259157"/>
                  </a:lnTo>
                  <a:lnTo>
                    <a:pt x="985119" y="2259157"/>
                  </a:lnTo>
                  <a:lnTo>
                    <a:pt x="990592" y="2259157"/>
                  </a:lnTo>
                  <a:lnTo>
                    <a:pt x="996065" y="2259157"/>
                  </a:lnTo>
                  <a:lnTo>
                    <a:pt x="1001538" y="2259157"/>
                  </a:lnTo>
                  <a:lnTo>
                    <a:pt x="1001538" y="2240798"/>
                  </a:lnTo>
                  <a:lnTo>
                    <a:pt x="1007010" y="2240798"/>
                  </a:lnTo>
                  <a:lnTo>
                    <a:pt x="1012483" y="2240798"/>
                  </a:lnTo>
                  <a:lnTo>
                    <a:pt x="1017956" y="2240798"/>
                  </a:lnTo>
                  <a:lnTo>
                    <a:pt x="1023429" y="2240798"/>
                  </a:lnTo>
                  <a:lnTo>
                    <a:pt x="1028902" y="2240798"/>
                  </a:lnTo>
                  <a:lnTo>
                    <a:pt x="1034375" y="2240798"/>
                  </a:lnTo>
                  <a:lnTo>
                    <a:pt x="1039848" y="2240798"/>
                  </a:lnTo>
                  <a:lnTo>
                    <a:pt x="1039848" y="2204106"/>
                  </a:lnTo>
                  <a:lnTo>
                    <a:pt x="1045321" y="2204106"/>
                  </a:lnTo>
                  <a:lnTo>
                    <a:pt x="1050794" y="2204106"/>
                  </a:lnTo>
                  <a:lnTo>
                    <a:pt x="1056266" y="2204106"/>
                  </a:lnTo>
                  <a:lnTo>
                    <a:pt x="1056266" y="2185839"/>
                  </a:lnTo>
                  <a:lnTo>
                    <a:pt x="1061739" y="2185839"/>
                  </a:lnTo>
                  <a:lnTo>
                    <a:pt x="1067212" y="2185839"/>
                  </a:lnTo>
                  <a:lnTo>
                    <a:pt x="1072685" y="2185839"/>
                  </a:lnTo>
                  <a:lnTo>
                    <a:pt x="1078158" y="2185839"/>
                  </a:lnTo>
                  <a:lnTo>
                    <a:pt x="1083631" y="2185839"/>
                  </a:lnTo>
                  <a:lnTo>
                    <a:pt x="1089104" y="2185839"/>
                  </a:lnTo>
                  <a:lnTo>
                    <a:pt x="1094577" y="2185839"/>
                  </a:lnTo>
                  <a:lnTo>
                    <a:pt x="1094577" y="2167520"/>
                  </a:lnTo>
                  <a:lnTo>
                    <a:pt x="1100049" y="2167520"/>
                  </a:lnTo>
                  <a:lnTo>
                    <a:pt x="1105522" y="2167520"/>
                  </a:lnTo>
                  <a:lnTo>
                    <a:pt x="1110995" y="2167520"/>
                  </a:lnTo>
                  <a:lnTo>
                    <a:pt x="1116468" y="2167520"/>
                  </a:lnTo>
                  <a:lnTo>
                    <a:pt x="1121941" y="2167520"/>
                  </a:lnTo>
                  <a:lnTo>
                    <a:pt x="1127414" y="2167520"/>
                  </a:lnTo>
                  <a:lnTo>
                    <a:pt x="1132887" y="2167520"/>
                  </a:lnTo>
                  <a:lnTo>
                    <a:pt x="1132887" y="2130908"/>
                  </a:lnTo>
                  <a:lnTo>
                    <a:pt x="1138360" y="2130908"/>
                  </a:lnTo>
                  <a:lnTo>
                    <a:pt x="1138360" y="2094470"/>
                  </a:lnTo>
                  <a:lnTo>
                    <a:pt x="1143833" y="2094470"/>
                  </a:lnTo>
                  <a:lnTo>
                    <a:pt x="1149305" y="2094470"/>
                  </a:lnTo>
                  <a:lnTo>
                    <a:pt x="1154778" y="2094470"/>
                  </a:lnTo>
                  <a:lnTo>
                    <a:pt x="1160251" y="2094470"/>
                  </a:lnTo>
                  <a:lnTo>
                    <a:pt x="1165724" y="2094470"/>
                  </a:lnTo>
                  <a:lnTo>
                    <a:pt x="1171197" y="2094470"/>
                  </a:lnTo>
                  <a:lnTo>
                    <a:pt x="1176670" y="2094470"/>
                  </a:lnTo>
                  <a:lnTo>
                    <a:pt x="1182143" y="2094470"/>
                  </a:lnTo>
                  <a:lnTo>
                    <a:pt x="1182143" y="2076282"/>
                  </a:lnTo>
                  <a:lnTo>
                    <a:pt x="1187616" y="2076282"/>
                  </a:lnTo>
                  <a:lnTo>
                    <a:pt x="1193089" y="2076282"/>
                  </a:lnTo>
                  <a:lnTo>
                    <a:pt x="1198561" y="2076282"/>
                  </a:lnTo>
                  <a:lnTo>
                    <a:pt x="1204034" y="2076282"/>
                  </a:lnTo>
                  <a:lnTo>
                    <a:pt x="1209507" y="2076282"/>
                  </a:lnTo>
                  <a:lnTo>
                    <a:pt x="1209507" y="2058133"/>
                  </a:lnTo>
                  <a:lnTo>
                    <a:pt x="1214980" y="2058133"/>
                  </a:lnTo>
                  <a:lnTo>
                    <a:pt x="1220453" y="2058133"/>
                  </a:lnTo>
                  <a:lnTo>
                    <a:pt x="1225926" y="2058133"/>
                  </a:lnTo>
                  <a:lnTo>
                    <a:pt x="1225926" y="2039991"/>
                  </a:lnTo>
                  <a:lnTo>
                    <a:pt x="1231399" y="2039991"/>
                  </a:lnTo>
                  <a:lnTo>
                    <a:pt x="1236872" y="2039991"/>
                  </a:lnTo>
                  <a:lnTo>
                    <a:pt x="1242344" y="2039991"/>
                  </a:lnTo>
                  <a:lnTo>
                    <a:pt x="1242344" y="2021884"/>
                  </a:lnTo>
                  <a:lnTo>
                    <a:pt x="1247817" y="2021884"/>
                  </a:lnTo>
                  <a:lnTo>
                    <a:pt x="1253290" y="2021884"/>
                  </a:lnTo>
                  <a:lnTo>
                    <a:pt x="1258763" y="2021884"/>
                  </a:lnTo>
                  <a:lnTo>
                    <a:pt x="1264236" y="2021884"/>
                  </a:lnTo>
                  <a:lnTo>
                    <a:pt x="1269709" y="2021884"/>
                  </a:lnTo>
                  <a:lnTo>
                    <a:pt x="1269709" y="2003767"/>
                  </a:lnTo>
                  <a:lnTo>
                    <a:pt x="1275182" y="2003767"/>
                  </a:lnTo>
                  <a:lnTo>
                    <a:pt x="1280655" y="2003767"/>
                  </a:lnTo>
                  <a:lnTo>
                    <a:pt x="1280655" y="1967600"/>
                  </a:lnTo>
                  <a:lnTo>
                    <a:pt x="1286128" y="1967600"/>
                  </a:lnTo>
                  <a:lnTo>
                    <a:pt x="1291600" y="1967600"/>
                  </a:lnTo>
                  <a:lnTo>
                    <a:pt x="1291600" y="1949533"/>
                  </a:lnTo>
                  <a:lnTo>
                    <a:pt x="1297073" y="1949533"/>
                  </a:lnTo>
                  <a:lnTo>
                    <a:pt x="1302546" y="1949533"/>
                  </a:lnTo>
                  <a:lnTo>
                    <a:pt x="1308019" y="1949533"/>
                  </a:lnTo>
                  <a:lnTo>
                    <a:pt x="1313492" y="1949533"/>
                  </a:lnTo>
                  <a:lnTo>
                    <a:pt x="1318965" y="1949533"/>
                  </a:lnTo>
                  <a:lnTo>
                    <a:pt x="1324438" y="1949533"/>
                  </a:lnTo>
                  <a:lnTo>
                    <a:pt x="1329911" y="1949533"/>
                  </a:lnTo>
                  <a:lnTo>
                    <a:pt x="1335384" y="1949533"/>
                  </a:lnTo>
                  <a:lnTo>
                    <a:pt x="1340856" y="1949533"/>
                  </a:lnTo>
                  <a:lnTo>
                    <a:pt x="1346329" y="1949533"/>
                  </a:lnTo>
                  <a:lnTo>
                    <a:pt x="1351802" y="1949533"/>
                  </a:lnTo>
                  <a:lnTo>
                    <a:pt x="1357275" y="1949533"/>
                  </a:lnTo>
                  <a:lnTo>
                    <a:pt x="1362748" y="1949533"/>
                  </a:lnTo>
                  <a:lnTo>
                    <a:pt x="1368221" y="1949533"/>
                  </a:lnTo>
                  <a:lnTo>
                    <a:pt x="1368221" y="1913457"/>
                  </a:lnTo>
                  <a:lnTo>
                    <a:pt x="1373694" y="1913457"/>
                  </a:lnTo>
                  <a:lnTo>
                    <a:pt x="1379167" y="1913457"/>
                  </a:lnTo>
                  <a:lnTo>
                    <a:pt x="1384640" y="1913457"/>
                  </a:lnTo>
                  <a:lnTo>
                    <a:pt x="1390112" y="1913457"/>
                  </a:lnTo>
                  <a:lnTo>
                    <a:pt x="1395585" y="1913457"/>
                  </a:lnTo>
                  <a:lnTo>
                    <a:pt x="1401058" y="1913457"/>
                  </a:lnTo>
                  <a:lnTo>
                    <a:pt x="1401058" y="1895446"/>
                  </a:lnTo>
                  <a:lnTo>
                    <a:pt x="1406531" y="1895446"/>
                  </a:lnTo>
                  <a:lnTo>
                    <a:pt x="1406531" y="1877462"/>
                  </a:lnTo>
                  <a:lnTo>
                    <a:pt x="1412004" y="1877462"/>
                  </a:lnTo>
                  <a:lnTo>
                    <a:pt x="1417477" y="1877462"/>
                  </a:lnTo>
                  <a:lnTo>
                    <a:pt x="1422950" y="1877462"/>
                  </a:lnTo>
                  <a:lnTo>
                    <a:pt x="1428423" y="1877462"/>
                  </a:lnTo>
                  <a:lnTo>
                    <a:pt x="1428423" y="1859474"/>
                  </a:lnTo>
                  <a:lnTo>
                    <a:pt x="1433895" y="1859474"/>
                  </a:lnTo>
                  <a:lnTo>
                    <a:pt x="1433895" y="1841511"/>
                  </a:lnTo>
                  <a:lnTo>
                    <a:pt x="1439368" y="1841511"/>
                  </a:lnTo>
                  <a:lnTo>
                    <a:pt x="1439368" y="1823557"/>
                  </a:lnTo>
                  <a:lnTo>
                    <a:pt x="1444841" y="1823557"/>
                  </a:lnTo>
                  <a:lnTo>
                    <a:pt x="1450314" y="1823557"/>
                  </a:lnTo>
                  <a:lnTo>
                    <a:pt x="1455787" y="1823557"/>
                  </a:lnTo>
                  <a:lnTo>
                    <a:pt x="1461260" y="1823557"/>
                  </a:lnTo>
                  <a:lnTo>
                    <a:pt x="1466733" y="1823557"/>
                  </a:lnTo>
                  <a:lnTo>
                    <a:pt x="1472206" y="1823557"/>
                  </a:lnTo>
                  <a:lnTo>
                    <a:pt x="1477679" y="1823557"/>
                  </a:lnTo>
                  <a:lnTo>
                    <a:pt x="1483151" y="1823557"/>
                  </a:lnTo>
                  <a:lnTo>
                    <a:pt x="1488624" y="1823557"/>
                  </a:lnTo>
                  <a:lnTo>
                    <a:pt x="1488624" y="1805532"/>
                  </a:lnTo>
                  <a:lnTo>
                    <a:pt x="1494097" y="1805532"/>
                  </a:lnTo>
                  <a:lnTo>
                    <a:pt x="1499570" y="1805532"/>
                  </a:lnTo>
                  <a:lnTo>
                    <a:pt x="1505043" y="1805532"/>
                  </a:lnTo>
                  <a:lnTo>
                    <a:pt x="1510516" y="1805532"/>
                  </a:lnTo>
                  <a:lnTo>
                    <a:pt x="1515989" y="1805532"/>
                  </a:lnTo>
                  <a:lnTo>
                    <a:pt x="1515989" y="1787516"/>
                  </a:lnTo>
                  <a:lnTo>
                    <a:pt x="1521462" y="1787516"/>
                  </a:lnTo>
                  <a:lnTo>
                    <a:pt x="1526935" y="1787516"/>
                  </a:lnTo>
                  <a:lnTo>
                    <a:pt x="1532407" y="1787516"/>
                  </a:lnTo>
                  <a:lnTo>
                    <a:pt x="1537880" y="1787516"/>
                  </a:lnTo>
                  <a:lnTo>
                    <a:pt x="1537880" y="1769522"/>
                  </a:lnTo>
                  <a:lnTo>
                    <a:pt x="1543353" y="1769522"/>
                  </a:lnTo>
                  <a:lnTo>
                    <a:pt x="1548826" y="1769522"/>
                  </a:lnTo>
                  <a:lnTo>
                    <a:pt x="1554299" y="1769522"/>
                  </a:lnTo>
                  <a:lnTo>
                    <a:pt x="1554299" y="1733602"/>
                  </a:lnTo>
                  <a:lnTo>
                    <a:pt x="1559772" y="1733602"/>
                  </a:lnTo>
                  <a:lnTo>
                    <a:pt x="1565245" y="1733602"/>
                  </a:lnTo>
                  <a:lnTo>
                    <a:pt x="1570718" y="1733602"/>
                  </a:lnTo>
                  <a:lnTo>
                    <a:pt x="1576191" y="1733602"/>
                  </a:lnTo>
                  <a:lnTo>
                    <a:pt x="1581663" y="1733602"/>
                  </a:lnTo>
                  <a:lnTo>
                    <a:pt x="1581663" y="1715674"/>
                  </a:lnTo>
                  <a:lnTo>
                    <a:pt x="1587136" y="1715674"/>
                  </a:lnTo>
                  <a:lnTo>
                    <a:pt x="1592609" y="1715674"/>
                  </a:lnTo>
                  <a:lnTo>
                    <a:pt x="1592609" y="1697750"/>
                  </a:lnTo>
                  <a:lnTo>
                    <a:pt x="1598082" y="1697750"/>
                  </a:lnTo>
                  <a:lnTo>
                    <a:pt x="1603555" y="1697750"/>
                  </a:lnTo>
                  <a:lnTo>
                    <a:pt x="1609028" y="1697750"/>
                  </a:lnTo>
                  <a:lnTo>
                    <a:pt x="1614501" y="1697750"/>
                  </a:lnTo>
                  <a:lnTo>
                    <a:pt x="1619974" y="1697750"/>
                  </a:lnTo>
                  <a:lnTo>
                    <a:pt x="1619974" y="1679797"/>
                  </a:lnTo>
                  <a:lnTo>
                    <a:pt x="1625446" y="1679797"/>
                  </a:lnTo>
                  <a:lnTo>
                    <a:pt x="1630919" y="1679797"/>
                  </a:lnTo>
                  <a:lnTo>
                    <a:pt x="1630919" y="1661863"/>
                  </a:lnTo>
                  <a:lnTo>
                    <a:pt x="1636392" y="1661863"/>
                  </a:lnTo>
                  <a:lnTo>
                    <a:pt x="1641865" y="1661863"/>
                  </a:lnTo>
                  <a:lnTo>
                    <a:pt x="1647338" y="1661863"/>
                  </a:lnTo>
                  <a:lnTo>
                    <a:pt x="1652811" y="1661863"/>
                  </a:lnTo>
                  <a:lnTo>
                    <a:pt x="1658284" y="1661863"/>
                  </a:lnTo>
                  <a:lnTo>
                    <a:pt x="1663757" y="1661863"/>
                  </a:lnTo>
                  <a:lnTo>
                    <a:pt x="1669230" y="1661863"/>
                  </a:lnTo>
                  <a:lnTo>
                    <a:pt x="1674702" y="1661863"/>
                  </a:lnTo>
                  <a:lnTo>
                    <a:pt x="1674702" y="1643915"/>
                  </a:lnTo>
                  <a:lnTo>
                    <a:pt x="1680175" y="1643915"/>
                  </a:lnTo>
                  <a:lnTo>
                    <a:pt x="1685648" y="1643915"/>
                  </a:lnTo>
                  <a:lnTo>
                    <a:pt x="1691121" y="1643915"/>
                  </a:lnTo>
                  <a:lnTo>
                    <a:pt x="1696594" y="1643915"/>
                  </a:lnTo>
                  <a:lnTo>
                    <a:pt x="1702067" y="1643915"/>
                  </a:lnTo>
                  <a:lnTo>
                    <a:pt x="1707540" y="1643915"/>
                  </a:lnTo>
                  <a:lnTo>
                    <a:pt x="1713013" y="1643915"/>
                  </a:lnTo>
                  <a:lnTo>
                    <a:pt x="1718486" y="1643915"/>
                  </a:lnTo>
                  <a:lnTo>
                    <a:pt x="1723958" y="1643915"/>
                  </a:lnTo>
                  <a:lnTo>
                    <a:pt x="1729431" y="1643915"/>
                  </a:lnTo>
                  <a:lnTo>
                    <a:pt x="1734904" y="1643915"/>
                  </a:lnTo>
                  <a:lnTo>
                    <a:pt x="1740377" y="1643915"/>
                  </a:lnTo>
                  <a:lnTo>
                    <a:pt x="1745850" y="1643915"/>
                  </a:lnTo>
                  <a:lnTo>
                    <a:pt x="1751323" y="1643915"/>
                  </a:lnTo>
                  <a:lnTo>
                    <a:pt x="1756796" y="1643915"/>
                  </a:lnTo>
                  <a:lnTo>
                    <a:pt x="1756796" y="1625934"/>
                  </a:lnTo>
                  <a:lnTo>
                    <a:pt x="1762269" y="1625934"/>
                  </a:lnTo>
                  <a:lnTo>
                    <a:pt x="1762269" y="1607972"/>
                  </a:lnTo>
                  <a:lnTo>
                    <a:pt x="1767741" y="1607972"/>
                  </a:lnTo>
                  <a:lnTo>
                    <a:pt x="1773214" y="1607972"/>
                  </a:lnTo>
                  <a:lnTo>
                    <a:pt x="1773214" y="1590027"/>
                  </a:lnTo>
                  <a:lnTo>
                    <a:pt x="1778687" y="1590027"/>
                  </a:lnTo>
                  <a:lnTo>
                    <a:pt x="1784160" y="1590027"/>
                  </a:lnTo>
                  <a:lnTo>
                    <a:pt x="1784160" y="1572101"/>
                  </a:lnTo>
                  <a:lnTo>
                    <a:pt x="1789633" y="1572101"/>
                  </a:lnTo>
                  <a:lnTo>
                    <a:pt x="1795106" y="1572101"/>
                  </a:lnTo>
                  <a:lnTo>
                    <a:pt x="1800579" y="1572101"/>
                  </a:lnTo>
                  <a:lnTo>
                    <a:pt x="1806052" y="1572101"/>
                  </a:lnTo>
                  <a:lnTo>
                    <a:pt x="1811525" y="1572101"/>
                  </a:lnTo>
                  <a:lnTo>
                    <a:pt x="1816997" y="1572101"/>
                  </a:lnTo>
                  <a:lnTo>
                    <a:pt x="1816997" y="1554156"/>
                  </a:lnTo>
                  <a:lnTo>
                    <a:pt x="1822470" y="1554156"/>
                  </a:lnTo>
                  <a:lnTo>
                    <a:pt x="1827943" y="1554156"/>
                  </a:lnTo>
                  <a:lnTo>
                    <a:pt x="1833416" y="1554156"/>
                  </a:lnTo>
                  <a:lnTo>
                    <a:pt x="1838889" y="1554156"/>
                  </a:lnTo>
                  <a:lnTo>
                    <a:pt x="1844362" y="1554156"/>
                  </a:lnTo>
                  <a:lnTo>
                    <a:pt x="1849835" y="1554156"/>
                  </a:lnTo>
                  <a:lnTo>
                    <a:pt x="1855308" y="1554156"/>
                  </a:lnTo>
                  <a:lnTo>
                    <a:pt x="1860781" y="1554156"/>
                  </a:lnTo>
                  <a:lnTo>
                    <a:pt x="1866253" y="1554156"/>
                  </a:lnTo>
                  <a:lnTo>
                    <a:pt x="1871726" y="1554156"/>
                  </a:lnTo>
                  <a:lnTo>
                    <a:pt x="1877199" y="1554156"/>
                  </a:lnTo>
                  <a:lnTo>
                    <a:pt x="1882672" y="1554156"/>
                  </a:lnTo>
                  <a:lnTo>
                    <a:pt x="1882672" y="1536138"/>
                  </a:lnTo>
                  <a:lnTo>
                    <a:pt x="1888145" y="1536138"/>
                  </a:lnTo>
                  <a:lnTo>
                    <a:pt x="1893618" y="1536138"/>
                  </a:lnTo>
                  <a:lnTo>
                    <a:pt x="1899091" y="1536138"/>
                  </a:lnTo>
                  <a:lnTo>
                    <a:pt x="1899091" y="1518101"/>
                  </a:lnTo>
                  <a:lnTo>
                    <a:pt x="1904564" y="1518101"/>
                  </a:lnTo>
                  <a:lnTo>
                    <a:pt x="1910037" y="1518101"/>
                  </a:lnTo>
                  <a:lnTo>
                    <a:pt x="1915509" y="1518101"/>
                  </a:lnTo>
                  <a:lnTo>
                    <a:pt x="1920982" y="1518101"/>
                  </a:lnTo>
                  <a:lnTo>
                    <a:pt x="1926455" y="1518101"/>
                  </a:lnTo>
                  <a:lnTo>
                    <a:pt x="1931928" y="1518101"/>
                  </a:lnTo>
                  <a:lnTo>
                    <a:pt x="1937401" y="1518101"/>
                  </a:lnTo>
                  <a:lnTo>
                    <a:pt x="1937401" y="1463922"/>
                  </a:lnTo>
                  <a:lnTo>
                    <a:pt x="1942874" y="1463922"/>
                  </a:lnTo>
                  <a:lnTo>
                    <a:pt x="1948347" y="1463922"/>
                  </a:lnTo>
                  <a:lnTo>
                    <a:pt x="1953820" y="1463922"/>
                  </a:lnTo>
                  <a:lnTo>
                    <a:pt x="1959292" y="1463922"/>
                  </a:lnTo>
                  <a:lnTo>
                    <a:pt x="1964765" y="1463922"/>
                  </a:lnTo>
                  <a:lnTo>
                    <a:pt x="1970238" y="1463922"/>
                  </a:lnTo>
                  <a:lnTo>
                    <a:pt x="1970238" y="1445857"/>
                  </a:lnTo>
                  <a:lnTo>
                    <a:pt x="1975711" y="1445857"/>
                  </a:lnTo>
                  <a:lnTo>
                    <a:pt x="1981184" y="1445857"/>
                  </a:lnTo>
                  <a:lnTo>
                    <a:pt x="1986657" y="1445857"/>
                  </a:lnTo>
                  <a:lnTo>
                    <a:pt x="1992130" y="1445857"/>
                  </a:lnTo>
                  <a:lnTo>
                    <a:pt x="1997603" y="1445857"/>
                  </a:lnTo>
                  <a:lnTo>
                    <a:pt x="2003076" y="1445857"/>
                  </a:lnTo>
                  <a:lnTo>
                    <a:pt x="2008548" y="1445857"/>
                  </a:lnTo>
                  <a:lnTo>
                    <a:pt x="2014021" y="1445857"/>
                  </a:lnTo>
                  <a:lnTo>
                    <a:pt x="2019494" y="1445857"/>
                  </a:lnTo>
                  <a:lnTo>
                    <a:pt x="2024967" y="1445857"/>
                  </a:lnTo>
                  <a:lnTo>
                    <a:pt x="2030440" y="1445857"/>
                  </a:lnTo>
                  <a:lnTo>
                    <a:pt x="2035913" y="1445857"/>
                  </a:lnTo>
                  <a:lnTo>
                    <a:pt x="2041386" y="1445857"/>
                  </a:lnTo>
                  <a:lnTo>
                    <a:pt x="2046859" y="1445857"/>
                  </a:lnTo>
                  <a:lnTo>
                    <a:pt x="2052332" y="1445857"/>
                  </a:lnTo>
                  <a:lnTo>
                    <a:pt x="2057804" y="1445857"/>
                  </a:lnTo>
                  <a:lnTo>
                    <a:pt x="2063277" y="1445857"/>
                  </a:lnTo>
                  <a:lnTo>
                    <a:pt x="2068750" y="1445857"/>
                  </a:lnTo>
                  <a:lnTo>
                    <a:pt x="2074223" y="1445857"/>
                  </a:lnTo>
                  <a:lnTo>
                    <a:pt x="2079696" y="1445857"/>
                  </a:lnTo>
                  <a:lnTo>
                    <a:pt x="2079696" y="1427616"/>
                  </a:lnTo>
                  <a:lnTo>
                    <a:pt x="2085169" y="1427616"/>
                  </a:lnTo>
                  <a:lnTo>
                    <a:pt x="2090642" y="1427616"/>
                  </a:lnTo>
                  <a:lnTo>
                    <a:pt x="2090642" y="1409390"/>
                  </a:lnTo>
                  <a:lnTo>
                    <a:pt x="2096115" y="1409390"/>
                  </a:lnTo>
                  <a:lnTo>
                    <a:pt x="2096115" y="1391179"/>
                  </a:lnTo>
                  <a:lnTo>
                    <a:pt x="2101588" y="1391179"/>
                  </a:lnTo>
                  <a:lnTo>
                    <a:pt x="2107060" y="1391179"/>
                  </a:lnTo>
                  <a:lnTo>
                    <a:pt x="2112533" y="1391179"/>
                  </a:lnTo>
                  <a:lnTo>
                    <a:pt x="2118006" y="1391179"/>
                  </a:lnTo>
                  <a:lnTo>
                    <a:pt x="2118006" y="1372984"/>
                  </a:lnTo>
                  <a:lnTo>
                    <a:pt x="2123479" y="1372984"/>
                  </a:lnTo>
                  <a:lnTo>
                    <a:pt x="2128952" y="1372984"/>
                  </a:lnTo>
                  <a:lnTo>
                    <a:pt x="2128952" y="1354804"/>
                  </a:lnTo>
                  <a:lnTo>
                    <a:pt x="2134425" y="1354804"/>
                  </a:lnTo>
                  <a:lnTo>
                    <a:pt x="2139898" y="1354804"/>
                  </a:lnTo>
                  <a:lnTo>
                    <a:pt x="2145371" y="1354804"/>
                  </a:lnTo>
                  <a:lnTo>
                    <a:pt x="2145371" y="1336639"/>
                  </a:lnTo>
                  <a:lnTo>
                    <a:pt x="2150843" y="1336639"/>
                  </a:lnTo>
                  <a:lnTo>
                    <a:pt x="2156316" y="1336639"/>
                  </a:lnTo>
                  <a:lnTo>
                    <a:pt x="2161789" y="1336639"/>
                  </a:lnTo>
                  <a:lnTo>
                    <a:pt x="2167262" y="1336639"/>
                  </a:lnTo>
                  <a:lnTo>
                    <a:pt x="2167262" y="1318488"/>
                  </a:lnTo>
                  <a:lnTo>
                    <a:pt x="2172735" y="1318488"/>
                  </a:lnTo>
                  <a:lnTo>
                    <a:pt x="2178208" y="1318488"/>
                  </a:lnTo>
                  <a:lnTo>
                    <a:pt x="2178208" y="1300310"/>
                  </a:lnTo>
                  <a:lnTo>
                    <a:pt x="2183681" y="1300310"/>
                  </a:lnTo>
                  <a:lnTo>
                    <a:pt x="2189154" y="1300310"/>
                  </a:lnTo>
                  <a:lnTo>
                    <a:pt x="2194627" y="1300310"/>
                  </a:lnTo>
                  <a:lnTo>
                    <a:pt x="2200099" y="1300310"/>
                  </a:lnTo>
                  <a:lnTo>
                    <a:pt x="2205572" y="1300310"/>
                  </a:lnTo>
                  <a:lnTo>
                    <a:pt x="2211045" y="1300310"/>
                  </a:lnTo>
                  <a:lnTo>
                    <a:pt x="2216518" y="1300310"/>
                  </a:lnTo>
                  <a:lnTo>
                    <a:pt x="2221991" y="1300310"/>
                  </a:lnTo>
                  <a:lnTo>
                    <a:pt x="2227464" y="1300310"/>
                  </a:lnTo>
                  <a:lnTo>
                    <a:pt x="2232937" y="1300310"/>
                  </a:lnTo>
                  <a:lnTo>
                    <a:pt x="2238410" y="1300310"/>
                  </a:lnTo>
                  <a:lnTo>
                    <a:pt x="2243883" y="1300310"/>
                  </a:lnTo>
                  <a:lnTo>
                    <a:pt x="2243883" y="1282064"/>
                  </a:lnTo>
                  <a:lnTo>
                    <a:pt x="2249355" y="1282064"/>
                  </a:lnTo>
                  <a:lnTo>
                    <a:pt x="2249355" y="1245613"/>
                  </a:lnTo>
                  <a:lnTo>
                    <a:pt x="2254828" y="1245613"/>
                  </a:lnTo>
                  <a:lnTo>
                    <a:pt x="2260301" y="1245613"/>
                  </a:lnTo>
                  <a:lnTo>
                    <a:pt x="2265774" y="1245613"/>
                  </a:lnTo>
                  <a:lnTo>
                    <a:pt x="2271247" y="1245613"/>
                  </a:lnTo>
                  <a:lnTo>
                    <a:pt x="2276720" y="1245613"/>
                  </a:lnTo>
                  <a:lnTo>
                    <a:pt x="2282193" y="1245613"/>
                  </a:lnTo>
                  <a:lnTo>
                    <a:pt x="2287666" y="1245613"/>
                  </a:lnTo>
                  <a:lnTo>
                    <a:pt x="2293138" y="1245613"/>
                  </a:lnTo>
                  <a:lnTo>
                    <a:pt x="2298611" y="1245613"/>
                  </a:lnTo>
                  <a:lnTo>
                    <a:pt x="2304084" y="1245613"/>
                  </a:lnTo>
                  <a:lnTo>
                    <a:pt x="2309557" y="1245613"/>
                  </a:lnTo>
                  <a:lnTo>
                    <a:pt x="2315030" y="1245613"/>
                  </a:lnTo>
                  <a:lnTo>
                    <a:pt x="2320503" y="1245613"/>
                  </a:lnTo>
                  <a:lnTo>
                    <a:pt x="2325976" y="1245613"/>
                  </a:lnTo>
                  <a:lnTo>
                    <a:pt x="2331449" y="1245613"/>
                  </a:lnTo>
                  <a:lnTo>
                    <a:pt x="2336922" y="1245613"/>
                  </a:lnTo>
                  <a:lnTo>
                    <a:pt x="2342394" y="1245613"/>
                  </a:lnTo>
                  <a:lnTo>
                    <a:pt x="2347867" y="1245613"/>
                  </a:lnTo>
                  <a:lnTo>
                    <a:pt x="2347867" y="1227344"/>
                  </a:lnTo>
                  <a:lnTo>
                    <a:pt x="2353340" y="1227344"/>
                  </a:lnTo>
                  <a:lnTo>
                    <a:pt x="2353340" y="1209088"/>
                  </a:lnTo>
                  <a:lnTo>
                    <a:pt x="2358813" y="1209088"/>
                  </a:lnTo>
                  <a:lnTo>
                    <a:pt x="2358813" y="1190845"/>
                  </a:lnTo>
                  <a:lnTo>
                    <a:pt x="2364286" y="1190845"/>
                  </a:lnTo>
                  <a:lnTo>
                    <a:pt x="2369759" y="1190845"/>
                  </a:lnTo>
                  <a:lnTo>
                    <a:pt x="2375232" y="1190845"/>
                  </a:lnTo>
                  <a:lnTo>
                    <a:pt x="2380705" y="1190845"/>
                  </a:lnTo>
                  <a:lnTo>
                    <a:pt x="2386178" y="1190845"/>
                  </a:lnTo>
                  <a:lnTo>
                    <a:pt x="2391650" y="1190845"/>
                  </a:lnTo>
                  <a:lnTo>
                    <a:pt x="2397123" y="1190845"/>
                  </a:lnTo>
                  <a:lnTo>
                    <a:pt x="2397123" y="1172593"/>
                  </a:lnTo>
                  <a:lnTo>
                    <a:pt x="2402596" y="1172593"/>
                  </a:lnTo>
                  <a:lnTo>
                    <a:pt x="2408069" y="1172593"/>
                  </a:lnTo>
                  <a:lnTo>
                    <a:pt x="2413542" y="1172593"/>
                  </a:lnTo>
                  <a:lnTo>
                    <a:pt x="2413542" y="1154309"/>
                  </a:lnTo>
                  <a:lnTo>
                    <a:pt x="2419015" y="1154309"/>
                  </a:lnTo>
                  <a:lnTo>
                    <a:pt x="2424488" y="1154309"/>
                  </a:lnTo>
                  <a:lnTo>
                    <a:pt x="2429961" y="1154309"/>
                  </a:lnTo>
                  <a:lnTo>
                    <a:pt x="2435434" y="1154309"/>
                  </a:lnTo>
                  <a:lnTo>
                    <a:pt x="2435434" y="1136038"/>
                  </a:lnTo>
                  <a:lnTo>
                    <a:pt x="2440906" y="1136038"/>
                  </a:lnTo>
                  <a:lnTo>
                    <a:pt x="2446379" y="1136038"/>
                  </a:lnTo>
                  <a:lnTo>
                    <a:pt x="2451852" y="1136038"/>
                  </a:lnTo>
                  <a:lnTo>
                    <a:pt x="2457325" y="1136038"/>
                  </a:lnTo>
                  <a:lnTo>
                    <a:pt x="2462798" y="1136038"/>
                  </a:lnTo>
                  <a:lnTo>
                    <a:pt x="2468271" y="1136038"/>
                  </a:lnTo>
                  <a:lnTo>
                    <a:pt x="2473744" y="1136038"/>
                  </a:lnTo>
                  <a:lnTo>
                    <a:pt x="2479217" y="1136038"/>
                  </a:lnTo>
                  <a:lnTo>
                    <a:pt x="2479217" y="1117666"/>
                  </a:lnTo>
                  <a:lnTo>
                    <a:pt x="2484689" y="1117666"/>
                  </a:lnTo>
                  <a:lnTo>
                    <a:pt x="2490162" y="1117666"/>
                  </a:lnTo>
                  <a:lnTo>
                    <a:pt x="2495635" y="1117666"/>
                  </a:lnTo>
                  <a:lnTo>
                    <a:pt x="2501108" y="1117666"/>
                  </a:lnTo>
                  <a:lnTo>
                    <a:pt x="2506581" y="1117666"/>
                  </a:lnTo>
                  <a:lnTo>
                    <a:pt x="2512054" y="1117666"/>
                  </a:lnTo>
                  <a:lnTo>
                    <a:pt x="2512054" y="1099307"/>
                  </a:lnTo>
                  <a:lnTo>
                    <a:pt x="2517527" y="1099307"/>
                  </a:lnTo>
                  <a:lnTo>
                    <a:pt x="2523000" y="1099307"/>
                  </a:lnTo>
                  <a:lnTo>
                    <a:pt x="2528473" y="1099307"/>
                  </a:lnTo>
                  <a:lnTo>
                    <a:pt x="2528473" y="1080936"/>
                  </a:lnTo>
                  <a:lnTo>
                    <a:pt x="2533945" y="1080936"/>
                  </a:lnTo>
                  <a:lnTo>
                    <a:pt x="2539418" y="1080936"/>
                  </a:lnTo>
                  <a:lnTo>
                    <a:pt x="2544891" y="1080936"/>
                  </a:lnTo>
                  <a:lnTo>
                    <a:pt x="2550364" y="1080936"/>
                  </a:lnTo>
                  <a:lnTo>
                    <a:pt x="2555837" y="1080936"/>
                  </a:lnTo>
                  <a:lnTo>
                    <a:pt x="2561310" y="1080936"/>
                  </a:lnTo>
                  <a:lnTo>
                    <a:pt x="2566783" y="1080936"/>
                  </a:lnTo>
                  <a:lnTo>
                    <a:pt x="2566783" y="1062531"/>
                  </a:lnTo>
                  <a:lnTo>
                    <a:pt x="2572256" y="1062531"/>
                  </a:lnTo>
                  <a:lnTo>
                    <a:pt x="2577729" y="1062531"/>
                  </a:lnTo>
                  <a:lnTo>
                    <a:pt x="2583201" y="1062531"/>
                  </a:lnTo>
                  <a:lnTo>
                    <a:pt x="2588674" y="1062531"/>
                  </a:lnTo>
                  <a:lnTo>
                    <a:pt x="2594147" y="1062531"/>
                  </a:lnTo>
                  <a:lnTo>
                    <a:pt x="2599620" y="1062531"/>
                  </a:lnTo>
                  <a:lnTo>
                    <a:pt x="2605093" y="1062531"/>
                  </a:lnTo>
                  <a:lnTo>
                    <a:pt x="2610566" y="1062531"/>
                  </a:lnTo>
                  <a:lnTo>
                    <a:pt x="2616039" y="1062531"/>
                  </a:lnTo>
                  <a:lnTo>
                    <a:pt x="2621512" y="1062531"/>
                  </a:lnTo>
                  <a:lnTo>
                    <a:pt x="2626985" y="1062531"/>
                  </a:lnTo>
                  <a:lnTo>
                    <a:pt x="2632457" y="1062531"/>
                  </a:lnTo>
                  <a:lnTo>
                    <a:pt x="2637930" y="1062531"/>
                  </a:lnTo>
                  <a:lnTo>
                    <a:pt x="2643403" y="1062531"/>
                  </a:lnTo>
                  <a:lnTo>
                    <a:pt x="2648876" y="1062531"/>
                  </a:lnTo>
                  <a:lnTo>
                    <a:pt x="2654349" y="1062531"/>
                  </a:lnTo>
                  <a:lnTo>
                    <a:pt x="2659822" y="1062531"/>
                  </a:lnTo>
                  <a:lnTo>
                    <a:pt x="2665295" y="1062531"/>
                  </a:lnTo>
                  <a:lnTo>
                    <a:pt x="2670768" y="1062531"/>
                  </a:lnTo>
                  <a:lnTo>
                    <a:pt x="2676240" y="1062531"/>
                  </a:lnTo>
                  <a:lnTo>
                    <a:pt x="2676240" y="1044066"/>
                  </a:lnTo>
                  <a:lnTo>
                    <a:pt x="2681713" y="1044066"/>
                  </a:lnTo>
                  <a:lnTo>
                    <a:pt x="2687186" y="1044066"/>
                  </a:lnTo>
                  <a:lnTo>
                    <a:pt x="2692659" y="1044066"/>
                  </a:lnTo>
                  <a:lnTo>
                    <a:pt x="2698132" y="1044066"/>
                  </a:lnTo>
                  <a:lnTo>
                    <a:pt x="2703605" y="1044066"/>
                  </a:lnTo>
                  <a:lnTo>
                    <a:pt x="2709078" y="1044066"/>
                  </a:lnTo>
                  <a:lnTo>
                    <a:pt x="2714551" y="1044066"/>
                  </a:lnTo>
                  <a:lnTo>
                    <a:pt x="2720024" y="1044066"/>
                  </a:lnTo>
                  <a:lnTo>
                    <a:pt x="2720024" y="1025564"/>
                  </a:lnTo>
                  <a:lnTo>
                    <a:pt x="2725496" y="1025564"/>
                  </a:lnTo>
                  <a:lnTo>
                    <a:pt x="2725496" y="1007074"/>
                  </a:lnTo>
                  <a:lnTo>
                    <a:pt x="2730969" y="1007074"/>
                  </a:lnTo>
                  <a:lnTo>
                    <a:pt x="2736442" y="1007074"/>
                  </a:lnTo>
                  <a:lnTo>
                    <a:pt x="2741915" y="1007074"/>
                  </a:lnTo>
                  <a:lnTo>
                    <a:pt x="2747388" y="1007074"/>
                  </a:lnTo>
                  <a:lnTo>
                    <a:pt x="2752861" y="1007074"/>
                  </a:lnTo>
                  <a:lnTo>
                    <a:pt x="2758334" y="1007074"/>
                  </a:lnTo>
                  <a:lnTo>
                    <a:pt x="2763807" y="1007074"/>
                  </a:lnTo>
                  <a:lnTo>
                    <a:pt x="2769280" y="1007074"/>
                  </a:lnTo>
                  <a:lnTo>
                    <a:pt x="2774752" y="1007074"/>
                  </a:lnTo>
                  <a:lnTo>
                    <a:pt x="2780225" y="1007074"/>
                  </a:lnTo>
                  <a:lnTo>
                    <a:pt x="2785698" y="1007074"/>
                  </a:lnTo>
                  <a:lnTo>
                    <a:pt x="2791171" y="1007074"/>
                  </a:lnTo>
                  <a:lnTo>
                    <a:pt x="2796644" y="1007074"/>
                  </a:lnTo>
                  <a:lnTo>
                    <a:pt x="2802117" y="1007074"/>
                  </a:lnTo>
                  <a:lnTo>
                    <a:pt x="2807590" y="1007074"/>
                  </a:lnTo>
                  <a:lnTo>
                    <a:pt x="2813063" y="1007074"/>
                  </a:lnTo>
                  <a:lnTo>
                    <a:pt x="2818535" y="1007074"/>
                  </a:lnTo>
                  <a:lnTo>
                    <a:pt x="2818535" y="970078"/>
                  </a:lnTo>
                  <a:lnTo>
                    <a:pt x="2824008" y="970078"/>
                  </a:lnTo>
                  <a:lnTo>
                    <a:pt x="2829481" y="970078"/>
                  </a:lnTo>
                  <a:lnTo>
                    <a:pt x="2834954" y="970078"/>
                  </a:lnTo>
                  <a:lnTo>
                    <a:pt x="2840427" y="970078"/>
                  </a:lnTo>
                  <a:lnTo>
                    <a:pt x="2845900" y="970078"/>
                  </a:lnTo>
                  <a:lnTo>
                    <a:pt x="2851373" y="970078"/>
                  </a:lnTo>
                  <a:lnTo>
                    <a:pt x="2856846" y="970078"/>
                  </a:lnTo>
                  <a:lnTo>
                    <a:pt x="2862319" y="970078"/>
                  </a:lnTo>
                  <a:lnTo>
                    <a:pt x="2862319" y="951520"/>
                  </a:lnTo>
                  <a:lnTo>
                    <a:pt x="2867791" y="951520"/>
                  </a:lnTo>
                  <a:lnTo>
                    <a:pt x="2873264" y="951520"/>
                  </a:lnTo>
                  <a:lnTo>
                    <a:pt x="2878737" y="951520"/>
                  </a:lnTo>
                  <a:lnTo>
                    <a:pt x="2884210" y="951520"/>
                  </a:lnTo>
                  <a:lnTo>
                    <a:pt x="2889683" y="951520"/>
                  </a:lnTo>
                  <a:lnTo>
                    <a:pt x="2895156" y="951520"/>
                  </a:lnTo>
                  <a:lnTo>
                    <a:pt x="2895156" y="932920"/>
                  </a:lnTo>
                  <a:lnTo>
                    <a:pt x="2900629" y="932920"/>
                  </a:lnTo>
                  <a:lnTo>
                    <a:pt x="2906102" y="932920"/>
                  </a:lnTo>
                  <a:lnTo>
                    <a:pt x="2911575" y="932920"/>
                  </a:lnTo>
                  <a:lnTo>
                    <a:pt x="2911575" y="914278"/>
                  </a:lnTo>
                  <a:lnTo>
                    <a:pt x="2917047" y="914278"/>
                  </a:lnTo>
                  <a:lnTo>
                    <a:pt x="2917047" y="895620"/>
                  </a:lnTo>
                  <a:lnTo>
                    <a:pt x="2922520" y="895620"/>
                  </a:lnTo>
                  <a:lnTo>
                    <a:pt x="2927993" y="895620"/>
                  </a:lnTo>
                  <a:lnTo>
                    <a:pt x="2933466" y="895620"/>
                  </a:lnTo>
                  <a:lnTo>
                    <a:pt x="2938939" y="895620"/>
                  </a:lnTo>
                  <a:lnTo>
                    <a:pt x="2944412" y="895620"/>
                  </a:lnTo>
                  <a:lnTo>
                    <a:pt x="2949885" y="895620"/>
                  </a:lnTo>
                  <a:lnTo>
                    <a:pt x="2955358" y="895620"/>
                  </a:lnTo>
                  <a:lnTo>
                    <a:pt x="2960831" y="895620"/>
                  </a:lnTo>
                  <a:lnTo>
                    <a:pt x="2966303" y="895620"/>
                  </a:lnTo>
                  <a:lnTo>
                    <a:pt x="2971776" y="895620"/>
                  </a:lnTo>
                  <a:lnTo>
                    <a:pt x="2977249" y="895620"/>
                  </a:lnTo>
                  <a:lnTo>
                    <a:pt x="2982722" y="895620"/>
                  </a:lnTo>
                  <a:lnTo>
                    <a:pt x="2988195" y="895620"/>
                  </a:lnTo>
                  <a:lnTo>
                    <a:pt x="2993668" y="895620"/>
                  </a:lnTo>
                  <a:lnTo>
                    <a:pt x="2999141" y="895620"/>
                  </a:lnTo>
                  <a:lnTo>
                    <a:pt x="3004614" y="895620"/>
                  </a:lnTo>
                  <a:lnTo>
                    <a:pt x="3004614" y="876863"/>
                  </a:lnTo>
                  <a:lnTo>
                    <a:pt x="3010086" y="876863"/>
                  </a:lnTo>
                  <a:lnTo>
                    <a:pt x="3015559" y="876863"/>
                  </a:lnTo>
                  <a:lnTo>
                    <a:pt x="3021032" y="876863"/>
                  </a:lnTo>
                  <a:lnTo>
                    <a:pt x="3026505" y="876863"/>
                  </a:lnTo>
                  <a:lnTo>
                    <a:pt x="3031978" y="876863"/>
                  </a:lnTo>
                  <a:lnTo>
                    <a:pt x="3037451" y="876863"/>
                  </a:lnTo>
                  <a:lnTo>
                    <a:pt x="3042924" y="876863"/>
                  </a:lnTo>
                  <a:lnTo>
                    <a:pt x="3048397" y="876863"/>
                  </a:lnTo>
                  <a:lnTo>
                    <a:pt x="3053870" y="876863"/>
                  </a:lnTo>
                  <a:lnTo>
                    <a:pt x="3059342" y="876863"/>
                  </a:lnTo>
                  <a:lnTo>
                    <a:pt x="3064815" y="876863"/>
                  </a:lnTo>
                  <a:lnTo>
                    <a:pt x="3070288" y="876863"/>
                  </a:lnTo>
                  <a:lnTo>
                    <a:pt x="3075761" y="876863"/>
                  </a:lnTo>
                  <a:lnTo>
                    <a:pt x="3081234" y="876863"/>
                  </a:lnTo>
                  <a:lnTo>
                    <a:pt x="3086707" y="876863"/>
                  </a:lnTo>
                  <a:lnTo>
                    <a:pt x="3092180" y="876863"/>
                  </a:lnTo>
                  <a:lnTo>
                    <a:pt x="3097653" y="876863"/>
                  </a:lnTo>
                  <a:lnTo>
                    <a:pt x="3103126" y="876863"/>
                  </a:lnTo>
                  <a:lnTo>
                    <a:pt x="3108598" y="876863"/>
                  </a:lnTo>
                  <a:lnTo>
                    <a:pt x="3114071" y="876863"/>
                  </a:lnTo>
                  <a:lnTo>
                    <a:pt x="3119544" y="876863"/>
                  </a:lnTo>
                  <a:lnTo>
                    <a:pt x="3125017" y="876863"/>
                  </a:lnTo>
                  <a:lnTo>
                    <a:pt x="3130490" y="876863"/>
                  </a:lnTo>
                  <a:lnTo>
                    <a:pt x="3135963" y="876863"/>
                  </a:lnTo>
                  <a:lnTo>
                    <a:pt x="3141436" y="876863"/>
                  </a:lnTo>
                  <a:lnTo>
                    <a:pt x="3146909" y="876863"/>
                  </a:lnTo>
                  <a:lnTo>
                    <a:pt x="3152382" y="876863"/>
                  </a:lnTo>
                  <a:lnTo>
                    <a:pt x="3157854" y="876863"/>
                  </a:lnTo>
                  <a:lnTo>
                    <a:pt x="3163327" y="876863"/>
                  </a:lnTo>
                  <a:lnTo>
                    <a:pt x="3168800" y="876863"/>
                  </a:lnTo>
                  <a:lnTo>
                    <a:pt x="3174273" y="876863"/>
                  </a:lnTo>
                  <a:lnTo>
                    <a:pt x="3179746" y="876863"/>
                  </a:lnTo>
                  <a:lnTo>
                    <a:pt x="3185219" y="876863"/>
                  </a:lnTo>
                  <a:lnTo>
                    <a:pt x="3190692" y="876863"/>
                  </a:lnTo>
                  <a:lnTo>
                    <a:pt x="3196165" y="876863"/>
                  </a:lnTo>
                  <a:lnTo>
                    <a:pt x="3201637" y="876863"/>
                  </a:lnTo>
                  <a:lnTo>
                    <a:pt x="3207110" y="876863"/>
                  </a:lnTo>
                  <a:lnTo>
                    <a:pt x="3212583" y="876863"/>
                  </a:lnTo>
                  <a:lnTo>
                    <a:pt x="3218056" y="876863"/>
                  </a:lnTo>
                  <a:lnTo>
                    <a:pt x="3223529" y="876863"/>
                  </a:lnTo>
                  <a:lnTo>
                    <a:pt x="3229002" y="876863"/>
                  </a:lnTo>
                  <a:lnTo>
                    <a:pt x="3234475" y="876863"/>
                  </a:lnTo>
                  <a:lnTo>
                    <a:pt x="3234475" y="857496"/>
                  </a:lnTo>
                  <a:lnTo>
                    <a:pt x="3239948" y="857496"/>
                  </a:lnTo>
                  <a:lnTo>
                    <a:pt x="3239948" y="838141"/>
                  </a:lnTo>
                  <a:lnTo>
                    <a:pt x="3245421" y="838141"/>
                  </a:lnTo>
                  <a:lnTo>
                    <a:pt x="3250893" y="838141"/>
                  </a:lnTo>
                  <a:lnTo>
                    <a:pt x="3256366" y="838141"/>
                  </a:lnTo>
                  <a:lnTo>
                    <a:pt x="3261839" y="838141"/>
                  </a:lnTo>
                  <a:lnTo>
                    <a:pt x="3267312" y="838141"/>
                  </a:lnTo>
                  <a:lnTo>
                    <a:pt x="3272785" y="838141"/>
                  </a:lnTo>
                  <a:lnTo>
                    <a:pt x="3278258" y="838141"/>
                  </a:lnTo>
                  <a:lnTo>
                    <a:pt x="3283731" y="838141"/>
                  </a:lnTo>
                  <a:lnTo>
                    <a:pt x="3289204" y="838141"/>
                  </a:lnTo>
                  <a:lnTo>
                    <a:pt x="3294677" y="838141"/>
                  </a:lnTo>
                  <a:lnTo>
                    <a:pt x="3300149" y="838141"/>
                  </a:lnTo>
                  <a:lnTo>
                    <a:pt x="3305622" y="838141"/>
                  </a:lnTo>
                  <a:lnTo>
                    <a:pt x="3311095" y="838141"/>
                  </a:lnTo>
                  <a:lnTo>
                    <a:pt x="3316568" y="838141"/>
                  </a:lnTo>
                  <a:lnTo>
                    <a:pt x="3322041" y="838141"/>
                  </a:lnTo>
                  <a:lnTo>
                    <a:pt x="3327514" y="838141"/>
                  </a:lnTo>
                  <a:lnTo>
                    <a:pt x="3332987" y="838141"/>
                  </a:lnTo>
                  <a:lnTo>
                    <a:pt x="3338460" y="838141"/>
                  </a:lnTo>
                  <a:lnTo>
                    <a:pt x="3343932" y="838141"/>
                  </a:lnTo>
                  <a:lnTo>
                    <a:pt x="3349405" y="838141"/>
                  </a:lnTo>
                  <a:lnTo>
                    <a:pt x="3354878" y="838141"/>
                  </a:lnTo>
                  <a:lnTo>
                    <a:pt x="3360351" y="838141"/>
                  </a:lnTo>
                  <a:lnTo>
                    <a:pt x="3365824" y="838141"/>
                  </a:lnTo>
                  <a:lnTo>
                    <a:pt x="3371297" y="838141"/>
                  </a:lnTo>
                  <a:lnTo>
                    <a:pt x="3376770" y="838141"/>
                  </a:lnTo>
                  <a:lnTo>
                    <a:pt x="3382243" y="838141"/>
                  </a:lnTo>
                  <a:lnTo>
                    <a:pt x="3387716" y="838141"/>
                  </a:lnTo>
                  <a:lnTo>
                    <a:pt x="3393188" y="838141"/>
                  </a:lnTo>
                  <a:lnTo>
                    <a:pt x="3393188" y="818338"/>
                  </a:lnTo>
                  <a:lnTo>
                    <a:pt x="3398661" y="818338"/>
                  </a:lnTo>
                  <a:lnTo>
                    <a:pt x="3404134" y="818338"/>
                  </a:lnTo>
                  <a:lnTo>
                    <a:pt x="3409607" y="818338"/>
                  </a:lnTo>
                  <a:lnTo>
                    <a:pt x="3415080" y="818338"/>
                  </a:lnTo>
                  <a:lnTo>
                    <a:pt x="3420553" y="818338"/>
                  </a:lnTo>
                  <a:lnTo>
                    <a:pt x="3426026" y="818338"/>
                  </a:lnTo>
                  <a:lnTo>
                    <a:pt x="3426026" y="798446"/>
                  </a:lnTo>
                  <a:lnTo>
                    <a:pt x="3431499" y="798446"/>
                  </a:lnTo>
                  <a:lnTo>
                    <a:pt x="3436972" y="798446"/>
                  </a:lnTo>
                  <a:lnTo>
                    <a:pt x="3442444" y="798446"/>
                  </a:lnTo>
                  <a:lnTo>
                    <a:pt x="3447917" y="798446"/>
                  </a:lnTo>
                  <a:lnTo>
                    <a:pt x="3453390" y="798446"/>
                  </a:lnTo>
                  <a:lnTo>
                    <a:pt x="3458863" y="798446"/>
                  </a:lnTo>
                  <a:lnTo>
                    <a:pt x="3464336" y="798446"/>
                  </a:lnTo>
                  <a:lnTo>
                    <a:pt x="3469809" y="798446"/>
                  </a:lnTo>
                  <a:lnTo>
                    <a:pt x="3475282" y="798446"/>
                  </a:lnTo>
                  <a:lnTo>
                    <a:pt x="3475282" y="778496"/>
                  </a:lnTo>
                  <a:lnTo>
                    <a:pt x="3480755" y="778496"/>
                  </a:lnTo>
                  <a:lnTo>
                    <a:pt x="3486228" y="778496"/>
                  </a:lnTo>
                  <a:lnTo>
                    <a:pt x="3491700" y="778496"/>
                  </a:lnTo>
                  <a:lnTo>
                    <a:pt x="3497173" y="778496"/>
                  </a:lnTo>
                  <a:lnTo>
                    <a:pt x="3502646" y="778496"/>
                  </a:lnTo>
                  <a:lnTo>
                    <a:pt x="3508119" y="778496"/>
                  </a:lnTo>
                  <a:lnTo>
                    <a:pt x="3513592" y="778496"/>
                  </a:lnTo>
                  <a:lnTo>
                    <a:pt x="3513592" y="758417"/>
                  </a:lnTo>
                  <a:lnTo>
                    <a:pt x="3519065" y="758417"/>
                  </a:lnTo>
                  <a:lnTo>
                    <a:pt x="3524538" y="758417"/>
                  </a:lnTo>
                  <a:lnTo>
                    <a:pt x="3530011" y="758417"/>
                  </a:lnTo>
                  <a:lnTo>
                    <a:pt x="3535483" y="758417"/>
                  </a:lnTo>
                  <a:lnTo>
                    <a:pt x="3540956" y="758417"/>
                  </a:lnTo>
                  <a:lnTo>
                    <a:pt x="3546429" y="758417"/>
                  </a:lnTo>
                  <a:lnTo>
                    <a:pt x="3551902" y="758417"/>
                  </a:lnTo>
                  <a:lnTo>
                    <a:pt x="3557375" y="758417"/>
                  </a:lnTo>
                  <a:lnTo>
                    <a:pt x="3562848" y="758417"/>
                  </a:lnTo>
                  <a:lnTo>
                    <a:pt x="3568321" y="758417"/>
                  </a:lnTo>
                  <a:lnTo>
                    <a:pt x="3573794" y="758417"/>
                  </a:lnTo>
                  <a:lnTo>
                    <a:pt x="3573794" y="738204"/>
                  </a:lnTo>
                  <a:lnTo>
                    <a:pt x="3579267" y="738204"/>
                  </a:lnTo>
                  <a:lnTo>
                    <a:pt x="3584739" y="738204"/>
                  </a:lnTo>
                  <a:lnTo>
                    <a:pt x="3590212" y="738204"/>
                  </a:lnTo>
                  <a:lnTo>
                    <a:pt x="3595685" y="738204"/>
                  </a:lnTo>
                  <a:lnTo>
                    <a:pt x="3601158" y="738204"/>
                  </a:lnTo>
                  <a:lnTo>
                    <a:pt x="3606631" y="738204"/>
                  </a:lnTo>
                  <a:lnTo>
                    <a:pt x="3612104" y="738204"/>
                  </a:lnTo>
                  <a:lnTo>
                    <a:pt x="3617577" y="738204"/>
                  </a:lnTo>
                  <a:lnTo>
                    <a:pt x="3623050" y="738204"/>
                  </a:lnTo>
                  <a:lnTo>
                    <a:pt x="3628523" y="738204"/>
                  </a:lnTo>
                  <a:lnTo>
                    <a:pt x="3633995" y="738204"/>
                  </a:lnTo>
                  <a:lnTo>
                    <a:pt x="3639468" y="738204"/>
                  </a:lnTo>
                  <a:lnTo>
                    <a:pt x="3644941" y="738204"/>
                  </a:lnTo>
                  <a:lnTo>
                    <a:pt x="3650414" y="738204"/>
                  </a:lnTo>
                  <a:lnTo>
                    <a:pt x="3655887" y="738204"/>
                  </a:lnTo>
                  <a:lnTo>
                    <a:pt x="3661360" y="738204"/>
                  </a:lnTo>
                  <a:lnTo>
                    <a:pt x="3666833" y="738204"/>
                  </a:lnTo>
                  <a:lnTo>
                    <a:pt x="3672306" y="738204"/>
                  </a:lnTo>
                  <a:lnTo>
                    <a:pt x="3677779" y="738204"/>
                  </a:lnTo>
                  <a:lnTo>
                    <a:pt x="3683251" y="738204"/>
                  </a:lnTo>
                  <a:lnTo>
                    <a:pt x="3688724" y="738204"/>
                  </a:lnTo>
                  <a:lnTo>
                    <a:pt x="3694197" y="738204"/>
                  </a:lnTo>
                  <a:lnTo>
                    <a:pt x="3699670" y="738204"/>
                  </a:lnTo>
                  <a:lnTo>
                    <a:pt x="3699670" y="717343"/>
                  </a:lnTo>
                  <a:lnTo>
                    <a:pt x="3705143" y="717343"/>
                  </a:lnTo>
                  <a:lnTo>
                    <a:pt x="3710616" y="717343"/>
                  </a:lnTo>
                  <a:lnTo>
                    <a:pt x="3716089" y="717343"/>
                  </a:lnTo>
                  <a:lnTo>
                    <a:pt x="3721562" y="717343"/>
                  </a:lnTo>
                  <a:lnTo>
                    <a:pt x="3727034" y="717343"/>
                  </a:lnTo>
                  <a:lnTo>
                    <a:pt x="3732507" y="717343"/>
                  </a:lnTo>
                  <a:lnTo>
                    <a:pt x="3737980" y="717343"/>
                  </a:lnTo>
                  <a:lnTo>
                    <a:pt x="3743453" y="717343"/>
                  </a:lnTo>
                  <a:lnTo>
                    <a:pt x="3748926" y="717343"/>
                  </a:lnTo>
                  <a:lnTo>
                    <a:pt x="3754399" y="717343"/>
                  </a:lnTo>
                  <a:lnTo>
                    <a:pt x="3759872" y="717343"/>
                  </a:lnTo>
                  <a:lnTo>
                    <a:pt x="3765345" y="717343"/>
                  </a:lnTo>
                  <a:lnTo>
                    <a:pt x="3770818" y="717343"/>
                  </a:lnTo>
                  <a:lnTo>
                    <a:pt x="3776290" y="717343"/>
                  </a:lnTo>
                  <a:lnTo>
                    <a:pt x="3781763" y="717343"/>
                  </a:lnTo>
                  <a:lnTo>
                    <a:pt x="3787236" y="717343"/>
                  </a:lnTo>
                  <a:lnTo>
                    <a:pt x="3792709" y="717343"/>
                  </a:lnTo>
                  <a:lnTo>
                    <a:pt x="3798182" y="717343"/>
                  </a:lnTo>
                  <a:lnTo>
                    <a:pt x="3803655" y="717343"/>
                  </a:lnTo>
                  <a:lnTo>
                    <a:pt x="3809128" y="717343"/>
                  </a:lnTo>
                  <a:lnTo>
                    <a:pt x="3814601" y="717343"/>
                  </a:lnTo>
                  <a:lnTo>
                    <a:pt x="3820074" y="717343"/>
                  </a:lnTo>
                  <a:lnTo>
                    <a:pt x="3825546" y="717343"/>
                  </a:lnTo>
                  <a:lnTo>
                    <a:pt x="3831019" y="717343"/>
                  </a:lnTo>
                  <a:lnTo>
                    <a:pt x="3836492" y="717343"/>
                  </a:lnTo>
                  <a:lnTo>
                    <a:pt x="3841965" y="717343"/>
                  </a:lnTo>
                  <a:lnTo>
                    <a:pt x="3847438" y="717343"/>
                  </a:lnTo>
                  <a:lnTo>
                    <a:pt x="3852911" y="717343"/>
                  </a:lnTo>
                  <a:lnTo>
                    <a:pt x="3858384" y="717343"/>
                  </a:lnTo>
                  <a:lnTo>
                    <a:pt x="3863857" y="717343"/>
                  </a:lnTo>
                  <a:lnTo>
                    <a:pt x="3869329" y="717343"/>
                  </a:lnTo>
                  <a:lnTo>
                    <a:pt x="3874802" y="717343"/>
                  </a:lnTo>
                  <a:lnTo>
                    <a:pt x="3880275" y="717343"/>
                  </a:lnTo>
                  <a:lnTo>
                    <a:pt x="3885748" y="717343"/>
                  </a:lnTo>
                  <a:lnTo>
                    <a:pt x="3891221" y="717343"/>
                  </a:lnTo>
                  <a:lnTo>
                    <a:pt x="3896694" y="717343"/>
                  </a:lnTo>
                  <a:lnTo>
                    <a:pt x="3902167" y="717343"/>
                  </a:lnTo>
                  <a:lnTo>
                    <a:pt x="3907640" y="717343"/>
                  </a:lnTo>
                  <a:lnTo>
                    <a:pt x="3913113" y="717343"/>
                  </a:lnTo>
                  <a:lnTo>
                    <a:pt x="3918585" y="717343"/>
                  </a:lnTo>
                  <a:lnTo>
                    <a:pt x="3924058" y="717343"/>
                  </a:lnTo>
                  <a:lnTo>
                    <a:pt x="3929531" y="717343"/>
                  </a:lnTo>
                  <a:lnTo>
                    <a:pt x="3935004" y="717343"/>
                  </a:lnTo>
                  <a:lnTo>
                    <a:pt x="3940477" y="717343"/>
                  </a:lnTo>
                  <a:lnTo>
                    <a:pt x="3940477" y="694756"/>
                  </a:lnTo>
                  <a:lnTo>
                    <a:pt x="3945950" y="694756"/>
                  </a:lnTo>
                  <a:lnTo>
                    <a:pt x="3951423" y="694756"/>
                  </a:lnTo>
                  <a:lnTo>
                    <a:pt x="3956896" y="694756"/>
                  </a:lnTo>
                  <a:lnTo>
                    <a:pt x="3962369" y="694756"/>
                  </a:lnTo>
                  <a:lnTo>
                    <a:pt x="3967841" y="694756"/>
                  </a:lnTo>
                  <a:lnTo>
                    <a:pt x="3973314" y="694756"/>
                  </a:lnTo>
                  <a:lnTo>
                    <a:pt x="3978787" y="694756"/>
                  </a:lnTo>
                  <a:lnTo>
                    <a:pt x="3984260" y="694756"/>
                  </a:lnTo>
                  <a:lnTo>
                    <a:pt x="3989733" y="694756"/>
                  </a:lnTo>
                  <a:lnTo>
                    <a:pt x="3989733" y="671886"/>
                  </a:lnTo>
                  <a:lnTo>
                    <a:pt x="3995206" y="671886"/>
                  </a:lnTo>
                  <a:lnTo>
                    <a:pt x="4000679" y="671886"/>
                  </a:lnTo>
                  <a:lnTo>
                    <a:pt x="4006152" y="671886"/>
                  </a:lnTo>
                  <a:lnTo>
                    <a:pt x="4011625" y="671886"/>
                  </a:lnTo>
                  <a:lnTo>
                    <a:pt x="4017097" y="671886"/>
                  </a:lnTo>
                  <a:lnTo>
                    <a:pt x="4022570" y="671886"/>
                  </a:lnTo>
                  <a:lnTo>
                    <a:pt x="4028043" y="671886"/>
                  </a:lnTo>
                  <a:lnTo>
                    <a:pt x="4033516" y="671886"/>
                  </a:lnTo>
                  <a:lnTo>
                    <a:pt x="4038989" y="671886"/>
                  </a:lnTo>
                  <a:lnTo>
                    <a:pt x="4044462" y="671886"/>
                  </a:lnTo>
                  <a:lnTo>
                    <a:pt x="4049935" y="671886"/>
                  </a:lnTo>
                  <a:lnTo>
                    <a:pt x="4055408" y="671886"/>
                  </a:lnTo>
                  <a:lnTo>
                    <a:pt x="4060880" y="671886"/>
                  </a:lnTo>
                  <a:lnTo>
                    <a:pt x="4066353" y="671886"/>
                  </a:lnTo>
                  <a:lnTo>
                    <a:pt x="4071826" y="671886"/>
                  </a:lnTo>
                  <a:lnTo>
                    <a:pt x="4077299" y="671886"/>
                  </a:lnTo>
                  <a:lnTo>
                    <a:pt x="4082772" y="671886"/>
                  </a:lnTo>
                  <a:lnTo>
                    <a:pt x="4082772" y="648507"/>
                  </a:lnTo>
                  <a:lnTo>
                    <a:pt x="4088245" y="648507"/>
                  </a:lnTo>
                  <a:lnTo>
                    <a:pt x="4093718" y="648507"/>
                  </a:lnTo>
                  <a:lnTo>
                    <a:pt x="4099191" y="648507"/>
                  </a:lnTo>
                  <a:lnTo>
                    <a:pt x="4104664" y="648507"/>
                  </a:lnTo>
                  <a:lnTo>
                    <a:pt x="4110136" y="648507"/>
                  </a:lnTo>
                  <a:lnTo>
                    <a:pt x="4115609" y="648507"/>
                  </a:lnTo>
                  <a:lnTo>
                    <a:pt x="4121082" y="648507"/>
                  </a:lnTo>
                  <a:lnTo>
                    <a:pt x="4126555" y="648507"/>
                  </a:lnTo>
                  <a:lnTo>
                    <a:pt x="4132028" y="648507"/>
                  </a:lnTo>
                  <a:lnTo>
                    <a:pt x="4137501" y="648507"/>
                  </a:lnTo>
                  <a:lnTo>
                    <a:pt x="4142974" y="648507"/>
                  </a:lnTo>
                  <a:lnTo>
                    <a:pt x="4148447" y="648507"/>
                  </a:lnTo>
                  <a:lnTo>
                    <a:pt x="4153920" y="648507"/>
                  </a:lnTo>
                  <a:lnTo>
                    <a:pt x="4159392" y="648507"/>
                  </a:lnTo>
                  <a:lnTo>
                    <a:pt x="4164865" y="648507"/>
                  </a:lnTo>
                  <a:lnTo>
                    <a:pt x="4170338" y="648507"/>
                  </a:lnTo>
                  <a:lnTo>
                    <a:pt x="4175811" y="648507"/>
                  </a:lnTo>
                  <a:lnTo>
                    <a:pt x="4181284" y="648507"/>
                  </a:lnTo>
                  <a:lnTo>
                    <a:pt x="4186757" y="648507"/>
                  </a:lnTo>
                  <a:lnTo>
                    <a:pt x="4192230" y="648507"/>
                  </a:lnTo>
                  <a:lnTo>
                    <a:pt x="4197703" y="648507"/>
                  </a:lnTo>
                  <a:lnTo>
                    <a:pt x="4203176" y="648507"/>
                  </a:lnTo>
                  <a:lnTo>
                    <a:pt x="4208648" y="648507"/>
                  </a:lnTo>
                  <a:lnTo>
                    <a:pt x="4214121" y="648507"/>
                  </a:lnTo>
                  <a:lnTo>
                    <a:pt x="4219594" y="648507"/>
                  </a:lnTo>
                  <a:lnTo>
                    <a:pt x="4225067" y="648507"/>
                  </a:lnTo>
                  <a:lnTo>
                    <a:pt x="4230540" y="648507"/>
                  </a:lnTo>
                  <a:lnTo>
                    <a:pt x="4236013" y="648507"/>
                  </a:lnTo>
                  <a:lnTo>
                    <a:pt x="4241486" y="648507"/>
                  </a:lnTo>
                  <a:lnTo>
                    <a:pt x="4246959" y="648507"/>
                  </a:lnTo>
                  <a:lnTo>
                    <a:pt x="4252431" y="648507"/>
                  </a:lnTo>
                  <a:lnTo>
                    <a:pt x="4257904" y="648507"/>
                  </a:lnTo>
                  <a:lnTo>
                    <a:pt x="4263377" y="648507"/>
                  </a:lnTo>
                  <a:lnTo>
                    <a:pt x="4268850" y="648507"/>
                  </a:lnTo>
                  <a:lnTo>
                    <a:pt x="4274323" y="648507"/>
                  </a:lnTo>
                  <a:lnTo>
                    <a:pt x="4279796" y="648507"/>
                  </a:lnTo>
                  <a:lnTo>
                    <a:pt x="4285269" y="648507"/>
                  </a:lnTo>
                  <a:lnTo>
                    <a:pt x="4290742" y="648507"/>
                  </a:lnTo>
                  <a:lnTo>
                    <a:pt x="4296215" y="648507"/>
                  </a:lnTo>
                  <a:lnTo>
                    <a:pt x="4301687" y="648507"/>
                  </a:lnTo>
                  <a:lnTo>
                    <a:pt x="4307160" y="648507"/>
                  </a:lnTo>
                  <a:lnTo>
                    <a:pt x="4312633" y="648507"/>
                  </a:lnTo>
                  <a:lnTo>
                    <a:pt x="4318106" y="648507"/>
                  </a:lnTo>
                  <a:lnTo>
                    <a:pt x="4323579" y="648507"/>
                  </a:lnTo>
                  <a:lnTo>
                    <a:pt x="4329052" y="648507"/>
                  </a:lnTo>
                  <a:lnTo>
                    <a:pt x="4334525" y="648507"/>
                  </a:lnTo>
                  <a:lnTo>
                    <a:pt x="4339998" y="648507"/>
                  </a:lnTo>
                  <a:lnTo>
                    <a:pt x="4345471" y="648507"/>
                  </a:lnTo>
                  <a:lnTo>
                    <a:pt x="4350943" y="648507"/>
                  </a:lnTo>
                  <a:lnTo>
                    <a:pt x="4356416" y="648507"/>
                  </a:lnTo>
                  <a:lnTo>
                    <a:pt x="4361889" y="648507"/>
                  </a:lnTo>
                  <a:lnTo>
                    <a:pt x="4367362" y="648507"/>
                  </a:lnTo>
                  <a:lnTo>
                    <a:pt x="4372835" y="648507"/>
                  </a:lnTo>
                  <a:lnTo>
                    <a:pt x="4378308" y="648507"/>
                  </a:lnTo>
                  <a:lnTo>
                    <a:pt x="4378308" y="623658"/>
                  </a:lnTo>
                  <a:lnTo>
                    <a:pt x="4383781" y="623658"/>
                  </a:lnTo>
                  <a:lnTo>
                    <a:pt x="4389254" y="623658"/>
                  </a:lnTo>
                  <a:lnTo>
                    <a:pt x="4389254" y="598839"/>
                  </a:lnTo>
                  <a:lnTo>
                    <a:pt x="4394726" y="598839"/>
                  </a:lnTo>
                  <a:lnTo>
                    <a:pt x="4400199" y="598839"/>
                  </a:lnTo>
                  <a:lnTo>
                    <a:pt x="4405672" y="598839"/>
                  </a:lnTo>
                  <a:lnTo>
                    <a:pt x="4411145" y="598839"/>
                  </a:lnTo>
                  <a:lnTo>
                    <a:pt x="4416618" y="598839"/>
                  </a:lnTo>
                  <a:lnTo>
                    <a:pt x="4422091" y="598839"/>
                  </a:lnTo>
                  <a:lnTo>
                    <a:pt x="4427564" y="598839"/>
                  </a:lnTo>
                  <a:lnTo>
                    <a:pt x="4433037" y="598839"/>
                  </a:lnTo>
                  <a:lnTo>
                    <a:pt x="4438510" y="598839"/>
                  </a:lnTo>
                  <a:lnTo>
                    <a:pt x="4443982" y="598839"/>
                  </a:lnTo>
                  <a:lnTo>
                    <a:pt x="4449455" y="598839"/>
                  </a:lnTo>
                  <a:lnTo>
                    <a:pt x="4454928" y="598839"/>
                  </a:lnTo>
                  <a:lnTo>
                    <a:pt x="4460401" y="598839"/>
                  </a:lnTo>
                  <a:lnTo>
                    <a:pt x="4465874" y="598839"/>
                  </a:lnTo>
                  <a:lnTo>
                    <a:pt x="4471347" y="598839"/>
                  </a:lnTo>
                  <a:lnTo>
                    <a:pt x="4476820" y="598839"/>
                  </a:lnTo>
                  <a:lnTo>
                    <a:pt x="4482293" y="598839"/>
                  </a:lnTo>
                  <a:lnTo>
                    <a:pt x="4487766" y="598839"/>
                  </a:lnTo>
                  <a:lnTo>
                    <a:pt x="4493238" y="598839"/>
                  </a:lnTo>
                  <a:lnTo>
                    <a:pt x="4498711" y="598839"/>
                  </a:lnTo>
                  <a:lnTo>
                    <a:pt x="4504184" y="598839"/>
                  </a:lnTo>
                  <a:lnTo>
                    <a:pt x="4504184" y="573234"/>
                  </a:lnTo>
                  <a:lnTo>
                    <a:pt x="4509657" y="573234"/>
                  </a:lnTo>
                  <a:lnTo>
                    <a:pt x="4515130" y="573234"/>
                  </a:lnTo>
                  <a:lnTo>
                    <a:pt x="4520603" y="573234"/>
                  </a:lnTo>
                  <a:lnTo>
                    <a:pt x="4520603" y="547588"/>
                  </a:lnTo>
                  <a:lnTo>
                    <a:pt x="4526076" y="547588"/>
                  </a:lnTo>
                  <a:lnTo>
                    <a:pt x="4531549" y="547588"/>
                  </a:lnTo>
                  <a:lnTo>
                    <a:pt x="4537022" y="547588"/>
                  </a:lnTo>
                  <a:lnTo>
                    <a:pt x="4542494" y="547588"/>
                  </a:lnTo>
                  <a:lnTo>
                    <a:pt x="4547967" y="547588"/>
                  </a:lnTo>
                  <a:lnTo>
                    <a:pt x="4553440" y="547588"/>
                  </a:lnTo>
                  <a:lnTo>
                    <a:pt x="4558913" y="547588"/>
                  </a:lnTo>
                  <a:lnTo>
                    <a:pt x="4564386" y="547588"/>
                  </a:lnTo>
                  <a:lnTo>
                    <a:pt x="4569859" y="547588"/>
                  </a:lnTo>
                  <a:lnTo>
                    <a:pt x="4575332" y="547588"/>
                  </a:lnTo>
                  <a:lnTo>
                    <a:pt x="4580805" y="547588"/>
                  </a:lnTo>
                  <a:lnTo>
                    <a:pt x="4586277" y="547588"/>
                  </a:lnTo>
                  <a:lnTo>
                    <a:pt x="4591750" y="547588"/>
                  </a:lnTo>
                  <a:lnTo>
                    <a:pt x="4597223" y="547588"/>
                  </a:lnTo>
                  <a:lnTo>
                    <a:pt x="4602696" y="547588"/>
                  </a:lnTo>
                  <a:lnTo>
                    <a:pt x="4608169" y="547588"/>
                  </a:lnTo>
                  <a:lnTo>
                    <a:pt x="4613642" y="547588"/>
                  </a:lnTo>
                  <a:lnTo>
                    <a:pt x="4619115" y="547588"/>
                  </a:lnTo>
                  <a:lnTo>
                    <a:pt x="4624588" y="547588"/>
                  </a:lnTo>
                  <a:lnTo>
                    <a:pt x="4630061" y="547588"/>
                  </a:lnTo>
                  <a:lnTo>
                    <a:pt x="4635533" y="547588"/>
                  </a:lnTo>
                  <a:lnTo>
                    <a:pt x="4641006" y="547588"/>
                  </a:lnTo>
                  <a:lnTo>
                    <a:pt x="4646479" y="547588"/>
                  </a:lnTo>
                  <a:lnTo>
                    <a:pt x="4651952" y="547588"/>
                  </a:lnTo>
                  <a:lnTo>
                    <a:pt x="4657425" y="547588"/>
                  </a:lnTo>
                  <a:lnTo>
                    <a:pt x="4662898" y="547588"/>
                  </a:lnTo>
                  <a:lnTo>
                    <a:pt x="4668371" y="547588"/>
                  </a:lnTo>
                  <a:lnTo>
                    <a:pt x="4673844" y="547588"/>
                  </a:lnTo>
                  <a:lnTo>
                    <a:pt x="4679317" y="547588"/>
                  </a:lnTo>
                  <a:lnTo>
                    <a:pt x="4684789" y="547588"/>
                  </a:lnTo>
                  <a:lnTo>
                    <a:pt x="4690262" y="547588"/>
                  </a:lnTo>
                  <a:lnTo>
                    <a:pt x="4695735" y="547588"/>
                  </a:lnTo>
                  <a:lnTo>
                    <a:pt x="4701208" y="547588"/>
                  </a:lnTo>
                  <a:lnTo>
                    <a:pt x="4706681" y="547588"/>
                  </a:lnTo>
                  <a:lnTo>
                    <a:pt x="4712154" y="547588"/>
                  </a:lnTo>
                  <a:lnTo>
                    <a:pt x="4717627" y="547588"/>
                  </a:lnTo>
                  <a:lnTo>
                    <a:pt x="4723100" y="547588"/>
                  </a:lnTo>
                  <a:lnTo>
                    <a:pt x="4728573" y="547588"/>
                  </a:lnTo>
                  <a:lnTo>
                    <a:pt x="4734045" y="547588"/>
                  </a:lnTo>
                  <a:lnTo>
                    <a:pt x="4739518" y="547588"/>
                  </a:lnTo>
                  <a:lnTo>
                    <a:pt x="4744991" y="547588"/>
                  </a:lnTo>
                  <a:lnTo>
                    <a:pt x="4750464" y="547588"/>
                  </a:lnTo>
                  <a:lnTo>
                    <a:pt x="4755937" y="547588"/>
                  </a:lnTo>
                  <a:lnTo>
                    <a:pt x="4761410" y="547588"/>
                  </a:lnTo>
                  <a:lnTo>
                    <a:pt x="4766883" y="547588"/>
                  </a:lnTo>
                  <a:lnTo>
                    <a:pt x="4772356" y="547588"/>
                  </a:lnTo>
                  <a:lnTo>
                    <a:pt x="4777828" y="547588"/>
                  </a:lnTo>
                  <a:lnTo>
                    <a:pt x="4783301" y="547588"/>
                  </a:lnTo>
                  <a:lnTo>
                    <a:pt x="4788774" y="547588"/>
                  </a:lnTo>
                  <a:lnTo>
                    <a:pt x="4794247" y="547588"/>
                  </a:lnTo>
                  <a:lnTo>
                    <a:pt x="4799720" y="547588"/>
                  </a:lnTo>
                  <a:lnTo>
                    <a:pt x="4805193" y="547588"/>
                  </a:lnTo>
                  <a:lnTo>
                    <a:pt x="4810666" y="547588"/>
                  </a:lnTo>
                  <a:lnTo>
                    <a:pt x="4816139" y="547588"/>
                  </a:lnTo>
                  <a:lnTo>
                    <a:pt x="4816139" y="520259"/>
                  </a:lnTo>
                  <a:lnTo>
                    <a:pt x="4821612" y="520259"/>
                  </a:lnTo>
                  <a:lnTo>
                    <a:pt x="4827084" y="520259"/>
                  </a:lnTo>
                  <a:lnTo>
                    <a:pt x="4832557" y="520259"/>
                  </a:lnTo>
                  <a:lnTo>
                    <a:pt x="4838030" y="520259"/>
                  </a:lnTo>
                  <a:lnTo>
                    <a:pt x="4843503" y="520259"/>
                  </a:lnTo>
                  <a:lnTo>
                    <a:pt x="4848976" y="520259"/>
                  </a:lnTo>
                  <a:lnTo>
                    <a:pt x="4854449" y="520259"/>
                  </a:lnTo>
                  <a:lnTo>
                    <a:pt x="4859922" y="520259"/>
                  </a:lnTo>
                  <a:lnTo>
                    <a:pt x="4865395" y="520259"/>
                  </a:lnTo>
                  <a:lnTo>
                    <a:pt x="4870868" y="520259"/>
                  </a:lnTo>
                  <a:lnTo>
                    <a:pt x="4876340" y="520259"/>
                  </a:lnTo>
                  <a:lnTo>
                    <a:pt x="4881813" y="520259"/>
                  </a:lnTo>
                  <a:lnTo>
                    <a:pt x="4887286" y="520259"/>
                  </a:lnTo>
                  <a:lnTo>
                    <a:pt x="4892759" y="520259"/>
                  </a:lnTo>
                  <a:lnTo>
                    <a:pt x="4898232" y="520259"/>
                  </a:lnTo>
                  <a:lnTo>
                    <a:pt x="4903705" y="520259"/>
                  </a:lnTo>
                  <a:lnTo>
                    <a:pt x="4909178" y="520259"/>
                  </a:lnTo>
                  <a:lnTo>
                    <a:pt x="4909178" y="492533"/>
                  </a:lnTo>
                  <a:lnTo>
                    <a:pt x="4914651" y="492533"/>
                  </a:lnTo>
                  <a:lnTo>
                    <a:pt x="4920123" y="492533"/>
                  </a:lnTo>
                  <a:lnTo>
                    <a:pt x="4925596" y="492533"/>
                  </a:lnTo>
                  <a:lnTo>
                    <a:pt x="4925596" y="464846"/>
                  </a:lnTo>
                  <a:lnTo>
                    <a:pt x="4931069" y="464846"/>
                  </a:lnTo>
                  <a:lnTo>
                    <a:pt x="4936542" y="464846"/>
                  </a:lnTo>
                  <a:lnTo>
                    <a:pt x="4942015" y="464846"/>
                  </a:lnTo>
                  <a:lnTo>
                    <a:pt x="4947488" y="464846"/>
                  </a:lnTo>
                  <a:lnTo>
                    <a:pt x="4952961" y="464846"/>
                  </a:lnTo>
                  <a:lnTo>
                    <a:pt x="4958434" y="464846"/>
                  </a:lnTo>
                  <a:lnTo>
                    <a:pt x="4963907" y="464846"/>
                  </a:lnTo>
                  <a:lnTo>
                    <a:pt x="4969379" y="464846"/>
                  </a:lnTo>
                  <a:lnTo>
                    <a:pt x="4974852" y="464846"/>
                  </a:lnTo>
                  <a:lnTo>
                    <a:pt x="4980325" y="464846"/>
                  </a:lnTo>
                  <a:lnTo>
                    <a:pt x="4985798" y="464846"/>
                  </a:lnTo>
                  <a:lnTo>
                    <a:pt x="4991271" y="464846"/>
                  </a:lnTo>
                  <a:lnTo>
                    <a:pt x="4996744" y="464846"/>
                  </a:lnTo>
                  <a:lnTo>
                    <a:pt x="4996744" y="437018"/>
                  </a:lnTo>
                  <a:lnTo>
                    <a:pt x="5002217" y="437018"/>
                  </a:lnTo>
                  <a:lnTo>
                    <a:pt x="5007690" y="437018"/>
                  </a:lnTo>
                  <a:lnTo>
                    <a:pt x="5013163" y="437018"/>
                  </a:lnTo>
                  <a:lnTo>
                    <a:pt x="5018635" y="437018"/>
                  </a:lnTo>
                  <a:lnTo>
                    <a:pt x="5024108" y="437018"/>
                  </a:lnTo>
                  <a:lnTo>
                    <a:pt x="5029581" y="437018"/>
                  </a:lnTo>
                  <a:lnTo>
                    <a:pt x="5035054" y="437018"/>
                  </a:lnTo>
                  <a:lnTo>
                    <a:pt x="5040527" y="437018"/>
                  </a:lnTo>
                  <a:lnTo>
                    <a:pt x="5046000" y="437018"/>
                  </a:lnTo>
                  <a:lnTo>
                    <a:pt x="5051473" y="437018"/>
                  </a:lnTo>
                  <a:lnTo>
                    <a:pt x="5056946" y="437018"/>
                  </a:lnTo>
                  <a:lnTo>
                    <a:pt x="5062419" y="437018"/>
                  </a:lnTo>
                  <a:lnTo>
                    <a:pt x="5067891" y="437018"/>
                  </a:lnTo>
                  <a:lnTo>
                    <a:pt x="5073364" y="437018"/>
                  </a:lnTo>
                  <a:lnTo>
                    <a:pt x="5078837" y="437018"/>
                  </a:lnTo>
                  <a:lnTo>
                    <a:pt x="5084310" y="437018"/>
                  </a:lnTo>
                  <a:lnTo>
                    <a:pt x="5089783" y="437018"/>
                  </a:lnTo>
                  <a:lnTo>
                    <a:pt x="5095256" y="437018"/>
                  </a:lnTo>
                  <a:lnTo>
                    <a:pt x="5100729" y="437018"/>
                  </a:lnTo>
                  <a:lnTo>
                    <a:pt x="5106202" y="437018"/>
                  </a:lnTo>
                  <a:lnTo>
                    <a:pt x="5111674" y="437018"/>
                  </a:lnTo>
                  <a:lnTo>
                    <a:pt x="5117147" y="437018"/>
                  </a:lnTo>
                  <a:lnTo>
                    <a:pt x="5122620" y="437018"/>
                  </a:lnTo>
                  <a:lnTo>
                    <a:pt x="5128093" y="437018"/>
                  </a:lnTo>
                  <a:lnTo>
                    <a:pt x="5133566" y="437018"/>
                  </a:lnTo>
                  <a:lnTo>
                    <a:pt x="5139039" y="437018"/>
                  </a:lnTo>
                  <a:lnTo>
                    <a:pt x="5144512" y="437018"/>
                  </a:lnTo>
                  <a:lnTo>
                    <a:pt x="5149985" y="437018"/>
                  </a:lnTo>
                  <a:lnTo>
                    <a:pt x="5155458" y="437018"/>
                  </a:lnTo>
                  <a:lnTo>
                    <a:pt x="5160930" y="437018"/>
                  </a:lnTo>
                  <a:lnTo>
                    <a:pt x="5166403" y="437018"/>
                  </a:lnTo>
                  <a:lnTo>
                    <a:pt x="5171876" y="437018"/>
                  </a:lnTo>
                  <a:lnTo>
                    <a:pt x="5177349" y="437018"/>
                  </a:lnTo>
                  <a:lnTo>
                    <a:pt x="5182822" y="437018"/>
                  </a:lnTo>
                  <a:lnTo>
                    <a:pt x="5188295" y="437018"/>
                  </a:lnTo>
                  <a:lnTo>
                    <a:pt x="5193768" y="437018"/>
                  </a:lnTo>
                  <a:lnTo>
                    <a:pt x="5199241" y="437018"/>
                  </a:lnTo>
                  <a:lnTo>
                    <a:pt x="5204714" y="437018"/>
                  </a:lnTo>
                  <a:lnTo>
                    <a:pt x="5210186" y="437018"/>
                  </a:lnTo>
                  <a:lnTo>
                    <a:pt x="5215659" y="437018"/>
                  </a:lnTo>
                  <a:lnTo>
                    <a:pt x="5221132" y="437018"/>
                  </a:lnTo>
                  <a:lnTo>
                    <a:pt x="5226605" y="437018"/>
                  </a:lnTo>
                  <a:lnTo>
                    <a:pt x="5232078" y="437018"/>
                  </a:lnTo>
                  <a:lnTo>
                    <a:pt x="5237551" y="437018"/>
                  </a:lnTo>
                  <a:lnTo>
                    <a:pt x="5243024" y="437018"/>
                  </a:lnTo>
                  <a:lnTo>
                    <a:pt x="5248497" y="437018"/>
                  </a:lnTo>
                  <a:lnTo>
                    <a:pt x="5253970" y="437018"/>
                  </a:lnTo>
                  <a:lnTo>
                    <a:pt x="5259442" y="437018"/>
                  </a:lnTo>
                  <a:lnTo>
                    <a:pt x="5264915" y="437018"/>
                  </a:lnTo>
                  <a:lnTo>
                    <a:pt x="5270388" y="437018"/>
                  </a:lnTo>
                  <a:lnTo>
                    <a:pt x="5275861" y="437018"/>
                  </a:lnTo>
                  <a:lnTo>
                    <a:pt x="5281334" y="437018"/>
                  </a:lnTo>
                  <a:lnTo>
                    <a:pt x="5286807" y="437018"/>
                  </a:lnTo>
                  <a:lnTo>
                    <a:pt x="5292280" y="437018"/>
                  </a:lnTo>
                  <a:lnTo>
                    <a:pt x="5297753" y="437018"/>
                  </a:lnTo>
                  <a:lnTo>
                    <a:pt x="5303225" y="437018"/>
                  </a:lnTo>
                  <a:lnTo>
                    <a:pt x="5308698" y="437018"/>
                  </a:lnTo>
                  <a:lnTo>
                    <a:pt x="5314171" y="437018"/>
                  </a:lnTo>
                  <a:lnTo>
                    <a:pt x="5319644" y="437018"/>
                  </a:lnTo>
                  <a:lnTo>
                    <a:pt x="5325117" y="437018"/>
                  </a:lnTo>
                  <a:lnTo>
                    <a:pt x="5330590" y="437018"/>
                  </a:lnTo>
                  <a:lnTo>
                    <a:pt x="5336063" y="437018"/>
                  </a:lnTo>
                  <a:lnTo>
                    <a:pt x="5341536" y="437018"/>
                  </a:lnTo>
                  <a:lnTo>
                    <a:pt x="5347009" y="437018"/>
                  </a:lnTo>
                  <a:lnTo>
                    <a:pt x="5352481" y="437018"/>
                  </a:lnTo>
                  <a:lnTo>
                    <a:pt x="5357954" y="437018"/>
                  </a:lnTo>
                  <a:lnTo>
                    <a:pt x="5363427" y="437018"/>
                  </a:lnTo>
                  <a:lnTo>
                    <a:pt x="5368900" y="437018"/>
                  </a:lnTo>
                  <a:lnTo>
                    <a:pt x="5374373" y="437018"/>
                  </a:lnTo>
                  <a:lnTo>
                    <a:pt x="5379846" y="437018"/>
                  </a:lnTo>
                  <a:lnTo>
                    <a:pt x="5385319" y="437018"/>
                  </a:lnTo>
                  <a:lnTo>
                    <a:pt x="5390792" y="437018"/>
                  </a:lnTo>
                  <a:lnTo>
                    <a:pt x="5396265" y="437018"/>
                  </a:lnTo>
                  <a:lnTo>
                    <a:pt x="5401737" y="437018"/>
                  </a:lnTo>
                  <a:lnTo>
                    <a:pt x="5407210" y="437018"/>
                  </a:lnTo>
                  <a:lnTo>
                    <a:pt x="5412683" y="437018"/>
                  </a:lnTo>
                  <a:lnTo>
                    <a:pt x="5418156" y="437018"/>
                  </a:lnTo>
                  <a:lnTo>
                    <a:pt x="5423629" y="437018"/>
                  </a:lnTo>
                  <a:lnTo>
                    <a:pt x="5429102" y="437018"/>
                  </a:lnTo>
                  <a:lnTo>
                    <a:pt x="5434575" y="437018"/>
                  </a:lnTo>
                  <a:lnTo>
                    <a:pt x="5440048" y="437018"/>
                  </a:lnTo>
                  <a:lnTo>
                    <a:pt x="5445520" y="437018"/>
                  </a:lnTo>
                  <a:lnTo>
                    <a:pt x="5450993" y="437018"/>
                  </a:lnTo>
                  <a:lnTo>
                    <a:pt x="5456466" y="437018"/>
                  </a:lnTo>
                  <a:lnTo>
                    <a:pt x="5461939" y="437018"/>
                  </a:lnTo>
                  <a:lnTo>
                    <a:pt x="5467412" y="437018"/>
                  </a:lnTo>
                  <a:lnTo>
                    <a:pt x="5472885" y="437018"/>
                  </a:lnTo>
                  <a:lnTo>
                    <a:pt x="5478358" y="437018"/>
                  </a:lnTo>
                  <a:lnTo>
                    <a:pt x="5483831" y="437018"/>
                  </a:lnTo>
                  <a:lnTo>
                    <a:pt x="5489304" y="437018"/>
                  </a:lnTo>
                  <a:lnTo>
                    <a:pt x="5494776" y="437018"/>
                  </a:lnTo>
                  <a:lnTo>
                    <a:pt x="5500249" y="437018"/>
                  </a:lnTo>
                  <a:lnTo>
                    <a:pt x="5505722" y="437018"/>
                  </a:lnTo>
                  <a:lnTo>
                    <a:pt x="5511195" y="437018"/>
                  </a:lnTo>
                  <a:lnTo>
                    <a:pt x="5516668" y="437018"/>
                  </a:lnTo>
                  <a:lnTo>
                    <a:pt x="5522141" y="437018"/>
                  </a:lnTo>
                  <a:lnTo>
                    <a:pt x="5527614" y="437018"/>
                  </a:lnTo>
                  <a:lnTo>
                    <a:pt x="5533087" y="437018"/>
                  </a:lnTo>
                  <a:lnTo>
                    <a:pt x="5538560" y="437018"/>
                  </a:lnTo>
                  <a:lnTo>
                    <a:pt x="5544032" y="437018"/>
                  </a:lnTo>
                  <a:lnTo>
                    <a:pt x="5549505" y="437018"/>
                  </a:lnTo>
                  <a:lnTo>
                    <a:pt x="5554978" y="437018"/>
                  </a:lnTo>
                  <a:lnTo>
                    <a:pt x="5560451" y="437018"/>
                  </a:lnTo>
                  <a:lnTo>
                    <a:pt x="5565924" y="437018"/>
                  </a:lnTo>
                  <a:lnTo>
                    <a:pt x="5571397" y="437018"/>
                  </a:lnTo>
                  <a:lnTo>
                    <a:pt x="5576870" y="437018"/>
                  </a:lnTo>
                  <a:lnTo>
                    <a:pt x="5582343" y="437018"/>
                  </a:lnTo>
                  <a:lnTo>
                    <a:pt x="5587816" y="437018"/>
                  </a:lnTo>
                  <a:lnTo>
                    <a:pt x="5593288" y="437018"/>
                  </a:lnTo>
                  <a:lnTo>
                    <a:pt x="5598761" y="437018"/>
                  </a:lnTo>
                  <a:lnTo>
                    <a:pt x="5604234" y="437018"/>
                  </a:lnTo>
                  <a:lnTo>
                    <a:pt x="5609707" y="437018"/>
                  </a:lnTo>
                  <a:lnTo>
                    <a:pt x="5615180" y="437018"/>
                  </a:lnTo>
                  <a:lnTo>
                    <a:pt x="5620653" y="437018"/>
                  </a:lnTo>
                  <a:lnTo>
                    <a:pt x="5626126" y="437018"/>
                  </a:lnTo>
                  <a:lnTo>
                    <a:pt x="5631599" y="437018"/>
                  </a:lnTo>
                  <a:lnTo>
                    <a:pt x="5637071" y="437018"/>
                  </a:lnTo>
                  <a:lnTo>
                    <a:pt x="5642544" y="437018"/>
                  </a:lnTo>
                  <a:lnTo>
                    <a:pt x="5648017" y="437018"/>
                  </a:lnTo>
                  <a:lnTo>
                    <a:pt x="5653490" y="437018"/>
                  </a:lnTo>
                  <a:lnTo>
                    <a:pt x="5658963" y="437018"/>
                  </a:lnTo>
                  <a:lnTo>
                    <a:pt x="5664436" y="437018"/>
                  </a:lnTo>
                  <a:lnTo>
                    <a:pt x="5669909" y="437018"/>
                  </a:lnTo>
                  <a:lnTo>
                    <a:pt x="5675382" y="437018"/>
                  </a:lnTo>
                  <a:lnTo>
                    <a:pt x="5680855" y="437018"/>
                  </a:lnTo>
                  <a:lnTo>
                    <a:pt x="5686327" y="437018"/>
                  </a:lnTo>
                  <a:lnTo>
                    <a:pt x="5691800" y="437018"/>
                  </a:lnTo>
                  <a:lnTo>
                    <a:pt x="5697273" y="437018"/>
                  </a:lnTo>
                  <a:lnTo>
                    <a:pt x="5702746" y="437018"/>
                  </a:lnTo>
                  <a:lnTo>
                    <a:pt x="5708219" y="437018"/>
                  </a:lnTo>
                  <a:lnTo>
                    <a:pt x="5713692" y="437018"/>
                  </a:lnTo>
                  <a:lnTo>
                    <a:pt x="5719165" y="437018"/>
                  </a:lnTo>
                  <a:lnTo>
                    <a:pt x="5724638" y="437018"/>
                  </a:lnTo>
                  <a:lnTo>
                    <a:pt x="5730111" y="437018"/>
                  </a:lnTo>
                  <a:lnTo>
                    <a:pt x="5735583" y="437018"/>
                  </a:lnTo>
                  <a:lnTo>
                    <a:pt x="5741056" y="437018"/>
                  </a:lnTo>
                  <a:lnTo>
                    <a:pt x="5746529" y="437018"/>
                  </a:lnTo>
                  <a:lnTo>
                    <a:pt x="5752002" y="437018"/>
                  </a:lnTo>
                  <a:lnTo>
                    <a:pt x="5757475" y="437018"/>
                  </a:lnTo>
                  <a:lnTo>
                    <a:pt x="5762948" y="437018"/>
                  </a:lnTo>
                  <a:lnTo>
                    <a:pt x="5768421" y="437018"/>
                  </a:lnTo>
                  <a:lnTo>
                    <a:pt x="5773894" y="437018"/>
                  </a:lnTo>
                  <a:lnTo>
                    <a:pt x="5779367" y="437018"/>
                  </a:lnTo>
                  <a:lnTo>
                    <a:pt x="5784839" y="437018"/>
                  </a:lnTo>
                  <a:lnTo>
                    <a:pt x="5790312" y="437018"/>
                  </a:lnTo>
                  <a:lnTo>
                    <a:pt x="5795785" y="437018"/>
                  </a:lnTo>
                  <a:lnTo>
                    <a:pt x="5801258" y="437018"/>
                  </a:lnTo>
                  <a:lnTo>
                    <a:pt x="5806731" y="437018"/>
                  </a:lnTo>
                  <a:lnTo>
                    <a:pt x="5806731" y="403088"/>
                  </a:lnTo>
                  <a:lnTo>
                    <a:pt x="5812204" y="403088"/>
                  </a:lnTo>
                  <a:lnTo>
                    <a:pt x="5817677" y="403088"/>
                  </a:lnTo>
                  <a:lnTo>
                    <a:pt x="5823150" y="403088"/>
                  </a:lnTo>
                  <a:lnTo>
                    <a:pt x="5828622" y="403088"/>
                  </a:lnTo>
                  <a:lnTo>
                    <a:pt x="5834095" y="403088"/>
                  </a:lnTo>
                  <a:lnTo>
                    <a:pt x="5839568" y="403088"/>
                  </a:lnTo>
                  <a:lnTo>
                    <a:pt x="5845041" y="403088"/>
                  </a:lnTo>
                  <a:lnTo>
                    <a:pt x="5850514" y="403088"/>
                  </a:lnTo>
                  <a:lnTo>
                    <a:pt x="5855987" y="403088"/>
                  </a:lnTo>
                  <a:lnTo>
                    <a:pt x="5861460" y="403088"/>
                  </a:lnTo>
                  <a:lnTo>
                    <a:pt x="5866933" y="403088"/>
                  </a:lnTo>
                  <a:lnTo>
                    <a:pt x="5872406" y="403088"/>
                  </a:lnTo>
                  <a:lnTo>
                    <a:pt x="5877878" y="403088"/>
                  </a:lnTo>
                  <a:lnTo>
                    <a:pt x="5883351" y="403088"/>
                  </a:lnTo>
                  <a:lnTo>
                    <a:pt x="5888824" y="403088"/>
                  </a:lnTo>
                  <a:lnTo>
                    <a:pt x="5894297" y="403088"/>
                  </a:lnTo>
                  <a:lnTo>
                    <a:pt x="5899770" y="403088"/>
                  </a:lnTo>
                  <a:lnTo>
                    <a:pt x="5905243" y="403088"/>
                  </a:lnTo>
                  <a:lnTo>
                    <a:pt x="5910716" y="403088"/>
                  </a:lnTo>
                  <a:lnTo>
                    <a:pt x="5916189" y="403088"/>
                  </a:lnTo>
                  <a:lnTo>
                    <a:pt x="5921662" y="403088"/>
                  </a:lnTo>
                  <a:lnTo>
                    <a:pt x="5927134" y="403088"/>
                  </a:lnTo>
                  <a:lnTo>
                    <a:pt x="5932607" y="403088"/>
                  </a:lnTo>
                  <a:lnTo>
                    <a:pt x="5938080" y="403088"/>
                  </a:lnTo>
                  <a:lnTo>
                    <a:pt x="5943553" y="403088"/>
                  </a:lnTo>
                  <a:lnTo>
                    <a:pt x="5949026" y="403088"/>
                  </a:lnTo>
                  <a:lnTo>
                    <a:pt x="5954499" y="403088"/>
                  </a:lnTo>
                  <a:lnTo>
                    <a:pt x="5959972" y="403088"/>
                  </a:lnTo>
                  <a:lnTo>
                    <a:pt x="5965445" y="403088"/>
                  </a:lnTo>
                  <a:lnTo>
                    <a:pt x="5970918" y="403088"/>
                  </a:lnTo>
                  <a:lnTo>
                    <a:pt x="5976390" y="403088"/>
                  </a:lnTo>
                  <a:lnTo>
                    <a:pt x="5981863" y="403088"/>
                  </a:lnTo>
                  <a:lnTo>
                    <a:pt x="5987336" y="403088"/>
                  </a:lnTo>
                  <a:lnTo>
                    <a:pt x="5992809" y="403088"/>
                  </a:lnTo>
                  <a:lnTo>
                    <a:pt x="5998282" y="403088"/>
                  </a:lnTo>
                  <a:lnTo>
                    <a:pt x="6003755" y="403088"/>
                  </a:lnTo>
                  <a:lnTo>
                    <a:pt x="6009228" y="403088"/>
                  </a:lnTo>
                  <a:lnTo>
                    <a:pt x="6014701" y="403088"/>
                  </a:lnTo>
                  <a:lnTo>
                    <a:pt x="6020173" y="403088"/>
                  </a:lnTo>
                  <a:lnTo>
                    <a:pt x="6025646" y="403088"/>
                  </a:lnTo>
                  <a:lnTo>
                    <a:pt x="6031119" y="403088"/>
                  </a:lnTo>
                  <a:lnTo>
                    <a:pt x="6036592" y="403088"/>
                  </a:lnTo>
                  <a:lnTo>
                    <a:pt x="6042065" y="403088"/>
                  </a:lnTo>
                  <a:lnTo>
                    <a:pt x="6047538" y="403088"/>
                  </a:lnTo>
                  <a:lnTo>
                    <a:pt x="6053011" y="403088"/>
                  </a:lnTo>
                  <a:lnTo>
                    <a:pt x="6058484" y="403088"/>
                  </a:lnTo>
                  <a:lnTo>
                    <a:pt x="6063957" y="403088"/>
                  </a:lnTo>
                  <a:lnTo>
                    <a:pt x="6069429" y="403088"/>
                  </a:lnTo>
                  <a:lnTo>
                    <a:pt x="6074902" y="403088"/>
                  </a:lnTo>
                  <a:lnTo>
                    <a:pt x="6080375" y="403088"/>
                  </a:lnTo>
                  <a:lnTo>
                    <a:pt x="6085848" y="403088"/>
                  </a:lnTo>
                  <a:lnTo>
                    <a:pt x="6091321" y="403088"/>
                  </a:lnTo>
                  <a:lnTo>
                    <a:pt x="6096794" y="403088"/>
                  </a:lnTo>
                  <a:lnTo>
                    <a:pt x="6102267" y="403088"/>
                  </a:lnTo>
                  <a:lnTo>
                    <a:pt x="6107740" y="403088"/>
                  </a:lnTo>
                  <a:lnTo>
                    <a:pt x="6113213" y="403088"/>
                  </a:lnTo>
                  <a:lnTo>
                    <a:pt x="6118685" y="403088"/>
                  </a:lnTo>
                  <a:lnTo>
                    <a:pt x="6124158" y="403088"/>
                  </a:lnTo>
                  <a:lnTo>
                    <a:pt x="6129631" y="403088"/>
                  </a:lnTo>
                  <a:lnTo>
                    <a:pt x="6135104" y="403088"/>
                  </a:lnTo>
                  <a:lnTo>
                    <a:pt x="6140577" y="403088"/>
                  </a:lnTo>
                  <a:lnTo>
                    <a:pt x="6146050" y="403088"/>
                  </a:lnTo>
                  <a:lnTo>
                    <a:pt x="6151523" y="403088"/>
                  </a:lnTo>
                  <a:lnTo>
                    <a:pt x="6156996" y="403088"/>
                  </a:lnTo>
                  <a:lnTo>
                    <a:pt x="6162468" y="403088"/>
                  </a:lnTo>
                  <a:lnTo>
                    <a:pt x="6167941" y="403088"/>
                  </a:lnTo>
                  <a:lnTo>
                    <a:pt x="6173414" y="403088"/>
                  </a:lnTo>
                  <a:lnTo>
                    <a:pt x="6178887" y="403088"/>
                  </a:lnTo>
                  <a:lnTo>
                    <a:pt x="6184360" y="403088"/>
                  </a:lnTo>
                  <a:lnTo>
                    <a:pt x="6189833" y="403088"/>
                  </a:lnTo>
                  <a:lnTo>
                    <a:pt x="6195306" y="403088"/>
                  </a:lnTo>
                  <a:lnTo>
                    <a:pt x="6200779" y="403088"/>
                  </a:lnTo>
                  <a:lnTo>
                    <a:pt x="6206252" y="403088"/>
                  </a:lnTo>
                  <a:lnTo>
                    <a:pt x="6211724" y="403088"/>
                  </a:lnTo>
                  <a:lnTo>
                    <a:pt x="6217197" y="403088"/>
                  </a:lnTo>
                  <a:lnTo>
                    <a:pt x="6222670" y="403088"/>
                  </a:lnTo>
                  <a:lnTo>
                    <a:pt x="6228143" y="403088"/>
                  </a:lnTo>
                  <a:lnTo>
                    <a:pt x="6233616" y="403088"/>
                  </a:lnTo>
                  <a:lnTo>
                    <a:pt x="6239089" y="403088"/>
                  </a:lnTo>
                  <a:lnTo>
                    <a:pt x="6244562" y="403088"/>
                  </a:lnTo>
                  <a:lnTo>
                    <a:pt x="6250035" y="403088"/>
                  </a:lnTo>
                  <a:lnTo>
                    <a:pt x="6255508" y="403088"/>
                  </a:lnTo>
                  <a:lnTo>
                    <a:pt x="6260980" y="403088"/>
                  </a:lnTo>
                  <a:lnTo>
                    <a:pt x="6266453" y="403088"/>
                  </a:lnTo>
                  <a:lnTo>
                    <a:pt x="6271926" y="403088"/>
                  </a:lnTo>
                  <a:lnTo>
                    <a:pt x="6282872" y="403088"/>
                  </a:lnTo>
                  <a:lnTo>
                    <a:pt x="6288345" y="403088"/>
                  </a:lnTo>
                  <a:lnTo>
                    <a:pt x="6293818" y="403088"/>
                  </a:lnTo>
                  <a:lnTo>
                    <a:pt x="6299291" y="403088"/>
                  </a:lnTo>
                  <a:lnTo>
                    <a:pt x="6304764" y="403088"/>
                  </a:lnTo>
                  <a:lnTo>
                    <a:pt x="6310236" y="403088"/>
                  </a:lnTo>
                  <a:lnTo>
                    <a:pt x="6315709" y="403088"/>
                  </a:lnTo>
                  <a:lnTo>
                    <a:pt x="6321182" y="403088"/>
                  </a:lnTo>
                  <a:lnTo>
                    <a:pt x="6326655" y="403088"/>
                  </a:lnTo>
                  <a:lnTo>
                    <a:pt x="6332128" y="403088"/>
                  </a:lnTo>
                  <a:lnTo>
                    <a:pt x="6337601" y="403088"/>
                  </a:lnTo>
                  <a:lnTo>
                    <a:pt x="6343074" y="403088"/>
                  </a:lnTo>
                  <a:lnTo>
                    <a:pt x="6348547" y="403088"/>
                  </a:lnTo>
                  <a:lnTo>
                    <a:pt x="6348547" y="363952"/>
                  </a:lnTo>
                  <a:lnTo>
                    <a:pt x="6354019" y="363952"/>
                  </a:lnTo>
                  <a:lnTo>
                    <a:pt x="6359492" y="363952"/>
                  </a:lnTo>
                  <a:lnTo>
                    <a:pt x="6364965" y="363952"/>
                  </a:lnTo>
                  <a:lnTo>
                    <a:pt x="6375911" y="363952"/>
                  </a:lnTo>
                  <a:lnTo>
                    <a:pt x="6381384" y="363952"/>
                  </a:lnTo>
                  <a:lnTo>
                    <a:pt x="6386857" y="363952"/>
                  </a:lnTo>
                  <a:lnTo>
                    <a:pt x="6392330" y="363952"/>
                  </a:lnTo>
                  <a:lnTo>
                    <a:pt x="6397803" y="363952"/>
                  </a:lnTo>
                  <a:lnTo>
                    <a:pt x="6403275" y="363952"/>
                  </a:lnTo>
                  <a:lnTo>
                    <a:pt x="6408748" y="363952"/>
                  </a:lnTo>
                  <a:lnTo>
                    <a:pt x="6414221" y="363952"/>
                  </a:lnTo>
                  <a:lnTo>
                    <a:pt x="6419694" y="363952"/>
                  </a:lnTo>
                  <a:lnTo>
                    <a:pt x="6425167" y="363952"/>
                  </a:lnTo>
                  <a:lnTo>
                    <a:pt x="6430640" y="363952"/>
                  </a:lnTo>
                  <a:lnTo>
                    <a:pt x="6436113" y="363952"/>
                  </a:lnTo>
                  <a:lnTo>
                    <a:pt x="6441586" y="363952"/>
                  </a:lnTo>
                  <a:lnTo>
                    <a:pt x="6447059" y="363952"/>
                  </a:lnTo>
                  <a:lnTo>
                    <a:pt x="6452531" y="363952"/>
                  </a:lnTo>
                  <a:lnTo>
                    <a:pt x="6458004" y="363952"/>
                  </a:lnTo>
                  <a:lnTo>
                    <a:pt x="6463477" y="363952"/>
                  </a:lnTo>
                  <a:lnTo>
                    <a:pt x="6468950" y="363952"/>
                  </a:lnTo>
                  <a:lnTo>
                    <a:pt x="6474423" y="363952"/>
                  </a:lnTo>
                  <a:lnTo>
                    <a:pt x="6479896" y="363952"/>
                  </a:lnTo>
                  <a:lnTo>
                    <a:pt x="6485369" y="363952"/>
                  </a:lnTo>
                  <a:lnTo>
                    <a:pt x="6490842" y="363952"/>
                  </a:lnTo>
                  <a:lnTo>
                    <a:pt x="6496315" y="363952"/>
                  </a:lnTo>
                  <a:lnTo>
                    <a:pt x="6501787" y="363952"/>
                  </a:lnTo>
                  <a:lnTo>
                    <a:pt x="6507260" y="363952"/>
                  </a:lnTo>
                  <a:lnTo>
                    <a:pt x="6512733" y="363952"/>
                  </a:lnTo>
                  <a:lnTo>
                    <a:pt x="6518206" y="363952"/>
                  </a:lnTo>
                  <a:lnTo>
                    <a:pt x="6523679" y="363952"/>
                  </a:lnTo>
                  <a:lnTo>
                    <a:pt x="6529152" y="363952"/>
                  </a:lnTo>
                  <a:lnTo>
                    <a:pt x="6534625" y="363952"/>
                  </a:lnTo>
                  <a:lnTo>
                    <a:pt x="6540098" y="363952"/>
                  </a:lnTo>
                  <a:lnTo>
                    <a:pt x="6545570" y="363952"/>
                  </a:lnTo>
                  <a:lnTo>
                    <a:pt x="6551043" y="363952"/>
                  </a:lnTo>
                  <a:lnTo>
                    <a:pt x="6561989" y="363952"/>
                  </a:lnTo>
                  <a:lnTo>
                    <a:pt x="6572935" y="363952"/>
                  </a:lnTo>
                  <a:lnTo>
                    <a:pt x="6578408" y="363952"/>
                  </a:lnTo>
                  <a:lnTo>
                    <a:pt x="6583881" y="363952"/>
                  </a:lnTo>
                  <a:lnTo>
                    <a:pt x="6589354" y="363952"/>
                  </a:lnTo>
                  <a:lnTo>
                    <a:pt x="6594826" y="363952"/>
                  </a:lnTo>
                  <a:lnTo>
                    <a:pt x="6600299" y="363952"/>
                  </a:lnTo>
                  <a:lnTo>
                    <a:pt x="6605772" y="363952"/>
                  </a:lnTo>
                  <a:lnTo>
                    <a:pt x="6611245" y="363952"/>
                  </a:lnTo>
                  <a:lnTo>
                    <a:pt x="6616718" y="363952"/>
                  </a:lnTo>
                  <a:lnTo>
                    <a:pt x="6622191" y="363952"/>
                  </a:lnTo>
                  <a:lnTo>
                    <a:pt x="6627664" y="363952"/>
                  </a:lnTo>
                  <a:lnTo>
                    <a:pt x="6633137" y="363952"/>
                  </a:lnTo>
                  <a:lnTo>
                    <a:pt x="6638610" y="363952"/>
                  </a:lnTo>
                  <a:lnTo>
                    <a:pt x="6644082" y="363952"/>
                  </a:lnTo>
                  <a:lnTo>
                    <a:pt x="6649555" y="363952"/>
                  </a:lnTo>
                  <a:lnTo>
                    <a:pt x="6655028" y="363952"/>
                  </a:lnTo>
                  <a:lnTo>
                    <a:pt x="6660501" y="363952"/>
                  </a:lnTo>
                  <a:lnTo>
                    <a:pt x="6665974" y="363952"/>
                  </a:lnTo>
                  <a:lnTo>
                    <a:pt x="6665974" y="323297"/>
                  </a:lnTo>
                  <a:lnTo>
                    <a:pt x="6671447" y="323297"/>
                  </a:lnTo>
                  <a:lnTo>
                    <a:pt x="6676920" y="323297"/>
                  </a:lnTo>
                  <a:lnTo>
                    <a:pt x="6682393" y="323297"/>
                  </a:lnTo>
                  <a:lnTo>
                    <a:pt x="6687865" y="323297"/>
                  </a:lnTo>
                  <a:lnTo>
                    <a:pt x="6693338" y="323297"/>
                  </a:lnTo>
                  <a:lnTo>
                    <a:pt x="6698811" y="323297"/>
                  </a:lnTo>
                  <a:lnTo>
                    <a:pt x="6704284" y="323297"/>
                  </a:lnTo>
                  <a:lnTo>
                    <a:pt x="6709757" y="323297"/>
                  </a:lnTo>
                  <a:lnTo>
                    <a:pt x="6715230" y="323297"/>
                  </a:lnTo>
                  <a:lnTo>
                    <a:pt x="6720703" y="323297"/>
                  </a:lnTo>
                  <a:lnTo>
                    <a:pt x="6726176" y="323297"/>
                  </a:lnTo>
                  <a:lnTo>
                    <a:pt x="6731649" y="323297"/>
                  </a:lnTo>
                  <a:lnTo>
                    <a:pt x="6737121" y="323297"/>
                  </a:lnTo>
                  <a:lnTo>
                    <a:pt x="6742594" y="323297"/>
                  </a:lnTo>
                  <a:lnTo>
                    <a:pt x="6748067" y="323297"/>
                  </a:lnTo>
                  <a:lnTo>
                    <a:pt x="6753540" y="323297"/>
                  </a:lnTo>
                  <a:lnTo>
                    <a:pt x="6759013" y="323297"/>
                  </a:lnTo>
                  <a:lnTo>
                    <a:pt x="6764486" y="323297"/>
                  </a:lnTo>
                  <a:lnTo>
                    <a:pt x="6769959" y="323297"/>
                  </a:lnTo>
                  <a:lnTo>
                    <a:pt x="6775432" y="323297"/>
                  </a:lnTo>
                  <a:lnTo>
                    <a:pt x="6780905" y="323297"/>
                  </a:lnTo>
                  <a:lnTo>
                    <a:pt x="6786377" y="323297"/>
                  </a:lnTo>
                  <a:lnTo>
                    <a:pt x="6791850" y="323297"/>
                  </a:lnTo>
                  <a:lnTo>
                    <a:pt x="6797323" y="323297"/>
                  </a:lnTo>
                  <a:lnTo>
                    <a:pt x="6802796" y="323297"/>
                  </a:lnTo>
                  <a:lnTo>
                    <a:pt x="6808269" y="323297"/>
                  </a:lnTo>
                  <a:lnTo>
                    <a:pt x="6813742" y="323297"/>
                  </a:lnTo>
                  <a:lnTo>
                    <a:pt x="6819215" y="323297"/>
                  </a:lnTo>
                  <a:lnTo>
                    <a:pt x="6830161" y="323297"/>
                  </a:lnTo>
                  <a:lnTo>
                    <a:pt x="6835633" y="323297"/>
                  </a:lnTo>
                  <a:lnTo>
                    <a:pt x="6841106" y="323297"/>
                  </a:lnTo>
                  <a:lnTo>
                    <a:pt x="6846579" y="323297"/>
                  </a:lnTo>
                  <a:lnTo>
                    <a:pt x="6852052" y="323297"/>
                  </a:lnTo>
                  <a:lnTo>
                    <a:pt x="6857525" y="323297"/>
                  </a:lnTo>
                  <a:lnTo>
                    <a:pt x="6862998" y="323297"/>
                  </a:lnTo>
                  <a:lnTo>
                    <a:pt x="6868471" y="323297"/>
                  </a:lnTo>
                  <a:lnTo>
                    <a:pt x="6873944" y="323297"/>
                  </a:lnTo>
                  <a:lnTo>
                    <a:pt x="6879416" y="323297"/>
                  </a:lnTo>
                  <a:lnTo>
                    <a:pt x="6884889" y="323297"/>
                  </a:lnTo>
                  <a:lnTo>
                    <a:pt x="6890362" y="323297"/>
                  </a:lnTo>
                  <a:lnTo>
                    <a:pt x="6895835" y="323297"/>
                  </a:lnTo>
                  <a:lnTo>
                    <a:pt x="6901308" y="323297"/>
                  </a:lnTo>
                  <a:lnTo>
                    <a:pt x="6906781" y="323297"/>
                  </a:lnTo>
                  <a:lnTo>
                    <a:pt x="6912254" y="323297"/>
                  </a:lnTo>
                  <a:lnTo>
                    <a:pt x="6917727" y="323297"/>
                  </a:lnTo>
                  <a:lnTo>
                    <a:pt x="6923200" y="323297"/>
                  </a:lnTo>
                  <a:lnTo>
                    <a:pt x="6928672" y="323297"/>
                  </a:lnTo>
                  <a:lnTo>
                    <a:pt x="6934145" y="323297"/>
                  </a:lnTo>
                  <a:lnTo>
                    <a:pt x="6939618" y="323297"/>
                  </a:lnTo>
                  <a:lnTo>
                    <a:pt x="6945091" y="323297"/>
                  </a:lnTo>
                  <a:lnTo>
                    <a:pt x="6950564" y="323297"/>
                  </a:lnTo>
                  <a:lnTo>
                    <a:pt x="6956037" y="323297"/>
                  </a:lnTo>
                  <a:lnTo>
                    <a:pt x="6961510" y="323297"/>
                  </a:lnTo>
                  <a:lnTo>
                    <a:pt x="6966983" y="323297"/>
                  </a:lnTo>
                  <a:lnTo>
                    <a:pt x="6972456" y="323297"/>
                  </a:lnTo>
                  <a:lnTo>
                    <a:pt x="6977928" y="323297"/>
                  </a:lnTo>
                  <a:lnTo>
                    <a:pt x="6983401" y="323297"/>
                  </a:lnTo>
                  <a:lnTo>
                    <a:pt x="6988874" y="323297"/>
                  </a:lnTo>
                  <a:lnTo>
                    <a:pt x="6994347" y="323297"/>
                  </a:lnTo>
                  <a:lnTo>
                    <a:pt x="6999820" y="323297"/>
                  </a:lnTo>
                  <a:lnTo>
                    <a:pt x="7005293" y="323297"/>
                  </a:lnTo>
                  <a:lnTo>
                    <a:pt x="7010766" y="323297"/>
                  </a:lnTo>
                  <a:lnTo>
                    <a:pt x="7016239" y="323297"/>
                  </a:lnTo>
                  <a:lnTo>
                    <a:pt x="7021712" y="323297"/>
                  </a:lnTo>
                  <a:lnTo>
                    <a:pt x="7027184" y="323297"/>
                  </a:lnTo>
                  <a:lnTo>
                    <a:pt x="7032657" y="323297"/>
                  </a:lnTo>
                  <a:lnTo>
                    <a:pt x="7038130" y="323297"/>
                  </a:lnTo>
                  <a:lnTo>
                    <a:pt x="7043603" y="323297"/>
                  </a:lnTo>
                  <a:lnTo>
                    <a:pt x="7049076" y="323297"/>
                  </a:lnTo>
                  <a:lnTo>
                    <a:pt x="7054549" y="323297"/>
                  </a:lnTo>
                  <a:lnTo>
                    <a:pt x="7060022" y="323297"/>
                  </a:lnTo>
                  <a:lnTo>
                    <a:pt x="7065495" y="323297"/>
                  </a:lnTo>
                  <a:lnTo>
                    <a:pt x="7070967" y="323297"/>
                  </a:lnTo>
                  <a:lnTo>
                    <a:pt x="7076440" y="323297"/>
                  </a:lnTo>
                  <a:lnTo>
                    <a:pt x="7081913" y="323297"/>
                  </a:lnTo>
                  <a:lnTo>
                    <a:pt x="7087386" y="323297"/>
                  </a:lnTo>
                  <a:lnTo>
                    <a:pt x="7092859" y="323297"/>
                  </a:lnTo>
                  <a:lnTo>
                    <a:pt x="7103805" y="323297"/>
                  </a:lnTo>
                  <a:lnTo>
                    <a:pt x="7109278" y="323297"/>
                  </a:lnTo>
                  <a:lnTo>
                    <a:pt x="7114751" y="323297"/>
                  </a:lnTo>
                  <a:lnTo>
                    <a:pt x="7120223" y="323297"/>
                  </a:lnTo>
                  <a:lnTo>
                    <a:pt x="7125696" y="323297"/>
                  </a:lnTo>
                  <a:lnTo>
                    <a:pt x="7131169" y="323297"/>
                  </a:lnTo>
                  <a:lnTo>
                    <a:pt x="7136642" y="323297"/>
                  </a:lnTo>
                  <a:lnTo>
                    <a:pt x="7142115" y="323297"/>
                  </a:lnTo>
                  <a:lnTo>
                    <a:pt x="7147588" y="323297"/>
                  </a:lnTo>
                  <a:lnTo>
                    <a:pt x="7153061" y="323297"/>
                  </a:lnTo>
                  <a:lnTo>
                    <a:pt x="7158534" y="323297"/>
                  </a:lnTo>
                  <a:lnTo>
                    <a:pt x="7164007" y="323297"/>
                  </a:lnTo>
                  <a:lnTo>
                    <a:pt x="7169479" y="323297"/>
                  </a:lnTo>
                  <a:lnTo>
                    <a:pt x="7174952" y="323297"/>
                  </a:lnTo>
                  <a:lnTo>
                    <a:pt x="7180425" y="323297"/>
                  </a:lnTo>
                  <a:lnTo>
                    <a:pt x="7185898" y="323297"/>
                  </a:lnTo>
                  <a:lnTo>
                    <a:pt x="7191371" y="323297"/>
                  </a:lnTo>
                  <a:lnTo>
                    <a:pt x="7196844" y="323297"/>
                  </a:lnTo>
                  <a:lnTo>
                    <a:pt x="7202317" y="323297"/>
                  </a:lnTo>
                  <a:lnTo>
                    <a:pt x="7207790" y="323297"/>
                  </a:lnTo>
                  <a:lnTo>
                    <a:pt x="7213262" y="323297"/>
                  </a:lnTo>
                  <a:lnTo>
                    <a:pt x="7218735" y="323297"/>
                  </a:lnTo>
                  <a:lnTo>
                    <a:pt x="7224208" y="323297"/>
                  </a:lnTo>
                  <a:lnTo>
                    <a:pt x="7229681" y="323297"/>
                  </a:lnTo>
                  <a:lnTo>
                    <a:pt x="7235154" y="323297"/>
                  </a:lnTo>
                  <a:lnTo>
                    <a:pt x="7240627" y="323297"/>
                  </a:lnTo>
                  <a:lnTo>
                    <a:pt x="7246100" y="323297"/>
                  </a:lnTo>
                  <a:lnTo>
                    <a:pt x="7251573" y="323297"/>
                  </a:lnTo>
                  <a:lnTo>
                    <a:pt x="7262518" y="323297"/>
                  </a:lnTo>
                  <a:lnTo>
                    <a:pt x="7267991" y="323297"/>
                  </a:lnTo>
                  <a:lnTo>
                    <a:pt x="7273464" y="323297"/>
                  </a:lnTo>
                  <a:lnTo>
                    <a:pt x="7278937" y="323297"/>
                  </a:lnTo>
                  <a:lnTo>
                    <a:pt x="7284410" y="323297"/>
                  </a:lnTo>
                  <a:lnTo>
                    <a:pt x="7289883" y="323297"/>
                  </a:lnTo>
                  <a:lnTo>
                    <a:pt x="7295356" y="323297"/>
                  </a:lnTo>
                  <a:lnTo>
                    <a:pt x="7300829" y="323297"/>
                  </a:lnTo>
                  <a:lnTo>
                    <a:pt x="7306302" y="323297"/>
                  </a:lnTo>
                  <a:lnTo>
                    <a:pt x="7311774" y="323297"/>
                  </a:lnTo>
                  <a:lnTo>
                    <a:pt x="7317247" y="323297"/>
                  </a:lnTo>
                  <a:lnTo>
                    <a:pt x="7322720" y="323297"/>
                  </a:lnTo>
                  <a:lnTo>
                    <a:pt x="7328193" y="323297"/>
                  </a:lnTo>
                  <a:lnTo>
                    <a:pt x="7333666" y="323297"/>
                  </a:lnTo>
                  <a:lnTo>
                    <a:pt x="7339139" y="323297"/>
                  </a:lnTo>
                  <a:lnTo>
                    <a:pt x="7344612" y="323297"/>
                  </a:lnTo>
                  <a:lnTo>
                    <a:pt x="7350085" y="323297"/>
                  </a:lnTo>
                  <a:lnTo>
                    <a:pt x="7355558" y="323297"/>
                  </a:lnTo>
                  <a:lnTo>
                    <a:pt x="7361030" y="323297"/>
                  </a:lnTo>
                  <a:lnTo>
                    <a:pt x="7366503" y="323297"/>
                  </a:lnTo>
                  <a:lnTo>
                    <a:pt x="7371976" y="323297"/>
                  </a:lnTo>
                  <a:lnTo>
                    <a:pt x="7377449" y="323297"/>
                  </a:lnTo>
                  <a:lnTo>
                    <a:pt x="7382922" y="323297"/>
                  </a:lnTo>
                  <a:lnTo>
                    <a:pt x="7388395" y="323297"/>
                  </a:lnTo>
                  <a:lnTo>
                    <a:pt x="7393868" y="323297"/>
                  </a:lnTo>
                  <a:lnTo>
                    <a:pt x="7399341" y="323297"/>
                  </a:lnTo>
                  <a:lnTo>
                    <a:pt x="7404813" y="323297"/>
                  </a:lnTo>
                  <a:lnTo>
                    <a:pt x="7410286" y="323297"/>
                  </a:lnTo>
                  <a:lnTo>
                    <a:pt x="7415759" y="323297"/>
                  </a:lnTo>
                  <a:lnTo>
                    <a:pt x="7421232" y="323297"/>
                  </a:lnTo>
                  <a:lnTo>
                    <a:pt x="7426705" y="323297"/>
                  </a:lnTo>
                  <a:lnTo>
                    <a:pt x="7432178" y="323297"/>
                  </a:lnTo>
                  <a:lnTo>
                    <a:pt x="7437651" y="323297"/>
                  </a:lnTo>
                  <a:lnTo>
                    <a:pt x="7443124" y="323297"/>
                  </a:lnTo>
                  <a:lnTo>
                    <a:pt x="7448597" y="323297"/>
                  </a:lnTo>
                  <a:lnTo>
                    <a:pt x="7454069" y="323297"/>
                  </a:lnTo>
                  <a:lnTo>
                    <a:pt x="7459542" y="323297"/>
                  </a:lnTo>
                  <a:lnTo>
                    <a:pt x="7465015" y="323297"/>
                  </a:lnTo>
                  <a:lnTo>
                    <a:pt x="7470488" y="323297"/>
                  </a:lnTo>
                  <a:lnTo>
                    <a:pt x="7475961" y="323297"/>
                  </a:lnTo>
                  <a:lnTo>
                    <a:pt x="7481434" y="323297"/>
                  </a:lnTo>
                  <a:lnTo>
                    <a:pt x="7486907" y="323297"/>
                  </a:lnTo>
                  <a:lnTo>
                    <a:pt x="7492380" y="323297"/>
                  </a:lnTo>
                  <a:lnTo>
                    <a:pt x="7497853" y="323297"/>
                  </a:lnTo>
                  <a:lnTo>
                    <a:pt x="7503325" y="323297"/>
                  </a:lnTo>
                  <a:lnTo>
                    <a:pt x="7508798" y="323297"/>
                  </a:lnTo>
                  <a:lnTo>
                    <a:pt x="7514271" y="323297"/>
                  </a:lnTo>
                  <a:lnTo>
                    <a:pt x="7525217" y="323297"/>
                  </a:lnTo>
                  <a:lnTo>
                    <a:pt x="7530690" y="323297"/>
                  </a:lnTo>
                  <a:lnTo>
                    <a:pt x="7536163" y="323297"/>
                  </a:lnTo>
                  <a:lnTo>
                    <a:pt x="7541636" y="323297"/>
                  </a:lnTo>
                  <a:lnTo>
                    <a:pt x="7547109" y="323297"/>
                  </a:lnTo>
                  <a:lnTo>
                    <a:pt x="7552581" y="323297"/>
                  </a:lnTo>
                  <a:lnTo>
                    <a:pt x="7558054" y="323297"/>
                  </a:lnTo>
                  <a:lnTo>
                    <a:pt x="7563527" y="323297"/>
                  </a:lnTo>
                  <a:lnTo>
                    <a:pt x="7569000" y="323297"/>
                  </a:lnTo>
                  <a:lnTo>
                    <a:pt x="7579946" y="323297"/>
                  </a:lnTo>
                  <a:lnTo>
                    <a:pt x="7585419" y="323297"/>
                  </a:lnTo>
                  <a:lnTo>
                    <a:pt x="7590892" y="323297"/>
                  </a:lnTo>
                  <a:lnTo>
                    <a:pt x="7601837" y="323297"/>
                  </a:lnTo>
                  <a:lnTo>
                    <a:pt x="7607310" y="323297"/>
                  </a:lnTo>
                  <a:lnTo>
                    <a:pt x="7612783" y="323297"/>
                  </a:lnTo>
                  <a:lnTo>
                    <a:pt x="7623729" y="323297"/>
                  </a:lnTo>
                  <a:lnTo>
                    <a:pt x="7629202" y="323297"/>
                  </a:lnTo>
                  <a:lnTo>
                    <a:pt x="7634675" y="323297"/>
                  </a:lnTo>
                  <a:lnTo>
                    <a:pt x="7640148" y="323297"/>
                  </a:lnTo>
                  <a:lnTo>
                    <a:pt x="7645620" y="323297"/>
                  </a:lnTo>
                  <a:lnTo>
                    <a:pt x="7651093" y="323297"/>
                  </a:lnTo>
                  <a:lnTo>
                    <a:pt x="7656566" y="323297"/>
                  </a:lnTo>
                  <a:lnTo>
                    <a:pt x="7662039" y="323297"/>
                  </a:lnTo>
                  <a:lnTo>
                    <a:pt x="7667512" y="323297"/>
                  </a:lnTo>
                  <a:lnTo>
                    <a:pt x="7672985" y="323297"/>
                  </a:lnTo>
                  <a:lnTo>
                    <a:pt x="7678458" y="323297"/>
                  </a:lnTo>
                  <a:lnTo>
                    <a:pt x="7683931" y="323297"/>
                  </a:lnTo>
                  <a:lnTo>
                    <a:pt x="7689404" y="323297"/>
                  </a:lnTo>
                  <a:lnTo>
                    <a:pt x="7694876" y="323297"/>
                  </a:lnTo>
                  <a:lnTo>
                    <a:pt x="7700349" y="323297"/>
                  </a:lnTo>
                  <a:lnTo>
                    <a:pt x="7705822" y="323297"/>
                  </a:lnTo>
                  <a:lnTo>
                    <a:pt x="7711295" y="323297"/>
                  </a:lnTo>
                  <a:lnTo>
                    <a:pt x="7716768" y="323297"/>
                  </a:lnTo>
                  <a:lnTo>
                    <a:pt x="7722241" y="323297"/>
                  </a:lnTo>
                  <a:lnTo>
                    <a:pt x="7727714" y="323297"/>
                  </a:lnTo>
                  <a:lnTo>
                    <a:pt x="7733187" y="323297"/>
                  </a:lnTo>
                  <a:lnTo>
                    <a:pt x="7738659" y="323297"/>
                  </a:lnTo>
                  <a:lnTo>
                    <a:pt x="7744132" y="323297"/>
                  </a:lnTo>
                  <a:lnTo>
                    <a:pt x="7749605" y="323297"/>
                  </a:lnTo>
                  <a:lnTo>
                    <a:pt x="7755078" y="323297"/>
                  </a:lnTo>
                  <a:lnTo>
                    <a:pt x="7760551" y="323297"/>
                  </a:lnTo>
                  <a:lnTo>
                    <a:pt x="7766024" y="323297"/>
                  </a:lnTo>
                  <a:lnTo>
                    <a:pt x="7771497" y="323297"/>
                  </a:lnTo>
                  <a:lnTo>
                    <a:pt x="7776970" y="323297"/>
                  </a:lnTo>
                  <a:lnTo>
                    <a:pt x="7782443" y="323297"/>
                  </a:lnTo>
                  <a:lnTo>
                    <a:pt x="7787915" y="323297"/>
                  </a:lnTo>
                  <a:lnTo>
                    <a:pt x="7793388" y="323297"/>
                  </a:lnTo>
                  <a:lnTo>
                    <a:pt x="7809807" y="323297"/>
                  </a:lnTo>
                  <a:lnTo>
                    <a:pt x="7815280" y="323297"/>
                  </a:lnTo>
                  <a:lnTo>
                    <a:pt x="7820753" y="323297"/>
                  </a:lnTo>
                  <a:lnTo>
                    <a:pt x="7826226" y="323297"/>
                  </a:lnTo>
                  <a:lnTo>
                    <a:pt x="7831699" y="323297"/>
                  </a:lnTo>
                  <a:lnTo>
                    <a:pt x="7837171" y="323297"/>
                  </a:lnTo>
                  <a:lnTo>
                    <a:pt x="7842644" y="323297"/>
                  </a:lnTo>
                  <a:lnTo>
                    <a:pt x="7848117" y="323297"/>
                  </a:lnTo>
                  <a:lnTo>
                    <a:pt x="7853590" y="323297"/>
                  </a:lnTo>
                  <a:lnTo>
                    <a:pt x="7864536" y="323297"/>
                  </a:lnTo>
                  <a:lnTo>
                    <a:pt x="7870009" y="323297"/>
                  </a:lnTo>
                  <a:lnTo>
                    <a:pt x="7875482" y="323297"/>
                  </a:lnTo>
                  <a:lnTo>
                    <a:pt x="7880955" y="323297"/>
                  </a:lnTo>
                  <a:lnTo>
                    <a:pt x="7886427" y="323297"/>
                  </a:lnTo>
                  <a:lnTo>
                    <a:pt x="7891900" y="323297"/>
                  </a:lnTo>
                  <a:lnTo>
                    <a:pt x="7897373" y="323297"/>
                  </a:lnTo>
                  <a:lnTo>
                    <a:pt x="7902846" y="323297"/>
                  </a:lnTo>
                  <a:lnTo>
                    <a:pt x="7908319" y="323297"/>
                  </a:lnTo>
                  <a:lnTo>
                    <a:pt x="7913792" y="323297"/>
                  </a:lnTo>
                  <a:lnTo>
                    <a:pt x="7919265" y="323297"/>
                  </a:lnTo>
                  <a:lnTo>
                    <a:pt x="7924738" y="323297"/>
                  </a:lnTo>
                  <a:lnTo>
                    <a:pt x="7930210" y="323297"/>
                  </a:lnTo>
                  <a:lnTo>
                    <a:pt x="7935683" y="323297"/>
                  </a:lnTo>
                  <a:lnTo>
                    <a:pt x="7941156" y="323297"/>
                  </a:lnTo>
                  <a:lnTo>
                    <a:pt x="7946629" y="323297"/>
                  </a:lnTo>
                  <a:lnTo>
                    <a:pt x="7946629" y="267767"/>
                  </a:lnTo>
                  <a:lnTo>
                    <a:pt x="7952102" y="267767"/>
                  </a:lnTo>
                  <a:lnTo>
                    <a:pt x="7957575" y="267767"/>
                  </a:lnTo>
                  <a:lnTo>
                    <a:pt x="7963048" y="267767"/>
                  </a:lnTo>
                  <a:lnTo>
                    <a:pt x="7968521" y="267767"/>
                  </a:lnTo>
                  <a:lnTo>
                    <a:pt x="7973994" y="267767"/>
                  </a:lnTo>
                  <a:lnTo>
                    <a:pt x="7979466" y="267767"/>
                  </a:lnTo>
                  <a:lnTo>
                    <a:pt x="7990412" y="267767"/>
                  </a:lnTo>
                  <a:lnTo>
                    <a:pt x="7995885" y="267767"/>
                  </a:lnTo>
                  <a:lnTo>
                    <a:pt x="8001358" y="267767"/>
                  </a:lnTo>
                  <a:lnTo>
                    <a:pt x="8006831" y="267767"/>
                  </a:lnTo>
                  <a:lnTo>
                    <a:pt x="8017777" y="267767"/>
                  </a:lnTo>
                  <a:lnTo>
                    <a:pt x="8023250" y="267767"/>
                  </a:lnTo>
                  <a:lnTo>
                    <a:pt x="8028722" y="267767"/>
                  </a:lnTo>
                  <a:lnTo>
                    <a:pt x="8034195" y="267767"/>
                  </a:lnTo>
                  <a:lnTo>
                    <a:pt x="8039668" y="267767"/>
                  </a:lnTo>
                  <a:lnTo>
                    <a:pt x="8045141" y="267767"/>
                  </a:lnTo>
                  <a:lnTo>
                    <a:pt x="8056087" y="267767"/>
                  </a:lnTo>
                  <a:lnTo>
                    <a:pt x="8061560" y="267767"/>
                  </a:lnTo>
                  <a:lnTo>
                    <a:pt x="8067033" y="267767"/>
                  </a:lnTo>
                  <a:lnTo>
                    <a:pt x="8072506" y="267767"/>
                  </a:lnTo>
                  <a:lnTo>
                    <a:pt x="8077978" y="267767"/>
                  </a:lnTo>
                  <a:lnTo>
                    <a:pt x="8083451" y="267767"/>
                  </a:lnTo>
                  <a:lnTo>
                    <a:pt x="8088924" y="267767"/>
                  </a:lnTo>
                  <a:lnTo>
                    <a:pt x="8094397" y="267767"/>
                  </a:lnTo>
                  <a:lnTo>
                    <a:pt x="8099870" y="267767"/>
                  </a:lnTo>
                  <a:lnTo>
                    <a:pt x="8105343" y="267767"/>
                  </a:lnTo>
                  <a:lnTo>
                    <a:pt x="8110816" y="267767"/>
                  </a:lnTo>
                  <a:lnTo>
                    <a:pt x="8116289" y="267767"/>
                  </a:lnTo>
                  <a:lnTo>
                    <a:pt x="8121761" y="267767"/>
                  </a:lnTo>
                  <a:lnTo>
                    <a:pt x="8138180" y="267767"/>
                  </a:lnTo>
                  <a:lnTo>
                    <a:pt x="8143653" y="267767"/>
                  </a:lnTo>
                  <a:lnTo>
                    <a:pt x="8154599" y="267767"/>
                  </a:lnTo>
                  <a:lnTo>
                    <a:pt x="8160072" y="267767"/>
                  </a:lnTo>
                  <a:lnTo>
                    <a:pt x="8165545" y="267767"/>
                  </a:lnTo>
                  <a:lnTo>
                    <a:pt x="8171017" y="267767"/>
                  </a:lnTo>
                  <a:lnTo>
                    <a:pt x="8176490" y="267767"/>
                  </a:lnTo>
                  <a:lnTo>
                    <a:pt x="8181963" y="267767"/>
                  </a:lnTo>
                  <a:lnTo>
                    <a:pt x="8187436" y="267767"/>
                  </a:lnTo>
                  <a:lnTo>
                    <a:pt x="8192909" y="267767"/>
                  </a:lnTo>
                  <a:lnTo>
                    <a:pt x="8198382" y="267767"/>
                  </a:lnTo>
                  <a:lnTo>
                    <a:pt x="8203855" y="267767"/>
                  </a:lnTo>
                  <a:lnTo>
                    <a:pt x="8209328" y="267767"/>
                  </a:lnTo>
                  <a:lnTo>
                    <a:pt x="8214801" y="267767"/>
                  </a:lnTo>
                  <a:lnTo>
                    <a:pt x="8220273" y="267767"/>
                  </a:lnTo>
                  <a:lnTo>
                    <a:pt x="8225746" y="267767"/>
                  </a:lnTo>
                  <a:lnTo>
                    <a:pt x="8231219" y="267767"/>
                  </a:lnTo>
                  <a:lnTo>
                    <a:pt x="8236692" y="267767"/>
                  </a:lnTo>
                  <a:lnTo>
                    <a:pt x="8242165" y="267767"/>
                  </a:lnTo>
                  <a:lnTo>
                    <a:pt x="8247638" y="267767"/>
                  </a:lnTo>
                  <a:lnTo>
                    <a:pt x="8253111" y="267767"/>
                  </a:lnTo>
                  <a:lnTo>
                    <a:pt x="8258584" y="267767"/>
                  </a:lnTo>
                  <a:lnTo>
                    <a:pt x="8264056" y="267767"/>
                  </a:lnTo>
                  <a:lnTo>
                    <a:pt x="8269529" y="267767"/>
                  </a:lnTo>
                  <a:lnTo>
                    <a:pt x="8275002" y="267767"/>
                  </a:lnTo>
                  <a:lnTo>
                    <a:pt x="8280475" y="267767"/>
                  </a:lnTo>
                  <a:lnTo>
                    <a:pt x="8291421" y="267767"/>
                  </a:lnTo>
                  <a:lnTo>
                    <a:pt x="8296894" y="267767"/>
                  </a:lnTo>
                  <a:lnTo>
                    <a:pt x="8302367" y="267767"/>
                  </a:lnTo>
                  <a:lnTo>
                    <a:pt x="8307840" y="267767"/>
                  </a:lnTo>
                  <a:lnTo>
                    <a:pt x="8313312" y="267767"/>
                  </a:lnTo>
                  <a:lnTo>
                    <a:pt x="8318785" y="267767"/>
                  </a:lnTo>
                  <a:lnTo>
                    <a:pt x="8324258" y="267767"/>
                  </a:lnTo>
                  <a:lnTo>
                    <a:pt x="8329731" y="267767"/>
                  </a:lnTo>
                  <a:lnTo>
                    <a:pt x="8335204" y="267767"/>
                  </a:lnTo>
                  <a:lnTo>
                    <a:pt x="8340677" y="267767"/>
                  </a:lnTo>
                  <a:lnTo>
                    <a:pt x="8346150" y="267767"/>
                  </a:lnTo>
                  <a:lnTo>
                    <a:pt x="8351623" y="267767"/>
                  </a:lnTo>
                  <a:lnTo>
                    <a:pt x="8357096" y="267767"/>
                  </a:lnTo>
                  <a:lnTo>
                    <a:pt x="8362568" y="267767"/>
                  </a:lnTo>
                  <a:lnTo>
                    <a:pt x="8368041" y="267767"/>
                  </a:lnTo>
                  <a:lnTo>
                    <a:pt x="8373514" y="267767"/>
                  </a:lnTo>
                  <a:lnTo>
                    <a:pt x="8384460" y="267767"/>
                  </a:lnTo>
                  <a:lnTo>
                    <a:pt x="8389933" y="267767"/>
                  </a:lnTo>
                  <a:lnTo>
                    <a:pt x="8395406" y="267767"/>
                  </a:lnTo>
                  <a:lnTo>
                    <a:pt x="8400879" y="267767"/>
                  </a:lnTo>
                  <a:lnTo>
                    <a:pt x="8406352" y="267767"/>
                  </a:lnTo>
                  <a:lnTo>
                    <a:pt x="8411824" y="267767"/>
                  </a:lnTo>
                  <a:lnTo>
                    <a:pt x="8417297" y="267767"/>
                  </a:lnTo>
                  <a:lnTo>
                    <a:pt x="8422770" y="267767"/>
                  </a:lnTo>
                  <a:lnTo>
                    <a:pt x="8428243" y="267767"/>
                  </a:lnTo>
                  <a:lnTo>
                    <a:pt x="8433716" y="267767"/>
                  </a:lnTo>
                  <a:lnTo>
                    <a:pt x="8439189" y="267767"/>
                  </a:lnTo>
                  <a:lnTo>
                    <a:pt x="8444662" y="267767"/>
                  </a:lnTo>
                  <a:lnTo>
                    <a:pt x="8450135" y="267767"/>
                  </a:lnTo>
                  <a:lnTo>
                    <a:pt x="8455607" y="267767"/>
                  </a:lnTo>
                  <a:lnTo>
                    <a:pt x="8466553" y="267767"/>
                  </a:lnTo>
                  <a:lnTo>
                    <a:pt x="8472026" y="267767"/>
                  </a:lnTo>
                  <a:lnTo>
                    <a:pt x="8477499" y="267767"/>
                  </a:lnTo>
                  <a:lnTo>
                    <a:pt x="8482972" y="267767"/>
                  </a:lnTo>
                  <a:lnTo>
                    <a:pt x="8488445" y="267767"/>
                  </a:lnTo>
                  <a:lnTo>
                    <a:pt x="8493918" y="267767"/>
                  </a:lnTo>
                  <a:lnTo>
                    <a:pt x="8499391" y="267767"/>
                  </a:lnTo>
                  <a:lnTo>
                    <a:pt x="8510336" y="267767"/>
                  </a:lnTo>
                  <a:lnTo>
                    <a:pt x="8515809" y="267767"/>
                  </a:lnTo>
                  <a:lnTo>
                    <a:pt x="8521282" y="267767"/>
                  </a:lnTo>
                  <a:lnTo>
                    <a:pt x="8526755" y="267767"/>
                  </a:lnTo>
                  <a:lnTo>
                    <a:pt x="8532228" y="267767"/>
                  </a:lnTo>
                  <a:lnTo>
                    <a:pt x="8537701" y="267767"/>
                  </a:lnTo>
                  <a:lnTo>
                    <a:pt x="8543174" y="267767"/>
                  </a:lnTo>
                  <a:lnTo>
                    <a:pt x="8548647" y="267767"/>
                  </a:lnTo>
                  <a:lnTo>
                    <a:pt x="8554119" y="267767"/>
                  </a:lnTo>
                  <a:lnTo>
                    <a:pt x="8559592" y="267767"/>
                  </a:lnTo>
                  <a:lnTo>
                    <a:pt x="8565065" y="267767"/>
                  </a:lnTo>
                  <a:lnTo>
                    <a:pt x="8570538" y="267767"/>
                  </a:lnTo>
                  <a:lnTo>
                    <a:pt x="8576011" y="267767"/>
                  </a:lnTo>
                  <a:lnTo>
                    <a:pt x="8581484" y="267767"/>
                  </a:lnTo>
                  <a:lnTo>
                    <a:pt x="8586957" y="267767"/>
                  </a:lnTo>
                  <a:lnTo>
                    <a:pt x="8597903" y="267767"/>
                  </a:lnTo>
                  <a:lnTo>
                    <a:pt x="8603375" y="267767"/>
                  </a:lnTo>
                  <a:lnTo>
                    <a:pt x="8608848" y="267767"/>
                  </a:lnTo>
                  <a:lnTo>
                    <a:pt x="8614321" y="267767"/>
                  </a:lnTo>
                  <a:lnTo>
                    <a:pt x="8625267" y="267767"/>
                  </a:lnTo>
                  <a:lnTo>
                    <a:pt x="8630740" y="267767"/>
                  </a:lnTo>
                  <a:lnTo>
                    <a:pt x="8636213" y="267767"/>
                  </a:lnTo>
                  <a:lnTo>
                    <a:pt x="8641686" y="267767"/>
                  </a:lnTo>
                  <a:lnTo>
                    <a:pt x="8652631" y="267767"/>
                  </a:lnTo>
                  <a:lnTo>
                    <a:pt x="8658104" y="267767"/>
                  </a:lnTo>
                  <a:lnTo>
                    <a:pt x="8663577" y="267767"/>
                  </a:lnTo>
                  <a:lnTo>
                    <a:pt x="8669050" y="267767"/>
                  </a:lnTo>
                  <a:lnTo>
                    <a:pt x="8674523" y="267767"/>
                  </a:lnTo>
                  <a:lnTo>
                    <a:pt x="8679996" y="267767"/>
                  </a:lnTo>
                  <a:lnTo>
                    <a:pt x="8690942" y="267767"/>
                  </a:lnTo>
                  <a:lnTo>
                    <a:pt x="8696414" y="267767"/>
                  </a:lnTo>
                  <a:lnTo>
                    <a:pt x="8707360" y="267767"/>
                  </a:lnTo>
                  <a:lnTo>
                    <a:pt x="8712833" y="267767"/>
                  </a:lnTo>
                  <a:lnTo>
                    <a:pt x="8718306" y="267767"/>
                  </a:lnTo>
                  <a:lnTo>
                    <a:pt x="8723779" y="267767"/>
                  </a:lnTo>
                  <a:lnTo>
                    <a:pt x="8729252" y="267767"/>
                  </a:lnTo>
                  <a:lnTo>
                    <a:pt x="8734725" y="267767"/>
                  </a:lnTo>
                  <a:lnTo>
                    <a:pt x="8740198" y="267767"/>
                  </a:lnTo>
                  <a:lnTo>
                    <a:pt x="8751143" y="267767"/>
                  </a:lnTo>
                  <a:lnTo>
                    <a:pt x="8756616" y="267767"/>
                  </a:lnTo>
                  <a:lnTo>
                    <a:pt x="8762089" y="267767"/>
                  </a:lnTo>
                  <a:lnTo>
                    <a:pt x="8767562" y="267767"/>
                  </a:lnTo>
                  <a:lnTo>
                    <a:pt x="8773035" y="267767"/>
                  </a:lnTo>
                  <a:lnTo>
                    <a:pt x="8778508" y="267767"/>
                  </a:lnTo>
                  <a:lnTo>
                    <a:pt x="8783981" y="267767"/>
                  </a:lnTo>
                  <a:lnTo>
                    <a:pt x="8789453" y="267767"/>
                  </a:lnTo>
                  <a:lnTo>
                    <a:pt x="8794926" y="267767"/>
                  </a:lnTo>
                  <a:lnTo>
                    <a:pt x="8800399" y="267767"/>
                  </a:lnTo>
                  <a:lnTo>
                    <a:pt x="8805872" y="267767"/>
                  </a:lnTo>
                  <a:lnTo>
                    <a:pt x="8811345" y="267767"/>
                  </a:lnTo>
                  <a:lnTo>
                    <a:pt x="8816818" y="267767"/>
                  </a:lnTo>
                  <a:lnTo>
                    <a:pt x="8822291" y="267767"/>
                  </a:lnTo>
                  <a:lnTo>
                    <a:pt x="8833237" y="267767"/>
                  </a:lnTo>
                  <a:lnTo>
                    <a:pt x="8838709" y="267767"/>
                  </a:lnTo>
                  <a:lnTo>
                    <a:pt x="8849655" y="267767"/>
                  </a:lnTo>
                  <a:lnTo>
                    <a:pt x="8855128" y="267767"/>
                  </a:lnTo>
                  <a:lnTo>
                    <a:pt x="8860601" y="267767"/>
                  </a:lnTo>
                  <a:lnTo>
                    <a:pt x="8866074" y="267767"/>
                  </a:lnTo>
                  <a:lnTo>
                    <a:pt x="8871547" y="267767"/>
                  </a:lnTo>
                  <a:lnTo>
                    <a:pt x="8871547" y="182837"/>
                  </a:lnTo>
                  <a:lnTo>
                    <a:pt x="8877020" y="182837"/>
                  </a:lnTo>
                  <a:lnTo>
                    <a:pt x="8887965" y="182837"/>
                  </a:lnTo>
                  <a:lnTo>
                    <a:pt x="8893438" y="182837"/>
                  </a:lnTo>
                  <a:lnTo>
                    <a:pt x="8898911" y="182837"/>
                  </a:lnTo>
                  <a:lnTo>
                    <a:pt x="8909857" y="182837"/>
                  </a:lnTo>
                  <a:lnTo>
                    <a:pt x="8915330" y="182837"/>
                  </a:lnTo>
                  <a:lnTo>
                    <a:pt x="8920803" y="182837"/>
                  </a:lnTo>
                  <a:lnTo>
                    <a:pt x="8926276" y="182837"/>
                  </a:lnTo>
                  <a:lnTo>
                    <a:pt x="8931749" y="182837"/>
                  </a:lnTo>
                  <a:lnTo>
                    <a:pt x="8942694" y="182837"/>
                  </a:lnTo>
                  <a:lnTo>
                    <a:pt x="8948167" y="182837"/>
                  </a:lnTo>
                  <a:lnTo>
                    <a:pt x="8948167" y="96454"/>
                  </a:lnTo>
                  <a:lnTo>
                    <a:pt x="8953640" y="96454"/>
                  </a:lnTo>
                  <a:lnTo>
                    <a:pt x="8964586" y="96454"/>
                  </a:lnTo>
                  <a:lnTo>
                    <a:pt x="8970059" y="96454"/>
                  </a:lnTo>
                  <a:lnTo>
                    <a:pt x="8981004" y="96454"/>
                  </a:lnTo>
                  <a:lnTo>
                    <a:pt x="8986477" y="96454"/>
                  </a:lnTo>
                  <a:lnTo>
                    <a:pt x="8991950" y="96454"/>
                  </a:lnTo>
                  <a:lnTo>
                    <a:pt x="8997423" y="96454"/>
                  </a:lnTo>
                  <a:lnTo>
                    <a:pt x="9008369" y="96454"/>
                  </a:lnTo>
                  <a:lnTo>
                    <a:pt x="9013842" y="96454"/>
                  </a:lnTo>
                  <a:lnTo>
                    <a:pt x="9019315" y="96454"/>
                  </a:lnTo>
                  <a:lnTo>
                    <a:pt x="9024788" y="96454"/>
                  </a:lnTo>
                  <a:lnTo>
                    <a:pt x="9030260" y="96454"/>
                  </a:lnTo>
                  <a:lnTo>
                    <a:pt x="9035733" y="96454"/>
                  </a:lnTo>
                  <a:lnTo>
                    <a:pt x="9041206" y="96454"/>
                  </a:lnTo>
                  <a:lnTo>
                    <a:pt x="9046679" y="96454"/>
                  </a:lnTo>
                  <a:lnTo>
                    <a:pt x="9057625" y="96454"/>
                  </a:lnTo>
                  <a:lnTo>
                    <a:pt x="9063098" y="96454"/>
                  </a:lnTo>
                  <a:lnTo>
                    <a:pt x="9068571" y="96454"/>
                  </a:lnTo>
                  <a:lnTo>
                    <a:pt x="9074044" y="96454"/>
                  </a:lnTo>
                  <a:lnTo>
                    <a:pt x="9079516" y="96454"/>
                  </a:lnTo>
                  <a:lnTo>
                    <a:pt x="9084989" y="96454"/>
                  </a:lnTo>
                  <a:lnTo>
                    <a:pt x="9090462" y="96454"/>
                  </a:lnTo>
                  <a:lnTo>
                    <a:pt x="9101408" y="96454"/>
                  </a:lnTo>
                  <a:lnTo>
                    <a:pt x="9106881" y="96454"/>
                  </a:lnTo>
                  <a:lnTo>
                    <a:pt x="9112354" y="96454"/>
                  </a:lnTo>
                  <a:lnTo>
                    <a:pt x="9117827" y="96454"/>
                  </a:lnTo>
                  <a:lnTo>
                    <a:pt x="9123300" y="96454"/>
                  </a:lnTo>
                  <a:lnTo>
                    <a:pt x="9128772" y="96454"/>
                  </a:lnTo>
                  <a:lnTo>
                    <a:pt x="9139718" y="96454"/>
                  </a:lnTo>
                  <a:lnTo>
                    <a:pt x="9145191" y="96454"/>
                  </a:lnTo>
                  <a:lnTo>
                    <a:pt x="9150664" y="96454"/>
                  </a:lnTo>
                  <a:lnTo>
                    <a:pt x="9156137" y="96454"/>
                  </a:lnTo>
                  <a:lnTo>
                    <a:pt x="9161610" y="96454"/>
                  </a:lnTo>
                  <a:lnTo>
                    <a:pt x="9167083" y="96454"/>
                  </a:lnTo>
                  <a:lnTo>
                    <a:pt x="9172555" y="96454"/>
                  </a:lnTo>
                  <a:lnTo>
                    <a:pt x="9178028" y="96454"/>
                  </a:lnTo>
                  <a:lnTo>
                    <a:pt x="9183501" y="96454"/>
                  </a:lnTo>
                  <a:lnTo>
                    <a:pt x="9188974" y="96454"/>
                  </a:lnTo>
                  <a:lnTo>
                    <a:pt x="9199920" y="96454"/>
                  </a:lnTo>
                  <a:lnTo>
                    <a:pt x="9205393" y="96454"/>
                  </a:lnTo>
                  <a:lnTo>
                    <a:pt x="9216339" y="96454"/>
                  </a:lnTo>
                  <a:lnTo>
                    <a:pt x="9221811" y="96454"/>
                  </a:lnTo>
                  <a:lnTo>
                    <a:pt x="9227284" y="96454"/>
                  </a:lnTo>
                  <a:lnTo>
                    <a:pt x="9232757" y="96454"/>
                  </a:lnTo>
                  <a:lnTo>
                    <a:pt x="9238230" y="96454"/>
                  </a:lnTo>
                  <a:lnTo>
                    <a:pt x="9243703" y="96454"/>
                  </a:lnTo>
                  <a:lnTo>
                    <a:pt x="9249176" y="96454"/>
                  </a:lnTo>
                  <a:lnTo>
                    <a:pt x="9254649" y="96454"/>
                  </a:lnTo>
                  <a:lnTo>
                    <a:pt x="9260122" y="96454"/>
                  </a:lnTo>
                  <a:lnTo>
                    <a:pt x="9271067" y="96454"/>
                  </a:lnTo>
                  <a:lnTo>
                    <a:pt x="9276540" y="96454"/>
                  </a:lnTo>
                  <a:lnTo>
                    <a:pt x="9282013" y="96454"/>
                  </a:lnTo>
                  <a:lnTo>
                    <a:pt x="9287486" y="96454"/>
                  </a:lnTo>
                  <a:lnTo>
                    <a:pt x="9292959" y="96454"/>
                  </a:lnTo>
                  <a:lnTo>
                    <a:pt x="9298432" y="96454"/>
                  </a:lnTo>
                  <a:lnTo>
                    <a:pt x="9303905" y="96454"/>
                  </a:lnTo>
                  <a:lnTo>
                    <a:pt x="9309378" y="96454"/>
                  </a:lnTo>
                  <a:lnTo>
                    <a:pt x="9320323" y="96454"/>
                  </a:lnTo>
                  <a:lnTo>
                    <a:pt x="9325796" y="96454"/>
                  </a:lnTo>
                  <a:lnTo>
                    <a:pt x="9331269" y="96454"/>
                  </a:lnTo>
                  <a:lnTo>
                    <a:pt x="9336742" y="96454"/>
                  </a:lnTo>
                  <a:lnTo>
                    <a:pt x="9347688" y="96454"/>
                  </a:lnTo>
                  <a:lnTo>
                    <a:pt x="9358634" y="96454"/>
                  </a:lnTo>
                  <a:lnTo>
                    <a:pt x="9364106" y="96454"/>
                  </a:lnTo>
                  <a:lnTo>
                    <a:pt x="9369579" y="96454"/>
                  </a:lnTo>
                  <a:lnTo>
                    <a:pt x="9375052" y="96454"/>
                  </a:lnTo>
                  <a:lnTo>
                    <a:pt x="9380525" y="96454"/>
                  </a:lnTo>
                  <a:lnTo>
                    <a:pt x="9385998" y="96454"/>
                  </a:lnTo>
                  <a:lnTo>
                    <a:pt x="9391471" y="96454"/>
                  </a:lnTo>
                  <a:lnTo>
                    <a:pt x="9402417" y="96454"/>
                  </a:lnTo>
                  <a:lnTo>
                    <a:pt x="9407890" y="96454"/>
                  </a:lnTo>
                  <a:lnTo>
                    <a:pt x="9413362" y="96454"/>
                  </a:lnTo>
                  <a:lnTo>
                    <a:pt x="9418835" y="96454"/>
                  </a:lnTo>
                  <a:lnTo>
                    <a:pt x="9424308" y="96454"/>
                  </a:lnTo>
                  <a:lnTo>
                    <a:pt x="9446200" y="96454"/>
                  </a:lnTo>
                  <a:lnTo>
                    <a:pt x="9451673" y="96454"/>
                  </a:lnTo>
                  <a:lnTo>
                    <a:pt x="9462618" y="96454"/>
                  </a:lnTo>
                  <a:lnTo>
                    <a:pt x="9468091" y="96454"/>
                  </a:lnTo>
                  <a:lnTo>
                    <a:pt x="9473564" y="96454"/>
                  </a:lnTo>
                  <a:lnTo>
                    <a:pt x="9479037" y="96454"/>
                  </a:lnTo>
                  <a:lnTo>
                    <a:pt x="9484510" y="96454"/>
                  </a:lnTo>
                  <a:lnTo>
                    <a:pt x="9489983" y="96454"/>
                  </a:lnTo>
                  <a:lnTo>
                    <a:pt x="9495456" y="96454"/>
                  </a:lnTo>
                  <a:lnTo>
                    <a:pt x="9500929" y="96454"/>
                  </a:lnTo>
                  <a:lnTo>
                    <a:pt x="9506401" y="96454"/>
                  </a:lnTo>
                  <a:lnTo>
                    <a:pt x="9511874" y="96454"/>
                  </a:lnTo>
                  <a:lnTo>
                    <a:pt x="9517347" y="96454"/>
                  </a:lnTo>
                  <a:lnTo>
                    <a:pt x="9522820" y="96454"/>
                  </a:lnTo>
                  <a:lnTo>
                    <a:pt x="9528293" y="96454"/>
                  </a:lnTo>
                  <a:lnTo>
                    <a:pt x="9533766" y="96454"/>
                  </a:lnTo>
                  <a:lnTo>
                    <a:pt x="9533766" y="0"/>
                  </a:lnTo>
                  <a:lnTo>
                    <a:pt x="9539239" y="0"/>
                  </a:lnTo>
                  <a:lnTo>
                    <a:pt x="9544712" y="0"/>
                  </a:lnTo>
                  <a:lnTo>
                    <a:pt x="9550185" y="0"/>
                  </a:lnTo>
                  <a:lnTo>
                    <a:pt x="9555657" y="0"/>
                  </a:lnTo>
                  <a:lnTo>
                    <a:pt x="9561130" y="0"/>
                  </a:lnTo>
                  <a:lnTo>
                    <a:pt x="9566603" y="0"/>
                  </a:lnTo>
                  <a:lnTo>
                    <a:pt x="9577549" y="0"/>
                  </a:lnTo>
                  <a:lnTo>
                    <a:pt x="9593968" y="0"/>
                  </a:lnTo>
                  <a:lnTo>
                    <a:pt x="9599441" y="0"/>
                  </a:lnTo>
                  <a:lnTo>
                    <a:pt x="9604913" y="0"/>
                  </a:lnTo>
                  <a:lnTo>
                    <a:pt x="9610386" y="0"/>
                  </a:lnTo>
                  <a:lnTo>
                    <a:pt x="9615859" y="0"/>
                  </a:lnTo>
                  <a:lnTo>
                    <a:pt x="9621332" y="0"/>
                  </a:lnTo>
                  <a:lnTo>
                    <a:pt x="9626805" y="0"/>
                  </a:lnTo>
                  <a:lnTo>
                    <a:pt x="9632278" y="0"/>
                  </a:lnTo>
                  <a:lnTo>
                    <a:pt x="9637751" y="0"/>
                  </a:lnTo>
                  <a:lnTo>
                    <a:pt x="9648697" y="0"/>
                  </a:lnTo>
                  <a:lnTo>
                    <a:pt x="9665115" y="0"/>
                  </a:lnTo>
                  <a:lnTo>
                    <a:pt x="9670588" y="0"/>
                  </a:lnTo>
                  <a:lnTo>
                    <a:pt x="9676061" y="0"/>
                  </a:lnTo>
                  <a:lnTo>
                    <a:pt x="9692480" y="0"/>
                  </a:lnTo>
                  <a:lnTo>
                    <a:pt x="9697952" y="0"/>
                  </a:lnTo>
                  <a:lnTo>
                    <a:pt x="9703425" y="0"/>
                  </a:lnTo>
                  <a:lnTo>
                    <a:pt x="9708898" y="0"/>
                  </a:lnTo>
                  <a:lnTo>
                    <a:pt x="9714371" y="0"/>
                  </a:lnTo>
                  <a:lnTo>
                    <a:pt x="9725317" y="0"/>
                  </a:lnTo>
                  <a:lnTo>
                    <a:pt x="9730790" y="0"/>
                  </a:lnTo>
                  <a:lnTo>
                    <a:pt x="9736263" y="0"/>
                  </a:lnTo>
                  <a:lnTo>
                    <a:pt x="9741736" y="0"/>
                  </a:lnTo>
                  <a:lnTo>
                    <a:pt x="9747208" y="0"/>
                  </a:lnTo>
                  <a:lnTo>
                    <a:pt x="9752681" y="0"/>
                  </a:lnTo>
                  <a:lnTo>
                    <a:pt x="9758154" y="0"/>
                  </a:lnTo>
                  <a:lnTo>
                    <a:pt x="9774573" y="0"/>
                  </a:lnTo>
                  <a:lnTo>
                    <a:pt x="9780046" y="0"/>
                  </a:lnTo>
                  <a:lnTo>
                    <a:pt x="9785519" y="0"/>
                  </a:lnTo>
                  <a:lnTo>
                    <a:pt x="9790992" y="0"/>
                  </a:lnTo>
                  <a:lnTo>
                    <a:pt x="9796464" y="0"/>
                  </a:lnTo>
                  <a:lnTo>
                    <a:pt x="9801937" y="0"/>
                  </a:lnTo>
                  <a:lnTo>
                    <a:pt x="9812883" y="0"/>
                  </a:lnTo>
                  <a:lnTo>
                    <a:pt x="9818356" y="0"/>
                  </a:lnTo>
                  <a:lnTo>
                    <a:pt x="9823829" y="0"/>
                  </a:lnTo>
                  <a:lnTo>
                    <a:pt x="9829302" y="0"/>
                  </a:lnTo>
                  <a:lnTo>
                    <a:pt x="9834775" y="0"/>
                  </a:lnTo>
                  <a:lnTo>
                    <a:pt x="9840247" y="0"/>
                  </a:lnTo>
                  <a:lnTo>
                    <a:pt x="9845720" y="0"/>
                  </a:lnTo>
                  <a:lnTo>
                    <a:pt x="9851193" y="0"/>
                  </a:lnTo>
                  <a:lnTo>
                    <a:pt x="9856666" y="0"/>
                  </a:lnTo>
                  <a:lnTo>
                    <a:pt x="9867612" y="0"/>
                  </a:lnTo>
                  <a:lnTo>
                    <a:pt x="9873085" y="0"/>
                  </a:lnTo>
                  <a:lnTo>
                    <a:pt x="9889503" y="0"/>
                  </a:lnTo>
                  <a:lnTo>
                    <a:pt x="9894976" y="0"/>
                  </a:lnTo>
                  <a:lnTo>
                    <a:pt x="9900449" y="0"/>
                  </a:lnTo>
                  <a:lnTo>
                    <a:pt x="9911395" y="0"/>
                  </a:lnTo>
                  <a:lnTo>
                    <a:pt x="9916868" y="0"/>
                  </a:lnTo>
                  <a:lnTo>
                    <a:pt x="9922341" y="0"/>
                  </a:lnTo>
                  <a:lnTo>
                    <a:pt x="9933287" y="0"/>
                  </a:lnTo>
                  <a:lnTo>
                    <a:pt x="9938759" y="0"/>
                  </a:lnTo>
                  <a:lnTo>
                    <a:pt x="9944232" y="0"/>
                  </a:lnTo>
                  <a:lnTo>
                    <a:pt x="9949705" y="0"/>
                  </a:lnTo>
                  <a:lnTo>
                    <a:pt x="9960651" y="0"/>
                  </a:lnTo>
                  <a:lnTo>
                    <a:pt x="9971597" y="0"/>
                  </a:lnTo>
                  <a:lnTo>
                    <a:pt x="9971597" y="879964"/>
                  </a:lnTo>
                  <a:lnTo>
                    <a:pt x="9960651" y="879964"/>
                  </a:lnTo>
                  <a:lnTo>
                    <a:pt x="9949705" y="879964"/>
                  </a:lnTo>
                  <a:lnTo>
                    <a:pt x="9944232" y="879964"/>
                  </a:lnTo>
                  <a:lnTo>
                    <a:pt x="9938759" y="879964"/>
                  </a:lnTo>
                  <a:lnTo>
                    <a:pt x="9933287" y="879964"/>
                  </a:lnTo>
                  <a:lnTo>
                    <a:pt x="9922341" y="879964"/>
                  </a:lnTo>
                  <a:lnTo>
                    <a:pt x="9916868" y="879964"/>
                  </a:lnTo>
                  <a:lnTo>
                    <a:pt x="9911395" y="879964"/>
                  </a:lnTo>
                  <a:lnTo>
                    <a:pt x="9900449" y="879964"/>
                  </a:lnTo>
                  <a:lnTo>
                    <a:pt x="9894976" y="879964"/>
                  </a:lnTo>
                  <a:lnTo>
                    <a:pt x="9889503" y="879964"/>
                  </a:lnTo>
                  <a:lnTo>
                    <a:pt x="9873085" y="879964"/>
                  </a:lnTo>
                  <a:lnTo>
                    <a:pt x="9867612" y="879964"/>
                  </a:lnTo>
                  <a:lnTo>
                    <a:pt x="9856666" y="879964"/>
                  </a:lnTo>
                  <a:lnTo>
                    <a:pt x="9851193" y="879964"/>
                  </a:lnTo>
                  <a:lnTo>
                    <a:pt x="9845720" y="879964"/>
                  </a:lnTo>
                  <a:lnTo>
                    <a:pt x="9840247" y="879964"/>
                  </a:lnTo>
                  <a:lnTo>
                    <a:pt x="9834775" y="879964"/>
                  </a:lnTo>
                  <a:lnTo>
                    <a:pt x="9829302" y="879964"/>
                  </a:lnTo>
                  <a:lnTo>
                    <a:pt x="9823829" y="879964"/>
                  </a:lnTo>
                  <a:lnTo>
                    <a:pt x="9818356" y="879964"/>
                  </a:lnTo>
                  <a:lnTo>
                    <a:pt x="9812883" y="879964"/>
                  </a:lnTo>
                  <a:lnTo>
                    <a:pt x="9801937" y="879964"/>
                  </a:lnTo>
                  <a:lnTo>
                    <a:pt x="9796464" y="879964"/>
                  </a:lnTo>
                  <a:lnTo>
                    <a:pt x="9790992" y="879964"/>
                  </a:lnTo>
                  <a:lnTo>
                    <a:pt x="9785519" y="879964"/>
                  </a:lnTo>
                  <a:lnTo>
                    <a:pt x="9780046" y="879964"/>
                  </a:lnTo>
                  <a:lnTo>
                    <a:pt x="9774573" y="879964"/>
                  </a:lnTo>
                  <a:lnTo>
                    <a:pt x="9758154" y="879964"/>
                  </a:lnTo>
                  <a:lnTo>
                    <a:pt x="9752681" y="879964"/>
                  </a:lnTo>
                  <a:lnTo>
                    <a:pt x="9747208" y="879964"/>
                  </a:lnTo>
                  <a:lnTo>
                    <a:pt x="9741736" y="879964"/>
                  </a:lnTo>
                  <a:lnTo>
                    <a:pt x="9736263" y="879964"/>
                  </a:lnTo>
                  <a:lnTo>
                    <a:pt x="9730790" y="879964"/>
                  </a:lnTo>
                  <a:lnTo>
                    <a:pt x="9725317" y="879964"/>
                  </a:lnTo>
                  <a:lnTo>
                    <a:pt x="9714371" y="879964"/>
                  </a:lnTo>
                  <a:lnTo>
                    <a:pt x="9708898" y="879964"/>
                  </a:lnTo>
                  <a:lnTo>
                    <a:pt x="9703425" y="879964"/>
                  </a:lnTo>
                  <a:lnTo>
                    <a:pt x="9697952" y="879964"/>
                  </a:lnTo>
                  <a:lnTo>
                    <a:pt x="9692480" y="879964"/>
                  </a:lnTo>
                  <a:lnTo>
                    <a:pt x="9676061" y="879964"/>
                  </a:lnTo>
                  <a:lnTo>
                    <a:pt x="9670588" y="879964"/>
                  </a:lnTo>
                  <a:lnTo>
                    <a:pt x="9665115" y="879964"/>
                  </a:lnTo>
                  <a:lnTo>
                    <a:pt x="9648697" y="879964"/>
                  </a:lnTo>
                  <a:lnTo>
                    <a:pt x="9637751" y="879964"/>
                  </a:lnTo>
                  <a:lnTo>
                    <a:pt x="9632278" y="879964"/>
                  </a:lnTo>
                  <a:lnTo>
                    <a:pt x="9626805" y="879964"/>
                  </a:lnTo>
                  <a:lnTo>
                    <a:pt x="9621332" y="879964"/>
                  </a:lnTo>
                  <a:lnTo>
                    <a:pt x="9615859" y="879964"/>
                  </a:lnTo>
                  <a:lnTo>
                    <a:pt x="9610386" y="879964"/>
                  </a:lnTo>
                  <a:lnTo>
                    <a:pt x="9604913" y="879964"/>
                  </a:lnTo>
                  <a:lnTo>
                    <a:pt x="9599441" y="879964"/>
                  </a:lnTo>
                  <a:lnTo>
                    <a:pt x="9593968" y="879964"/>
                  </a:lnTo>
                  <a:lnTo>
                    <a:pt x="9577549" y="879964"/>
                  </a:lnTo>
                  <a:lnTo>
                    <a:pt x="9566603" y="879964"/>
                  </a:lnTo>
                  <a:lnTo>
                    <a:pt x="9561130" y="879964"/>
                  </a:lnTo>
                  <a:lnTo>
                    <a:pt x="9555657" y="879964"/>
                  </a:lnTo>
                  <a:lnTo>
                    <a:pt x="9550185" y="879964"/>
                  </a:lnTo>
                  <a:lnTo>
                    <a:pt x="9544712" y="879964"/>
                  </a:lnTo>
                  <a:lnTo>
                    <a:pt x="9539239" y="879964"/>
                  </a:lnTo>
                  <a:lnTo>
                    <a:pt x="9533766" y="879964"/>
                  </a:lnTo>
                  <a:lnTo>
                    <a:pt x="9533766" y="932170"/>
                  </a:lnTo>
                  <a:lnTo>
                    <a:pt x="9528293" y="932170"/>
                  </a:lnTo>
                  <a:lnTo>
                    <a:pt x="9522820" y="932170"/>
                  </a:lnTo>
                  <a:lnTo>
                    <a:pt x="9517347" y="932170"/>
                  </a:lnTo>
                  <a:lnTo>
                    <a:pt x="9511874" y="932170"/>
                  </a:lnTo>
                  <a:lnTo>
                    <a:pt x="9506401" y="932170"/>
                  </a:lnTo>
                  <a:lnTo>
                    <a:pt x="9500929" y="932170"/>
                  </a:lnTo>
                  <a:lnTo>
                    <a:pt x="9495456" y="932170"/>
                  </a:lnTo>
                  <a:lnTo>
                    <a:pt x="9489983" y="932170"/>
                  </a:lnTo>
                  <a:lnTo>
                    <a:pt x="9484510" y="932170"/>
                  </a:lnTo>
                  <a:lnTo>
                    <a:pt x="9479037" y="932170"/>
                  </a:lnTo>
                  <a:lnTo>
                    <a:pt x="9473564" y="932170"/>
                  </a:lnTo>
                  <a:lnTo>
                    <a:pt x="9468091" y="932170"/>
                  </a:lnTo>
                  <a:lnTo>
                    <a:pt x="9462618" y="932170"/>
                  </a:lnTo>
                  <a:lnTo>
                    <a:pt x="9451673" y="932170"/>
                  </a:lnTo>
                  <a:lnTo>
                    <a:pt x="9446200" y="932170"/>
                  </a:lnTo>
                  <a:lnTo>
                    <a:pt x="9424308" y="932170"/>
                  </a:lnTo>
                  <a:lnTo>
                    <a:pt x="9418835" y="932170"/>
                  </a:lnTo>
                  <a:lnTo>
                    <a:pt x="9413362" y="932170"/>
                  </a:lnTo>
                  <a:lnTo>
                    <a:pt x="9407890" y="932170"/>
                  </a:lnTo>
                  <a:lnTo>
                    <a:pt x="9402417" y="932170"/>
                  </a:lnTo>
                  <a:lnTo>
                    <a:pt x="9391471" y="932170"/>
                  </a:lnTo>
                  <a:lnTo>
                    <a:pt x="9385998" y="932170"/>
                  </a:lnTo>
                  <a:lnTo>
                    <a:pt x="9380525" y="932170"/>
                  </a:lnTo>
                  <a:lnTo>
                    <a:pt x="9375052" y="932170"/>
                  </a:lnTo>
                  <a:lnTo>
                    <a:pt x="9369579" y="932170"/>
                  </a:lnTo>
                  <a:lnTo>
                    <a:pt x="9364106" y="932170"/>
                  </a:lnTo>
                  <a:lnTo>
                    <a:pt x="9358634" y="932170"/>
                  </a:lnTo>
                  <a:lnTo>
                    <a:pt x="9347688" y="932170"/>
                  </a:lnTo>
                  <a:lnTo>
                    <a:pt x="9336742" y="932170"/>
                  </a:lnTo>
                  <a:lnTo>
                    <a:pt x="9331269" y="932170"/>
                  </a:lnTo>
                  <a:lnTo>
                    <a:pt x="9325796" y="932170"/>
                  </a:lnTo>
                  <a:lnTo>
                    <a:pt x="9320323" y="932170"/>
                  </a:lnTo>
                  <a:lnTo>
                    <a:pt x="9309378" y="932170"/>
                  </a:lnTo>
                  <a:lnTo>
                    <a:pt x="9303905" y="932170"/>
                  </a:lnTo>
                  <a:lnTo>
                    <a:pt x="9298432" y="932170"/>
                  </a:lnTo>
                  <a:lnTo>
                    <a:pt x="9292959" y="932170"/>
                  </a:lnTo>
                  <a:lnTo>
                    <a:pt x="9287486" y="932170"/>
                  </a:lnTo>
                  <a:lnTo>
                    <a:pt x="9282013" y="932170"/>
                  </a:lnTo>
                  <a:lnTo>
                    <a:pt x="9276540" y="932170"/>
                  </a:lnTo>
                  <a:lnTo>
                    <a:pt x="9271067" y="932170"/>
                  </a:lnTo>
                  <a:lnTo>
                    <a:pt x="9260122" y="932170"/>
                  </a:lnTo>
                  <a:lnTo>
                    <a:pt x="9254649" y="932170"/>
                  </a:lnTo>
                  <a:lnTo>
                    <a:pt x="9249176" y="932170"/>
                  </a:lnTo>
                  <a:lnTo>
                    <a:pt x="9243703" y="932170"/>
                  </a:lnTo>
                  <a:lnTo>
                    <a:pt x="9238230" y="932170"/>
                  </a:lnTo>
                  <a:lnTo>
                    <a:pt x="9232757" y="932170"/>
                  </a:lnTo>
                  <a:lnTo>
                    <a:pt x="9227284" y="932170"/>
                  </a:lnTo>
                  <a:lnTo>
                    <a:pt x="9221811" y="932170"/>
                  </a:lnTo>
                  <a:lnTo>
                    <a:pt x="9216339" y="932170"/>
                  </a:lnTo>
                  <a:lnTo>
                    <a:pt x="9205393" y="932170"/>
                  </a:lnTo>
                  <a:lnTo>
                    <a:pt x="9199920" y="932170"/>
                  </a:lnTo>
                  <a:lnTo>
                    <a:pt x="9188974" y="932170"/>
                  </a:lnTo>
                  <a:lnTo>
                    <a:pt x="9183501" y="932170"/>
                  </a:lnTo>
                  <a:lnTo>
                    <a:pt x="9178028" y="932170"/>
                  </a:lnTo>
                  <a:lnTo>
                    <a:pt x="9172555" y="932170"/>
                  </a:lnTo>
                  <a:lnTo>
                    <a:pt x="9167083" y="932170"/>
                  </a:lnTo>
                  <a:lnTo>
                    <a:pt x="9161610" y="932170"/>
                  </a:lnTo>
                  <a:lnTo>
                    <a:pt x="9156137" y="932170"/>
                  </a:lnTo>
                  <a:lnTo>
                    <a:pt x="9150664" y="932170"/>
                  </a:lnTo>
                  <a:lnTo>
                    <a:pt x="9145191" y="932170"/>
                  </a:lnTo>
                  <a:lnTo>
                    <a:pt x="9139718" y="932170"/>
                  </a:lnTo>
                  <a:lnTo>
                    <a:pt x="9128772" y="932170"/>
                  </a:lnTo>
                  <a:lnTo>
                    <a:pt x="9123300" y="932170"/>
                  </a:lnTo>
                  <a:lnTo>
                    <a:pt x="9117827" y="932170"/>
                  </a:lnTo>
                  <a:lnTo>
                    <a:pt x="9112354" y="932170"/>
                  </a:lnTo>
                  <a:lnTo>
                    <a:pt x="9106881" y="932170"/>
                  </a:lnTo>
                  <a:lnTo>
                    <a:pt x="9101408" y="932170"/>
                  </a:lnTo>
                  <a:lnTo>
                    <a:pt x="9090462" y="932170"/>
                  </a:lnTo>
                  <a:lnTo>
                    <a:pt x="9084989" y="932170"/>
                  </a:lnTo>
                  <a:lnTo>
                    <a:pt x="9079516" y="932170"/>
                  </a:lnTo>
                  <a:lnTo>
                    <a:pt x="9074044" y="932170"/>
                  </a:lnTo>
                  <a:lnTo>
                    <a:pt x="9068571" y="932170"/>
                  </a:lnTo>
                  <a:lnTo>
                    <a:pt x="9063098" y="932170"/>
                  </a:lnTo>
                  <a:lnTo>
                    <a:pt x="9057625" y="932170"/>
                  </a:lnTo>
                  <a:lnTo>
                    <a:pt x="9046679" y="932170"/>
                  </a:lnTo>
                  <a:lnTo>
                    <a:pt x="9041206" y="932170"/>
                  </a:lnTo>
                  <a:lnTo>
                    <a:pt x="9035733" y="932170"/>
                  </a:lnTo>
                  <a:lnTo>
                    <a:pt x="9030260" y="932170"/>
                  </a:lnTo>
                  <a:lnTo>
                    <a:pt x="9024788" y="932170"/>
                  </a:lnTo>
                  <a:lnTo>
                    <a:pt x="9019315" y="932170"/>
                  </a:lnTo>
                  <a:lnTo>
                    <a:pt x="9013842" y="932170"/>
                  </a:lnTo>
                  <a:lnTo>
                    <a:pt x="9008369" y="932170"/>
                  </a:lnTo>
                  <a:lnTo>
                    <a:pt x="8997423" y="932170"/>
                  </a:lnTo>
                  <a:lnTo>
                    <a:pt x="8991950" y="932170"/>
                  </a:lnTo>
                  <a:lnTo>
                    <a:pt x="8986477" y="932170"/>
                  </a:lnTo>
                  <a:lnTo>
                    <a:pt x="8981004" y="932170"/>
                  </a:lnTo>
                  <a:lnTo>
                    <a:pt x="8970059" y="932170"/>
                  </a:lnTo>
                  <a:lnTo>
                    <a:pt x="8964586" y="932170"/>
                  </a:lnTo>
                  <a:lnTo>
                    <a:pt x="8953640" y="932170"/>
                  </a:lnTo>
                  <a:lnTo>
                    <a:pt x="8948167" y="932170"/>
                  </a:lnTo>
                  <a:lnTo>
                    <a:pt x="8948167" y="980138"/>
                  </a:lnTo>
                  <a:lnTo>
                    <a:pt x="8942694" y="980138"/>
                  </a:lnTo>
                  <a:lnTo>
                    <a:pt x="8931749" y="980138"/>
                  </a:lnTo>
                  <a:lnTo>
                    <a:pt x="8926276" y="980138"/>
                  </a:lnTo>
                  <a:lnTo>
                    <a:pt x="8920803" y="980138"/>
                  </a:lnTo>
                  <a:lnTo>
                    <a:pt x="8915330" y="980138"/>
                  </a:lnTo>
                  <a:lnTo>
                    <a:pt x="8909857" y="980138"/>
                  </a:lnTo>
                  <a:lnTo>
                    <a:pt x="8898911" y="980138"/>
                  </a:lnTo>
                  <a:lnTo>
                    <a:pt x="8893438" y="980138"/>
                  </a:lnTo>
                  <a:lnTo>
                    <a:pt x="8887965" y="980138"/>
                  </a:lnTo>
                  <a:lnTo>
                    <a:pt x="8877020" y="980138"/>
                  </a:lnTo>
                  <a:lnTo>
                    <a:pt x="8871547" y="980138"/>
                  </a:lnTo>
                  <a:lnTo>
                    <a:pt x="8871547" y="1026230"/>
                  </a:lnTo>
                  <a:lnTo>
                    <a:pt x="8866074" y="1026230"/>
                  </a:lnTo>
                  <a:lnTo>
                    <a:pt x="8860601" y="1026230"/>
                  </a:lnTo>
                  <a:lnTo>
                    <a:pt x="8855128" y="1026230"/>
                  </a:lnTo>
                  <a:lnTo>
                    <a:pt x="8849655" y="1026230"/>
                  </a:lnTo>
                  <a:lnTo>
                    <a:pt x="8838709" y="1026230"/>
                  </a:lnTo>
                  <a:lnTo>
                    <a:pt x="8833237" y="1026230"/>
                  </a:lnTo>
                  <a:lnTo>
                    <a:pt x="8822291" y="1026230"/>
                  </a:lnTo>
                  <a:lnTo>
                    <a:pt x="8816818" y="1026230"/>
                  </a:lnTo>
                  <a:lnTo>
                    <a:pt x="8811345" y="1026230"/>
                  </a:lnTo>
                  <a:lnTo>
                    <a:pt x="8805872" y="1026230"/>
                  </a:lnTo>
                  <a:lnTo>
                    <a:pt x="8800399" y="1026230"/>
                  </a:lnTo>
                  <a:lnTo>
                    <a:pt x="8794926" y="1026230"/>
                  </a:lnTo>
                  <a:lnTo>
                    <a:pt x="8789453" y="1026230"/>
                  </a:lnTo>
                  <a:lnTo>
                    <a:pt x="8783981" y="1026230"/>
                  </a:lnTo>
                  <a:lnTo>
                    <a:pt x="8778508" y="1026230"/>
                  </a:lnTo>
                  <a:lnTo>
                    <a:pt x="8773035" y="1026230"/>
                  </a:lnTo>
                  <a:lnTo>
                    <a:pt x="8767562" y="1026230"/>
                  </a:lnTo>
                  <a:lnTo>
                    <a:pt x="8762089" y="1026230"/>
                  </a:lnTo>
                  <a:lnTo>
                    <a:pt x="8756616" y="1026230"/>
                  </a:lnTo>
                  <a:lnTo>
                    <a:pt x="8751143" y="1026230"/>
                  </a:lnTo>
                  <a:lnTo>
                    <a:pt x="8740198" y="1026230"/>
                  </a:lnTo>
                  <a:lnTo>
                    <a:pt x="8734725" y="1026230"/>
                  </a:lnTo>
                  <a:lnTo>
                    <a:pt x="8729252" y="1026230"/>
                  </a:lnTo>
                  <a:lnTo>
                    <a:pt x="8723779" y="1026230"/>
                  </a:lnTo>
                  <a:lnTo>
                    <a:pt x="8718306" y="1026230"/>
                  </a:lnTo>
                  <a:lnTo>
                    <a:pt x="8712833" y="1026230"/>
                  </a:lnTo>
                  <a:lnTo>
                    <a:pt x="8707360" y="1026230"/>
                  </a:lnTo>
                  <a:lnTo>
                    <a:pt x="8696414" y="1026230"/>
                  </a:lnTo>
                  <a:lnTo>
                    <a:pt x="8690942" y="1026230"/>
                  </a:lnTo>
                  <a:lnTo>
                    <a:pt x="8679996" y="1026230"/>
                  </a:lnTo>
                  <a:lnTo>
                    <a:pt x="8674523" y="1026230"/>
                  </a:lnTo>
                  <a:lnTo>
                    <a:pt x="8669050" y="1026230"/>
                  </a:lnTo>
                  <a:lnTo>
                    <a:pt x="8663577" y="1026230"/>
                  </a:lnTo>
                  <a:lnTo>
                    <a:pt x="8658104" y="1026230"/>
                  </a:lnTo>
                  <a:lnTo>
                    <a:pt x="8652631" y="1026230"/>
                  </a:lnTo>
                  <a:lnTo>
                    <a:pt x="8641686" y="1026230"/>
                  </a:lnTo>
                  <a:lnTo>
                    <a:pt x="8636213" y="1026230"/>
                  </a:lnTo>
                  <a:lnTo>
                    <a:pt x="8630740" y="1026230"/>
                  </a:lnTo>
                  <a:lnTo>
                    <a:pt x="8625267" y="1026230"/>
                  </a:lnTo>
                  <a:lnTo>
                    <a:pt x="8614321" y="1026230"/>
                  </a:lnTo>
                  <a:lnTo>
                    <a:pt x="8608848" y="1026230"/>
                  </a:lnTo>
                  <a:lnTo>
                    <a:pt x="8603375" y="1026230"/>
                  </a:lnTo>
                  <a:lnTo>
                    <a:pt x="8597903" y="1026230"/>
                  </a:lnTo>
                  <a:lnTo>
                    <a:pt x="8586957" y="1026230"/>
                  </a:lnTo>
                  <a:lnTo>
                    <a:pt x="8581484" y="1026230"/>
                  </a:lnTo>
                  <a:lnTo>
                    <a:pt x="8576011" y="1026230"/>
                  </a:lnTo>
                  <a:lnTo>
                    <a:pt x="8570538" y="1026230"/>
                  </a:lnTo>
                  <a:lnTo>
                    <a:pt x="8565065" y="1026230"/>
                  </a:lnTo>
                  <a:lnTo>
                    <a:pt x="8559592" y="1026230"/>
                  </a:lnTo>
                  <a:lnTo>
                    <a:pt x="8554119" y="1026230"/>
                  </a:lnTo>
                  <a:lnTo>
                    <a:pt x="8548647" y="1026230"/>
                  </a:lnTo>
                  <a:lnTo>
                    <a:pt x="8543174" y="1026230"/>
                  </a:lnTo>
                  <a:lnTo>
                    <a:pt x="8537701" y="1026230"/>
                  </a:lnTo>
                  <a:lnTo>
                    <a:pt x="8532228" y="1026230"/>
                  </a:lnTo>
                  <a:lnTo>
                    <a:pt x="8526755" y="1026230"/>
                  </a:lnTo>
                  <a:lnTo>
                    <a:pt x="8521282" y="1026230"/>
                  </a:lnTo>
                  <a:lnTo>
                    <a:pt x="8515809" y="1026230"/>
                  </a:lnTo>
                  <a:lnTo>
                    <a:pt x="8510336" y="1026230"/>
                  </a:lnTo>
                  <a:lnTo>
                    <a:pt x="8499391" y="1026230"/>
                  </a:lnTo>
                  <a:lnTo>
                    <a:pt x="8493918" y="1026230"/>
                  </a:lnTo>
                  <a:lnTo>
                    <a:pt x="8488445" y="1026230"/>
                  </a:lnTo>
                  <a:lnTo>
                    <a:pt x="8482972" y="1026230"/>
                  </a:lnTo>
                  <a:lnTo>
                    <a:pt x="8477499" y="1026230"/>
                  </a:lnTo>
                  <a:lnTo>
                    <a:pt x="8472026" y="1026230"/>
                  </a:lnTo>
                  <a:lnTo>
                    <a:pt x="8466553" y="1026230"/>
                  </a:lnTo>
                  <a:lnTo>
                    <a:pt x="8455607" y="1026230"/>
                  </a:lnTo>
                  <a:lnTo>
                    <a:pt x="8450135" y="1026230"/>
                  </a:lnTo>
                  <a:lnTo>
                    <a:pt x="8444662" y="1026230"/>
                  </a:lnTo>
                  <a:lnTo>
                    <a:pt x="8439189" y="1026230"/>
                  </a:lnTo>
                  <a:lnTo>
                    <a:pt x="8433716" y="1026230"/>
                  </a:lnTo>
                  <a:lnTo>
                    <a:pt x="8428243" y="1026230"/>
                  </a:lnTo>
                  <a:lnTo>
                    <a:pt x="8422770" y="1026230"/>
                  </a:lnTo>
                  <a:lnTo>
                    <a:pt x="8417297" y="1026230"/>
                  </a:lnTo>
                  <a:lnTo>
                    <a:pt x="8411824" y="1026230"/>
                  </a:lnTo>
                  <a:lnTo>
                    <a:pt x="8406352" y="1026230"/>
                  </a:lnTo>
                  <a:lnTo>
                    <a:pt x="8400879" y="1026230"/>
                  </a:lnTo>
                  <a:lnTo>
                    <a:pt x="8395406" y="1026230"/>
                  </a:lnTo>
                  <a:lnTo>
                    <a:pt x="8389933" y="1026230"/>
                  </a:lnTo>
                  <a:lnTo>
                    <a:pt x="8384460" y="1026230"/>
                  </a:lnTo>
                  <a:lnTo>
                    <a:pt x="8373514" y="1026230"/>
                  </a:lnTo>
                  <a:lnTo>
                    <a:pt x="8368041" y="1026230"/>
                  </a:lnTo>
                  <a:lnTo>
                    <a:pt x="8362568" y="1026230"/>
                  </a:lnTo>
                  <a:lnTo>
                    <a:pt x="8357096" y="1026230"/>
                  </a:lnTo>
                  <a:lnTo>
                    <a:pt x="8351623" y="1026230"/>
                  </a:lnTo>
                  <a:lnTo>
                    <a:pt x="8346150" y="1026230"/>
                  </a:lnTo>
                  <a:lnTo>
                    <a:pt x="8340677" y="1026230"/>
                  </a:lnTo>
                  <a:lnTo>
                    <a:pt x="8335204" y="1026230"/>
                  </a:lnTo>
                  <a:lnTo>
                    <a:pt x="8329731" y="1026230"/>
                  </a:lnTo>
                  <a:lnTo>
                    <a:pt x="8324258" y="1026230"/>
                  </a:lnTo>
                  <a:lnTo>
                    <a:pt x="8318785" y="1026230"/>
                  </a:lnTo>
                  <a:lnTo>
                    <a:pt x="8313312" y="1026230"/>
                  </a:lnTo>
                  <a:lnTo>
                    <a:pt x="8307840" y="1026230"/>
                  </a:lnTo>
                  <a:lnTo>
                    <a:pt x="8302367" y="1026230"/>
                  </a:lnTo>
                  <a:lnTo>
                    <a:pt x="8296894" y="1026230"/>
                  </a:lnTo>
                  <a:lnTo>
                    <a:pt x="8291421" y="1026230"/>
                  </a:lnTo>
                  <a:lnTo>
                    <a:pt x="8280475" y="1026230"/>
                  </a:lnTo>
                  <a:lnTo>
                    <a:pt x="8275002" y="1026230"/>
                  </a:lnTo>
                  <a:lnTo>
                    <a:pt x="8269529" y="1026230"/>
                  </a:lnTo>
                  <a:lnTo>
                    <a:pt x="8264056" y="1026230"/>
                  </a:lnTo>
                  <a:lnTo>
                    <a:pt x="8258584" y="1026230"/>
                  </a:lnTo>
                  <a:lnTo>
                    <a:pt x="8253111" y="1026230"/>
                  </a:lnTo>
                  <a:lnTo>
                    <a:pt x="8247638" y="1026230"/>
                  </a:lnTo>
                  <a:lnTo>
                    <a:pt x="8242165" y="1026230"/>
                  </a:lnTo>
                  <a:lnTo>
                    <a:pt x="8236692" y="1026230"/>
                  </a:lnTo>
                  <a:lnTo>
                    <a:pt x="8231219" y="1026230"/>
                  </a:lnTo>
                  <a:lnTo>
                    <a:pt x="8225746" y="1026230"/>
                  </a:lnTo>
                  <a:lnTo>
                    <a:pt x="8220273" y="1026230"/>
                  </a:lnTo>
                  <a:lnTo>
                    <a:pt x="8214801" y="1026230"/>
                  </a:lnTo>
                  <a:lnTo>
                    <a:pt x="8209328" y="1026230"/>
                  </a:lnTo>
                  <a:lnTo>
                    <a:pt x="8203855" y="1026230"/>
                  </a:lnTo>
                  <a:lnTo>
                    <a:pt x="8198382" y="1026230"/>
                  </a:lnTo>
                  <a:lnTo>
                    <a:pt x="8192909" y="1026230"/>
                  </a:lnTo>
                  <a:lnTo>
                    <a:pt x="8187436" y="1026230"/>
                  </a:lnTo>
                  <a:lnTo>
                    <a:pt x="8181963" y="1026230"/>
                  </a:lnTo>
                  <a:lnTo>
                    <a:pt x="8176490" y="1026230"/>
                  </a:lnTo>
                  <a:lnTo>
                    <a:pt x="8171017" y="1026230"/>
                  </a:lnTo>
                  <a:lnTo>
                    <a:pt x="8165545" y="1026230"/>
                  </a:lnTo>
                  <a:lnTo>
                    <a:pt x="8160072" y="1026230"/>
                  </a:lnTo>
                  <a:lnTo>
                    <a:pt x="8154599" y="1026230"/>
                  </a:lnTo>
                  <a:lnTo>
                    <a:pt x="8143653" y="1026230"/>
                  </a:lnTo>
                  <a:lnTo>
                    <a:pt x="8138180" y="1026230"/>
                  </a:lnTo>
                  <a:lnTo>
                    <a:pt x="8121761" y="1026230"/>
                  </a:lnTo>
                  <a:lnTo>
                    <a:pt x="8116289" y="1026230"/>
                  </a:lnTo>
                  <a:lnTo>
                    <a:pt x="8110816" y="1026230"/>
                  </a:lnTo>
                  <a:lnTo>
                    <a:pt x="8105343" y="1026230"/>
                  </a:lnTo>
                  <a:lnTo>
                    <a:pt x="8099870" y="1026230"/>
                  </a:lnTo>
                  <a:lnTo>
                    <a:pt x="8094397" y="1026230"/>
                  </a:lnTo>
                  <a:lnTo>
                    <a:pt x="8088924" y="1026230"/>
                  </a:lnTo>
                  <a:lnTo>
                    <a:pt x="8083451" y="1026230"/>
                  </a:lnTo>
                  <a:lnTo>
                    <a:pt x="8077978" y="1026230"/>
                  </a:lnTo>
                  <a:lnTo>
                    <a:pt x="8072506" y="1026230"/>
                  </a:lnTo>
                  <a:lnTo>
                    <a:pt x="8067033" y="1026230"/>
                  </a:lnTo>
                  <a:lnTo>
                    <a:pt x="8061560" y="1026230"/>
                  </a:lnTo>
                  <a:lnTo>
                    <a:pt x="8056087" y="1026230"/>
                  </a:lnTo>
                  <a:lnTo>
                    <a:pt x="8045141" y="1026230"/>
                  </a:lnTo>
                  <a:lnTo>
                    <a:pt x="8039668" y="1026230"/>
                  </a:lnTo>
                  <a:lnTo>
                    <a:pt x="8034195" y="1026230"/>
                  </a:lnTo>
                  <a:lnTo>
                    <a:pt x="8028722" y="1026230"/>
                  </a:lnTo>
                  <a:lnTo>
                    <a:pt x="8023250" y="1026230"/>
                  </a:lnTo>
                  <a:lnTo>
                    <a:pt x="8017777" y="1026230"/>
                  </a:lnTo>
                  <a:lnTo>
                    <a:pt x="8006831" y="1026230"/>
                  </a:lnTo>
                  <a:lnTo>
                    <a:pt x="8001358" y="1026230"/>
                  </a:lnTo>
                  <a:lnTo>
                    <a:pt x="7995885" y="1026230"/>
                  </a:lnTo>
                  <a:lnTo>
                    <a:pt x="7990412" y="1026230"/>
                  </a:lnTo>
                  <a:lnTo>
                    <a:pt x="7979466" y="1026230"/>
                  </a:lnTo>
                  <a:lnTo>
                    <a:pt x="7973994" y="1026230"/>
                  </a:lnTo>
                  <a:lnTo>
                    <a:pt x="7968521" y="1026230"/>
                  </a:lnTo>
                  <a:lnTo>
                    <a:pt x="7963048" y="1026230"/>
                  </a:lnTo>
                  <a:lnTo>
                    <a:pt x="7957575" y="1026230"/>
                  </a:lnTo>
                  <a:lnTo>
                    <a:pt x="7952102" y="1026230"/>
                  </a:lnTo>
                  <a:lnTo>
                    <a:pt x="7946629" y="1026230"/>
                  </a:lnTo>
                  <a:lnTo>
                    <a:pt x="7946629" y="1062041"/>
                  </a:lnTo>
                  <a:lnTo>
                    <a:pt x="7941156" y="1062041"/>
                  </a:lnTo>
                  <a:lnTo>
                    <a:pt x="7935683" y="1062041"/>
                  </a:lnTo>
                  <a:lnTo>
                    <a:pt x="7930210" y="1062041"/>
                  </a:lnTo>
                  <a:lnTo>
                    <a:pt x="7924738" y="1062041"/>
                  </a:lnTo>
                  <a:lnTo>
                    <a:pt x="7919265" y="1062041"/>
                  </a:lnTo>
                  <a:lnTo>
                    <a:pt x="7913792" y="1062041"/>
                  </a:lnTo>
                  <a:lnTo>
                    <a:pt x="7908319" y="1062041"/>
                  </a:lnTo>
                  <a:lnTo>
                    <a:pt x="7902846" y="1062041"/>
                  </a:lnTo>
                  <a:lnTo>
                    <a:pt x="7897373" y="1062041"/>
                  </a:lnTo>
                  <a:lnTo>
                    <a:pt x="7891900" y="1062041"/>
                  </a:lnTo>
                  <a:lnTo>
                    <a:pt x="7886427" y="1062041"/>
                  </a:lnTo>
                  <a:lnTo>
                    <a:pt x="7880955" y="1062041"/>
                  </a:lnTo>
                  <a:lnTo>
                    <a:pt x="7875482" y="1062041"/>
                  </a:lnTo>
                  <a:lnTo>
                    <a:pt x="7870009" y="1062041"/>
                  </a:lnTo>
                  <a:lnTo>
                    <a:pt x="7864536" y="1062041"/>
                  </a:lnTo>
                  <a:lnTo>
                    <a:pt x="7853590" y="1062041"/>
                  </a:lnTo>
                  <a:lnTo>
                    <a:pt x="7848117" y="1062041"/>
                  </a:lnTo>
                  <a:lnTo>
                    <a:pt x="7842644" y="1062041"/>
                  </a:lnTo>
                  <a:lnTo>
                    <a:pt x="7837171" y="1062041"/>
                  </a:lnTo>
                  <a:lnTo>
                    <a:pt x="7831699" y="1062041"/>
                  </a:lnTo>
                  <a:lnTo>
                    <a:pt x="7826226" y="1062041"/>
                  </a:lnTo>
                  <a:lnTo>
                    <a:pt x="7820753" y="1062041"/>
                  </a:lnTo>
                  <a:lnTo>
                    <a:pt x="7815280" y="1062041"/>
                  </a:lnTo>
                  <a:lnTo>
                    <a:pt x="7809807" y="1062041"/>
                  </a:lnTo>
                  <a:lnTo>
                    <a:pt x="7793388" y="1062041"/>
                  </a:lnTo>
                  <a:lnTo>
                    <a:pt x="7787915" y="1062041"/>
                  </a:lnTo>
                  <a:lnTo>
                    <a:pt x="7782443" y="1062041"/>
                  </a:lnTo>
                  <a:lnTo>
                    <a:pt x="7776970" y="1062041"/>
                  </a:lnTo>
                  <a:lnTo>
                    <a:pt x="7771497" y="1062041"/>
                  </a:lnTo>
                  <a:lnTo>
                    <a:pt x="7766024" y="1062041"/>
                  </a:lnTo>
                  <a:lnTo>
                    <a:pt x="7760551" y="1062041"/>
                  </a:lnTo>
                  <a:lnTo>
                    <a:pt x="7755078" y="1062041"/>
                  </a:lnTo>
                  <a:lnTo>
                    <a:pt x="7749605" y="1062041"/>
                  </a:lnTo>
                  <a:lnTo>
                    <a:pt x="7744132" y="1062041"/>
                  </a:lnTo>
                  <a:lnTo>
                    <a:pt x="7738659" y="1062041"/>
                  </a:lnTo>
                  <a:lnTo>
                    <a:pt x="7733187" y="1062041"/>
                  </a:lnTo>
                  <a:lnTo>
                    <a:pt x="7727714" y="1062041"/>
                  </a:lnTo>
                  <a:lnTo>
                    <a:pt x="7722241" y="1062041"/>
                  </a:lnTo>
                  <a:lnTo>
                    <a:pt x="7716768" y="1062041"/>
                  </a:lnTo>
                  <a:lnTo>
                    <a:pt x="7711295" y="1062041"/>
                  </a:lnTo>
                  <a:lnTo>
                    <a:pt x="7705822" y="1062041"/>
                  </a:lnTo>
                  <a:lnTo>
                    <a:pt x="7700349" y="1062041"/>
                  </a:lnTo>
                  <a:lnTo>
                    <a:pt x="7694876" y="1062041"/>
                  </a:lnTo>
                  <a:lnTo>
                    <a:pt x="7689404" y="1062041"/>
                  </a:lnTo>
                  <a:lnTo>
                    <a:pt x="7683931" y="1062041"/>
                  </a:lnTo>
                  <a:lnTo>
                    <a:pt x="7678458" y="1062041"/>
                  </a:lnTo>
                  <a:lnTo>
                    <a:pt x="7672985" y="1062041"/>
                  </a:lnTo>
                  <a:lnTo>
                    <a:pt x="7667512" y="1062041"/>
                  </a:lnTo>
                  <a:lnTo>
                    <a:pt x="7662039" y="1062041"/>
                  </a:lnTo>
                  <a:lnTo>
                    <a:pt x="7656566" y="1062041"/>
                  </a:lnTo>
                  <a:lnTo>
                    <a:pt x="7651093" y="1062041"/>
                  </a:lnTo>
                  <a:lnTo>
                    <a:pt x="7645620" y="1062041"/>
                  </a:lnTo>
                  <a:lnTo>
                    <a:pt x="7640148" y="1062041"/>
                  </a:lnTo>
                  <a:lnTo>
                    <a:pt x="7634675" y="1062041"/>
                  </a:lnTo>
                  <a:lnTo>
                    <a:pt x="7629202" y="1062041"/>
                  </a:lnTo>
                  <a:lnTo>
                    <a:pt x="7623729" y="1062041"/>
                  </a:lnTo>
                  <a:lnTo>
                    <a:pt x="7612783" y="1062041"/>
                  </a:lnTo>
                  <a:lnTo>
                    <a:pt x="7607310" y="1062041"/>
                  </a:lnTo>
                  <a:lnTo>
                    <a:pt x="7601837" y="1062041"/>
                  </a:lnTo>
                  <a:lnTo>
                    <a:pt x="7590892" y="1062041"/>
                  </a:lnTo>
                  <a:lnTo>
                    <a:pt x="7585419" y="1062041"/>
                  </a:lnTo>
                  <a:lnTo>
                    <a:pt x="7579946" y="1062041"/>
                  </a:lnTo>
                  <a:lnTo>
                    <a:pt x="7569000" y="1062041"/>
                  </a:lnTo>
                  <a:lnTo>
                    <a:pt x="7563527" y="1062041"/>
                  </a:lnTo>
                  <a:lnTo>
                    <a:pt x="7558054" y="1062041"/>
                  </a:lnTo>
                  <a:lnTo>
                    <a:pt x="7552581" y="1062041"/>
                  </a:lnTo>
                  <a:lnTo>
                    <a:pt x="7547109" y="1062041"/>
                  </a:lnTo>
                  <a:lnTo>
                    <a:pt x="7541636" y="1062041"/>
                  </a:lnTo>
                  <a:lnTo>
                    <a:pt x="7536163" y="1062041"/>
                  </a:lnTo>
                  <a:lnTo>
                    <a:pt x="7530690" y="1062041"/>
                  </a:lnTo>
                  <a:lnTo>
                    <a:pt x="7525217" y="1062041"/>
                  </a:lnTo>
                  <a:lnTo>
                    <a:pt x="7514271" y="1062041"/>
                  </a:lnTo>
                  <a:lnTo>
                    <a:pt x="7508798" y="1062041"/>
                  </a:lnTo>
                  <a:lnTo>
                    <a:pt x="7503325" y="1062041"/>
                  </a:lnTo>
                  <a:lnTo>
                    <a:pt x="7497853" y="1062041"/>
                  </a:lnTo>
                  <a:lnTo>
                    <a:pt x="7492380" y="1062041"/>
                  </a:lnTo>
                  <a:lnTo>
                    <a:pt x="7486907" y="1062041"/>
                  </a:lnTo>
                  <a:lnTo>
                    <a:pt x="7481434" y="1062041"/>
                  </a:lnTo>
                  <a:lnTo>
                    <a:pt x="7475961" y="1062041"/>
                  </a:lnTo>
                  <a:lnTo>
                    <a:pt x="7470488" y="1062041"/>
                  </a:lnTo>
                  <a:lnTo>
                    <a:pt x="7465015" y="1062041"/>
                  </a:lnTo>
                  <a:lnTo>
                    <a:pt x="7459542" y="1062041"/>
                  </a:lnTo>
                  <a:lnTo>
                    <a:pt x="7454069" y="1062041"/>
                  </a:lnTo>
                  <a:lnTo>
                    <a:pt x="7448597" y="1062041"/>
                  </a:lnTo>
                  <a:lnTo>
                    <a:pt x="7443124" y="1062041"/>
                  </a:lnTo>
                  <a:lnTo>
                    <a:pt x="7437651" y="1062041"/>
                  </a:lnTo>
                  <a:lnTo>
                    <a:pt x="7432178" y="1062041"/>
                  </a:lnTo>
                  <a:lnTo>
                    <a:pt x="7426705" y="1062041"/>
                  </a:lnTo>
                  <a:lnTo>
                    <a:pt x="7421232" y="1062041"/>
                  </a:lnTo>
                  <a:lnTo>
                    <a:pt x="7415759" y="1062041"/>
                  </a:lnTo>
                  <a:lnTo>
                    <a:pt x="7410286" y="1062041"/>
                  </a:lnTo>
                  <a:lnTo>
                    <a:pt x="7404813" y="1062041"/>
                  </a:lnTo>
                  <a:lnTo>
                    <a:pt x="7399341" y="1062041"/>
                  </a:lnTo>
                  <a:lnTo>
                    <a:pt x="7393868" y="1062041"/>
                  </a:lnTo>
                  <a:lnTo>
                    <a:pt x="7388395" y="1062041"/>
                  </a:lnTo>
                  <a:lnTo>
                    <a:pt x="7382922" y="1062041"/>
                  </a:lnTo>
                  <a:lnTo>
                    <a:pt x="7377449" y="1062041"/>
                  </a:lnTo>
                  <a:lnTo>
                    <a:pt x="7371976" y="1062041"/>
                  </a:lnTo>
                  <a:lnTo>
                    <a:pt x="7366503" y="1062041"/>
                  </a:lnTo>
                  <a:lnTo>
                    <a:pt x="7361030" y="1062041"/>
                  </a:lnTo>
                  <a:lnTo>
                    <a:pt x="7355558" y="1062041"/>
                  </a:lnTo>
                  <a:lnTo>
                    <a:pt x="7350085" y="1062041"/>
                  </a:lnTo>
                  <a:lnTo>
                    <a:pt x="7344612" y="1062041"/>
                  </a:lnTo>
                  <a:lnTo>
                    <a:pt x="7339139" y="1062041"/>
                  </a:lnTo>
                  <a:lnTo>
                    <a:pt x="7333666" y="1062041"/>
                  </a:lnTo>
                  <a:lnTo>
                    <a:pt x="7328193" y="1062041"/>
                  </a:lnTo>
                  <a:lnTo>
                    <a:pt x="7322720" y="1062041"/>
                  </a:lnTo>
                  <a:lnTo>
                    <a:pt x="7317247" y="1062041"/>
                  </a:lnTo>
                  <a:lnTo>
                    <a:pt x="7311774" y="1062041"/>
                  </a:lnTo>
                  <a:lnTo>
                    <a:pt x="7306302" y="1062041"/>
                  </a:lnTo>
                  <a:lnTo>
                    <a:pt x="7300829" y="1062041"/>
                  </a:lnTo>
                  <a:lnTo>
                    <a:pt x="7295356" y="1062041"/>
                  </a:lnTo>
                  <a:lnTo>
                    <a:pt x="7289883" y="1062041"/>
                  </a:lnTo>
                  <a:lnTo>
                    <a:pt x="7284410" y="1062041"/>
                  </a:lnTo>
                  <a:lnTo>
                    <a:pt x="7278937" y="1062041"/>
                  </a:lnTo>
                  <a:lnTo>
                    <a:pt x="7273464" y="1062041"/>
                  </a:lnTo>
                  <a:lnTo>
                    <a:pt x="7267991" y="1062041"/>
                  </a:lnTo>
                  <a:lnTo>
                    <a:pt x="7262518" y="1062041"/>
                  </a:lnTo>
                  <a:lnTo>
                    <a:pt x="7251573" y="1062041"/>
                  </a:lnTo>
                  <a:lnTo>
                    <a:pt x="7246100" y="1062041"/>
                  </a:lnTo>
                  <a:lnTo>
                    <a:pt x="7240627" y="1062041"/>
                  </a:lnTo>
                  <a:lnTo>
                    <a:pt x="7235154" y="1062041"/>
                  </a:lnTo>
                  <a:lnTo>
                    <a:pt x="7229681" y="1062041"/>
                  </a:lnTo>
                  <a:lnTo>
                    <a:pt x="7224208" y="1062041"/>
                  </a:lnTo>
                  <a:lnTo>
                    <a:pt x="7218735" y="1062041"/>
                  </a:lnTo>
                  <a:lnTo>
                    <a:pt x="7213262" y="1062041"/>
                  </a:lnTo>
                  <a:lnTo>
                    <a:pt x="7207790" y="1062041"/>
                  </a:lnTo>
                  <a:lnTo>
                    <a:pt x="7202317" y="1062041"/>
                  </a:lnTo>
                  <a:lnTo>
                    <a:pt x="7196844" y="1062041"/>
                  </a:lnTo>
                  <a:lnTo>
                    <a:pt x="7191371" y="1062041"/>
                  </a:lnTo>
                  <a:lnTo>
                    <a:pt x="7185898" y="1062041"/>
                  </a:lnTo>
                  <a:lnTo>
                    <a:pt x="7180425" y="1062041"/>
                  </a:lnTo>
                  <a:lnTo>
                    <a:pt x="7174952" y="1062041"/>
                  </a:lnTo>
                  <a:lnTo>
                    <a:pt x="7169479" y="1062041"/>
                  </a:lnTo>
                  <a:lnTo>
                    <a:pt x="7164007" y="1062041"/>
                  </a:lnTo>
                  <a:lnTo>
                    <a:pt x="7158534" y="1062041"/>
                  </a:lnTo>
                  <a:lnTo>
                    <a:pt x="7153061" y="1062041"/>
                  </a:lnTo>
                  <a:lnTo>
                    <a:pt x="7147588" y="1062041"/>
                  </a:lnTo>
                  <a:lnTo>
                    <a:pt x="7142115" y="1062041"/>
                  </a:lnTo>
                  <a:lnTo>
                    <a:pt x="7136642" y="1062041"/>
                  </a:lnTo>
                  <a:lnTo>
                    <a:pt x="7131169" y="1062041"/>
                  </a:lnTo>
                  <a:lnTo>
                    <a:pt x="7125696" y="1062041"/>
                  </a:lnTo>
                  <a:lnTo>
                    <a:pt x="7120223" y="1062041"/>
                  </a:lnTo>
                  <a:lnTo>
                    <a:pt x="7114751" y="1062041"/>
                  </a:lnTo>
                  <a:lnTo>
                    <a:pt x="7109278" y="1062041"/>
                  </a:lnTo>
                  <a:lnTo>
                    <a:pt x="7103805" y="1062041"/>
                  </a:lnTo>
                  <a:lnTo>
                    <a:pt x="7092859" y="1062041"/>
                  </a:lnTo>
                  <a:lnTo>
                    <a:pt x="7087386" y="1062041"/>
                  </a:lnTo>
                  <a:lnTo>
                    <a:pt x="7081913" y="1062041"/>
                  </a:lnTo>
                  <a:lnTo>
                    <a:pt x="7076440" y="1062041"/>
                  </a:lnTo>
                  <a:lnTo>
                    <a:pt x="7070967" y="1062041"/>
                  </a:lnTo>
                  <a:lnTo>
                    <a:pt x="7065495" y="1062041"/>
                  </a:lnTo>
                  <a:lnTo>
                    <a:pt x="7060022" y="1062041"/>
                  </a:lnTo>
                  <a:lnTo>
                    <a:pt x="7054549" y="1062041"/>
                  </a:lnTo>
                  <a:lnTo>
                    <a:pt x="7049076" y="1062041"/>
                  </a:lnTo>
                  <a:lnTo>
                    <a:pt x="7043603" y="1062041"/>
                  </a:lnTo>
                  <a:lnTo>
                    <a:pt x="7038130" y="1062041"/>
                  </a:lnTo>
                  <a:lnTo>
                    <a:pt x="7032657" y="1062041"/>
                  </a:lnTo>
                  <a:lnTo>
                    <a:pt x="7027184" y="1062041"/>
                  </a:lnTo>
                  <a:lnTo>
                    <a:pt x="7021712" y="1062041"/>
                  </a:lnTo>
                  <a:lnTo>
                    <a:pt x="7016239" y="1062041"/>
                  </a:lnTo>
                  <a:lnTo>
                    <a:pt x="7010766" y="1062041"/>
                  </a:lnTo>
                  <a:lnTo>
                    <a:pt x="7005293" y="1062041"/>
                  </a:lnTo>
                  <a:lnTo>
                    <a:pt x="6999820" y="1062041"/>
                  </a:lnTo>
                  <a:lnTo>
                    <a:pt x="6994347" y="1062041"/>
                  </a:lnTo>
                  <a:lnTo>
                    <a:pt x="6988874" y="1062041"/>
                  </a:lnTo>
                  <a:lnTo>
                    <a:pt x="6983401" y="1062041"/>
                  </a:lnTo>
                  <a:lnTo>
                    <a:pt x="6977928" y="1062041"/>
                  </a:lnTo>
                  <a:lnTo>
                    <a:pt x="6972456" y="1062041"/>
                  </a:lnTo>
                  <a:lnTo>
                    <a:pt x="6966983" y="1062041"/>
                  </a:lnTo>
                  <a:lnTo>
                    <a:pt x="6961510" y="1062041"/>
                  </a:lnTo>
                  <a:lnTo>
                    <a:pt x="6956037" y="1062041"/>
                  </a:lnTo>
                  <a:lnTo>
                    <a:pt x="6950564" y="1062041"/>
                  </a:lnTo>
                  <a:lnTo>
                    <a:pt x="6945091" y="1062041"/>
                  </a:lnTo>
                  <a:lnTo>
                    <a:pt x="6939618" y="1062041"/>
                  </a:lnTo>
                  <a:lnTo>
                    <a:pt x="6934145" y="1062041"/>
                  </a:lnTo>
                  <a:lnTo>
                    <a:pt x="6928672" y="1062041"/>
                  </a:lnTo>
                  <a:lnTo>
                    <a:pt x="6923200" y="1062041"/>
                  </a:lnTo>
                  <a:lnTo>
                    <a:pt x="6917727" y="1062041"/>
                  </a:lnTo>
                  <a:lnTo>
                    <a:pt x="6912254" y="1062041"/>
                  </a:lnTo>
                  <a:lnTo>
                    <a:pt x="6906781" y="1062041"/>
                  </a:lnTo>
                  <a:lnTo>
                    <a:pt x="6901308" y="1062041"/>
                  </a:lnTo>
                  <a:lnTo>
                    <a:pt x="6895835" y="1062041"/>
                  </a:lnTo>
                  <a:lnTo>
                    <a:pt x="6890362" y="1062041"/>
                  </a:lnTo>
                  <a:lnTo>
                    <a:pt x="6884889" y="1062041"/>
                  </a:lnTo>
                  <a:lnTo>
                    <a:pt x="6879416" y="1062041"/>
                  </a:lnTo>
                  <a:lnTo>
                    <a:pt x="6873944" y="1062041"/>
                  </a:lnTo>
                  <a:lnTo>
                    <a:pt x="6868471" y="1062041"/>
                  </a:lnTo>
                  <a:lnTo>
                    <a:pt x="6862998" y="1062041"/>
                  </a:lnTo>
                  <a:lnTo>
                    <a:pt x="6857525" y="1062041"/>
                  </a:lnTo>
                  <a:lnTo>
                    <a:pt x="6852052" y="1062041"/>
                  </a:lnTo>
                  <a:lnTo>
                    <a:pt x="6846579" y="1062041"/>
                  </a:lnTo>
                  <a:lnTo>
                    <a:pt x="6841106" y="1062041"/>
                  </a:lnTo>
                  <a:lnTo>
                    <a:pt x="6835633" y="1062041"/>
                  </a:lnTo>
                  <a:lnTo>
                    <a:pt x="6830161" y="1062041"/>
                  </a:lnTo>
                  <a:lnTo>
                    <a:pt x="6819215" y="1062041"/>
                  </a:lnTo>
                  <a:lnTo>
                    <a:pt x="6813742" y="1062041"/>
                  </a:lnTo>
                  <a:lnTo>
                    <a:pt x="6808269" y="1062041"/>
                  </a:lnTo>
                  <a:lnTo>
                    <a:pt x="6802796" y="1062041"/>
                  </a:lnTo>
                  <a:lnTo>
                    <a:pt x="6797323" y="1062041"/>
                  </a:lnTo>
                  <a:lnTo>
                    <a:pt x="6791850" y="1062041"/>
                  </a:lnTo>
                  <a:lnTo>
                    <a:pt x="6786377" y="1062041"/>
                  </a:lnTo>
                  <a:lnTo>
                    <a:pt x="6780905" y="1062041"/>
                  </a:lnTo>
                  <a:lnTo>
                    <a:pt x="6775432" y="1062041"/>
                  </a:lnTo>
                  <a:lnTo>
                    <a:pt x="6769959" y="1062041"/>
                  </a:lnTo>
                  <a:lnTo>
                    <a:pt x="6764486" y="1062041"/>
                  </a:lnTo>
                  <a:lnTo>
                    <a:pt x="6759013" y="1062041"/>
                  </a:lnTo>
                  <a:lnTo>
                    <a:pt x="6753540" y="1062041"/>
                  </a:lnTo>
                  <a:lnTo>
                    <a:pt x="6748067" y="1062041"/>
                  </a:lnTo>
                  <a:lnTo>
                    <a:pt x="6742594" y="1062041"/>
                  </a:lnTo>
                  <a:lnTo>
                    <a:pt x="6737121" y="1062041"/>
                  </a:lnTo>
                  <a:lnTo>
                    <a:pt x="6731649" y="1062041"/>
                  </a:lnTo>
                  <a:lnTo>
                    <a:pt x="6726176" y="1062041"/>
                  </a:lnTo>
                  <a:lnTo>
                    <a:pt x="6720703" y="1062041"/>
                  </a:lnTo>
                  <a:lnTo>
                    <a:pt x="6715230" y="1062041"/>
                  </a:lnTo>
                  <a:lnTo>
                    <a:pt x="6709757" y="1062041"/>
                  </a:lnTo>
                  <a:lnTo>
                    <a:pt x="6704284" y="1062041"/>
                  </a:lnTo>
                  <a:lnTo>
                    <a:pt x="6698811" y="1062041"/>
                  </a:lnTo>
                  <a:lnTo>
                    <a:pt x="6693338" y="1062041"/>
                  </a:lnTo>
                  <a:lnTo>
                    <a:pt x="6687865" y="1062041"/>
                  </a:lnTo>
                  <a:lnTo>
                    <a:pt x="6682393" y="1062041"/>
                  </a:lnTo>
                  <a:lnTo>
                    <a:pt x="6676920" y="1062041"/>
                  </a:lnTo>
                  <a:lnTo>
                    <a:pt x="6671447" y="1062041"/>
                  </a:lnTo>
                  <a:lnTo>
                    <a:pt x="6665974" y="1062041"/>
                  </a:lnTo>
                  <a:lnTo>
                    <a:pt x="6665974" y="1091032"/>
                  </a:lnTo>
                  <a:lnTo>
                    <a:pt x="6660501" y="1091032"/>
                  </a:lnTo>
                  <a:lnTo>
                    <a:pt x="6655028" y="1091032"/>
                  </a:lnTo>
                  <a:lnTo>
                    <a:pt x="6649555" y="1091032"/>
                  </a:lnTo>
                  <a:lnTo>
                    <a:pt x="6644082" y="1091032"/>
                  </a:lnTo>
                  <a:lnTo>
                    <a:pt x="6638610" y="1091032"/>
                  </a:lnTo>
                  <a:lnTo>
                    <a:pt x="6633137" y="1091032"/>
                  </a:lnTo>
                  <a:lnTo>
                    <a:pt x="6627664" y="1091032"/>
                  </a:lnTo>
                  <a:lnTo>
                    <a:pt x="6622191" y="1091032"/>
                  </a:lnTo>
                  <a:lnTo>
                    <a:pt x="6616718" y="1091032"/>
                  </a:lnTo>
                  <a:lnTo>
                    <a:pt x="6611245" y="1091032"/>
                  </a:lnTo>
                  <a:lnTo>
                    <a:pt x="6605772" y="1091032"/>
                  </a:lnTo>
                  <a:lnTo>
                    <a:pt x="6600299" y="1091032"/>
                  </a:lnTo>
                  <a:lnTo>
                    <a:pt x="6594826" y="1091032"/>
                  </a:lnTo>
                  <a:lnTo>
                    <a:pt x="6589354" y="1091032"/>
                  </a:lnTo>
                  <a:lnTo>
                    <a:pt x="6583881" y="1091032"/>
                  </a:lnTo>
                  <a:lnTo>
                    <a:pt x="6578408" y="1091032"/>
                  </a:lnTo>
                  <a:lnTo>
                    <a:pt x="6572935" y="1091032"/>
                  </a:lnTo>
                  <a:lnTo>
                    <a:pt x="6561989" y="1091032"/>
                  </a:lnTo>
                  <a:lnTo>
                    <a:pt x="6551043" y="1091032"/>
                  </a:lnTo>
                  <a:lnTo>
                    <a:pt x="6545570" y="1091032"/>
                  </a:lnTo>
                  <a:lnTo>
                    <a:pt x="6540098" y="1091032"/>
                  </a:lnTo>
                  <a:lnTo>
                    <a:pt x="6534625" y="1091032"/>
                  </a:lnTo>
                  <a:lnTo>
                    <a:pt x="6529152" y="1091032"/>
                  </a:lnTo>
                  <a:lnTo>
                    <a:pt x="6523679" y="1091032"/>
                  </a:lnTo>
                  <a:lnTo>
                    <a:pt x="6518206" y="1091032"/>
                  </a:lnTo>
                  <a:lnTo>
                    <a:pt x="6512733" y="1091032"/>
                  </a:lnTo>
                  <a:lnTo>
                    <a:pt x="6507260" y="1091032"/>
                  </a:lnTo>
                  <a:lnTo>
                    <a:pt x="6501787" y="1091032"/>
                  </a:lnTo>
                  <a:lnTo>
                    <a:pt x="6496315" y="1091032"/>
                  </a:lnTo>
                  <a:lnTo>
                    <a:pt x="6490842" y="1091032"/>
                  </a:lnTo>
                  <a:lnTo>
                    <a:pt x="6485369" y="1091032"/>
                  </a:lnTo>
                  <a:lnTo>
                    <a:pt x="6479896" y="1091032"/>
                  </a:lnTo>
                  <a:lnTo>
                    <a:pt x="6474423" y="1091032"/>
                  </a:lnTo>
                  <a:lnTo>
                    <a:pt x="6468950" y="1091032"/>
                  </a:lnTo>
                  <a:lnTo>
                    <a:pt x="6463477" y="1091032"/>
                  </a:lnTo>
                  <a:lnTo>
                    <a:pt x="6458004" y="1091032"/>
                  </a:lnTo>
                  <a:lnTo>
                    <a:pt x="6452531" y="1091032"/>
                  </a:lnTo>
                  <a:lnTo>
                    <a:pt x="6447059" y="1091032"/>
                  </a:lnTo>
                  <a:lnTo>
                    <a:pt x="6441586" y="1091032"/>
                  </a:lnTo>
                  <a:lnTo>
                    <a:pt x="6436113" y="1091032"/>
                  </a:lnTo>
                  <a:lnTo>
                    <a:pt x="6430640" y="1091032"/>
                  </a:lnTo>
                  <a:lnTo>
                    <a:pt x="6425167" y="1091032"/>
                  </a:lnTo>
                  <a:lnTo>
                    <a:pt x="6419694" y="1091032"/>
                  </a:lnTo>
                  <a:lnTo>
                    <a:pt x="6414221" y="1091032"/>
                  </a:lnTo>
                  <a:lnTo>
                    <a:pt x="6408748" y="1091032"/>
                  </a:lnTo>
                  <a:lnTo>
                    <a:pt x="6403275" y="1091032"/>
                  </a:lnTo>
                  <a:lnTo>
                    <a:pt x="6397803" y="1091032"/>
                  </a:lnTo>
                  <a:lnTo>
                    <a:pt x="6392330" y="1091032"/>
                  </a:lnTo>
                  <a:lnTo>
                    <a:pt x="6386857" y="1091032"/>
                  </a:lnTo>
                  <a:lnTo>
                    <a:pt x="6381384" y="1091032"/>
                  </a:lnTo>
                  <a:lnTo>
                    <a:pt x="6375911" y="1091032"/>
                  </a:lnTo>
                  <a:lnTo>
                    <a:pt x="6364965" y="1091032"/>
                  </a:lnTo>
                  <a:lnTo>
                    <a:pt x="6359492" y="1091032"/>
                  </a:lnTo>
                  <a:lnTo>
                    <a:pt x="6354019" y="1091032"/>
                  </a:lnTo>
                  <a:lnTo>
                    <a:pt x="6348547" y="1091032"/>
                  </a:lnTo>
                  <a:lnTo>
                    <a:pt x="6348547" y="1119105"/>
                  </a:lnTo>
                  <a:lnTo>
                    <a:pt x="6343074" y="1119105"/>
                  </a:lnTo>
                  <a:lnTo>
                    <a:pt x="6337601" y="1119105"/>
                  </a:lnTo>
                  <a:lnTo>
                    <a:pt x="6332128" y="1119105"/>
                  </a:lnTo>
                  <a:lnTo>
                    <a:pt x="6326655" y="1119105"/>
                  </a:lnTo>
                  <a:lnTo>
                    <a:pt x="6321182" y="1119105"/>
                  </a:lnTo>
                  <a:lnTo>
                    <a:pt x="6315709" y="1119105"/>
                  </a:lnTo>
                  <a:lnTo>
                    <a:pt x="6310236" y="1119105"/>
                  </a:lnTo>
                  <a:lnTo>
                    <a:pt x="6304764" y="1119105"/>
                  </a:lnTo>
                  <a:lnTo>
                    <a:pt x="6299291" y="1119105"/>
                  </a:lnTo>
                  <a:lnTo>
                    <a:pt x="6293818" y="1119105"/>
                  </a:lnTo>
                  <a:lnTo>
                    <a:pt x="6288345" y="1119105"/>
                  </a:lnTo>
                  <a:lnTo>
                    <a:pt x="6282872" y="1119105"/>
                  </a:lnTo>
                  <a:lnTo>
                    <a:pt x="6271926" y="1119105"/>
                  </a:lnTo>
                  <a:lnTo>
                    <a:pt x="6266453" y="1119105"/>
                  </a:lnTo>
                  <a:lnTo>
                    <a:pt x="6260980" y="1119105"/>
                  </a:lnTo>
                  <a:lnTo>
                    <a:pt x="6255508" y="1119105"/>
                  </a:lnTo>
                  <a:lnTo>
                    <a:pt x="6250035" y="1119105"/>
                  </a:lnTo>
                  <a:lnTo>
                    <a:pt x="6244562" y="1119105"/>
                  </a:lnTo>
                  <a:lnTo>
                    <a:pt x="6239089" y="1119105"/>
                  </a:lnTo>
                  <a:lnTo>
                    <a:pt x="6233616" y="1119105"/>
                  </a:lnTo>
                  <a:lnTo>
                    <a:pt x="6228143" y="1119105"/>
                  </a:lnTo>
                  <a:lnTo>
                    <a:pt x="6222670" y="1119105"/>
                  </a:lnTo>
                  <a:lnTo>
                    <a:pt x="6217197" y="1119105"/>
                  </a:lnTo>
                  <a:lnTo>
                    <a:pt x="6211724" y="1119105"/>
                  </a:lnTo>
                  <a:lnTo>
                    <a:pt x="6206252" y="1119105"/>
                  </a:lnTo>
                  <a:lnTo>
                    <a:pt x="6200779" y="1119105"/>
                  </a:lnTo>
                  <a:lnTo>
                    <a:pt x="6195306" y="1119105"/>
                  </a:lnTo>
                  <a:lnTo>
                    <a:pt x="6189833" y="1119105"/>
                  </a:lnTo>
                  <a:lnTo>
                    <a:pt x="6184360" y="1119105"/>
                  </a:lnTo>
                  <a:lnTo>
                    <a:pt x="6178887" y="1119105"/>
                  </a:lnTo>
                  <a:lnTo>
                    <a:pt x="6173414" y="1119105"/>
                  </a:lnTo>
                  <a:lnTo>
                    <a:pt x="6167941" y="1119105"/>
                  </a:lnTo>
                  <a:lnTo>
                    <a:pt x="6162468" y="1119105"/>
                  </a:lnTo>
                  <a:lnTo>
                    <a:pt x="6156996" y="1119105"/>
                  </a:lnTo>
                  <a:lnTo>
                    <a:pt x="6151523" y="1119105"/>
                  </a:lnTo>
                  <a:lnTo>
                    <a:pt x="6146050" y="1119105"/>
                  </a:lnTo>
                  <a:lnTo>
                    <a:pt x="6140577" y="1119105"/>
                  </a:lnTo>
                  <a:lnTo>
                    <a:pt x="6135104" y="1119105"/>
                  </a:lnTo>
                  <a:lnTo>
                    <a:pt x="6129631" y="1119105"/>
                  </a:lnTo>
                  <a:lnTo>
                    <a:pt x="6124158" y="1119105"/>
                  </a:lnTo>
                  <a:lnTo>
                    <a:pt x="6118685" y="1119105"/>
                  </a:lnTo>
                  <a:lnTo>
                    <a:pt x="6113213" y="1119105"/>
                  </a:lnTo>
                  <a:lnTo>
                    <a:pt x="6107740" y="1119105"/>
                  </a:lnTo>
                  <a:lnTo>
                    <a:pt x="6102267" y="1119105"/>
                  </a:lnTo>
                  <a:lnTo>
                    <a:pt x="6096794" y="1119105"/>
                  </a:lnTo>
                  <a:lnTo>
                    <a:pt x="6091321" y="1119105"/>
                  </a:lnTo>
                  <a:lnTo>
                    <a:pt x="6085848" y="1119105"/>
                  </a:lnTo>
                  <a:lnTo>
                    <a:pt x="6080375" y="1119105"/>
                  </a:lnTo>
                  <a:lnTo>
                    <a:pt x="6074902" y="1119105"/>
                  </a:lnTo>
                  <a:lnTo>
                    <a:pt x="6069429" y="1119105"/>
                  </a:lnTo>
                  <a:lnTo>
                    <a:pt x="6063957" y="1119105"/>
                  </a:lnTo>
                  <a:lnTo>
                    <a:pt x="6058484" y="1119105"/>
                  </a:lnTo>
                  <a:lnTo>
                    <a:pt x="6053011" y="1119105"/>
                  </a:lnTo>
                  <a:lnTo>
                    <a:pt x="6047538" y="1119105"/>
                  </a:lnTo>
                  <a:lnTo>
                    <a:pt x="6042065" y="1119105"/>
                  </a:lnTo>
                  <a:lnTo>
                    <a:pt x="6036592" y="1119105"/>
                  </a:lnTo>
                  <a:lnTo>
                    <a:pt x="6031119" y="1119105"/>
                  </a:lnTo>
                  <a:lnTo>
                    <a:pt x="6025646" y="1119105"/>
                  </a:lnTo>
                  <a:lnTo>
                    <a:pt x="6020173" y="1119105"/>
                  </a:lnTo>
                  <a:lnTo>
                    <a:pt x="6014701" y="1119105"/>
                  </a:lnTo>
                  <a:lnTo>
                    <a:pt x="6009228" y="1119105"/>
                  </a:lnTo>
                  <a:lnTo>
                    <a:pt x="6003755" y="1119105"/>
                  </a:lnTo>
                  <a:lnTo>
                    <a:pt x="5998282" y="1119105"/>
                  </a:lnTo>
                  <a:lnTo>
                    <a:pt x="5992809" y="1119105"/>
                  </a:lnTo>
                  <a:lnTo>
                    <a:pt x="5987336" y="1119105"/>
                  </a:lnTo>
                  <a:lnTo>
                    <a:pt x="5981863" y="1119105"/>
                  </a:lnTo>
                  <a:lnTo>
                    <a:pt x="5976390" y="1119105"/>
                  </a:lnTo>
                  <a:lnTo>
                    <a:pt x="5970918" y="1119105"/>
                  </a:lnTo>
                  <a:lnTo>
                    <a:pt x="5965445" y="1119105"/>
                  </a:lnTo>
                  <a:lnTo>
                    <a:pt x="5959972" y="1119105"/>
                  </a:lnTo>
                  <a:lnTo>
                    <a:pt x="5954499" y="1119105"/>
                  </a:lnTo>
                  <a:lnTo>
                    <a:pt x="5949026" y="1119105"/>
                  </a:lnTo>
                  <a:lnTo>
                    <a:pt x="5943553" y="1119105"/>
                  </a:lnTo>
                  <a:lnTo>
                    <a:pt x="5938080" y="1119105"/>
                  </a:lnTo>
                  <a:lnTo>
                    <a:pt x="5932607" y="1119105"/>
                  </a:lnTo>
                  <a:lnTo>
                    <a:pt x="5927134" y="1119105"/>
                  </a:lnTo>
                  <a:lnTo>
                    <a:pt x="5921662" y="1119105"/>
                  </a:lnTo>
                  <a:lnTo>
                    <a:pt x="5916189" y="1119105"/>
                  </a:lnTo>
                  <a:lnTo>
                    <a:pt x="5910716" y="1119105"/>
                  </a:lnTo>
                  <a:lnTo>
                    <a:pt x="5905243" y="1119105"/>
                  </a:lnTo>
                  <a:lnTo>
                    <a:pt x="5899770" y="1119105"/>
                  </a:lnTo>
                  <a:lnTo>
                    <a:pt x="5894297" y="1119105"/>
                  </a:lnTo>
                  <a:lnTo>
                    <a:pt x="5888824" y="1119105"/>
                  </a:lnTo>
                  <a:lnTo>
                    <a:pt x="5883351" y="1119105"/>
                  </a:lnTo>
                  <a:lnTo>
                    <a:pt x="5877878" y="1119105"/>
                  </a:lnTo>
                  <a:lnTo>
                    <a:pt x="5872406" y="1119105"/>
                  </a:lnTo>
                  <a:lnTo>
                    <a:pt x="5866933" y="1119105"/>
                  </a:lnTo>
                  <a:lnTo>
                    <a:pt x="5861460" y="1119105"/>
                  </a:lnTo>
                  <a:lnTo>
                    <a:pt x="5855987" y="1119105"/>
                  </a:lnTo>
                  <a:lnTo>
                    <a:pt x="5850514" y="1119105"/>
                  </a:lnTo>
                  <a:lnTo>
                    <a:pt x="5845041" y="1119105"/>
                  </a:lnTo>
                  <a:lnTo>
                    <a:pt x="5839568" y="1119105"/>
                  </a:lnTo>
                  <a:lnTo>
                    <a:pt x="5834095" y="1119105"/>
                  </a:lnTo>
                  <a:lnTo>
                    <a:pt x="5828622" y="1119105"/>
                  </a:lnTo>
                  <a:lnTo>
                    <a:pt x="5823150" y="1119105"/>
                  </a:lnTo>
                  <a:lnTo>
                    <a:pt x="5817677" y="1119105"/>
                  </a:lnTo>
                  <a:lnTo>
                    <a:pt x="5812204" y="1119105"/>
                  </a:lnTo>
                  <a:lnTo>
                    <a:pt x="5806731" y="1119105"/>
                  </a:lnTo>
                  <a:lnTo>
                    <a:pt x="5806731" y="1144357"/>
                  </a:lnTo>
                  <a:lnTo>
                    <a:pt x="5801258" y="1144357"/>
                  </a:lnTo>
                  <a:lnTo>
                    <a:pt x="5795785" y="1144357"/>
                  </a:lnTo>
                  <a:lnTo>
                    <a:pt x="5790312" y="1144357"/>
                  </a:lnTo>
                  <a:lnTo>
                    <a:pt x="5784839" y="1144357"/>
                  </a:lnTo>
                  <a:lnTo>
                    <a:pt x="5779367" y="1144357"/>
                  </a:lnTo>
                  <a:lnTo>
                    <a:pt x="5773894" y="1144357"/>
                  </a:lnTo>
                  <a:lnTo>
                    <a:pt x="5768421" y="1144357"/>
                  </a:lnTo>
                  <a:lnTo>
                    <a:pt x="5762948" y="1144357"/>
                  </a:lnTo>
                  <a:lnTo>
                    <a:pt x="5757475" y="1144357"/>
                  </a:lnTo>
                  <a:lnTo>
                    <a:pt x="5752002" y="1144357"/>
                  </a:lnTo>
                  <a:lnTo>
                    <a:pt x="5746529" y="1144357"/>
                  </a:lnTo>
                  <a:lnTo>
                    <a:pt x="5741056" y="1144357"/>
                  </a:lnTo>
                  <a:lnTo>
                    <a:pt x="5735583" y="1144357"/>
                  </a:lnTo>
                  <a:lnTo>
                    <a:pt x="5730111" y="1144357"/>
                  </a:lnTo>
                  <a:lnTo>
                    <a:pt x="5724638" y="1144357"/>
                  </a:lnTo>
                  <a:lnTo>
                    <a:pt x="5719165" y="1144357"/>
                  </a:lnTo>
                  <a:lnTo>
                    <a:pt x="5713692" y="1144357"/>
                  </a:lnTo>
                  <a:lnTo>
                    <a:pt x="5708219" y="1144357"/>
                  </a:lnTo>
                  <a:lnTo>
                    <a:pt x="5702746" y="1144357"/>
                  </a:lnTo>
                  <a:lnTo>
                    <a:pt x="5697273" y="1144357"/>
                  </a:lnTo>
                  <a:lnTo>
                    <a:pt x="5691800" y="1144357"/>
                  </a:lnTo>
                  <a:lnTo>
                    <a:pt x="5686327" y="1144357"/>
                  </a:lnTo>
                  <a:lnTo>
                    <a:pt x="5680855" y="1144357"/>
                  </a:lnTo>
                  <a:lnTo>
                    <a:pt x="5675382" y="1144357"/>
                  </a:lnTo>
                  <a:lnTo>
                    <a:pt x="5669909" y="1144357"/>
                  </a:lnTo>
                  <a:lnTo>
                    <a:pt x="5664436" y="1144357"/>
                  </a:lnTo>
                  <a:lnTo>
                    <a:pt x="5658963" y="1144357"/>
                  </a:lnTo>
                  <a:lnTo>
                    <a:pt x="5653490" y="1144357"/>
                  </a:lnTo>
                  <a:lnTo>
                    <a:pt x="5648017" y="1144357"/>
                  </a:lnTo>
                  <a:lnTo>
                    <a:pt x="5642544" y="1144357"/>
                  </a:lnTo>
                  <a:lnTo>
                    <a:pt x="5637071" y="1144357"/>
                  </a:lnTo>
                  <a:lnTo>
                    <a:pt x="5631599" y="1144357"/>
                  </a:lnTo>
                  <a:lnTo>
                    <a:pt x="5626126" y="1144357"/>
                  </a:lnTo>
                  <a:lnTo>
                    <a:pt x="5620653" y="1144357"/>
                  </a:lnTo>
                  <a:lnTo>
                    <a:pt x="5615180" y="1144357"/>
                  </a:lnTo>
                  <a:lnTo>
                    <a:pt x="5609707" y="1144357"/>
                  </a:lnTo>
                  <a:lnTo>
                    <a:pt x="5604234" y="1144357"/>
                  </a:lnTo>
                  <a:lnTo>
                    <a:pt x="5598761" y="1144357"/>
                  </a:lnTo>
                  <a:lnTo>
                    <a:pt x="5593288" y="1144357"/>
                  </a:lnTo>
                  <a:lnTo>
                    <a:pt x="5587816" y="1144357"/>
                  </a:lnTo>
                  <a:lnTo>
                    <a:pt x="5582343" y="1144357"/>
                  </a:lnTo>
                  <a:lnTo>
                    <a:pt x="5576870" y="1144357"/>
                  </a:lnTo>
                  <a:lnTo>
                    <a:pt x="5571397" y="1144357"/>
                  </a:lnTo>
                  <a:lnTo>
                    <a:pt x="5565924" y="1144357"/>
                  </a:lnTo>
                  <a:lnTo>
                    <a:pt x="5560451" y="1144357"/>
                  </a:lnTo>
                  <a:lnTo>
                    <a:pt x="5554978" y="1144357"/>
                  </a:lnTo>
                  <a:lnTo>
                    <a:pt x="5549505" y="1144357"/>
                  </a:lnTo>
                  <a:lnTo>
                    <a:pt x="5544032" y="1144357"/>
                  </a:lnTo>
                  <a:lnTo>
                    <a:pt x="5538560" y="1144357"/>
                  </a:lnTo>
                  <a:lnTo>
                    <a:pt x="5533087" y="1144357"/>
                  </a:lnTo>
                  <a:lnTo>
                    <a:pt x="5527614" y="1144357"/>
                  </a:lnTo>
                  <a:lnTo>
                    <a:pt x="5522141" y="1144357"/>
                  </a:lnTo>
                  <a:lnTo>
                    <a:pt x="5516668" y="1144357"/>
                  </a:lnTo>
                  <a:lnTo>
                    <a:pt x="5511195" y="1144357"/>
                  </a:lnTo>
                  <a:lnTo>
                    <a:pt x="5505722" y="1144357"/>
                  </a:lnTo>
                  <a:lnTo>
                    <a:pt x="5500249" y="1144357"/>
                  </a:lnTo>
                  <a:lnTo>
                    <a:pt x="5494776" y="1144357"/>
                  </a:lnTo>
                  <a:lnTo>
                    <a:pt x="5489304" y="1144357"/>
                  </a:lnTo>
                  <a:lnTo>
                    <a:pt x="5483831" y="1144357"/>
                  </a:lnTo>
                  <a:lnTo>
                    <a:pt x="5478358" y="1144357"/>
                  </a:lnTo>
                  <a:lnTo>
                    <a:pt x="5472885" y="1144357"/>
                  </a:lnTo>
                  <a:lnTo>
                    <a:pt x="5467412" y="1144357"/>
                  </a:lnTo>
                  <a:lnTo>
                    <a:pt x="5461939" y="1144357"/>
                  </a:lnTo>
                  <a:lnTo>
                    <a:pt x="5456466" y="1144357"/>
                  </a:lnTo>
                  <a:lnTo>
                    <a:pt x="5450993" y="1144357"/>
                  </a:lnTo>
                  <a:lnTo>
                    <a:pt x="5445520" y="1144357"/>
                  </a:lnTo>
                  <a:lnTo>
                    <a:pt x="5440048" y="1144357"/>
                  </a:lnTo>
                  <a:lnTo>
                    <a:pt x="5434575" y="1144357"/>
                  </a:lnTo>
                  <a:lnTo>
                    <a:pt x="5429102" y="1144357"/>
                  </a:lnTo>
                  <a:lnTo>
                    <a:pt x="5423629" y="1144357"/>
                  </a:lnTo>
                  <a:lnTo>
                    <a:pt x="5418156" y="1144357"/>
                  </a:lnTo>
                  <a:lnTo>
                    <a:pt x="5412683" y="1144357"/>
                  </a:lnTo>
                  <a:lnTo>
                    <a:pt x="5407210" y="1144357"/>
                  </a:lnTo>
                  <a:lnTo>
                    <a:pt x="5401737" y="1144357"/>
                  </a:lnTo>
                  <a:lnTo>
                    <a:pt x="5396265" y="1144357"/>
                  </a:lnTo>
                  <a:lnTo>
                    <a:pt x="5390792" y="1144357"/>
                  </a:lnTo>
                  <a:lnTo>
                    <a:pt x="5385319" y="1144357"/>
                  </a:lnTo>
                  <a:lnTo>
                    <a:pt x="5379846" y="1144357"/>
                  </a:lnTo>
                  <a:lnTo>
                    <a:pt x="5374373" y="1144357"/>
                  </a:lnTo>
                  <a:lnTo>
                    <a:pt x="5368900" y="1144357"/>
                  </a:lnTo>
                  <a:lnTo>
                    <a:pt x="5363427" y="1144357"/>
                  </a:lnTo>
                  <a:lnTo>
                    <a:pt x="5357954" y="1144357"/>
                  </a:lnTo>
                  <a:lnTo>
                    <a:pt x="5352481" y="1144357"/>
                  </a:lnTo>
                  <a:lnTo>
                    <a:pt x="5347009" y="1144357"/>
                  </a:lnTo>
                  <a:lnTo>
                    <a:pt x="5341536" y="1144357"/>
                  </a:lnTo>
                  <a:lnTo>
                    <a:pt x="5336063" y="1144357"/>
                  </a:lnTo>
                  <a:lnTo>
                    <a:pt x="5330590" y="1144357"/>
                  </a:lnTo>
                  <a:lnTo>
                    <a:pt x="5325117" y="1144357"/>
                  </a:lnTo>
                  <a:lnTo>
                    <a:pt x="5319644" y="1144357"/>
                  </a:lnTo>
                  <a:lnTo>
                    <a:pt x="5314171" y="1144357"/>
                  </a:lnTo>
                  <a:lnTo>
                    <a:pt x="5308698" y="1144357"/>
                  </a:lnTo>
                  <a:lnTo>
                    <a:pt x="5303225" y="1144357"/>
                  </a:lnTo>
                  <a:lnTo>
                    <a:pt x="5297753" y="1144357"/>
                  </a:lnTo>
                  <a:lnTo>
                    <a:pt x="5292280" y="1144357"/>
                  </a:lnTo>
                  <a:lnTo>
                    <a:pt x="5286807" y="1144357"/>
                  </a:lnTo>
                  <a:lnTo>
                    <a:pt x="5281334" y="1144357"/>
                  </a:lnTo>
                  <a:lnTo>
                    <a:pt x="5275861" y="1144357"/>
                  </a:lnTo>
                  <a:lnTo>
                    <a:pt x="5270388" y="1144357"/>
                  </a:lnTo>
                  <a:lnTo>
                    <a:pt x="5264915" y="1144357"/>
                  </a:lnTo>
                  <a:lnTo>
                    <a:pt x="5259442" y="1144357"/>
                  </a:lnTo>
                  <a:lnTo>
                    <a:pt x="5253970" y="1144357"/>
                  </a:lnTo>
                  <a:lnTo>
                    <a:pt x="5248497" y="1144357"/>
                  </a:lnTo>
                  <a:lnTo>
                    <a:pt x="5243024" y="1144357"/>
                  </a:lnTo>
                  <a:lnTo>
                    <a:pt x="5237551" y="1144357"/>
                  </a:lnTo>
                  <a:lnTo>
                    <a:pt x="5232078" y="1144357"/>
                  </a:lnTo>
                  <a:lnTo>
                    <a:pt x="5226605" y="1144357"/>
                  </a:lnTo>
                  <a:lnTo>
                    <a:pt x="5221132" y="1144357"/>
                  </a:lnTo>
                  <a:lnTo>
                    <a:pt x="5215659" y="1144357"/>
                  </a:lnTo>
                  <a:lnTo>
                    <a:pt x="5210186" y="1144357"/>
                  </a:lnTo>
                  <a:lnTo>
                    <a:pt x="5204714" y="1144357"/>
                  </a:lnTo>
                  <a:lnTo>
                    <a:pt x="5199241" y="1144357"/>
                  </a:lnTo>
                  <a:lnTo>
                    <a:pt x="5193768" y="1144357"/>
                  </a:lnTo>
                  <a:lnTo>
                    <a:pt x="5188295" y="1144357"/>
                  </a:lnTo>
                  <a:lnTo>
                    <a:pt x="5182822" y="1144357"/>
                  </a:lnTo>
                  <a:lnTo>
                    <a:pt x="5177349" y="1144357"/>
                  </a:lnTo>
                  <a:lnTo>
                    <a:pt x="5171876" y="1144357"/>
                  </a:lnTo>
                  <a:lnTo>
                    <a:pt x="5166403" y="1144357"/>
                  </a:lnTo>
                  <a:lnTo>
                    <a:pt x="5160930" y="1144357"/>
                  </a:lnTo>
                  <a:lnTo>
                    <a:pt x="5155458" y="1144357"/>
                  </a:lnTo>
                  <a:lnTo>
                    <a:pt x="5149985" y="1144357"/>
                  </a:lnTo>
                  <a:lnTo>
                    <a:pt x="5144512" y="1144357"/>
                  </a:lnTo>
                  <a:lnTo>
                    <a:pt x="5139039" y="1144357"/>
                  </a:lnTo>
                  <a:lnTo>
                    <a:pt x="5133566" y="1144357"/>
                  </a:lnTo>
                  <a:lnTo>
                    <a:pt x="5128093" y="1144357"/>
                  </a:lnTo>
                  <a:lnTo>
                    <a:pt x="5122620" y="1144357"/>
                  </a:lnTo>
                  <a:lnTo>
                    <a:pt x="5117147" y="1144357"/>
                  </a:lnTo>
                  <a:lnTo>
                    <a:pt x="5111674" y="1144357"/>
                  </a:lnTo>
                  <a:lnTo>
                    <a:pt x="5106202" y="1144357"/>
                  </a:lnTo>
                  <a:lnTo>
                    <a:pt x="5100729" y="1144357"/>
                  </a:lnTo>
                  <a:lnTo>
                    <a:pt x="5095256" y="1144357"/>
                  </a:lnTo>
                  <a:lnTo>
                    <a:pt x="5089783" y="1144357"/>
                  </a:lnTo>
                  <a:lnTo>
                    <a:pt x="5084310" y="1144357"/>
                  </a:lnTo>
                  <a:lnTo>
                    <a:pt x="5078837" y="1144357"/>
                  </a:lnTo>
                  <a:lnTo>
                    <a:pt x="5073364" y="1144357"/>
                  </a:lnTo>
                  <a:lnTo>
                    <a:pt x="5067891" y="1144357"/>
                  </a:lnTo>
                  <a:lnTo>
                    <a:pt x="5062419" y="1144357"/>
                  </a:lnTo>
                  <a:lnTo>
                    <a:pt x="5056946" y="1144357"/>
                  </a:lnTo>
                  <a:lnTo>
                    <a:pt x="5051473" y="1144357"/>
                  </a:lnTo>
                  <a:lnTo>
                    <a:pt x="5046000" y="1144357"/>
                  </a:lnTo>
                  <a:lnTo>
                    <a:pt x="5040527" y="1144357"/>
                  </a:lnTo>
                  <a:lnTo>
                    <a:pt x="5035054" y="1144357"/>
                  </a:lnTo>
                  <a:lnTo>
                    <a:pt x="5029581" y="1144357"/>
                  </a:lnTo>
                  <a:lnTo>
                    <a:pt x="5024108" y="1144357"/>
                  </a:lnTo>
                  <a:lnTo>
                    <a:pt x="5018635" y="1144357"/>
                  </a:lnTo>
                  <a:lnTo>
                    <a:pt x="5013163" y="1144357"/>
                  </a:lnTo>
                  <a:lnTo>
                    <a:pt x="5007690" y="1144357"/>
                  </a:lnTo>
                  <a:lnTo>
                    <a:pt x="5002217" y="1144357"/>
                  </a:lnTo>
                  <a:lnTo>
                    <a:pt x="4996744" y="1144357"/>
                  </a:lnTo>
                  <a:lnTo>
                    <a:pt x="4996744" y="1166087"/>
                  </a:lnTo>
                  <a:lnTo>
                    <a:pt x="4991271" y="1166087"/>
                  </a:lnTo>
                  <a:lnTo>
                    <a:pt x="4985798" y="1166087"/>
                  </a:lnTo>
                  <a:lnTo>
                    <a:pt x="4980325" y="1166087"/>
                  </a:lnTo>
                  <a:lnTo>
                    <a:pt x="4974852" y="1166087"/>
                  </a:lnTo>
                  <a:lnTo>
                    <a:pt x="4969379" y="1166087"/>
                  </a:lnTo>
                  <a:lnTo>
                    <a:pt x="4963907" y="1166087"/>
                  </a:lnTo>
                  <a:lnTo>
                    <a:pt x="4958434" y="1166087"/>
                  </a:lnTo>
                  <a:lnTo>
                    <a:pt x="4952961" y="1166087"/>
                  </a:lnTo>
                  <a:lnTo>
                    <a:pt x="4947488" y="1166087"/>
                  </a:lnTo>
                  <a:lnTo>
                    <a:pt x="4942015" y="1166087"/>
                  </a:lnTo>
                  <a:lnTo>
                    <a:pt x="4936542" y="1166087"/>
                  </a:lnTo>
                  <a:lnTo>
                    <a:pt x="4931069" y="1166087"/>
                  </a:lnTo>
                  <a:lnTo>
                    <a:pt x="4925596" y="1166087"/>
                  </a:lnTo>
                  <a:lnTo>
                    <a:pt x="4925596" y="1187678"/>
                  </a:lnTo>
                  <a:lnTo>
                    <a:pt x="4920123" y="1187678"/>
                  </a:lnTo>
                  <a:lnTo>
                    <a:pt x="4914651" y="1187678"/>
                  </a:lnTo>
                  <a:lnTo>
                    <a:pt x="4909178" y="1187678"/>
                  </a:lnTo>
                  <a:lnTo>
                    <a:pt x="4909178" y="1209238"/>
                  </a:lnTo>
                  <a:lnTo>
                    <a:pt x="4903705" y="1209238"/>
                  </a:lnTo>
                  <a:lnTo>
                    <a:pt x="4898232" y="1209238"/>
                  </a:lnTo>
                  <a:lnTo>
                    <a:pt x="4892759" y="1209238"/>
                  </a:lnTo>
                  <a:lnTo>
                    <a:pt x="4887286" y="1209238"/>
                  </a:lnTo>
                  <a:lnTo>
                    <a:pt x="4881813" y="1209238"/>
                  </a:lnTo>
                  <a:lnTo>
                    <a:pt x="4876340" y="1209238"/>
                  </a:lnTo>
                  <a:lnTo>
                    <a:pt x="4870868" y="1209238"/>
                  </a:lnTo>
                  <a:lnTo>
                    <a:pt x="4865395" y="1209238"/>
                  </a:lnTo>
                  <a:lnTo>
                    <a:pt x="4859922" y="1209238"/>
                  </a:lnTo>
                  <a:lnTo>
                    <a:pt x="4854449" y="1209238"/>
                  </a:lnTo>
                  <a:lnTo>
                    <a:pt x="4848976" y="1209238"/>
                  </a:lnTo>
                  <a:lnTo>
                    <a:pt x="4843503" y="1209238"/>
                  </a:lnTo>
                  <a:lnTo>
                    <a:pt x="4838030" y="1209238"/>
                  </a:lnTo>
                  <a:lnTo>
                    <a:pt x="4832557" y="1209238"/>
                  </a:lnTo>
                  <a:lnTo>
                    <a:pt x="4827084" y="1209238"/>
                  </a:lnTo>
                  <a:lnTo>
                    <a:pt x="4821612" y="1209238"/>
                  </a:lnTo>
                  <a:lnTo>
                    <a:pt x="4816139" y="1209238"/>
                  </a:lnTo>
                  <a:lnTo>
                    <a:pt x="4816139" y="1230508"/>
                  </a:lnTo>
                  <a:lnTo>
                    <a:pt x="4810666" y="1230508"/>
                  </a:lnTo>
                  <a:lnTo>
                    <a:pt x="4805193" y="1230508"/>
                  </a:lnTo>
                  <a:lnTo>
                    <a:pt x="4799720" y="1230508"/>
                  </a:lnTo>
                  <a:lnTo>
                    <a:pt x="4794247" y="1230508"/>
                  </a:lnTo>
                  <a:lnTo>
                    <a:pt x="4788774" y="1230508"/>
                  </a:lnTo>
                  <a:lnTo>
                    <a:pt x="4783301" y="1230508"/>
                  </a:lnTo>
                  <a:lnTo>
                    <a:pt x="4777828" y="1230508"/>
                  </a:lnTo>
                  <a:lnTo>
                    <a:pt x="4772356" y="1230508"/>
                  </a:lnTo>
                  <a:lnTo>
                    <a:pt x="4766883" y="1230508"/>
                  </a:lnTo>
                  <a:lnTo>
                    <a:pt x="4761410" y="1230508"/>
                  </a:lnTo>
                  <a:lnTo>
                    <a:pt x="4755937" y="1230508"/>
                  </a:lnTo>
                  <a:lnTo>
                    <a:pt x="4750464" y="1230508"/>
                  </a:lnTo>
                  <a:lnTo>
                    <a:pt x="4744991" y="1230508"/>
                  </a:lnTo>
                  <a:lnTo>
                    <a:pt x="4739518" y="1230508"/>
                  </a:lnTo>
                  <a:lnTo>
                    <a:pt x="4734045" y="1230508"/>
                  </a:lnTo>
                  <a:lnTo>
                    <a:pt x="4728573" y="1230508"/>
                  </a:lnTo>
                  <a:lnTo>
                    <a:pt x="4723100" y="1230508"/>
                  </a:lnTo>
                  <a:lnTo>
                    <a:pt x="4717627" y="1230508"/>
                  </a:lnTo>
                  <a:lnTo>
                    <a:pt x="4712154" y="1230508"/>
                  </a:lnTo>
                  <a:lnTo>
                    <a:pt x="4706681" y="1230508"/>
                  </a:lnTo>
                  <a:lnTo>
                    <a:pt x="4701208" y="1230508"/>
                  </a:lnTo>
                  <a:lnTo>
                    <a:pt x="4695735" y="1230508"/>
                  </a:lnTo>
                  <a:lnTo>
                    <a:pt x="4690262" y="1230508"/>
                  </a:lnTo>
                  <a:lnTo>
                    <a:pt x="4684789" y="1230508"/>
                  </a:lnTo>
                  <a:lnTo>
                    <a:pt x="4679317" y="1230508"/>
                  </a:lnTo>
                  <a:lnTo>
                    <a:pt x="4673844" y="1230508"/>
                  </a:lnTo>
                  <a:lnTo>
                    <a:pt x="4668371" y="1230508"/>
                  </a:lnTo>
                  <a:lnTo>
                    <a:pt x="4662898" y="1230508"/>
                  </a:lnTo>
                  <a:lnTo>
                    <a:pt x="4657425" y="1230508"/>
                  </a:lnTo>
                  <a:lnTo>
                    <a:pt x="4651952" y="1230508"/>
                  </a:lnTo>
                  <a:lnTo>
                    <a:pt x="4646479" y="1230508"/>
                  </a:lnTo>
                  <a:lnTo>
                    <a:pt x="4641006" y="1230508"/>
                  </a:lnTo>
                  <a:lnTo>
                    <a:pt x="4635533" y="1230508"/>
                  </a:lnTo>
                  <a:lnTo>
                    <a:pt x="4630061" y="1230508"/>
                  </a:lnTo>
                  <a:lnTo>
                    <a:pt x="4624588" y="1230508"/>
                  </a:lnTo>
                  <a:lnTo>
                    <a:pt x="4619115" y="1230508"/>
                  </a:lnTo>
                  <a:lnTo>
                    <a:pt x="4613642" y="1230508"/>
                  </a:lnTo>
                  <a:lnTo>
                    <a:pt x="4608169" y="1230508"/>
                  </a:lnTo>
                  <a:lnTo>
                    <a:pt x="4602696" y="1230508"/>
                  </a:lnTo>
                  <a:lnTo>
                    <a:pt x="4597223" y="1230508"/>
                  </a:lnTo>
                  <a:lnTo>
                    <a:pt x="4591750" y="1230508"/>
                  </a:lnTo>
                  <a:lnTo>
                    <a:pt x="4586277" y="1230508"/>
                  </a:lnTo>
                  <a:lnTo>
                    <a:pt x="4580805" y="1230508"/>
                  </a:lnTo>
                  <a:lnTo>
                    <a:pt x="4575332" y="1230508"/>
                  </a:lnTo>
                  <a:lnTo>
                    <a:pt x="4569859" y="1230508"/>
                  </a:lnTo>
                  <a:lnTo>
                    <a:pt x="4564386" y="1230508"/>
                  </a:lnTo>
                  <a:lnTo>
                    <a:pt x="4558913" y="1230508"/>
                  </a:lnTo>
                  <a:lnTo>
                    <a:pt x="4553440" y="1230508"/>
                  </a:lnTo>
                  <a:lnTo>
                    <a:pt x="4547967" y="1230508"/>
                  </a:lnTo>
                  <a:lnTo>
                    <a:pt x="4542494" y="1230508"/>
                  </a:lnTo>
                  <a:lnTo>
                    <a:pt x="4537022" y="1230508"/>
                  </a:lnTo>
                  <a:lnTo>
                    <a:pt x="4531549" y="1230508"/>
                  </a:lnTo>
                  <a:lnTo>
                    <a:pt x="4526076" y="1230508"/>
                  </a:lnTo>
                  <a:lnTo>
                    <a:pt x="4520603" y="1230508"/>
                  </a:lnTo>
                  <a:lnTo>
                    <a:pt x="4520603" y="1250722"/>
                  </a:lnTo>
                  <a:lnTo>
                    <a:pt x="4515130" y="1250722"/>
                  </a:lnTo>
                  <a:lnTo>
                    <a:pt x="4509657" y="1250722"/>
                  </a:lnTo>
                  <a:lnTo>
                    <a:pt x="4504184" y="1250722"/>
                  </a:lnTo>
                  <a:lnTo>
                    <a:pt x="4504184" y="1270867"/>
                  </a:lnTo>
                  <a:lnTo>
                    <a:pt x="4498711" y="1270867"/>
                  </a:lnTo>
                  <a:lnTo>
                    <a:pt x="4493238" y="1270867"/>
                  </a:lnTo>
                  <a:lnTo>
                    <a:pt x="4487766" y="1270867"/>
                  </a:lnTo>
                  <a:lnTo>
                    <a:pt x="4482293" y="1270867"/>
                  </a:lnTo>
                  <a:lnTo>
                    <a:pt x="4476820" y="1270867"/>
                  </a:lnTo>
                  <a:lnTo>
                    <a:pt x="4471347" y="1270867"/>
                  </a:lnTo>
                  <a:lnTo>
                    <a:pt x="4465874" y="1270867"/>
                  </a:lnTo>
                  <a:lnTo>
                    <a:pt x="4460401" y="1270867"/>
                  </a:lnTo>
                  <a:lnTo>
                    <a:pt x="4454928" y="1270867"/>
                  </a:lnTo>
                  <a:lnTo>
                    <a:pt x="4449455" y="1270867"/>
                  </a:lnTo>
                  <a:lnTo>
                    <a:pt x="4443982" y="1270867"/>
                  </a:lnTo>
                  <a:lnTo>
                    <a:pt x="4438510" y="1270867"/>
                  </a:lnTo>
                  <a:lnTo>
                    <a:pt x="4433037" y="1270867"/>
                  </a:lnTo>
                  <a:lnTo>
                    <a:pt x="4427564" y="1270867"/>
                  </a:lnTo>
                  <a:lnTo>
                    <a:pt x="4422091" y="1270867"/>
                  </a:lnTo>
                  <a:lnTo>
                    <a:pt x="4416618" y="1270867"/>
                  </a:lnTo>
                  <a:lnTo>
                    <a:pt x="4411145" y="1270867"/>
                  </a:lnTo>
                  <a:lnTo>
                    <a:pt x="4405672" y="1270867"/>
                  </a:lnTo>
                  <a:lnTo>
                    <a:pt x="4400199" y="1270867"/>
                  </a:lnTo>
                  <a:lnTo>
                    <a:pt x="4394726" y="1270867"/>
                  </a:lnTo>
                  <a:lnTo>
                    <a:pt x="4389254" y="1270867"/>
                  </a:lnTo>
                  <a:lnTo>
                    <a:pt x="4389254" y="1290491"/>
                  </a:lnTo>
                  <a:lnTo>
                    <a:pt x="4383781" y="1290491"/>
                  </a:lnTo>
                  <a:lnTo>
                    <a:pt x="4378308" y="1290491"/>
                  </a:lnTo>
                  <a:lnTo>
                    <a:pt x="4378308" y="1310092"/>
                  </a:lnTo>
                  <a:lnTo>
                    <a:pt x="4372835" y="1310092"/>
                  </a:lnTo>
                  <a:lnTo>
                    <a:pt x="4367362" y="1310092"/>
                  </a:lnTo>
                  <a:lnTo>
                    <a:pt x="4361889" y="1310092"/>
                  </a:lnTo>
                  <a:lnTo>
                    <a:pt x="4356416" y="1310092"/>
                  </a:lnTo>
                  <a:lnTo>
                    <a:pt x="4350943" y="1310092"/>
                  </a:lnTo>
                  <a:lnTo>
                    <a:pt x="4345471" y="1310092"/>
                  </a:lnTo>
                  <a:lnTo>
                    <a:pt x="4339998" y="1310092"/>
                  </a:lnTo>
                  <a:lnTo>
                    <a:pt x="4334525" y="1310092"/>
                  </a:lnTo>
                  <a:lnTo>
                    <a:pt x="4329052" y="1310092"/>
                  </a:lnTo>
                  <a:lnTo>
                    <a:pt x="4323579" y="1310092"/>
                  </a:lnTo>
                  <a:lnTo>
                    <a:pt x="4318106" y="1310092"/>
                  </a:lnTo>
                  <a:lnTo>
                    <a:pt x="4312633" y="1310092"/>
                  </a:lnTo>
                  <a:lnTo>
                    <a:pt x="4307160" y="1310092"/>
                  </a:lnTo>
                  <a:lnTo>
                    <a:pt x="4301687" y="1310092"/>
                  </a:lnTo>
                  <a:lnTo>
                    <a:pt x="4296215" y="1310092"/>
                  </a:lnTo>
                  <a:lnTo>
                    <a:pt x="4290742" y="1310092"/>
                  </a:lnTo>
                  <a:lnTo>
                    <a:pt x="4285269" y="1310092"/>
                  </a:lnTo>
                  <a:lnTo>
                    <a:pt x="4279796" y="1310092"/>
                  </a:lnTo>
                  <a:lnTo>
                    <a:pt x="4274323" y="1310092"/>
                  </a:lnTo>
                  <a:lnTo>
                    <a:pt x="4268850" y="1310092"/>
                  </a:lnTo>
                  <a:lnTo>
                    <a:pt x="4263377" y="1310092"/>
                  </a:lnTo>
                  <a:lnTo>
                    <a:pt x="4257904" y="1310092"/>
                  </a:lnTo>
                  <a:lnTo>
                    <a:pt x="4252431" y="1310092"/>
                  </a:lnTo>
                  <a:lnTo>
                    <a:pt x="4246959" y="1310092"/>
                  </a:lnTo>
                  <a:lnTo>
                    <a:pt x="4241486" y="1310092"/>
                  </a:lnTo>
                  <a:lnTo>
                    <a:pt x="4236013" y="1310092"/>
                  </a:lnTo>
                  <a:lnTo>
                    <a:pt x="4230540" y="1310092"/>
                  </a:lnTo>
                  <a:lnTo>
                    <a:pt x="4225067" y="1310092"/>
                  </a:lnTo>
                  <a:lnTo>
                    <a:pt x="4219594" y="1310092"/>
                  </a:lnTo>
                  <a:lnTo>
                    <a:pt x="4214121" y="1310092"/>
                  </a:lnTo>
                  <a:lnTo>
                    <a:pt x="4208648" y="1310092"/>
                  </a:lnTo>
                  <a:lnTo>
                    <a:pt x="4203176" y="1310092"/>
                  </a:lnTo>
                  <a:lnTo>
                    <a:pt x="4197703" y="1310092"/>
                  </a:lnTo>
                  <a:lnTo>
                    <a:pt x="4192230" y="1310092"/>
                  </a:lnTo>
                  <a:lnTo>
                    <a:pt x="4186757" y="1310092"/>
                  </a:lnTo>
                  <a:lnTo>
                    <a:pt x="4181284" y="1310092"/>
                  </a:lnTo>
                  <a:lnTo>
                    <a:pt x="4175811" y="1310092"/>
                  </a:lnTo>
                  <a:lnTo>
                    <a:pt x="4170338" y="1310092"/>
                  </a:lnTo>
                  <a:lnTo>
                    <a:pt x="4164865" y="1310092"/>
                  </a:lnTo>
                  <a:lnTo>
                    <a:pt x="4159392" y="1310092"/>
                  </a:lnTo>
                  <a:lnTo>
                    <a:pt x="4153920" y="1310092"/>
                  </a:lnTo>
                  <a:lnTo>
                    <a:pt x="4148447" y="1310092"/>
                  </a:lnTo>
                  <a:lnTo>
                    <a:pt x="4142974" y="1310092"/>
                  </a:lnTo>
                  <a:lnTo>
                    <a:pt x="4137501" y="1310092"/>
                  </a:lnTo>
                  <a:lnTo>
                    <a:pt x="4132028" y="1310092"/>
                  </a:lnTo>
                  <a:lnTo>
                    <a:pt x="4126555" y="1310092"/>
                  </a:lnTo>
                  <a:lnTo>
                    <a:pt x="4121082" y="1310092"/>
                  </a:lnTo>
                  <a:lnTo>
                    <a:pt x="4115609" y="1310092"/>
                  </a:lnTo>
                  <a:lnTo>
                    <a:pt x="4110136" y="1310092"/>
                  </a:lnTo>
                  <a:lnTo>
                    <a:pt x="4104664" y="1310092"/>
                  </a:lnTo>
                  <a:lnTo>
                    <a:pt x="4099191" y="1310092"/>
                  </a:lnTo>
                  <a:lnTo>
                    <a:pt x="4093718" y="1310092"/>
                  </a:lnTo>
                  <a:lnTo>
                    <a:pt x="4088245" y="1310092"/>
                  </a:lnTo>
                  <a:lnTo>
                    <a:pt x="4082772" y="1310092"/>
                  </a:lnTo>
                  <a:lnTo>
                    <a:pt x="4082772" y="1328751"/>
                  </a:lnTo>
                  <a:lnTo>
                    <a:pt x="4077299" y="1328751"/>
                  </a:lnTo>
                  <a:lnTo>
                    <a:pt x="4071826" y="1328751"/>
                  </a:lnTo>
                  <a:lnTo>
                    <a:pt x="4066353" y="1328751"/>
                  </a:lnTo>
                  <a:lnTo>
                    <a:pt x="4060880" y="1328751"/>
                  </a:lnTo>
                  <a:lnTo>
                    <a:pt x="4055408" y="1328751"/>
                  </a:lnTo>
                  <a:lnTo>
                    <a:pt x="4049935" y="1328751"/>
                  </a:lnTo>
                  <a:lnTo>
                    <a:pt x="4044462" y="1328751"/>
                  </a:lnTo>
                  <a:lnTo>
                    <a:pt x="4038989" y="1328751"/>
                  </a:lnTo>
                  <a:lnTo>
                    <a:pt x="4033516" y="1328751"/>
                  </a:lnTo>
                  <a:lnTo>
                    <a:pt x="4028043" y="1328751"/>
                  </a:lnTo>
                  <a:lnTo>
                    <a:pt x="4022570" y="1328751"/>
                  </a:lnTo>
                  <a:lnTo>
                    <a:pt x="4017097" y="1328751"/>
                  </a:lnTo>
                  <a:lnTo>
                    <a:pt x="4011625" y="1328751"/>
                  </a:lnTo>
                  <a:lnTo>
                    <a:pt x="4006152" y="1328751"/>
                  </a:lnTo>
                  <a:lnTo>
                    <a:pt x="4000679" y="1328751"/>
                  </a:lnTo>
                  <a:lnTo>
                    <a:pt x="3995206" y="1328751"/>
                  </a:lnTo>
                  <a:lnTo>
                    <a:pt x="3989733" y="1328751"/>
                  </a:lnTo>
                  <a:lnTo>
                    <a:pt x="3989733" y="1347059"/>
                  </a:lnTo>
                  <a:lnTo>
                    <a:pt x="3984260" y="1347059"/>
                  </a:lnTo>
                  <a:lnTo>
                    <a:pt x="3978787" y="1347059"/>
                  </a:lnTo>
                  <a:lnTo>
                    <a:pt x="3973314" y="1347059"/>
                  </a:lnTo>
                  <a:lnTo>
                    <a:pt x="3967841" y="1347059"/>
                  </a:lnTo>
                  <a:lnTo>
                    <a:pt x="3962369" y="1347059"/>
                  </a:lnTo>
                  <a:lnTo>
                    <a:pt x="3956896" y="1347059"/>
                  </a:lnTo>
                  <a:lnTo>
                    <a:pt x="3951423" y="1347059"/>
                  </a:lnTo>
                  <a:lnTo>
                    <a:pt x="3945950" y="1347059"/>
                  </a:lnTo>
                  <a:lnTo>
                    <a:pt x="3940477" y="1347059"/>
                  </a:lnTo>
                  <a:lnTo>
                    <a:pt x="3940477" y="1365157"/>
                  </a:lnTo>
                  <a:lnTo>
                    <a:pt x="3935004" y="1365157"/>
                  </a:lnTo>
                  <a:lnTo>
                    <a:pt x="3929531" y="1365157"/>
                  </a:lnTo>
                  <a:lnTo>
                    <a:pt x="3924058" y="1365157"/>
                  </a:lnTo>
                  <a:lnTo>
                    <a:pt x="3918585" y="1365157"/>
                  </a:lnTo>
                  <a:lnTo>
                    <a:pt x="3913113" y="1365157"/>
                  </a:lnTo>
                  <a:lnTo>
                    <a:pt x="3907640" y="1365157"/>
                  </a:lnTo>
                  <a:lnTo>
                    <a:pt x="3902167" y="1365157"/>
                  </a:lnTo>
                  <a:lnTo>
                    <a:pt x="3896694" y="1365157"/>
                  </a:lnTo>
                  <a:lnTo>
                    <a:pt x="3891221" y="1365157"/>
                  </a:lnTo>
                  <a:lnTo>
                    <a:pt x="3885748" y="1365157"/>
                  </a:lnTo>
                  <a:lnTo>
                    <a:pt x="3880275" y="1365157"/>
                  </a:lnTo>
                  <a:lnTo>
                    <a:pt x="3874802" y="1365157"/>
                  </a:lnTo>
                  <a:lnTo>
                    <a:pt x="3869329" y="1365157"/>
                  </a:lnTo>
                  <a:lnTo>
                    <a:pt x="3863857" y="1365157"/>
                  </a:lnTo>
                  <a:lnTo>
                    <a:pt x="3858384" y="1365157"/>
                  </a:lnTo>
                  <a:lnTo>
                    <a:pt x="3852911" y="1365157"/>
                  </a:lnTo>
                  <a:lnTo>
                    <a:pt x="3847438" y="1365157"/>
                  </a:lnTo>
                  <a:lnTo>
                    <a:pt x="3841965" y="1365157"/>
                  </a:lnTo>
                  <a:lnTo>
                    <a:pt x="3836492" y="1365157"/>
                  </a:lnTo>
                  <a:lnTo>
                    <a:pt x="3831019" y="1365157"/>
                  </a:lnTo>
                  <a:lnTo>
                    <a:pt x="3825546" y="1365157"/>
                  </a:lnTo>
                  <a:lnTo>
                    <a:pt x="3820074" y="1365157"/>
                  </a:lnTo>
                  <a:lnTo>
                    <a:pt x="3814601" y="1365157"/>
                  </a:lnTo>
                  <a:lnTo>
                    <a:pt x="3809128" y="1365157"/>
                  </a:lnTo>
                  <a:lnTo>
                    <a:pt x="3803655" y="1365157"/>
                  </a:lnTo>
                  <a:lnTo>
                    <a:pt x="3798182" y="1365157"/>
                  </a:lnTo>
                  <a:lnTo>
                    <a:pt x="3792709" y="1365157"/>
                  </a:lnTo>
                  <a:lnTo>
                    <a:pt x="3787236" y="1365157"/>
                  </a:lnTo>
                  <a:lnTo>
                    <a:pt x="3781763" y="1365157"/>
                  </a:lnTo>
                  <a:lnTo>
                    <a:pt x="3776290" y="1365157"/>
                  </a:lnTo>
                  <a:lnTo>
                    <a:pt x="3770818" y="1365157"/>
                  </a:lnTo>
                  <a:lnTo>
                    <a:pt x="3765345" y="1365157"/>
                  </a:lnTo>
                  <a:lnTo>
                    <a:pt x="3759872" y="1365157"/>
                  </a:lnTo>
                  <a:lnTo>
                    <a:pt x="3754399" y="1365157"/>
                  </a:lnTo>
                  <a:lnTo>
                    <a:pt x="3748926" y="1365157"/>
                  </a:lnTo>
                  <a:lnTo>
                    <a:pt x="3743453" y="1365157"/>
                  </a:lnTo>
                  <a:lnTo>
                    <a:pt x="3737980" y="1365157"/>
                  </a:lnTo>
                  <a:lnTo>
                    <a:pt x="3732507" y="1365157"/>
                  </a:lnTo>
                  <a:lnTo>
                    <a:pt x="3727034" y="1365157"/>
                  </a:lnTo>
                  <a:lnTo>
                    <a:pt x="3721562" y="1365157"/>
                  </a:lnTo>
                  <a:lnTo>
                    <a:pt x="3716089" y="1365157"/>
                  </a:lnTo>
                  <a:lnTo>
                    <a:pt x="3710616" y="1365157"/>
                  </a:lnTo>
                  <a:lnTo>
                    <a:pt x="3705143" y="1365157"/>
                  </a:lnTo>
                  <a:lnTo>
                    <a:pt x="3699670" y="1365157"/>
                  </a:lnTo>
                  <a:lnTo>
                    <a:pt x="3699670" y="1382126"/>
                  </a:lnTo>
                  <a:lnTo>
                    <a:pt x="3694197" y="1382126"/>
                  </a:lnTo>
                  <a:lnTo>
                    <a:pt x="3688724" y="1382126"/>
                  </a:lnTo>
                  <a:lnTo>
                    <a:pt x="3683251" y="1382126"/>
                  </a:lnTo>
                  <a:lnTo>
                    <a:pt x="3677779" y="1382126"/>
                  </a:lnTo>
                  <a:lnTo>
                    <a:pt x="3672306" y="1382126"/>
                  </a:lnTo>
                  <a:lnTo>
                    <a:pt x="3666833" y="1382126"/>
                  </a:lnTo>
                  <a:lnTo>
                    <a:pt x="3661360" y="1382126"/>
                  </a:lnTo>
                  <a:lnTo>
                    <a:pt x="3655887" y="1382126"/>
                  </a:lnTo>
                  <a:lnTo>
                    <a:pt x="3650414" y="1382126"/>
                  </a:lnTo>
                  <a:lnTo>
                    <a:pt x="3644941" y="1382126"/>
                  </a:lnTo>
                  <a:lnTo>
                    <a:pt x="3639468" y="1382126"/>
                  </a:lnTo>
                  <a:lnTo>
                    <a:pt x="3633995" y="1382126"/>
                  </a:lnTo>
                  <a:lnTo>
                    <a:pt x="3628523" y="1382126"/>
                  </a:lnTo>
                  <a:lnTo>
                    <a:pt x="3623050" y="1382126"/>
                  </a:lnTo>
                  <a:lnTo>
                    <a:pt x="3617577" y="1382126"/>
                  </a:lnTo>
                  <a:lnTo>
                    <a:pt x="3612104" y="1382126"/>
                  </a:lnTo>
                  <a:lnTo>
                    <a:pt x="3606631" y="1382126"/>
                  </a:lnTo>
                  <a:lnTo>
                    <a:pt x="3601158" y="1382126"/>
                  </a:lnTo>
                  <a:lnTo>
                    <a:pt x="3595685" y="1382126"/>
                  </a:lnTo>
                  <a:lnTo>
                    <a:pt x="3590212" y="1382126"/>
                  </a:lnTo>
                  <a:lnTo>
                    <a:pt x="3584739" y="1382126"/>
                  </a:lnTo>
                  <a:lnTo>
                    <a:pt x="3579267" y="1382126"/>
                  </a:lnTo>
                  <a:lnTo>
                    <a:pt x="3573794" y="1382126"/>
                  </a:lnTo>
                  <a:lnTo>
                    <a:pt x="3573794" y="1398650"/>
                  </a:lnTo>
                  <a:lnTo>
                    <a:pt x="3568321" y="1398650"/>
                  </a:lnTo>
                  <a:lnTo>
                    <a:pt x="3562848" y="1398650"/>
                  </a:lnTo>
                  <a:lnTo>
                    <a:pt x="3557375" y="1398650"/>
                  </a:lnTo>
                  <a:lnTo>
                    <a:pt x="3551902" y="1398650"/>
                  </a:lnTo>
                  <a:lnTo>
                    <a:pt x="3546429" y="1398650"/>
                  </a:lnTo>
                  <a:lnTo>
                    <a:pt x="3540956" y="1398650"/>
                  </a:lnTo>
                  <a:lnTo>
                    <a:pt x="3535483" y="1398650"/>
                  </a:lnTo>
                  <a:lnTo>
                    <a:pt x="3530011" y="1398650"/>
                  </a:lnTo>
                  <a:lnTo>
                    <a:pt x="3524538" y="1398650"/>
                  </a:lnTo>
                  <a:lnTo>
                    <a:pt x="3519065" y="1398650"/>
                  </a:lnTo>
                  <a:lnTo>
                    <a:pt x="3513592" y="1398650"/>
                  </a:lnTo>
                  <a:lnTo>
                    <a:pt x="3513592" y="1415065"/>
                  </a:lnTo>
                  <a:lnTo>
                    <a:pt x="3508119" y="1415065"/>
                  </a:lnTo>
                  <a:lnTo>
                    <a:pt x="3502646" y="1415065"/>
                  </a:lnTo>
                  <a:lnTo>
                    <a:pt x="3497173" y="1415065"/>
                  </a:lnTo>
                  <a:lnTo>
                    <a:pt x="3491700" y="1415065"/>
                  </a:lnTo>
                  <a:lnTo>
                    <a:pt x="3486228" y="1415065"/>
                  </a:lnTo>
                  <a:lnTo>
                    <a:pt x="3480755" y="1415065"/>
                  </a:lnTo>
                  <a:lnTo>
                    <a:pt x="3475282" y="1415065"/>
                  </a:lnTo>
                  <a:lnTo>
                    <a:pt x="3475282" y="1431373"/>
                  </a:lnTo>
                  <a:lnTo>
                    <a:pt x="3469809" y="1431373"/>
                  </a:lnTo>
                  <a:lnTo>
                    <a:pt x="3464336" y="1431373"/>
                  </a:lnTo>
                  <a:lnTo>
                    <a:pt x="3458863" y="1431373"/>
                  </a:lnTo>
                  <a:lnTo>
                    <a:pt x="3453390" y="1431373"/>
                  </a:lnTo>
                  <a:lnTo>
                    <a:pt x="3447917" y="1431373"/>
                  </a:lnTo>
                  <a:lnTo>
                    <a:pt x="3442444" y="1431373"/>
                  </a:lnTo>
                  <a:lnTo>
                    <a:pt x="3436972" y="1431373"/>
                  </a:lnTo>
                  <a:lnTo>
                    <a:pt x="3431499" y="1431373"/>
                  </a:lnTo>
                  <a:lnTo>
                    <a:pt x="3426026" y="1431373"/>
                  </a:lnTo>
                  <a:lnTo>
                    <a:pt x="3426026" y="1447624"/>
                  </a:lnTo>
                  <a:lnTo>
                    <a:pt x="3420553" y="1447624"/>
                  </a:lnTo>
                  <a:lnTo>
                    <a:pt x="3415080" y="1447624"/>
                  </a:lnTo>
                  <a:lnTo>
                    <a:pt x="3409607" y="1447624"/>
                  </a:lnTo>
                  <a:lnTo>
                    <a:pt x="3404134" y="1447624"/>
                  </a:lnTo>
                  <a:lnTo>
                    <a:pt x="3398661" y="1447624"/>
                  </a:lnTo>
                  <a:lnTo>
                    <a:pt x="3393188" y="1447624"/>
                  </a:lnTo>
                  <a:lnTo>
                    <a:pt x="3393188" y="1463794"/>
                  </a:lnTo>
                  <a:lnTo>
                    <a:pt x="3387716" y="1463794"/>
                  </a:lnTo>
                  <a:lnTo>
                    <a:pt x="3382243" y="1463794"/>
                  </a:lnTo>
                  <a:lnTo>
                    <a:pt x="3376770" y="1463794"/>
                  </a:lnTo>
                  <a:lnTo>
                    <a:pt x="3371297" y="1463794"/>
                  </a:lnTo>
                  <a:lnTo>
                    <a:pt x="3365824" y="1463794"/>
                  </a:lnTo>
                  <a:lnTo>
                    <a:pt x="3360351" y="1463794"/>
                  </a:lnTo>
                  <a:lnTo>
                    <a:pt x="3354878" y="1463794"/>
                  </a:lnTo>
                  <a:lnTo>
                    <a:pt x="3349405" y="1463794"/>
                  </a:lnTo>
                  <a:lnTo>
                    <a:pt x="3343932" y="1463794"/>
                  </a:lnTo>
                  <a:lnTo>
                    <a:pt x="3338460" y="1463794"/>
                  </a:lnTo>
                  <a:lnTo>
                    <a:pt x="3332987" y="1463794"/>
                  </a:lnTo>
                  <a:lnTo>
                    <a:pt x="3327514" y="1463794"/>
                  </a:lnTo>
                  <a:lnTo>
                    <a:pt x="3322041" y="1463794"/>
                  </a:lnTo>
                  <a:lnTo>
                    <a:pt x="3316568" y="1463794"/>
                  </a:lnTo>
                  <a:lnTo>
                    <a:pt x="3311095" y="1463794"/>
                  </a:lnTo>
                  <a:lnTo>
                    <a:pt x="3305622" y="1463794"/>
                  </a:lnTo>
                  <a:lnTo>
                    <a:pt x="3300149" y="1463794"/>
                  </a:lnTo>
                  <a:lnTo>
                    <a:pt x="3294677" y="1463794"/>
                  </a:lnTo>
                  <a:lnTo>
                    <a:pt x="3289204" y="1463794"/>
                  </a:lnTo>
                  <a:lnTo>
                    <a:pt x="3283731" y="1463794"/>
                  </a:lnTo>
                  <a:lnTo>
                    <a:pt x="3278258" y="1463794"/>
                  </a:lnTo>
                  <a:lnTo>
                    <a:pt x="3272785" y="1463794"/>
                  </a:lnTo>
                  <a:lnTo>
                    <a:pt x="3267312" y="1463794"/>
                  </a:lnTo>
                  <a:lnTo>
                    <a:pt x="3261839" y="1463794"/>
                  </a:lnTo>
                  <a:lnTo>
                    <a:pt x="3256366" y="1463794"/>
                  </a:lnTo>
                  <a:lnTo>
                    <a:pt x="3250893" y="1463794"/>
                  </a:lnTo>
                  <a:lnTo>
                    <a:pt x="3245421" y="1463794"/>
                  </a:lnTo>
                  <a:lnTo>
                    <a:pt x="3239948" y="1463794"/>
                  </a:lnTo>
                  <a:lnTo>
                    <a:pt x="3239948" y="1479651"/>
                  </a:lnTo>
                  <a:lnTo>
                    <a:pt x="3234475" y="1479651"/>
                  </a:lnTo>
                  <a:lnTo>
                    <a:pt x="3234475" y="1495495"/>
                  </a:lnTo>
                  <a:lnTo>
                    <a:pt x="3229002" y="1495495"/>
                  </a:lnTo>
                  <a:lnTo>
                    <a:pt x="3223529" y="1495495"/>
                  </a:lnTo>
                  <a:lnTo>
                    <a:pt x="3218056" y="1495495"/>
                  </a:lnTo>
                  <a:lnTo>
                    <a:pt x="3212583" y="1495495"/>
                  </a:lnTo>
                  <a:lnTo>
                    <a:pt x="3207110" y="1495495"/>
                  </a:lnTo>
                  <a:lnTo>
                    <a:pt x="3201637" y="1495495"/>
                  </a:lnTo>
                  <a:lnTo>
                    <a:pt x="3196165" y="1495495"/>
                  </a:lnTo>
                  <a:lnTo>
                    <a:pt x="3190692" y="1495495"/>
                  </a:lnTo>
                  <a:lnTo>
                    <a:pt x="3185219" y="1495495"/>
                  </a:lnTo>
                  <a:lnTo>
                    <a:pt x="3179746" y="1495495"/>
                  </a:lnTo>
                  <a:lnTo>
                    <a:pt x="3174273" y="1495495"/>
                  </a:lnTo>
                  <a:lnTo>
                    <a:pt x="3168800" y="1495495"/>
                  </a:lnTo>
                  <a:lnTo>
                    <a:pt x="3163327" y="1495495"/>
                  </a:lnTo>
                  <a:lnTo>
                    <a:pt x="3157854" y="1495495"/>
                  </a:lnTo>
                  <a:lnTo>
                    <a:pt x="3152382" y="1495495"/>
                  </a:lnTo>
                  <a:lnTo>
                    <a:pt x="3146909" y="1495495"/>
                  </a:lnTo>
                  <a:lnTo>
                    <a:pt x="3141436" y="1495495"/>
                  </a:lnTo>
                  <a:lnTo>
                    <a:pt x="3135963" y="1495495"/>
                  </a:lnTo>
                  <a:lnTo>
                    <a:pt x="3130490" y="1495495"/>
                  </a:lnTo>
                  <a:lnTo>
                    <a:pt x="3125017" y="1495495"/>
                  </a:lnTo>
                  <a:lnTo>
                    <a:pt x="3119544" y="1495495"/>
                  </a:lnTo>
                  <a:lnTo>
                    <a:pt x="3114071" y="1495495"/>
                  </a:lnTo>
                  <a:lnTo>
                    <a:pt x="3108598" y="1495495"/>
                  </a:lnTo>
                  <a:lnTo>
                    <a:pt x="3103126" y="1495495"/>
                  </a:lnTo>
                  <a:lnTo>
                    <a:pt x="3097653" y="1495495"/>
                  </a:lnTo>
                  <a:lnTo>
                    <a:pt x="3092180" y="1495495"/>
                  </a:lnTo>
                  <a:lnTo>
                    <a:pt x="3086707" y="1495495"/>
                  </a:lnTo>
                  <a:lnTo>
                    <a:pt x="3081234" y="1495495"/>
                  </a:lnTo>
                  <a:lnTo>
                    <a:pt x="3075761" y="1495495"/>
                  </a:lnTo>
                  <a:lnTo>
                    <a:pt x="3070288" y="1495495"/>
                  </a:lnTo>
                  <a:lnTo>
                    <a:pt x="3064815" y="1495495"/>
                  </a:lnTo>
                  <a:lnTo>
                    <a:pt x="3059342" y="1495495"/>
                  </a:lnTo>
                  <a:lnTo>
                    <a:pt x="3053870" y="1495495"/>
                  </a:lnTo>
                  <a:lnTo>
                    <a:pt x="3048397" y="1495495"/>
                  </a:lnTo>
                  <a:lnTo>
                    <a:pt x="3042924" y="1495495"/>
                  </a:lnTo>
                  <a:lnTo>
                    <a:pt x="3037451" y="1495495"/>
                  </a:lnTo>
                  <a:lnTo>
                    <a:pt x="3031978" y="1495495"/>
                  </a:lnTo>
                  <a:lnTo>
                    <a:pt x="3026505" y="1495495"/>
                  </a:lnTo>
                  <a:lnTo>
                    <a:pt x="3021032" y="1495495"/>
                  </a:lnTo>
                  <a:lnTo>
                    <a:pt x="3015559" y="1495495"/>
                  </a:lnTo>
                  <a:lnTo>
                    <a:pt x="3010086" y="1495495"/>
                  </a:lnTo>
                  <a:lnTo>
                    <a:pt x="3004614" y="1495495"/>
                  </a:lnTo>
                  <a:lnTo>
                    <a:pt x="3004614" y="1510918"/>
                  </a:lnTo>
                  <a:lnTo>
                    <a:pt x="2999141" y="1510918"/>
                  </a:lnTo>
                  <a:lnTo>
                    <a:pt x="2993668" y="1510918"/>
                  </a:lnTo>
                  <a:lnTo>
                    <a:pt x="2988195" y="1510918"/>
                  </a:lnTo>
                  <a:lnTo>
                    <a:pt x="2982722" y="1510918"/>
                  </a:lnTo>
                  <a:lnTo>
                    <a:pt x="2977249" y="1510918"/>
                  </a:lnTo>
                  <a:lnTo>
                    <a:pt x="2971776" y="1510918"/>
                  </a:lnTo>
                  <a:lnTo>
                    <a:pt x="2966303" y="1510918"/>
                  </a:lnTo>
                  <a:lnTo>
                    <a:pt x="2960831" y="1510918"/>
                  </a:lnTo>
                  <a:lnTo>
                    <a:pt x="2955358" y="1510918"/>
                  </a:lnTo>
                  <a:lnTo>
                    <a:pt x="2949885" y="1510918"/>
                  </a:lnTo>
                  <a:lnTo>
                    <a:pt x="2944412" y="1510918"/>
                  </a:lnTo>
                  <a:lnTo>
                    <a:pt x="2938939" y="1510918"/>
                  </a:lnTo>
                  <a:lnTo>
                    <a:pt x="2933466" y="1510918"/>
                  </a:lnTo>
                  <a:lnTo>
                    <a:pt x="2927993" y="1510918"/>
                  </a:lnTo>
                  <a:lnTo>
                    <a:pt x="2922520" y="1510918"/>
                  </a:lnTo>
                  <a:lnTo>
                    <a:pt x="2917047" y="1510918"/>
                  </a:lnTo>
                  <a:lnTo>
                    <a:pt x="2917047" y="1526257"/>
                  </a:lnTo>
                  <a:lnTo>
                    <a:pt x="2911575" y="1526257"/>
                  </a:lnTo>
                  <a:lnTo>
                    <a:pt x="2911575" y="1541568"/>
                  </a:lnTo>
                  <a:lnTo>
                    <a:pt x="2906102" y="1541568"/>
                  </a:lnTo>
                  <a:lnTo>
                    <a:pt x="2900629" y="1541568"/>
                  </a:lnTo>
                  <a:lnTo>
                    <a:pt x="2895156" y="1541568"/>
                  </a:lnTo>
                  <a:lnTo>
                    <a:pt x="2895156" y="1556833"/>
                  </a:lnTo>
                  <a:lnTo>
                    <a:pt x="2889683" y="1556833"/>
                  </a:lnTo>
                  <a:lnTo>
                    <a:pt x="2884210" y="1556833"/>
                  </a:lnTo>
                  <a:lnTo>
                    <a:pt x="2878737" y="1556833"/>
                  </a:lnTo>
                  <a:lnTo>
                    <a:pt x="2873264" y="1556833"/>
                  </a:lnTo>
                  <a:lnTo>
                    <a:pt x="2867791" y="1556833"/>
                  </a:lnTo>
                  <a:lnTo>
                    <a:pt x="2862319" y="1556833"/>
                  </a:lnTo>
                  <a:lnTo>
                    <a:pt x="2862319" y="1572052"/>
                  </a:lnTo>
                  <a:lnTo>
                    <a:pt x="2856846" y="1572052"/>
                  </a:lnTo>
                  <a:lnTo>
                    <a:pt x="2851373" y="1572052"/>
                  </a:lnTo>
                  <a:lnTo>
                    <a:pt x="2845900" y="1572052"/>
                  </a:lnTo>
                  <a:lnTo>
                    <a:pt x="2840427" y="1572052"/>
                  </a:lnTo>
                  <a:lnTo>
                    <a:pt x="2834954" y="1572052"/>
                  </a:lnTo>
                  <a:lnTo>
                    <a:pt x="2829481" y="1572052"/>
                  </a:lnTo>
                  <a:lnTo>
                    <a:pt x="2824008" y="1572052"/>
                  </a:lnTo>
                  <a:lnTo>
                    <a:pt x="2818535" y="1572052"/>
                  </a:lnTo>
                  <a:lnTo>
                    <a:pt x="2818535" y="1602356"/>
                  </a:lnTo>
                  <a:lnTo>
                    <a:pt x="2813063" y="1602356"/>
                  </a:lnTo>
                  <a:lnTo>
                    <a:pt x="2807590" y="1602356"/>
                  </a:lnTo>
                  <a:lnTo>
                    <a:pt x="2802117" y="1602356"/>
                  </a:lnTo>
                  <a:lnTo>
                    <a:pt x="2796644" y="1602356"/>
                  </a:lnTo>
                  <a:lnTo>
                    <a:pt x="2791171" y="1602356"/>
                  </a:lnTo>
                  <a:lnTo>
                    <a:pt x="2785698" y="1602356"/>
                  </a:lnTo>
                  <a:lnTo>
                    <a:pt x="2780225" y="1602356"/>
                  </a:lnTo>
                  <a:lnTo>
                    <a:pt x="2774752" y="1602356"/>
                  </a:lnTo>
                  <a:lnTo>
                    <a:pt x="2769280" y="1602356"/>
                  </a:lnTo>
                  <a:lnTo>
                    <a:pt x="2763807" y="1602356"/>
                  </a:lnTo>
                  <a:lnTo>
                    <a:pt x="2758334" y="1602356"/>
                  </a:lnTo>
                  <a:lnTo>
                    <a:pt x="2752861" y="1602356"/>
                  </a:lnTo>
                  <a:lnTo>
                    <a:pt x="2747388" y="1602356"/>
                  </a:lnTo>
                  <a:lnTo>
                    <a:pt x="2741915" y="1602356"/>
                  </a:lnTo>
                  <a:lnTo>
                    <a:pt x="2736442" y="1602356"/>
                  </a:lnTo>
                  <a:lnTo>
                    <a:pt x="2730969" y="1602356"/>
                  </a:lnTo>
                  <a:lnTo>
                    <a:pt x="2725496" y="1602356"/>
                  </a:lnTo>
                  <a:lnTo>
                    <a:pt x="2725496" y="1617475"/>
                  </a:lnTo>
                  <a:lnTo>
                    <a:pt x="2720024" y="1617475"/>
                  </a:lnTo>
                  <a:lnTo>
                    <a:pt x="2720024" y="1632582"/>
                  </a:lnTo>
                  <a:lnTo>
                    <a:pt x="2714551" y="1632582"/>
                  </a:lnTo>
                  <a:lnTo>
                    <a:pt x="2709078" y="1632582"/>
                  </a:lnTo>
                  <a:lnTo>
                    <a:pt x="2703605" y="1632582"/>
                  </a:lnTo>
                  <a:lnTo>
                    <a:pt x="2698132" y="1632582"/>
                  </a:lnTo>
                  <a:lnTo>
                    <a:pt x="2692659" y="1632582"/>
                  </a:lnTo>
                  <a:lnTo>
                    <a:pt x="2687186" y="1632582"/>
                  </a:lnTo>
                  <a:lnTo>
                    <a:pt x="2681713" y="1632582"/>
                  </a:lnTo>
                  <a:lnTo>
                    <a:pt x="2676240" y="1632582"/>
                  </a:lnTo>
                  <a:lnTo>
                    <a:pt x="2676240" y="1647647"/>
                  </a:lnTo>
                  <a:lnTo>
                    <a:pt x="2670768" y="1647647"/>
                  </a:lnTo>
                  <a:lnTo>
                    <a:pt x="2665295" y="1647647"/>
                  </a:lnTo>
                  <a:lnTo>
                    <a:pt x="2659822" y="1647647"/>
                  </a:lnTo>
                  <a:lnTo>
                    <a:pt x="2654349" y="1647647"/>
                  </a:lnTo>
                  <a:lnTo>
                    <a:pt x="2648876" y="1647647"/>
                  </a:lnTo>
                  <a:lnTo>
                    <a:pt x="2643403" y="1647647"/>
                  </a:lnTo>
                  <a:lnTo>
                    <a:pt x="2637930" y="1647647"/>
                  </a:lnTo>
                  <a:lnTo>
                    <a:pt x="2632457" y="1647647"/>
                  </a:lnTo>
                  <a:lnTo>
                    <a:pt x="2626985" y="1647647"/>
                  </a:lnTo>
                  <a:lnTo>
                    <a:pt x="2621512" y="1647647"/>
                  </a:lnTo>
                  <a:lnTo>
                    <a:pt x="2616039" y="1647647"/>
                  </a:lnTo>
                  <a:lnTo>
                    <a:pt x="2610566" y="1647647"/>
                  </a:lnTo>
                  <a:lnTo>
                    <a:pt x="2605093" y="1647647"/>
                  </a:lnTo>
                  <a:lnTo>
                    <a:pt x="2599620" y="1647647"/>
                  </a:lnTo>
                  <a:lnTo>
                    <a:pt x="2594147" y="1647647"/>
                  </a:lnTo>
                  <a:lnTo>
                    <a:pt x="2588674" y="1647647"/>
                  </a:lnTo>
                  <a:lnTo>
                    <a:pt x="2583201" y="1647647"/>
                  </a:lnTo>
                  <a:lnTo>
                    <a:pt x="2577729" y="1647647"/>
                  </a:lnTo>
                  <a:lnTo>
                    <a:pt x="2572256" y="1647647"/>
                  </a:lnTo>
                  <a:lnTo>
                    <a:pt x="2566783" y="1647647"/>
                  </a:lnTo>
                  <a:lnTo>
                    <a:pt x="2566783" y="1662653"/>
                  </a:lnTo>
                  <a:lnTo>
                    <a:pt x="2561310" y="1662653"/>
                  </a:lnTo>
                  <a:lnTo>
                    <a:pt x="2555837" y="1662653"/>
                  </a:lnTo>
                  <a:lnTo>
                    <a:pt x="2550364" y="1662653"/>
                  </a:lnTo>
                  <a:lnTo>
                    <a:pt x="2544891" y="1662653"/>
                  </a:lnTo>
                  <a:lnTo>
                    <a:pt x="2539418" y="1662653"/>
                  </a:lnTo>
                  <a:lnTo>
                    <a:pt x="2533945" y="1662653"/>
                  </a:lnTo>
                  <a:lnTo>
                    <a:pt x="2528473" y="1662653"/>
                  </a:lnTo>
                  <a:lnTo>
                    <a:pt x="2528473" y="1677617"/>
                  </a:lnTo>
                  <a:lnTo>
                    <a:pt x="2523000" y="1677617"/>
                  </a:lnTo>
                  <a:lnTo>
                    <a:pt x="2517527" y="1677617"/>
                  </a:lnTo>
                  <a:lnTo>
                    <a:pt x="2512054" y="1677617"/>
                  </a:lnTo>
                  <a:lnTo>
                    <a:pt x="2512054" y="1692554"/>
                  </a:lnTo>
                  <a:lnTo>
                    <a:pt x="2506581" y="1692554"/>
                  </a:lnTo>
                  <a:lnTo>
                    <a:pt x="2501108" y="1692554"/>
                  </a:lnTo>
                  <a:lnTo>
                    <a:pt x="2495635" y="1692554"/>
                  </a:lnTo>
                  <a:lnTo>
                    <a:pt x="2490162" y="1692554"/>
                  </a:lnTo>
                  <a:lnTo>
                    <a:pt x="2484689" y="1692554"/>
                  </a:lnTo>
                  <a:lnTo>
                    <a:pt x="2479217" y="1692554"/>
                  </a:lnTo>
                  <a:lnTo>
                    <a:pt x="2479217" y="1707480"/>
                  </a:lnTo>
                  <a:lnTo>
                    <a:pt x="2473744" y="1707480"/>
                  </a:lnTo>
                  <a:lnTo>
                    <a:pt x="2468271" y="1707480"/>
                  </a:lnTo>
                  <a:lnTo>
                    <a:pt x="2462798" y="1707480"/>
                  </a:lnTo>
                  <a:lnTo>
                    <a:pt x="2457325" y="1707480"/>
                  </a:lnTo>
                  <a:lnTo>
                    <a:pt x="2451852" y="1707480"/>
                  </a:lnTo>
                  <a:lnTo>
                    <a:pt x="2446379" y="1707480"/>
                  </a:lnTo>
                  <a:lnTo>
                    <a:pt x="2440906" y="1707480"/>
                  </a:lnTo>
                  <a:lnTo>
                    <a:pt x="2435434" y="1707480"/>
                  </a:lnTo>
                  <a:lnTo>
                    <a:pt x="2435434" y="1722321"/>
                  </a:lnTo>
                  <a:lnTo>
                    <a:pt x="2429961" y="1722321"/>
                  </a:lnTo>
                  <a:lnTo>
                    <a:pt x="2424488" y="1722321"/>
                  </a:lnTo>
                  <a:lnTo>
                    <a:pt x="2419015" y="1722321"/>
                  </a:lnTo>
                  <a:lnTo>
                    <a:pt x="2413542" y="1722321"/>
                  </a:lnTo>
                  <a:lnTo>
                    <a:pt x="2413542" y="1737149"/>
                  </a:lnTo>
                  <a:lnTo>
                    <a:pt x="2408069" y="1737149"/>
                  </a:lnTo>
                  <a:lnTo>
                    <a:pt x="2402596" y="1737149"/>
                  </a:lnTo>
                  <a:lnTo>
                    <a:pt x="2397123" y="1737149"/>
                  </a:lnTo>
                  <a:lnTo>
                    <a:pt x="2397123" y="1751937"/>
                  </a:lnTo>
                  <a:lnTo>
                    <a:pt x="2391650" y="1751937"/>
                  </a:lnTo>
                  <a:lnTo>
                    <a:pt x="2386178" y="1751937"/>
                  </a:lnTo>
                  <a:lnTo>
                    <a:pt x="2380705" y="1751937"/>
                  </a:lnTo>
                  <a:lnTo>
                    <a:pt x="2375232" y="1751937"/>
                  </a:lnTo>
                  <a:lnTo>
                    <a:pt x="2369759" y="1751937"/>
                  </a:lnTo>
                  <a:lnTo>
                    <a:pt x="2364286" y="1751937"/>
                  </a:lnTo>
                  <a:lnTo>
                    <a:pt x="2358813" y="1751937"/>
                  </a:lnTo>
                  <a:lnTo>
                    <a:pt x="2358813" y="1766698"/>
                  </a:lnTo>
                  <a:lnTo>
                    <a:pt x="2353340" y="1766698"/>
                  </a:lnTo>
                  <a:lnTo>
                    <a:pt x="2353340" y="1781447"/>
                  </a:lnTo>
                  <a:lnTo>
                    <a:pt x="2347867" y="1781447"/>
                  </a:lnTo>
                  <a:lnTo>
                    <a:pt x="2347867" y="1796184"/>
                  </a:lnTo>
                  <a:lnTo>
                    <a:pt x="2342394" y="1796184"/>
                  </a:lnTo>
                  <a:lnTo>
                    <a:pt x="2336922" y="1796184"/>
                  </a:lnTo>
                  <a:lnTo>
                    <a:pt x="2331449" y="1796184"/>
                  </a:lnTo>
                  <a:lnTo>
                    <a:pt x="2325976" y="1796184"/>
                  </a:lnTo>
                  <a:lnTo>
                    <a:pt x="2320503" y="1796184"/>
                  </a:lnTo>
                  <a:lnTo>
                    <a:pt x="2315030" y="1796184"/>
                  </a:lnTo>
                  <a:lnTo>
                    <a:pt x="2309557" y="1796184"/>
                  </a:lnTo>
                  <a:lnTo>
                    <a:pt x="2304084" y="1796184"/>
                  </a:lnTo>
                  <a:lnTo>
                    <a:pt x="2298611" y="1796184"/>
                  </a:lnTo>
                  <a:lnTo>
                    <a:pt x="2293138" y="1796184"/>
                  </a:lnTo>
                  <a:lnTo>
                    <a:pt x="2287666" y="1796184"/>
                  </a:lnTo>
                  <a:lnTo>
                    <a:pt x="2282193" y="1796184"/>
                  </a:lnTo>
                  <a:lnTo>
                    <a:pt x="2276720" y="1796184"/>
                  </a:lnTo>
                  <a:lnTo>
                    <a:pt x="2271247" y="1796184"/>
                  </a:lnTo>
                  <a:lnTo>
                    <a:pt x="2265774" y="1796184"/>
                  </a:lnTo>
                  <a:lnTo>
                    <a:pt x="2260301" y="1796184"/>
                  </a:lnTo>
                  <a:lnTo>
                    <a:pt x="2254828" y="1796184"/>
                  </a:lnTo>
                  <a:lnTo>
                    <a:pt x="2249355" y="1796184"/>
                  </a:lnTo>
                  <a:lnTo>
                    <a:pt x="2249355" y="1825536"/>
                  </a:lnTo>
                  <a:lnTo>
                    <a:pt x="2243883" y="1825536"/>
                  </a:lnTo>
                  <a:lnTo>
                    <a:pt x="2243883" y="1840192"/>
                  </a:lnTo>
                  <a:lnTo>
                    <a:pt x="2238410" y="1840192"/>
                  </a:lnTo>
                  <a:lnTo>
                    <a:pt x="2232937" y="1840192"/>
                  </a:lnTo>
                  <a:lnTo>
                    <a:pt x="2227464" y="1840192"/>
                  </a:lnTo>
                  <a:lnTo>
                    <a:pt x="2221991" y="1840192"/>
                  </a:lnTo>
                  <a:lnTo>
                    <a:pt x="2216518" y="1840192"/>
                  </a:lnTo>
                  <a:lnTo>
                    <a:pt x="2211045" y="1840192"/>
                  </a:lnTo>
                  <a:lnTo>
                    <a:pt x="2205572" y="1840192"/>
                  </a:lnTo>
                  <a:lnTo>
                    <a:pt x="2200099" y="1840192"/>
                  </a:lnTo>
                  <a:lnTo>
                    <a:pt x="2194627" y="1840192"/>
                  </a:lnTo>
                  <a:lnTo>
                    <a:pt x="2189154" y="1840192"/>
                  </a:lnTo>
                  <a:lnTo>
                    <a:pt x="2183681" y="1840192"/>
                  </a:lnTo>
                  <a:lnTo>
                    <a:pt x="2178208" y="1840192"/>
                  </a:lnTo>
                  <a:lnTo>
                    <a:pt x="2178208" y="1854783"/>
                  </a:lnTo>
                  <a:lnTo>
                    <a:pt x="2172735" y="1854783"/>
                  </a:lnTo>
                  <a:lnTo>
                    <a:pt x="2167262" y="1854783"/>
                  </a:lnTo>
                  <a:lnTo>
                    <a:pt x="2167262" y="1869334"/>
                  </a:lnTo>
                  <a:lnTo>
                    <a:pt x="2161789" y="1869334"/>
                  </a:lnTo>
                  <a:lnTo>
                    <a:pt x="2156316" y="1869334"/>
                  </a:lnTo>
                  <a:lnTo>
                    <a:pt x="2150843" y="1869334"/>
                  </a:lnTo>
                  <a:lnTo>
                    <a:pt x="2145371" y="1869334"/>
                  </a:lnTo>
                  <a:lnTo>
                    <a:pt x="2145371" y="1883871"/>
                  </a:lnTo>
                  <a:lnTo>
                    <a:pt x="2139898" y="1883871"/>
                  </a:lnTo>
                  <a:lnTo>
                    <a:pt x="2134425" y="1883871"/>
                  </a:lnTo>
                  <a:lnTo>
                    <a:pt x="2128952" y="1883871"/>
                  </a:lnTo>
                  <a:lnTo>
                    <a:pt x="2128952" y="1898395"/>
                  </a:lnTo>
                  <a:lnTo>
                    <a:pt x="2123479" y="1898395"/>
                  </a:lnTo>
                  <a:lnTo>
                    <a:pt x="2118006" y="1898395"/>
                  </a:lnTo>
                  <a:lnTo>
                    <a:pt x="2118006" y="1912904"/>
                  </a:lnTo>
                  <a:lnTo>
                    <a:pt x="2112533" y="1912904"/>
                  </a:lnTo>
                  <a:lnTo>
                    <a:pt x="2107060" y="1912904"/>
                  </a:lnTo>
                  <a:lnTo>
                    <a:pt x="2101588" y="1912904"/>
                  </a:lnTo>
                  <a:lnTo>
                    <a:pt x="2096115" y="1912904"/>
                  </a:lnTo>
                  <a:lnTo>
                    <a:pt x="2096115" y="1927398"/>
                  </a:lnTo>
                  <a:lnTo>
                    <a:pt x="2090642" y="1927398"/>
                  </a:lnTo>
                  <a:lnTo>
                    <a:pt x="2090642" y="1941878"/>
                  </a:lnTo>
                  <a:lnTo>
                    <a:pt x="2085169" y="1941878"/>
                  </a:lnTo>
                  <a:lnTo>
                    <a:pt x="2079696" y="1941878"/>
                  </a:lnTo>
                  <a:lnTo>
                    <a:pt x="2079696" y="1956342"/>
                  </a:lnTo>
                  <a:lnTo>
                    <a:pt x="2074223" y="1956342"/>
                  </a:lnTo>
                  <a:lnTo>
                    <a:pt x="2068750" y="1956342"/>
                  </a:lnTo>
                  <a:lnTo>
                    <a:pt x="2063277" y="1956342"/>
                  </a:lnTo>
                  <a:lnTo>
                    <a:pt x="2057804" y="1956342"/>
                  </a:lnTo>
                  <a:lnTo>
                    <a:pt x="2052332" y="1956342"/>
                  </a:lnTo>
                  <a:lnTo>
                    <a:pt x="2046859" y="1956342"/>
                  </a:lnTo>
                  <a:lnTo>
                    <a:pt x="2041386" y="1956342"/>
                  </a:lnTo>
                  <a:lnTo>
                    <a:pt x="2035913" y="1956342"/>
                  </a:lnTo>
                  <a:lnTo>
                    <a:pt x="2030440" y="1956342"/>
                  </a:lnTo>
                  <a:lnTo>
                    <a:pt x="2024967" y="1956342"/>
                  </a:lnTo>
                  <a:lnTo>
                    <a:pt x="2019494" y="1956342"/>
                  </a:lnTo>
                  <a:lnTo>
                    <a:pt x="2014021" y="1956342"/>
                  </a:lnTo>
                  <a:lnTo>
                    <a:pt x="2008548" y="1956342"/>
                  </a:lnTo>
                  <a:lnTo>
                    <a:pt x="2003076" y="1956342"/>
                  </a:lnTo>
                  <a:lnTo>
                    <a:pt x="1997603" y="1956342"/>
                  </a:lnTo>
                  <a:lnTo>
                    <a:pt x="1992130" y="1956342"/>
                  </a:lnTo>
                  <a:lnTo>
                    <a:pt x="1986657" y="1956342"/>
                  </a:lnTo>
                  <a:lnTo>
                    <a:pt x="1981184" y="1956342"/>
                  </a:lnTo>
                  <a:lnTo>
                    <a:pt x="1975711" y="1956342"/>
                  </a:lnTo>
                  <a:lnTo>
                    <a:pt x="1970238" y="1956342"/>
                  </a:lnTo>
                  <a:lnTo>
                    <a:pt x="1970238" y="1970671"/>
                  </a:lnTo>
                  <a:lnTo>
                    <a:pt x="1964765" y="1970671"/>
                  </a:lnTo>
                  <a:lnTo>
                    <a:pt x="1959292" y="1970671"/>
                  </a:lnTo>
                  <a:lnTo>
                    <a:pt x="1953820" y="1970671"/>
                  </a:lnTo>
                  <a:lnTo>
                    <a:pt x="1948347" y="1970671"/>
                  </a:lnTo>
                  <a:lnTo>
                    <a:pt x="1942874" y="1970671"/>
                  </a:lnTo>
                  <a:lnTo>
                    <a:pt x="1937401" y="1970671"/>
                  </a:lnTo>
                  <a:lnTo>
                    <a:pt x="1937401" y="2013496"/>
                  </a:lnTo>
                  <a:lnTo>
                    <a:pt x="1931928" y="2013496"/>
                  </a:lnTo>
                  <a:lnTo>
                    <a:pt x="1926455" y="2013496"/>
                  </a:lnTo>
                  <a:lnTo>
                    <a:pt x="1920982" y="2013496"/>
                  </a:lnTo>
                  <a:lnTo>
                    <a:pt x="1915509" y="2013496"/>
                  </a:lnTo>
                  <a:lnTo>
                    <a:pt x="1910037" y="2013496"/>
                  </a:lnTo>
                  <a:lnTo>
                    <a:pt x="1904564" y="2013496"/>
                  </a:lnTo>
                  <a:lnTo>
                    <a:pt x="1899091" y="2013496"/>
                  </a:lnTo>
                  <a:lnTo>
                    <a:pt x="1899091" y="2027704"/>
                  </a:lnTo>
                  <a:lnTo>
                    <a:pt x="1893618" y="2027704"/>
                  </a:lnTo>
                  <a:lnTo>
                    <a:pt x="1888145" y="2027704"/>
                  </a:lnTo>
                  <a:lnTo>
                    <a:pt x="1882672" y="2027704"/>
                  </a:lnTo>
                  <a:lnTo>
                    <a:pt x="1882672" y="2041874"/>
                  </a:lnTo>
                  <a:lnTo>
                    <a:pt x="1877199" y="2041874"/>
                  </a:lnTo>
                  <a:lnTo>
                    <a:pt x="1871726" y="2041874"/>
                  </a:lnTo>
                  <a:lnTo>
                    <a:pt x="1866253" y="2041874"/>
                  </a:lnTo>
                  <a:lnTo>
                    <a:pt x="1860781" y="2041874"/>
                  </a:lnTo>
                  <a:lnTo>
                    <a:pt x="1855308" y="2041874"/>
                  </a:lnTo>
                  <a:lnTo>
                    <a:pt x="1849835" y="2041874"/>
                  </a:lnTo>
                  <a:lnTo>
                    <a:pt x="1844362" y="2041874"/>
                  </a:lnTo>
                  <a:lnTo>
                    <a:pt x="1838889" y="2041874"/>
                  </a:lnTo>
                  <a:lnTo>
                    <a:pt x="1833416" y="2041874"/>
                  </a:lnTo>
                  <a:lnTo>
                    <a:pt x="1827943" y="2041874"/>
                  </a:lnTo>
                  <a:lnTo>
                    <a:pt x="1822470" y="2041874"/>
                  </a:lnTo>
                  <a:lnTo>
                    <a:pt x="1816997" y="2041874"/>
                  </a:lnTo>
                  <a:lnTo>
                    <a:pt x="1816997" y="2055972"/>
                  </a:lnTo>
                  <a:lnTo>
                    <a:pt x="1811525" y="2055972"/>
                  </a:lnTo>
                  <a:lnTo>
                    <a:pt x="1806052" y="2055972"/>
                  </a:lnTo>
                  <a:lnTo>
                    <a:pt x="1800579" y="2055972"/>
                  </a:lnTo>
                  <a:lnTo>
                    <a:pt x="1795106" y="2055972"/>
                  </a:lnTo>
                  <a:lnTo>
                    <a:pt x="1789633" y="2055972"/>
                  </a:lnTo>
                  <a:lnTo>
                    <a:pt x="1784160" y="2055972"/>
                  </a:lnTo>
                  <a:lnTo>
                    <a:pt x="1784160" y="2070032"/>
                  </a:lnTo>
                  <a:lnTo>
                    <a:pt x="1778687" y="2070032"/>
                  </a:lnTo>
                  <a:lnTo>
                    <a:pt x="1773214" y="2070032"/>
                  </a:lnTo>
                  <a:lnTo>
                    <a:pt x="1773214" y="2084074"/>
                  </a:lnTo>
                  <a:lnTo>
                    <a:pt x="1767741" y="2084074"/>
                  </a:lnTo>
                  <a:lnTo>
                    <a:pt x="1762269" y="2084074"/>
                  </a:lnTo>
                  <a:lnTo>
                    <a:pt x="1762269" y="2098098"/>
                  </a:lnTo>
                  <a:lnTo>
                    <a:pt x="1756796" y="2098098"/>
                  </a:lnTo>
                  <a:lnTo>
                    <a:pt x="1756796" y="2112105"/>
                  </a:lnTo>
                  <a:lnTo>
                    <a:pt x="1751323" y="2112105"/>
                  </a:lnTo>
                  <a:lnTo>
                    <a:pt x="1745850" y="2112105"/>
                  </a:lnTo>
                  <a:lnTo>
                    <a:pt x="1740377" y="2112105"/>
                  </a:lnTo>
                  <a:lnTo>
                    <a:pt x="1734904" y="2112105"/>
                  </a:lnTo>
                  <a:lnTo>
                    <a:pt x="1729431" y="2112105"/>
                  </a:lnTo>
                  <a:lnTo>
                    <a:pt x="1723958" y="2112105"/>
                  </a:lnTo>
                  <a:lnTo>
                    <a:pt x="1718486" y="2112105"/>
                  </a:lnTo>
                  <a:lnTo>
                    <a:pt x="1713013" y="2112105"/>
                  </a:lnTo>
                  <a:lnTo>
                    <a:pt x="1707540" y="2112105"/>
                  </a:lnTo>
                  <a:lnTo>
                    <a:pt x="1702067" y="2112105"/>
                  </a:lnTo>
                  <a:lnTo>
                    <a:pt x="1696594" y="2112105"/>
                  </a:lnTo>
                  <a:lnTo>
                    <a:pt x="1691121" y="2112105"/>
                  </a:lnTo>
                  <a:lnTo>
                    <a:pt x="1685648" y="2112105"/>
                  </a:lnTo>
                  <a:lnTo>
                    <a:pt x="1680175" y="2112105"/>
                  </a:lnTo>
                  <a:lnTo>
                    <a:pt x="1674702" y="2112105"/>
                  </a:lnTo>
                  <a:lnTo>
                    <a:pt x="1674702" y="2126061"/>
                  </a:lnTo>
                  <a:lnTo>
                    <a:pt x="1669230" y="2126061"/>
                  </a:lnTo>
                  <a:lnTo>
                    <a:pt x="1663757" y="2126061"/>
                  </a:lnTo>
                  <a:lnTo>
                    <a:pt x="1658284" y="2126061"/>
                  </a:lnTo>
                  <a:lnTo>
                    <a:pt x="1652811" y="2126061"/>
                  </a:lnTo>
                  <a:lnTo>
                    <a:pt x="1647338" y="2126061"/>
                  </a:lnTo>
                  <a:lnTo>
                    <a:pt x="1641865" y="2126061"/>
                  </a:lnTo>
                  <a:lnTo>
                    <a:pt x="1636392" y="2126061"/>
                  </a:lnTo>
                  <a:lnTo>
                    <a:pt x="1630919" y="2126061"/>
                  </a:lnTo>
                  <a:lnTo>
                    <a:pt x="1630919" y="2139979"/>
                  </a:lnTo>
                  <a:lnTo>
                    <a:pt x="1625446" y="2139979"/>
                  </a:lnTo>
                  <a:lnTo>
                    <a:pt x="1619974" y="2139979"/>
                  </a:lnTo>
                  <a:lnTo>
                    <a:pt x="1619974" y="2153877"/>
                  </a:lnTo>
                  <a:lnTo>
                    <a:pt x="1614501" y="2153877"/>
                  </a:lnTo>
                  <a:lnTo>
                    <a:pt x="1609028" y="2153877"/>
                  </a:lnTo>
                  <a:lnTo>
                    <a:pt x="1603555" y="2153877"/>
                  </a:lnTo>
                  <a:lnTo>
                    <a:pt x="1598082" y="2153877"/>
                  </a:lnTo>
                  <a:lnTo>
                    <a:pt x="1592609" y="2153877"/>
                  </a:lnTo>
                  <a:lnTo>
                    <a:pt x="1592609" y="2167726"/>
                  </a:lnTo>
                  <a:lnTo>
                    <a:pt x="1587136" y="2167726"/>
                  </a:lnTo>
                  <a:lnTo>
                    <a:pt x="1581663" y="2167726"/>
                  </a:lnTo>
                  <a:lnTo>
                    <a:pt x="1581663" y="2181546"/>
                  </a:lnTo>
                  <a:lnTo>
                    <a:pt x="1576191" y="2181546"/>
                  </a:lnTo>
                  <a:lnTo>
                    <a:pt x="1570718" y="2181546"/>
                  </a:lnTo>
                  <a:lnTo>
                    <a:pt x="1565245" y="2181546"/>
                  </a:lnTo>
                  <a:lnTo>
                    <a:pt x="1559772" y="2181546"/>
                  </a:lnTo>
                  <a:lnTo>
                    <a:pt x="1554299" y="2181546"/>
                  </a:lnTo>
                  <a:lnTo>
                    <a:pt x="1554299" y="2209122"/>
                  </a:lnTo>
                  <a:lnTo>
                    <a:pt x="1548826" y="2209122"/>
                  </a:lnTo>
                  <a:lnTo>
                    <a:pt x="1543353" y="2209122"/>
                  </a:lnTo>
                  <a:lnTo>
                    <a:pt x="1537880" y="2209122"/>
                  </a:lnTo>
                  <a:lnTo>
                    <a:pt x="1537880" y="2222878"/>
                  </a:lnTo>
                  <a:lnTo>
                    <a:pt x="1532407" y="2222878"/>
                  </a:lnTo>
                  <a:lnTo>
                    <a:pt x="1526935" y="2222878"/>
                  </a:lnTo>
                  <a:lnTo>
                    <a:pt x="1521462" y="2222878"/>
                  </a:lnTo>
                  <a:lnTo>
                    <a:pt x="1515989" y="2222878"/>
                  </a:lnTo>
                  <a:lnTo>
                    <a:pt x="1515989" y="2236612"/>
                  </a:lnTo>
                  <a:lnTo>
                    <a:pt x="1510516" y="2236612"/>
                  </a:lnTo>
                  <a:lnTo>
                    <a:pt x="1505043" y="2236612"/>
                  </a:lnTo>
                  <a:lnTo>
                    <a:pt x="1499570" y="2236612"/>
                  </a:lnTo>
                  <a:lnTo>
                    <a:pt x="1494097" y="2236612"/>
                  </a:lnTo>
                  <a:lnTo>
                    <a:pt x="1488624" y="2236612"/>
                  </a:lnTo>
                  <a:lnTo>
                    <a:pt x="1488624" y="2250313"/>
                  </a:lnTo>
                  <a:lnTo>
                    <a:pt x="1483151" y="2250313"/>
                  </a:lnTo>
                  <a:lnTo>
                    <a:pt x="1477679" y="2250313"/>
                  </a:lnTo>
                  <a:lnTo>
                    <a:pt x="1472206" y="2250313"/>
                  </a:lnTo>
                  <a:lnTo>
                    <a:pt x="1466733" y="2250313"/>
                  </a:lnTo>
                  <a:lnTo>
                    <a:pt x="1461260" y="2250313"/>
                  </a:lnTo>
                  <a:lnTo>
                    <a:pt x="1455787" y="2250313"/>
                  </a:lnTo>
                  <a:lnTo>
                    <a:pt x="1450314" y="2250313"/>
                  </a:lnTo>
                  <a:lnTo>
                    <a:pt x="1444841" y="2250313"/>
                  </a:lnTo>
                  <a:lnTo>
                    <a:pt x="1439368" y="2250313"/>
                  </a:lnTo>
                  <a:lnTo>
                    <a:pt x="1439368" y="2263937"/>
                  </a:lnTo>
                  <a:lnTo>
                    <a:pt x="1433895" y="2263937"/>
                  </a:lnTo>
                  <a:lnTo>
                    <a:pt x="1433895" y="2277528"/>
                  </a:lnTo>
                  <a:lnTo>
                    <a:pt x="1428423" y="2277528"/>
                  </a:lnTo>
                  <a:lnTo>
                    <a:pt x="1428423" y="2291094"/>
                  </a:lnTo>
                  <a:lnTo>
                    <a:pt x="1422950" y="2291094"/>
                  </a:lnTo>
                  <a:lnTo>
                    <a:pt x="1417477" y="2291094"/>
                  </a:lnTo>
                  <a:lnTo>
                    <a:pt x="1412004" y="2291094"/>
                  </a:lnTo>
                  <a:lnTo>
                    <a:pt x="1406531" y="2291094"/>
                  </a:lnTo>
                  <a:lnTo>
                    <a:pt x="1406531" y="2304618"/>
                  </a:lnTo>
                  <a:lnTo>
                    <a:pt x="1401058" y="2304618"/>
                  </a:lnTo>
                  <a:lnTo>
                    <a:pt x="1401058" y="2318115"/>
                  </a:lnTo>
                  <a:lnTo>
                    <a:pt x="1395585" y="2318115"/>
                  </a:lnTo>
                  <a:lnTo>
                    <a:pt x="1390112" y="2318115"/>
                  </a:lnTo>
                  <a:lnTo>
                    <a:pt x="1384640" y="2318115"/>
                  </a:lnTo>
                  <a:lnTo>
                    <a:pt x="1379167" y="2318115"/>
                  </a:lnTo>
                  <a:lnTo>
                    <a:pt x="1373694" y="2318115"/>
                  </a:lnTo>
                  <a:lnTo>
                    <a:pt x="1368221" y="2318115"/>
                  </a:lnTo>
                  <a:lnTo>
                    <a:pt x="1368221" y="2345011"/>
                  </a:lnTo>
                  <a:lnTo>
                    <a:pt x="1362748" y="2345011"/>
                  </a:lnTo>
                  <a:lnTo>
                    <a:pt x="1357275" y="2345011"/>
                  </a:lnTo>
                  <a:lnTo>
                    <a:pt x="1351802" y="2345011"/>
                  </a:lnTo>
                  <a:lnTo>
                    <a:pt x="1346329" y="2345011"/>
                  </a:lnTo>
                  <a:lnTo>
                    <a:pt x="1340856" y="2345011"/>
                  </a:lnTo>
                  <a:lnTo>
                    <a:pt x="1335384" y="2345011"/>
                  </a:lnTo>
                  <a:lnTo>
                    <a:pt x="1329911" y="2345011"/>
                  </a:lnTo>
                  <a:lnTo>
                    <a:pt x="1324438" y="2345011"/>
                  </a:lnTo>
                  <a:lnTo>
                    <a:pt x="1318965" y="2345011"/>
                  </a:lnTo>
                  <a:lnTo>
                    <a:pt x="1313492" y="2345011"/>
                  </a:lnTo>
                  <a:lnTo>
                    <a:pt x="1308019" y="2345011"/>
                  </a:lnTo>
                  <a:lnTo>
                    <a:pt x="1302546" y="2345011"/>
                  </a:lnTo>
                  <a:lnTo>
                    <a:pt x="1297073" y="2345011"/>
                  </a:lnTo>
                  <a:lnTo>
                    <a:pt x="1291600" y="2345011"/>
                  </a:lnTo>
                  <a:lnTo>
                    <a:pt x="1291600" y="2358408"/>
                  </a:lnTo>
                  <a:lnTo>
                    <a:pt x="1286128" y="2358408"/>
                  </a:lnTo>
                  <a:lnTo>
                    <a:pt x="1280655" y="2358408"/>
                  </a:lnTo>
                  <a:lnTo>
                    <a:pt x="1280655" y="2385078"/>
                  </a:lnTo>
                  <a:lnTo>
                    <a:pt x="1275182" y="2385078"/>
                  </a:lnTo>
                  <a:lnTo>
                    <a:pt x="1269709" y="2385078"/>
                  </a:lnTo>
                  <a:lnTo>
                    <a:pt x="1269709" y="2398359"/>
                  </a:lnTo>
                  <a:lnTo>
                    <a:pt x="1264236" y="2398359"/>
                  </a:lnTo>
                  <a:lnTo>
                    <a:pt x="1258763" y="2398359"/>
                  </a:lnTo>
                  <a:lnTo>
                    <a:pt x="1253290" y="2398359"/>
                  </a:lnTo>
                  <a:lnTo>
                    <a:pt x="1247817" y="2398359"/>
                  </a:lnTo>
                  <a:lnTo>
                    <a:pt x="1242344" y="2398359"/>
                  </a:lnTo>
                  <a:lnTo>
                    <a:pt x="1242344" y="2411582"/>
                  </a:lnTo>
                  <a:lnTo>
                    <a:pt x="1236872" y="2411582"/>
                  </a:lnTo>
                  <a:lnTo>
                    <a:pt x="1231399" y="2411582"/>
                  </a:lnTo>
                  <a:lnTo>
                    <a:pt x="1225926" y="2411582"/>
                  </a:lnTo>
                  <a:lnTo>
                    <a:pt x="1225926" y="2424772"/>
                  </a:lnTo>
                  <a:lnTo>
                    <a:pt x="1220453" y="2424772"/>
                  </a:lnTo>
                  <a:lnTo>
                    <a:pt x="1214980" y="2424772"/>
                  </a:lnTo>
                  <a:lnTo>
                    <a:pt x="1209507" y="2424772"/>
                  </a:lnTo>
                  <a:lnTo>
                    <a:pt x="1209507" y="2437911"/>
                  </a:lnTo>
                  <a:lnTo>
                    <a:pt x="1204034" y="2437911"/>
                  </a:lnTo>
                  <a:lnTo>
                    <a:pt x="1198561" y="2437911"/>
                  </a:lnTo>
                  <a:lnTo>
                    <a:pt x="1193089" y="2437911"/>
                  </a:lnTo>
                  <a:lnTo>
                    <a:pt x="1187616" y="2437911"/>
                  </a:lnTo>
                  <a:lnTo>
                    <a:pt x="1182143" y="2437911"/>
                  </a:lnTo>
                  <a:lnTo>
                    <a:pt x="1182143" y="2451013"/>
                  </a:lnTo>
                  <a:lnTo>
                    <a:pt x="1176670" y="2451013"/>
                  </a:lnTo>
                  <a:lnTo>
                    <a:pt x="1171197" y="2451013"/>
                  </a:lnTo>
                  <a:lnTo>
                    <a:pt x="1165724" y="2451013"/>
                  </a:lnTo>
                  <a:lnTo>
                    <a:pt x="1160251" y="2451013"/>
                  </a:lnTo>
                  <a:lnTo>
                    <a:pt x="1154778" y="2451013"/>
                  </a:lnTo>
                  <a:lnTo>
                    <a:pt x="1149305" y="2451013"/>
                  </a:lnTo>
                  <a:lnTo>
                    <a:pt x="1143833" y="2451013"/>
                  </a:lnTo>
                  <a:lnTo>
                    <a:pt x="1138360" y="2451013"/>
                  </a:lnTo>
                  <a:lnTo>
                    <a:pt x="1138360" y="2477072"/>
                  </a:lnTo>
                  <a:lnTo>
                    <a:pt x="1132887" y="2477072"/>
                  </a:lnTo>
                  <a:lnTo>
                    <a:pt x="1132887" y="2502966"/>
                  </a:lnTo>
                  <a:lnTo>
                    <a:pt x="1127414" y="2502966"/>
                  </a:lnTo>
                  <a:lnTo>
                    <a:pt x="1121941" y="2502966"/>
                  </a:lnTo>
                  <a:lnTo>
                    <a:pt x="1116468" y="2502966"/>
                  </a:lnTo>
                  <a:lnTo>
                    <a:pt x="1110995" y="2502966"/>
                  </a:lnTo>
                  <a:lnTo>
                    <a:pt x="1105522" y="2502966"/>
                  </a:lnTo>
                  <a:lnTo>
                    <a:pt x="1100049" y="2502966"/>
                  </a:lnTo>
                  <a:lnTo>
                    <a:pt x="1094577" y="2502966"/>
                  </a:lnTo>
                  <a:lnTo>
                    <a:pt x="1094577" y="2515817"/>
                  </a:lnTo>
                  <a:lnTo>
                    <a:pt x="1089104" y="2515817"/>
                  </a:lnTo>
                  <a:lnTo>
                    <a:pt x="1083631" y="2515817"/>
                  </a:lnTo>
                  <a:lnTo>
                    <a:pt x="1078158" y="2515817"/>
                  </a:lnTo>
                  <a:lnTo>
                    <a:pt x="1072685" y="2515817"/>
                  </a:lnTo>
                  <a:lnTo>
                    <a:pt x="1067212" y="2515817"/>
                  </a:lnTo>
                  <a:lnTo>
                    <a:pt x="1061739" y="2515817"/>
                  </a:lnTo>
                  <a:lnTo>
                    <a:pt x="1056266" y="2515817"/>
                  </a:lnTo>
                  <a:lnTo>
                    <a:pt x="1056266" y="2528573"/>
                  </a:lnTo>
                  <a:lnTo>
                    <a:pt x="1050794" y="2528573"/>
                  </a:lnTo>
                  <a:lnTo>
                    <a:pt x="1045321" y="2528573"/>
                  </a:lnTo>
                  <a:lnTo>
                    <a:pt x="1039848" y="2528573"/>
                  </a:lnTo>
                  <a:lnTo>
                    <a:pt x="1039848" y="2553936"/>
                  </a:lnTo>
                  <a:lnTo>
                    <a:pt x="1034375" y="2553936"/>
                  </a:lnTo>
                  <a:lnTo>
                    <a:pt x="1028902" y="2553936"/>
                  </a:lnTo>
                  <a:lnTo>
                    <a:pt x="1023429" y="2553936"/>
                  </a:lnTo>
                  <a:lnTo>
                    <a:pt x="1017956" y="2553936"/>
                  </a:lnTo>
                  <a:lnTo>
                    <a:pt x="1012483" y="2553936"/>
                  </a:lnTo>
                  <a:lnTo>
                    <a:pt x="1007010" y="2553936"/>
                  </a:lnTo>
                  <a:lnTo>
                    <a:pt x="1001538" y="2553936"/>
                  </a:lnTo>
                  <a:lnTo>
                    <a:pt x="1001538" y="2566505"/>
                  </a:lnTo>
                  <a:lnTo>
                    <a:pt x="996065" y="2566505"/>
                  </a:lnTo>
                  <a:lnTo>
                    <a:pt x="990592" y="2566505"/>
                  </a:lnTo>
                  <a:lnTo>
                    <a:pt x="985119" y="2566505"/>
                  </a:lnTo>
                  <a:lnTo>
                    <a:pt x="979646" y="2566505"/>
                  </a:lnTo>
                  <a:lnTo>
                    <a:pt x="974173" y="2566505"/>
                  </a:lnTo>
                  <a:lnTo>
                    <a:pt x="968700" y="2566505"/>
                  </a:lnTo>
                  <a:lnTo>
                    <a:pt x="963227" y="2566505"/>
                  </a:lnTo>
                  <a:lnTo>
                    <a:pt x="963227" y="2578985"/>
                  </a:lnTo>
                  <a:lnTo>
                    <a:pt x="957754" y="2578985"/>
                  </a:lnTo>
                  <a:lnTo>
                    <a:pt x="952282" y="2578985"/>
                  </a:lnTo>
                  <a:lnTo>
                    <a:pt x="946809" y="2578985"/>
                  </a:lnTo>
                  <a:lnTo>
                    <a:pt x="941336" y="2578985"/>
                  </a:lnTo>
                  <a:lnTo>
                    <a:pt x="935863" y="2578985"/>
                  </a:lnTo>
                  <a:lnTo>
                    <a:pt x="935863" y="2591388"/>
                  </a:lnTo>
                  <a:lnTo>
                    <a:pt x="930390" y="2591388"/>
                  </a:lnTo>
                  <a:lnTo>
                    <a:pt x="924917" y="2591388"/>
                  </a:lnTo>
                  <a:lnTo>
                    <a:pt x="919444" y="2591388"/>
                  </a:lnTo>
                  <a:lnTo>
                    <a:pt x="913971" y="2591388"/>
                  </a:lnTo>
                  <a:lnTo>
                    <a:pt x="908498" y="2591388"/>
                  </a:lnTo>
                  <a:lnTo>
                    <a:pt x="903026" y="2591388"/>
                  </a:lnTo>
                  <a:lnTo>
                    <a:pt x="897553" y="2591388"/>
                  </a:lnTo>
                  <a:lnTo>
                    <a:pt x="892080" y="2591388"/>
                  </a:lnTo>
                  <a:lnTo>
                    <a:pt x="886607" y="2591388"/>
                  </a:lnTo>
                  <a:lnTo>
                    <a:pt x="881134" y="2591388"/>
                  </a:lnTo>
                  <a:lnTo>
                    <a:pt x="875661" y="2591388"/>
                  </a:lnTo>
                  <a:lnTo>
                    <a:pt x="870188" y="2591388"/>
                  </a:lnTo>
                  <a:lnTo>
                    <a:pt x="864715" y="2591388"/>
                  </a:lnTo>
                  <a:lnTo>
                    <a:pt x="859243" y="2591388"/>
                  </a:lnTo>
                  <a:lnTo>
                    <a:pt x="853770" y="2591388"/>
                  </a:lnTo>
                  <a:lnTo>
                    <a:pt x="848297" y="2591388"/>
                  </a:lnTo>
                  <a:lnTo>
                    <a:pt x="842824" y="2591388"/>
                  </a:lnTo>
                  <a:lnTo>
                    <a:pt x="837351" y="2591388"/>
                  </a:lnTo>
                  <a:lnTo>
                    <a:pt x="831878" y="2591388"/>
                  </a:lnTo>
                  <a:lnTo>
                    <a:pt x="826405" y="2591388"/>
                  </a:lnTo>
                  <a:lnTo>
                    <a:pt x="826405" y="2603650"/>
                  </a:lnTo>
                  <a:lnTo>
                    <a:pt x="820932" y="2603650"/>
                  </a:lnTo>
                  <a:lnTo>
                    <a:pt x="815459" y="2603650"/>
                  </a:lnTo>
                  <a:lnTo>
                    <a:pt x="809987" y="2603650"/>
                  </a:lnTo>
                  <a:lnTo>
                    <a:pt x="804514" y="2603650"/>
                  </a:lnTo>
                  <a:lnTo>
                    <a:pt x="799041" y="2603650"/>
                  </a:lnTo>
                  <a:lnTo>
                    <a:pt x="793568" y="2603650"/>
                  </a:lnTo>
                  <a:lnTo>
                    <a:pt x="788095" y="2603650"/>
                  </a:lnTo>
                  <a:lnTo>
                    <a:pt x="788095" y="2615796"/>
                  </a:lnTo>
                  <a:lnTo>
                    <a:pt x="782622" y="2615796"/>
                  </a:lnTo>
                  <a:lnTo>
                    <a:pt x="777149" y="2615796"/>
                  </a:lnTo>
                  <a:lnTo>
                    <a:pt x="777149" y="2627874"/>
                  </a:lnTo>
                  <a:lnTo>
                    <a:pt x="771676" y="2627874"/>
                  </a:lnTo>
                  <a:lnTo>
                    <a:pt x="766203" y="2627874"/>
                  </a:lnTo>
                  <a:lnTo>
                    <a:pt x="760731" y="2627874"/>
                  </a:lnTo>
                  <a:lnTo>
                    <a:pt x="755258" y="2627874"/>
                  </a:lnTo>
                  <a:lnTo>
                    <a:pt x="749785" y="2627874"/>
                  </a:lnTo>
                  <a:lnTo>
                    <a:pt x="744312" y="2627874"/>
                  </a:lnTo>
                  <a:lnTo>
                    <a:pt x="738839" y="2627874"/>
                  </a:lnTo>
                  <a:lnTo>
                    <a:pt x="733366" y="2627874"/>
                  </a:lnTo>
                  <a:lnTo>
                    <a:pt x="727893" y="2627874"/>
                  </a:lnTo>
                  <a:lnTo>
                    <a:pt x="722420" y="2627874"/>
                  </a:lnTo>
                  <a:lnTo>
                    <a:pt x="716947" y="2627874"/>
                  </a:lnTo>
                  <a:lnTo>
                    <a:pt x="711475" y="2627874"/>
                  </a:lnTo>
                  <a:lnTo>
                    <a:pt x="711475" y="2651714"/>
                  </a:lnTo>
                  <a:lnTo>
                    <a:pt x="706002" y="2651714"/>
                  </a:lnTo>
                  <a:lnTo>
                    <a:pt x="706002" y="2663516"/>
                  </a:lnTo>
                  <a:lnTo>
                    <a:pt x="700529" y="2663516"/>
                  </a:lnTo>
                  <a:lnTo>
                    <a:pt x="695056" y="2663516"/>
                  </a:lnTo>
                  <a:lnTo>
                    <a:pt x="689583" y="2663516"/>
                  </a:lnTo>
                  <a:lnTo>
                    <a:pt x="689583" y="2675220"/>
                  </a:lnTo>
                  <a:lnTo>
                    <a:pt x="684110" y="2675220"/>
                  </a:lnTo>
                  <a:lnTo>
                    <a:pt x="678637" y="2675220"/>
                  </a:lnTo>
                  <a:lnTo>
                    <a:pt x="673164" y="2675220"/>
                  </a:lnTo>
                  <a:lnTo>
                    <a:pt x="667692" y="2675220"/>
                  </a:lnTo>
                  <a:lnTo>
                    <a:pt x="662219" y="2675220"/>
                  </a:lnTo>
                  <a:lnTo>
                    <a:pt x="656746" y="2675220"/>
                  </a:lnTo>
                  <a:lnTo>
                    <a:pt x="651273" y="2675220"/>
                  </a:lnTo>
                  <a:lnTo>
                    <a:pt x="645800" y="2675220"/>
                  </a:lnTo>
                  <a:lnTo>
                    <a:pt x="640327" y="2675220"/>
                  </a:lnTo>
                  <a:lnTo>
                    <a:pt x="634854" y="2675220"/>
                  </a:lnTo>
                  <a:lnTo>
                    <a:pt x="629381" y="2675220"/>
                  </a:lnTo>
                  <a:lnTo>
                    <a:pt x="629381" y="2686790"/>
                  </a:lnTo>
                  <a:lnTo>
                    <a:pt x="623908" y="2686790"/>
                  </a:lnTo>
                  <a:lnTo>
                    <a:pt x="618436" y="2686790"/>
                  </a:lnTo>
                  <a:lnTo>
                    <a:pt x="612963" y="2686790"/>
                  </a:lnTo>
                  <a:lnTo>
                    <a:pt x="607490" y="2686790"/>
                  </a:lnTo>
                  <a:lnTo>
                    <a:pt x="602017" y="2686790"/>
                  </a:lnTo>
                  <a:lnTo>
                    <a:pt x="596544" y="2686790"/>
                  </a:lnTo>
                  <a:lnTo>
                    <a:pt x="596544" y="2698237"/>
                  </a:lnTo>
                  <a:lnTo>
                    <a:pt x="591071" y="2698237"/>
                  </a:lnTo>
                  <a:lnTo>
                    <a:pt x="585598" y="2698237"/>
                  </a:lnTo>
                  <a:lnTo>
                    <a:pt x="580125" y="2698237"/>
                  </a:lnTo>
                  <a:lnTo>
                    <a:pt x="574652" y="2698237"/>
                  </a:lnTo>
                  <a:lnTo>
                    <a:pt x="574652" y="2709575"/>
                  </a:lnTo>
                  <a:lnTo>
                    <a:pt x="569180" y="2709575"/>
                  </a:lnTo>
                  <a:lnTo>
                    <a:pt x="563707" y="2709575"/>
                  </a:lnTo>
                  <a:lnTo>
                    <a:pt x="563707" y="2720791"/>
                  </a:lnTo>
                  <a:lnTo>
                    <a:pt x="558234" y="2720791"/>
                  </a:lnTo>
                  <a:lnTo>
                    <a:pt x="552761" y="2720791"/>
                  </a:lnTo>
                  <a:lnTo>
                    <a:pt x="547288" y="2720791"/>
                  </a:lnTo>
                  <a:lnTo>
                    <a:pt x="541815" y="2720791"/>
                  </a:lnTo>
                  <a:lnTo>
                    <a:pt x="536342" y="2720791"/>
                  </a:lnTo>
                  <a:lnTo>
                    <a:pt x="530869" y="2720791"/>
                  </a:lnTo>
                  <a:lnTo>
                    <a:pt x="525397" y="2720791"/>
                  </a:lnTo>
                  <a:lnTo>
                    <a:pt x="519924" y="2720791"/>
                  </a:lnTo>
                  <a:lnTo>
                    <a:pt x="514451" y="2720791"/>
                  </a:lnTo>
                  <a:lnTo>
                    <a:pt x="508978" y="2720791"/>
                  </a:lnTo>
                  <a:lnTo>
                    <a:pt x="503505" y="2720791"/>
                  </a:lnTo>
                  <a:lnTo>
                    <a:pt x="498032" y="2720791"/>
                  </a:lnTo>
                  <a:lnTo>
                    <a:pt x="492559" y="2720791"/>
                  </a:lnTo>
                  <a:lnTo>
                    <a:pt x="487086" y="2720791"/>
                  </a:lnTo>
                  <a:lnTo>
                    <a:pt x="481613" y="2720791"/>
                  </a:lnTo>
                  <a:lnTo>
                    <a:pt x="481613" y="2731807"/>
                  </a:lnTo>
                  <a:lnTo>
                    <a:pt x="476141" y="2731807"/>
                  </a:lnTo>
                  <a:lnTo>
                    <a:pt x="470668" y="2731807"/>
                  </a:lnTo>
                  <a:lnTo>
                    <a:pt x="465195" y="2731807"/>
                  </a:lnTo>
                  <a:lnTo>
                    <a:pt x="459722" y="2731807"/>
                  </a:lnTo>
                  <a:lnTo>
                    <a:pt x="454249" y="2731807"/>
                  </a:lnTo>
                  <a:lnTo>
                    <a:pt x="448776" y="2731807"/>
                  </a:lnTo>
                  <a:lnTo>
                    <a:pt x="443303" y="2731807"/>
                  </a:lnTo>
                  <a:lnTo>
                    <a:pt x="443303" y="2742651"/>
                  </a:lnTo>
                  <a:lnTo>
                    <a:pt x="437830" y="2742651"/>
                  </a:lnTo>
                  <a:lnTo>
                    <a:pt x="432357" y="2742651"/>
                  </a:lnTo>
                  <a:lnTo>
                    <a:pt x="426885" y="2742651"/>
                  </a:lnTo>
                  <a:lnTo>
                    <a:pt x="421412" y="2742651"/>
                  </a:lnTo>
                  <a:lnTo>
                    <a:pt x="415939" y="2742651"/>
                  </a:lnTo>
                  <a:lnTo>
                    <a:pt x="410466" y="2742651"/>
                  </a:lnTo>
                  <a:lnTo>
                    <a:pt x="410466" y="2753301"/>
                  </a:lnTo>
                  <a:lnTo>
                    <a:pt x="404993" y="2753301"/>
                  </a:lnTo>
                  <a:lnTo>
                    <a:pt x="399520" y="2753301"/>
                  </a:lnTo>
                  <a:lnTo>
                    <a:pt x="394047" y="2753301"/>
                  </a:lnTo>
                  <a:lnTo>
                    <a:pt x="394047" y="2763768"/>
                  </a:lnTo>
                  <a:lnTo>
                    <a:pt x="388574" y="2763768"/>
                  </a:lnTo>
                  <a:lnTo>
                    <a:pt x="383101" y="2763768"/>
                  </a:lnTo>
                  <a:lnTo>
                    <a:pt x="377629" y="2763768"/>
                  </a:lnTo>
                  <a:lnTo>
                    <a:pt x="372156" y="2763768"/>
                  </a:lnTo>
                  <a:lnTo>
                    <a:pt x="366683" y="2763768"/>
                  </a:lnTo>
                  <a:lnTo>
                    <a:pt x="361210" y="2763768"/>
                  </a:lnTo>
                  <a:lnTo>
                    <a:pt x="355737" y="2763768"/>
                  </a:lnTo>
                  <a:lnTo>
                    <a:pt x="350264" y="2763768"/>
                  </a:lnTo>
                  <a:lnTo>
                    <a:pt x="344791" y="2763768"/>
                  </a:lnTo>
                  <a:lnTo>
                    <a:pt x="339318" y="2763768"/>
                  </a:lnTo>
                  <a:lnTo>
                    <a:pt x="333846" y="2763768"/>
                  </a:lnTo>
                  <a:lnTo>
                    <a:pt x="328373" y="2763768"/>
                  </a:lnTo>
                  <a:lnTo>
                    <a:pt x="322900" y="2763768"/>
                  </a:lnTo>
                  <a:lnTo>
                    <a:pt x="317427" y="2763768"/>
                  </a:lnTo>
                  <a:lnTo>
                    <a:pt x="311954" y="2763768"/>
                  </a:lnTo>
                  <a:lnTo>
                    <a:pt x="306481" y="2763768"/>
                  </a:lnTo>
                  <a:lnTo>
                    <a:pt x="301008" y="2763768"/>
                  </a:lnTo>
                  <a:lnTo>
                    <a:pt x="295535" y="2763768"/>
                  </a:lnTo>
                  <a:lnTo>
                    <a:pt x="290062" y="2763768"/>
                  </a:lnTo>
                  <a:lnTo>
                    <a:pt x="290062" y="2773963"/>
                  </a:lnTo>
                  <a:lnTo>
                    <a:pt x="284590" y="2773963"/>
                  </a:lnTo>
                  <a:lnTo>
                    <a:pt x="279117" y="2773963"/>
                  </a:lnTo>
                  <a:lnTo>
                    <a:pt x="273644" y="2773963"/>
                  </a:lnTo>
                  <a:lnTo>
                    <a:pt x="268171" y="2773963"/>
                  </a:lnTo>
                  <a:lnTo>
                    <a:pt x="262698" y="2773963"/>
                  </a:lnTo>
                  <a:lnTo>
                    <a:pt x="257225" y="2773963"/>
                  </a:lnTo>
                  <a:lnTo>
                    <a:pt x="251752" y="2773963"/>
                  </a:lnTo>
                  <a:lnTo>
                    <a:pt x="246279" y="2773963"/>
                  </a:lnTo>
                  <a:lnTo>
                    <a:pt x="240806" y="2773963"/>
                  </a:lnTo>
                  <a:lnTo>
                    <a:pt x="235334" y="2773963"/>
                  </a:lnTo>
                  <a:lnTo>
                    <a:pt x="229861" y="2773963"/>
                  </a:lnTo>
                  <a:lnTo>
                    <a:pt x="224388" y="2773963"/>
                  </a:lnTo>
                  <a:lnTo>
                    <a:pt x="218915" y="2773963"/>
                  </a:lnTo>
                  <a:lnTo>
                    <a:pt x="213442" y="2773963"/>
                  </a:lnTo>
                  <a:lnTo>
                    <a:pt x="213442" y="2783890"/>
                  </a:lnTo>
                  <a:lnTo>
                    <a:pt x="207969" y="2783890"/>
                  </a:lnTo>
                  <a:lnTo>
                    <a:pt x="202496" y="2783890"/>
                  </a:lnTo>
                  <a:lnTo>
                    <a:pt x="197023" y="2783890"/>
                  </a:lnTo>
                  <a:lnTo>
                    <a:pt x="191550" y="2783890"/>
                  </a:lnTo>
                  <a:lnTo>
                    <a:pt x="186078" y="2783890"/>
                  </a:lnTo>
                  <a:lnTo>
                    <a:pt x="180605" y="2783890"/>
                  </a:lnTo>
                  <a:lnTo>
                    <a:pt x="175132" y="2783890"/>
                  </a:lnTo>
                  <a:lnTo>
                    <a:pt x="169659" y="2783890"/>
                  </a:lnTo>
                  <a:lnTo>
                    <a:pt x="164186" y="2783890"/>
                  </a:lnTo>
                  <a:lnTo>
                    <a:pt x="158713" y="2783890"/>
                  </a:lnTo>
                  <a:lnTo>
                    <a:pt x="153240" y="2783890"/>
                  </a:lnTo>
                  <a:lnTo>
                    <a:pt x="147767" y="2783890"/>
                  </a:lnTo>
                  <a:lnTo>
                    <a:pt x="142295" y="2783890"/>
                  </a:lnTo>
                  <a:lnTo>
                    <a:pt x="136822" y="2783890"/>
                  </a:lnTo>
                  <a:lnTo>
                    <a:pt x="136822" y="2793525"/>
                  </a:lnTo>
                  <a:lnTo>
                    <a:pt x="131349" y="2793525"/>
                  </a:lnTo>
                  <a:lnTo>
                    <a:pt x="125876" y="2793525"/>
                  </a:lnTo>
                  <a:lnTo>
                    <a:pt x="120403" y="2793525"/>
                  </a:lnTo>
                  <a:lnTo>
                    <a:pt x="114930" y="2793525"/>
                  </a:lnTo>
                  <a:lnTo>
                    <a:pt x="109457" y="2793525"/>
                  </a:lnTo>
                  <a:lnTo>
                    <a:pt x="103984" y="2793525"/>
                  </a:lnTo>
                  <a:lnTo>
                    <a:pt x="98511" y="2793525"/>
                  </a:lnTo>
                  <a:lnTo>
                    <a:pt x="93039" y="2793525"/>
                  </a:lnTo>
                  <a:lnTo>
                    <a:pt x="87566" y="2793525"/>
                  </a:lnTo>
                  <a:lnTo>
                    <a:pt x="82093" y="2793525"/>
                  </a:lnTo>
                  <a:lnTo>
                    <a:pt x="76620" y="2793525"/>
                  </a:lnTo>
                  <a:lnTo>
                    <a:pt x="71147" y="2793525"/>
                  </a:lnTo>
                  <a:lnTo>
                    <a:pt x="71147" y="2802815"/>
                  </a:lnTo>
                  <a:lnTo>
                    <a:pt x="65674" y="2802815"/>
                  </a:lnTo>
                  <a:lnTo>
                    <a:pt x="65674" y="2811770"/>
                  </a:lnTo>
                  <a:lnTo>
                    <a:pt x="60201" y="2811770"/>
                  </a:lnTo>
                  <a:lnTo>
                    <a:pt x="60201" y="2820298"/>
                  </a:lnTo>
                  <a:lnTo>
                    <a:pt x="54728" y="2820298"/>
                  </a:lnTo>
                  <a:lnTo>
                    <a:pt x="54728" y="2828293"/>
                  </a:lnTo>
                  <a:lnTo>
                    <a:pt x="49255" y="2828293"/>
                  </a:lnTo>
                  <a:lnTo>
                    <a:pt x="43783" y="2828293"/>
                  </a:lnTo>
                  <a:lnTo>
                    <a:pt x="38310" y="2828293"/>
                  </a:lnTo>
                  <a:lnTo>
                    <a:pt x="38310" y="2835581"/>
                  </a:lnTo>
                  <a:lnTo>
                    <a:pt x="32837" y="2835581"/>
                  </a:lnTo>
                  <a:lnTo>
                    <a:pt x="27364" y="2835581"/>
                  </a:lnTo>
                  <a:lnTo>
                    <a:pt x="27364" y="2846465"/>
                  </a:lnTo>
                  <a:lnTo>
                    <a:pt x="21891" y="2846465"/>
                  </a:lnTo>
                  <a:lnTo>
                    <a:pt x="16418" y="2846465"/>
                  </a:lnTo>
                  <a:lnTo>
                    <a:pt x="10945" y="2846465"/>
                  </a:lnTo>
                  <a:lnTo>
                    <a:pt x="5472" y="2846465"/>
                  </a:lnTo>
                  <a:lnTo>
                    <a:pt x="0" y="2846465"/>
                  </a:lnTo>
                  <a:close/>
                </a:path>
              </a:pathLst>
            </a:custGeom>
            <a:solidFill>
              <a:srgbClr val="F8766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60453" y="3250053"/>
              <a:ext cx="9971597" cy="2767791"/>
            </a:xfrm>
            <a:custGeom>
              <a:avLst/>
              <a:pathLst>
                <a:path w="9971597" h="2767791">
                  <a:moveTo>
                    <a:pt x="0" y="2767791"/>
                  </a:moveTo>
                  <a:lnTo>
                    <a:pt x="5472" y="2767791"/>
                  </a:lnTo>
                  <a:lnTo>
                    <a:pt x="5472" y="2767791"/>
                  </a:lnTo>
                  <a:lnTo>
                    <a:pt x="10945" y="2767791"/>
                  </a:lnTo>
                  <a:lnTo>
                    <a:pt x="10945" y="2767791"/>
                  </a:lnTo>
                  <a:lnTo>
                    <a:pt x="16418" y="2767791"/>
                  </a:lnTo>
                  <a:lnTo>
                    <a:pt x="16418" y="2767791"/>
                  </a:lnTo>
                  <a:lnTo>
                    <a:pt x="21891" y="2767791"/>
                  </a:lnTo>
                  <a:lnTo>
                    <a:pt x="21891" y="2767791"/>
                  </a:lnTo>
                  <a:lnTo>
                    <a:pt x="27364" y="2767791"/>
                  </a:lnTo>
                  <a:lnTo>
                    <a:pt x="27364" y="2727508"/>
                  </a:lnTo>
                  <a:lnTo>
                    <a:pt x="32837" y="2727508"/>
                  </a:lnTo>
                  <a:lnTo>
                    <a:pt x="32837" y="2727508"/>
                  </a:lnTo>
                  <a:lnTo>
                    <a:pt x="38310" y="2727508"/>
                  </a:lnTo>
                  <a:lnTo>
                    <a:pt x="38310" y="2707254"/>
                  </a:lnTo>
                  <a:lnTo>
                    <a:pt x="43783" y="2707254"/>
                  </a:lnTo>
                  <a:lnTo>
                    <a:pt x="43783" y="2707254"/>
                  </a:lnTo>
                  <a:lnTo>
                    <a:pt x="49255" y="2707254"/>
                  </a:lnTo>
                  <a:lnTo>
                    <a:pt x="49255" y="2707254"/>
                  </a:lnTo>
                  <a:lnTo>
                    <a:pt x="54728" y="2707254"/>
                  </a:lnTo>
                  <a:lnTo>
                    <a:pt x="54728" y="2687432"/>
                  </a:lnTo>
                  <a:lnTo>
                    <a:pt x="60201" y="2687432"/>
                  </a:lnTo>
                  <a:lnTo>
                    <a:pt x="60201" y="2667968"/>
                  </a:lnTo>
                  <a:lnTo>
                    <a:pt x="65674" y="2667968"/>
                  </a:lnTo>
                  <a:lnTo>
                    <a:pt x="65674" y="2648784"/>
                  </a:lnTo>
                  <a:lnTo>
                    <a:pt x="71147" y="2648784"/>
                  </a:lnTo>
                  <a:lnTo>
                    <a:pt x="71147" y="2629888"/>
                  </a:lnTo>
                  <a:lnTo>
                    <a:pt x="76620" y="2629888"/>
                  </a:lnTo>
                  <a:lnTo>
                    <a:pt x="76620" y="2629888"/>
                  </a:lnTo>
                  <a:lnTo>
                    <a:pt x="82093" y="2629888"/>
                  </a:lnTo>
                  <a:lnTo>
                    <a:pt x="82093" y="2629888"/>
                  </a:lnTo>
                  <a:lnTo>
                    <a:pt x="87566" y="2629888"/>
                  </a:lnTo>
                  <a:lnTo>
                    <a:pt x="87566" y="2629888"/>
                  </a:lnTo>
                  <a:lnTo>
                    <a:pt x="93039" y="2629888"/>
                  </a:lnTo>
                  <a:lnTo>
                    <a:pt x="93039" y="2629888"/>
                  </a:lnTo>
                  <a:lnTo>
                    <a:pt x="98511" y="2629888"/>
                  </a:lnTo>
                  <a:lnTo>
                    <a:pt x="98511" y="2629888"/>
                  </a:lnTo>
                  <a:lnTo>
                    <a:pt x="103984" y="2629888"/>
                  </a:lnTo>
                  <a:lnTo>
                    <a:pt x="103984" y="2629888"/>
                  </a:lnTo>
                  <a:lnTo>
                    <a:pt x="109457" y="2629888"/>
                  </a:lnTo>
                  <a:lnTo>
                    <a:pt x="109457" y="2629888"/>
                  </a:lnTo>
                  <a:lnTo>
                    <a:pt x="114930" y="2629888"/>
                  </a:lnTo>
                  <a:lnTo>
                    <a:pt x="114930" y="2629888"/>
                  </a:lnTo>
                  <a:lnTo>
                    <a:pt x="120403" y="2629888"/>
                  </a:lnTo>
                  <a:lnTo>
                    <a:pt x="120403" y="2629888"/>
                  </a:lnTo>
                  <a:lnTo>
                    <a:pt x="125876" y="2629888"/>
                  </a:lnTo>
                  <a:lnTo>
                    <a:pt x="125876" y="2629888"/>
                  </a:lnTo>
                  <a:lnTo>
                    <a:pt x="131349" y="2629888"/>
                  </a:lnTo>
                  <a:lnTo>
                    <a:pt x="131349" y="2629888"/>
                  </a:lnTo>
                  <a:lnTo>
                    <a:pt x="136822" y="2629888"/>
                  </a:lnTo>
                  <a:lnTo>
                    <a:pt x="136822" y="2610997"/>
                  </a:lnTo>
                  <a:lnTo>
                    <a:pt x="142295" y="2610997"/>
                  </a:lnTo>
                  <a:lnTo>
                    <a:pt x="142295" y="2610997"/>
                  </a:lnTo>
                  <a:lnTo>
                    <a:pt x="147767" y="2610997"/>
                  </a:lnTo>
                  <a:lnTo>
                    <a:pt x="147767" y="2610997"/>
                  </a:lnTo>
                  <a:lnTo>
                    <a:pt x="153240" y="2610997"/>
                  </a:lnTo>
                  <a:lnTo>
                    <a:pt x="153240" y="2610997"/>
                  </a:lnTo>
                  <a:lnTo>
                    <a:pt x="158713" y="2610997"/>
                  </a:lnTo>
                  <a:lnTo>
                    <a:pt x="158713" y="2610997"/>
                  </a:lnTo>
                  <a:lnTo>
                    <a:pt x="164186" y="2610997"/>
                  </a:lnTo>
                  <a:lnTo>
                    <a:pt x="164186" y="2610997"/>
                  </a:lnTo>
                  <a:lnTo>
                    <a:pt x="169659" y="2610997"/>
                  </a:lnTo>
                  <a:lnTo>
                    <a:pt x="169659" y="2610997"/>
                  </a:lnTo>
                  <a:lnTo>
                    <a:pt x="175132" y="2610997"/>
                  </a:lnTo>
                  <a:lnTo>
                    <a:pt x="175132" y="2610997"/>
                  </a:lnTo>
                  <a:lnTo>
                    <a:pt x="180605" y="2610997"/>
                  </a:lnTo>
                  <a:lnTo>
                    <a:pt x="180605" y="2610997"/>
                  </a:lnTo>
                  <a:lnTo>
                    <a:pt x="186078" y="2610997"/>
                  </a:lnTo>
                  <a:lnTo>
                    <a:pt x="186078" y="2610997"/>
                  </a:lnTo>
                  <a:lnTo>
                    <a:pt x="191550" y="2610997"/>
                  </a:lnTo>
                  <a:lnTo>
                    <a:pt x="191550" y="2610997"/>
                  </a:lnTo>
                  <a:lnTo>
                    <a:pt x="197023" y="2610997"/>
                  </a:lnTo>
                  <a:lnTo>
                    <a:pt x="197023" y="2610997"/>
                  </a:lnTo>
                  <a:lnTo>
                    <a:pt x="202496" y="2610997"/>
                  </a:lnTo>
                  <a:lnTo>
                    <a:pt x="202496" y="2610997"/>
                  </a:lnTo>
                  <a:lnTo>
                    <a:pt x="207969" y="2610997"/>
                  </a:lnTo>
                  <a:lnTo>
                    <a:pt x="207969" y="2610997"/>
                  </a:lnTo>
                  <a:lnTo>
                    <a:pt x="213442" y="2610997"/>
                  </a:lnTo>
                  <a:lnTo>
                    <a:pt x="213442" y="2592163"/>
                  </a:lnTo>
                  <a:lnTo>
                    <a:pt x="218915" y="2592163"/>
                  </a:lnTo>
                  <a:lnTo>
                    <a:pt x="218915" y="2592163"/>
                  </a:lnTo>
                  <a:lnTo>
                    <a:pt x="224388" y="2592163"/>
                  </a:lnTo>
                  <a:lnTo>
                    <a:pt x="224388" y="2592163"/>
                  </a:lnTo>
                  <a:lnTo>
                    <a:pt x="229861" y="2592163"/>
                  </a:lnTo>
                  <a:lnTo>
                    <a:pt x="229861" y="2592163"/>
                  </a:lnTo>
                  <a:lnTo>
                    <a:pt x="235334" y="2592163"/>
                  </a:lnTo>
                  <a:lnTo>
                    <a:pt x="235334" y="2592163"/>
                  </a:lnTo>
                  <a:lnTo>
                    <a:pt x="240806" y="2592163"/>
                  </a:lnTo>
                  <a:lnTo>
                    <a:pt x="240806" y="2592163"/>
                  </a:lnTo>
                  <a:lnTo>
                    <a:pt x="246279" y="2592163"/>
                  </a:lnTo>
                  <a:lnTo>
                    <a:pt x="246279" y="2592163"/>
                  </a:lnTo>
                  <a:lnTo>
                    <a:pt x="251752" y="2592163"/>
                  </a:lnTo>
                  <a:lnTo>
                    <a:pt x="251752" y="2592163"/>
                  </a:lnTo>
                  <a:lnTo>
                    <a:pt x="257225" y="2592163"/>
                  </a:lnTo>
                  <a:lnTo>
                    <a:pt x="257225" y="2592163"/>
                  </a:lnTo>
                  <a:lnTo>
                    <a:pt x="262698" y="2592163"/>
                  </a:lnTo>
                  <a:lnTo>
                    <a:pt x="262698" y="2592163"/>
                  </a:lnTo>
                  <a:lnTo>
                    <a:pt x="268171" y="2592163"/>
                  </a:lnTo>
                  <a:lnTo>
                    <a:pt x="268171" y="2592163"/>
                  </a:lnTo>
                  <a:lnTo>
                    <a:pt x="273644" y="2592163"/>
                  </a:lnTo>
                  <a:lnTo>
                    <a:pt x="273644" y="2592163"/>
                  </a:lnTo>
                  <a:lnTo>
                    <a:pt x="279117" y="2592163"/>
                  </a:lnTo>
                  <a:lnTo>
                    <a:pt x="279117" y="2592163"/>
                  </a:lnTo>
                  <a:lnTo>
                    <a:pt x="284590" y="2592163"/>
                  </a:lnTo>
                  <a:lnTo>
                    <a:pt x="284590" y="2592163"/>
                  </a:lnTo>
                  <a:lnTo>
                    <a:pt x="290062" y="2592163"/>
                  </a:lnTo>
                  <a:lnTo>
                    <a:pt x="290062" y="2573347"/>
                  </a:lnTo>
                  <a:lnTo>
                    <a:pt x="295535" y="2573347"/>
                  </a:lnTo>
                  <a:lnTo>
                    <a:pt x="295535" y="2573347"/>
                  </a:lnTo>
                  <a:lnTo>
                    <a:pt x="301008" y="2573347"/>
                  </a:lnTo>
                  <a:lnTo>
                    <a:pt x="301008" y="2573347"/>
                  </a:lnTo>
                  <a:lnTo>
                    <a:pt x="306481" y="2573347"/>
                  </a:lnTo>
                  <a:lnTo>
                    <a:pt x="306481" y="2573347"/>
                  </a:lnTo>
                  <a:lnTo>
                    <a:pt x="311954" y="2573347"/>
                  </a:lnTo>
                  <a:lnTo>
                    <a:pt x="311954" y="2573347"/>
                  </a:lnTo>
                  <a:lnTo>
                    <a:pt x="317427" y="2573347"/>
                  </a:lnTo>
                  <a:lnTo>
                    <a:pt x="317427" y="2573347"/>
                  </a:lnTo>
                  <a:lnTo>
                    <a:pt x="322900" y="2573347"/>
                  </a:lnTo>
                  <a:lnTo>
                    <a:pt x="322900" y="2573347"/>
                  </a:lnTo>
                  <a:lnTo>
                    <a:pt x="328373" y="2573347"/>
                  </a:lnTo>
                  <a:lnTo>
                    <a:pt x="328373" y="2573347"/>
                  </a:lnTo>
                  <a:lnTo>
                    <a:pt x="333846" y="2573347"/>
                  </a:lnTo>
                  <a:lnTo>
                    <a:pt x="333846" y="2573347"/>
                  </a:lnTo>
                  <a:lnTo>
                    <a:pt x="339318" y="2573347"/>
                  </a:lnTo>
                  <a:lnTo>
                    <a:pt x="339318" y="2573347"/>
                  </a:lnTo>
                  <a:lnTo>
                    <a:pt x="344791" y="2573347"/>
                  </a:lnTo>
                  <a:lnTo>
                    <a:pt x="344791" y="2573347"/>
                  </a:lnTo>
                  <a:lnTo>
                    <a:pt x="350264" y="2573347"/>
                  </a:lnTo>
                  <a:lnTo>
                    <a:pt x="350264" y="2573347"/>
                  </a:lnTo>
                  <a:lnTo>
                    <a:pt x="355737" y="2573347"/>
                  </a:lnTo>
                  <a:lnTo>
                    <a:pt x="355737" y="2573347"/>
                  </a:lnTo>
                  <a:lnTo>
                    <a:pt x="361210" y="2573347"/>
                  </a:lnTo>
                  <a:lnTo>
                    <a:pt x="361210" y="2573347"/>
                  </a:lnTo>
                  <a:lnTo>
                    <a:pt x="366683" y="2573347"/>
                  </a:lnTo>
                  <a:lnTo>
                    <a:pt x="366683" y="2573347"/>
                  </a:lnTo>
                  <a:lnTo>
                    <a:pt x="372156" y="2573347"/>
                  </a:lnTo>
                  <a:lnTo>
                    <a:pt x="372156" y="2573347"/>
                  </a:lnTo>
                  <a:lnTo>
                    <a:pt x="377629" y="2573347"/>
                  </a:lnTo>
                  <a:lnTo>
                    <a:pt x="377629" y="2573347"/>
                  </a:lnTo>
                  <a:lnTo>
                    <a:pt x="383101" y="2573347"/>
                  </a:lnTo>
                  <a:lnTo>
                    <a:pt x="383101" y="2573347"/>
                  </a:lnTo>
                  <a:lnTo>
                    <a:pt x="388574" y="2573347"/>
                  </a:lnTo>
                  <a:lnTo>
                    <a:pt x="388574" y="2573347"/>
                  </a:lnTo>
                  <a:lnTo>
                    <a:pt x="394047" y="2573347"/>
                  </a:lnTo>
                  <a:lnTo>
                    <a:pt x="394047" y="2554454"/>
                  </a:lnTo>
                  <a:lnTo>
                    <a:pt x="399520" y="2554454"/>
                  </a:lnTo>
                  <a:lnTo>
                    <a:pt x="399520" y="2554454"/>
                  </a:lnTo>
                  <a:lnTo>
                    <a:pt x="404993" y="2554454"/>
                  </a:lnTo>
                  <a:lnTo>
                    <a:pt x="404993" y="2554454"/>
                  </a:lnTo>
                  <a:lnTo>
                    <a:pt x="410466" y="2554454"/>
                  </a:lnTo>
                  <a:lnTo>
                    <a:pt x="410466" y="2535702"/>
                  </a:lnTo>
                  <a:lnTo>
                    <a:pt x="415939" y="2535702"/>
                  </a:lnTo>
                  <a:lnTo>
                    <a:pt x="415939" y="2535702"/>
                  </a:lnTo>
                  <a:lnTo>
                    <a:pt x="421412" y="2535702"/>
                  </a:lnTo>
                  <a:lnTo>
                    <a:pt x="421412" y="2535702"/>
                  </a:lnTo>
                  <a:lnTo>
                    <a:pt x="426885" y="2535702"/>
                  </a:lnTo>
                  <a:lnTo>
                    <a:pt x="426885" y="2535702"/>
                  </a:lnTo>
                  <a:lnTo>
                    <a:pt x="432357" y="2535702"/>
                  </a:lnTo>
                  <a:lnTo>
                    <a:pt x="432357" y="2535702"/>
                  </a:lnTo>
                  <a:lnTo>
                    <a:pt x="437830" y="2535702"/>
                  </a:lnTo>
                  <a:lnTo>
                    <a:pt x="437830" y="2535702"/>
                  </a:lnTo>
                  <a:lnTo>
                    <a:pt x="443303" y="2535702"/>
                  </a:lnTo>
                  <a:lnTo>
                    <a:pt x="443303" y="2516989"/>
                  </a:lnTo>
                  <a:lnTo>
                    <a:pt x="448776" y="2516989"/>
                  </a:lnTo>
                  <a:lnTo>
                    <a:pt x="448776" y="2516989"/>
                  </a:lnTo>
                  <a:lnTo>
                    <a:pt x="454249" y="2516989"/>
                  </a:lnTo>
                  <a:lnTo>
                    <a:pt x="454249" y="2516989"/>
                  </a:lnTo>
                  <a:lnTo>
                    <a:pt x="459722" y="2516989"/>
                  </a:lnTo>
                  <a:lnTo>
                    <a:pt x="459722" y="2516989"/>
                  </a:lnTo>
                  <a:lnTo>
                    <a:pt x="465195" y="2516989"/>
                  </a:lnTo>
                  <a:lnTo>
                    <a:pt x="465195" y="2516989"/>
                  </a:lnTo>
                  <a:lnTo>
                    <a:pt x="470668" y="2516989"/>
                  </a:lnTo>
                  <a:lnTo>
                    <a:pt x="470668" y="2516989"/>
                  </a:lnTo>
                  <a:lnTo>
                    <a:pt x="476141" y="2516989"/>
                  </a:lnTo>
                  <a:lnTo>
                    <a:pt x="476141" y="2516989"/>
                  </a:lnTo>
                  <a:lnTo>
                    <a:pt x="481613" y="2516989"/>
                  </a:lnTo>
                  <a:lnTo>
                    <a:pt x="481613" y="2498326"/>
                  </a:lnTo>
                  <a:lnTo>
                    <a:pt x="487086" y="2498326"/>
                  </a:lnTo>
                  <a:lnTo>
                    <a:pt x="487086" y="2498326"/>
                  </a:lnTo>
                  <a:lnTo>
                    <a:pt x="492559" y="2498326"/>
                  </a:lnTo>
                  <a:lnTo>
                    <a:pt x="492559" y="2498326"/>
                  </a:lnTo>
                  <a:lnTo>
                    <a:pt x="498032" y="2498326"/>
                  </a:lnTo>
                  <a:lnTo>
                    <a:pt x="498032" y="2498326"/>
                  </a:lnTo>
                  <a:lnTo>
                    <a:pt x="503505" y="2498326"/>
                  </a:lnTo>
                  <a:lnTo>
                    <a:pt x="503505" y="2498326"/>
                  </a:lnTo>
                  <a:lnTo>
                    <a:pt x="508978" y="2498326"/>
                  </a:lnTo>
                  <a:lnTo>
                    <a:pt x="508978" y="2498326"/>
                  </a:lnTo>
                  <a:lnTo>
                    <a:pt x="514451" y="2498326"/>
                  </a:lnTo>
                  <a:lnTo>
                    <a:pt x="514451" y="2498326"/>
                  </a:lnTo>
                  <a:lnTo>
                    <a:pt x="519924" y="2498326"/>
                  </a:lnTo>
                  <a:lnTo>
                    <a:pt x="519924" y="2498326"/>
                  </a:lnTo>
                  <a:lnTo>
                    <a:pt x="525397" y="2498326"/>
                  </a:lnTo>
                  <a:lnTo>
                    <a:pt x="525397" y="2498326"/>
                  </a:lnTo>
                  <a:lnTo>
                    <a:pt x="530869" y="2498326"/>
                  </a:lnTo>
                  <a:lnTo>
                    <a:pt x="530869" y="2498326"/>
                  </a:lnTo>
                  <a:lnTo>
                    <a:pt x="536342" y="2498326"/>
                  </a:lnTo>
                  <a:lnTo>
                    <a:pt x="536342" y="2498326"/>
                  </a:lnTo>
                  <a:lnTo>
                    <a:pt x="541815" y="2498326"/>
                  </a:lnTo>
                  <a:lnTo>
                    <a:pt x="541815" y="2498326"/>
                  </a:lnTo>
                  <a:lnTo>
                    <a:pt x="547288" y="2498326"/>
                  </a:lnTo>
                  <a:lnTo>
                    <a:pt x="547288" y="2498326"/>
                  </a:lnTo>
                  <a:lnTo>
                    <a:pt x="552761" y="2498326"/>
                  </a:lnTo>
                  <a:lnTo>
                    <a:pt x="552761" y="2498326"/>
                  </a:lnTo>
                  <a:lnTo>
                    <a:pt x="558234" y="2498326"/>
                  </a:lnTo>
                  <a:lnTo>
                    <a:pt x="558234" y="2498326"/>
                  </a:lnTo>
                  <a:lnTo>
                    <a:pt x="563707" y="2498326"/>
                  </a:lnTo>
                  <a:lnTo>
                    <a:pt x="563707" y="2479598"/>
                  </a:lnTo>
                  <a:lnTo>
                    <a:pt x="569180" y="2479598"/>
                  </a:lnTo>
                  <a:lnTo>
                    <a:pt x="569180" y="2479598"/>
                  </a:lnTo>
                  <a:lnTo>
                    <a:pt x="574652" y="2479598"/>
                  </a:lnTo>
                  <a:lnTo>
                    <a:pt x="574652" y="2460982"/>
                  </a:lnTo>
                  <a:lnTo>
                    <a:pt x="580125" y="2460982"/>
                  </a:lnTo>
                  <a:lnTo>
                    <a:pt x="580125" y="2460982"/>
                  </a:lnTo>
                  <a:lnTo>
                    <a:pt x="585598" y="2460982"/>
                  </a:lnTo>
                  <a:lnTo>
                    <a:pt x="585598" y="2460982"/>
                  </a:lnTo>
                  <a:lnTo>
                    <a:pt x="591071" y="2460982"/>
                  </a:lnTo>
                  <a:lnTo>
                    <a:pt x="591071" y="2460982"/>
                  </a:lnTo>
                  <a:lnTo>
                    <a:pt x="596544" y="2460982"/>
                  </a:lnTo>
                  <a:lnTo>
                    <a:pt x="596544" y="2442481"/>
                  </a:lnTo>
                  <a:lnTo>
                    <a:pt x="602017" y="2442481"/>
                  </a:lnTo>
                  <a:lnTo>
                    <a:pt x="602017" y="2442481"/>
                  </a:lnTo>
                  <a:lnTo>
                    <a:pt x="607490" y="2442481"/>
                  </a:lnTo>
                  <a:lnTo>
                    <a:pt x="607490" y="2442481"/>
                  </a:lnTo>
                  <a:lnTo>
                    <a:pt x="612963" y="2442481"/>
                  </a:lnTo>
                  <a:lnTo>
                    <a:pt x="612963" y="2442481"/>
                  </a:lnTo>
                  <a:lnTo>
                    <a:pt x="618436" y="2442481"/>
                  </a:lnTo>
                  <a:lnTo>
                    <a:pt x="618436" y="2442481"/>
                  </a:lnTo>
                  <a:lnTo>
                    <a:pt x="623908" y="2442481"/>
                  </a:lnTo>
                  <a:lnTo>
                    <a:pt x="623908" y="2442481"/>
                  </a:lnTo>
                  <a:lnTo>
                    <a:pt x="629381" y="2442481"/>
                  </a:lnTo>
                  <a:lnTo>
                    <a:pt x="629381" y="2424021"/>
                  </a:lnTo>
                  <a:lnTo>
                    <a:pt x="634854" y="2424021"/>
                  </a:lnTo>
                  <a:lnTo>
                    <a:pt x="634854" y="2424021"/>
                  </a:lnTo>
                  <a:lnTo>
                    <a:pt x="640327" y="2424021"/>
                  </a:lnTo>
                  <a:lnTo>
                    <a:pt x="640327" y="2424021"/>
                  </a:lnTo>
                  <a:lnTo>
                    <a:pt x="645800" y="2424021"/>
                  </a:lnTo>
                  <a:lnTo>
                    <a:pt x="645800" y="2424021"/>
                  </a:lnTo>
                  <a:lnTo>
                    <a:pt x="651273" y="2424021"/>
                  </a:lnTo>
                  <a:lnTo>
                    <a:pt x="651273" y="2424021"/>
                  </a:lnTo>
                  <a:lnTo>
                    <a:pt x="656746" y="2424021"/>
                  </a:lnTo>
                  <a:lnTo>
                    <a:pt x="656746" y="2424021"/>
                  </a:lnTo>
                  <a:lnTo>
                    <a:pt x="662219" y="2424021"/>
                  </a:lnTo>
                  <a:lnTo>
                    <a:pt x="662219" y="2424021"/>
                  </a:lnTo>
                  <a:lnTo>
                    <a:pt x="667692" y="2424021"/>
                  </a:lnTo>
                  <a:lnTo>
                    <a:pt x="667692" y="2424021"/>
                  </a:lnTo>
                  <a:lnTo>
                    <a:pt x="673164" y="2424021"/>
                  </a:lnTo>
                  <a:lnTo>
                    <a:pt x="673164" y="2424021"/>
                  </a:lnTo>
                  <a:lnTo>
                    <a:pt x="678637" y="2424021"/>
                  </a:lnTo>
                  <a:lnTo>
                    <a:pt x="678637" y="2424021"/>
                  </a:lnTo>
                  <a:lnTo>
                    <a:pt x="684110" y="2424021"/>
                  </a:lnTo>
                  <a:lnTo>
                    <a:pt x="684110" y="2424021"/>
                  </a:lnTo>
                  <a:lnTo>
                    <a:pt x="689583" y="2424021"/>
                  </a:lnTo>
                  <a:lnTo>
                    <a:pt x="689583" y="2405558"/>
                  </a:lnTo>
                  <a:lnTo>
                    <a:pt x="695056" y="2405558"/>
                  </a:lnTo>
                  <a:lnTo>
                    <a:pt x="695056" y="2405558"/>
                  </a:lnTo>
                  <a:lnTo>
                    <a:pt x="700529" y="2405558"/>
                  </a:lnTo>
                  <a:lnTo>
                    <a:pt x="700529" y="2405558"/>
                  </a:lnTo>
                  <a:lnTo>
                    <a:pt x="706002" y="2405558"/>
                  </a:lnTo>
                  <a:lnTo>
                    <a:pt x="706002" y="2387160"/>
                  </a:lnTo>
                  <a:lnTo>
                    <a:pt x="711475" y="2387160"/>
                  </a:lnTo>
                  <a:lnTo>
                    <a:pt x="711475" y="2350612"/>
                  </a:lnTo>
                  <a:lnTo>
                    <a:pt x="716947" y="2350612"/>
                  </a:lnTo>
                  <a:lnTo>
                    <a:pt x="716947" y="2350612"/>
                  </a:lnTo>
                  <a:lnTo>
                    <a:pt x="722420" y="2350612"/>
                  </a:lnTo>
                  <a:lnTo>
                    <a:pt x="722420" y="2350612"/>
                  </a:lnTo>
                  <a:lnTo>
                    <a:pt x="727893" y="2350612"/>
                  </a:lnTo>
                  <a:lnTo>
                    <a:pt x="727893" y="2350612"/>
                  </a:lnTo>
                  <a:lnTo>
                    <a:pt x="733366" y="2350612"/>
                  </a:lnTo>
                  <a:lnTo>
                    <a:pt x="733366" y="2350612"/>
                  </a:lnTo>
                  <a:lnTo>
                    <a:pt x="738839" y="2350612"/>
                  </a:lnTo>
                  <a:lnTo>
                    <a:pt x="738839" y="2350612"/>
                  </a:lnTo>
                  <a:lnTo>
                    <a:pt x="744312" y="2350612"/>
                  </a:lnTo>
                  <a:lnTo>
                    <a:pt x="744312" y="2350612"/>
                  </a:lnTo>
                  <a:lnTo>
                    <a:pt x="749785" y="2350612"/>
                  </a:lnTo>
                  <a:lnTo>
                    <a:pt x="749785" y="2350612"/>
                  </a:lnTo>
                  <a:lnTo>
                    <a:pt x="755258" y="2350612"/>
                  </a:lnTo>
                  <a:lnTo>
                    <a:pt x="755258" y="2350612"/>
                  </a:lnTo>
                  <a:lnTo>
                    <a:pt x="760731" y="2350612"/>
                  </a:lnTo>
                  <a:lnTo>
                    <a:pt x="760731" y="2350612"/>
                  </a:lnTo>
                  <a:lnTo>
                    <a:pt x="766203" y="2350612"/>
                  </a:lnTo>
                  <a:lnTo>
                    <a:pt x="766203" y="2350612"/>
                  </a:lnTo>
                  <a:lnTo>
                    <a:pt x="771676" y="2350612"/>
                  </a:lnTo>
                  <a:lnTo>
                    <a:pt x="771676" y="2350612"/>
                  </a:lnTo>
                  <a:lnTo>
                    <a:pt x="777149" y="2350612"/>
                  </a:lnTo>
                  <a:lnTo>
                    <a:pt x="777149" y="2332336"/>
                  </a:lnTo>
                  <a:lnTo>
                    <a:pt x="782622" y="2332336"/>
                  </a:lnTo>
                  <a:lnTo>
                    <a:pt x="782622" y="2332336"/>
                  </a:lnTo>
                  <a:lnTo>
                    <a:pt x="788095" y="2332336"/>
                  </a:lnTo>
                  <a:lnTo>
                    <a:pt x="788095" y="2314131"/>
                  </a:lnTo>
                  <a:lnTo>
                    <a:pt x="793568" y="2314131"/>
                  </a:lnTo>
                  <a:lnTo>
                    <a:pt x="793568" y="2314131"/>
                  </a:lnTo>
                  <a:lnTo>
                    <a:pt x="799041" y="2314131"/>
                  </a:lnTo>
                  <a:lnTo>
                    <a:pt x="799041" y="2314131"/>
                  </a:lnTo>
                  <a:lnTo>
                    <a:pt x="804514" y="2314131"/>
                  </a:lnTo>
                  <a:lnTo>
                    <a:pt x="804514" y="2314131"/>
                  </a:lnTo>
                  <a:lnTo>
                    <a:pt x="809987" y="2314131"/>
                  </a:lnTo>
                  <a:lnTo>
                    <a:pt x="809987" y="2314131"/>
                  </a:lnTo>
                  <a:lnTo>
                    <a:pt x="815459" y="2314131"/>
                  </a:lnTo>
                  <a:lnTo>
                    <a:pt x="815459" y="2314131"/>
                  </a:lnTo>
                  <a:lnTo>
                    <a:pt x="820932" y="2314131"/>
                  </a:lnTo>
                  <a:lnTo>
                    <a:pt x="820932" y="2314131"/>
                  </a:lnTo>
                  <a:lnTo>
                    <a:pt x="826405" y="2314131"/>
                  </a:lnTo>
                  <a:lnTo>
                    <a:pt x="826405" y="2295874"/>
                  </a:lnTo>
                  <a:lnTo>
                    <a:pt x="831878" y="2295874"/>
                  </a:lnTo>
                  <a:lnTo>
                    <a:pt x="831878" y="2295874"/>
                  </a:lnTo>
                  <a:lnTo>
                    <a:pt x="837351" y="2295874"/>
                  </a:lnTo>
                  <a:lnTo>
                    <a:pt x="837351" y="2295874"/>
                  </a:lnTo>
                  <a:lnTo>
                    <a:pt x="842824" y="2295874"/>
                  </a:lnTo>
                  <a:lnTo>
                    <a:pt x="842824" y="2295874"/>
                  </a:lnTo>
                  <a:lnTo>
                    <a:pt x="848297" y="2295874"/>
                  </a:lnTo>
                  <a:lnTo>
                    <a:pt x="848297" y="2295874"/>
                  </a:lnTo>
                  <a:lnTo>
                    <a:pt x="853770" y="2295874"/>
                  </a:lnTo>
                  <a:lnTo>
                    <a:pt x="853770" y="2295874"/>
                  </a:lnTo>
                  <a:lnTo>
                    <a:pt x="859243" y="2295874"/>
                  </a:lnTo>
                  <a:lnTo>
                    <a:pt x="859243" y="2295874"/>
                  </a:lnTo>
                  <a:lnTo>
                    <a:pt x="864715" y="2295874"/>
                  </a:lnTo>
                  <a:lnTo>
                    <a:pt x="864715" y="2295874"/>
                  </a:lnTo>
                  <a:lnTo>
                    <a:pt x="870188" y="2295874"/>
                  </a:lnTo>
                  <a:lnTo>
                    <a:pt x="870188" y="2295874"/>
                  </a:lnTo>
                  <a:lnTo>
                    <a:pt x="875661" y="2295874"/>
                  </a:lnTo>
                  <a:lnTo>
                    <a:pt x="875661" y="2295874"/>
                  </a:lnTo>
                  <a:lnTo>
                    <a:pt x="881134" y="2295874"/>
                  </a:lnTo>
                  <a:lnTo>
                    <a:pt x="881134" y="2295874"/>
                  </a:lnTo>
                  <a:lnTo>
                    <a:pt x="886607" y="2295874"/>
                  </a:lnTo>
                  <a:lnTo>
                    <a:pt x="886607" y="2295874"/>
                  </a:lnTo>
                  <a:lnTo>
                    <a:pt x="892080" y="2295874"/>
                  </a:lnTo>
                  <a:lnTo>
                    <a:pt x="892080" y="2295874"/>
                  </a:lnTo>
                  <a:lnTo>
                    <a:pt x="897553" y="2295874"/>
                  </a:lnTo>
                  <a:lnTo>
                    <a:pt x="897553" y="2295874"/>
                  </a:lnTo>
                  <a:lnTo>
                    <a:pt x="903026" y="2295874"/>
                  </a:lnTo>
                  <a:lnTo>
                    <a:pt x="903026" y="2295874"/>
                  </a:lnTo>
                  <a:lnTo>
                    <a:pt x="908498" y="2295874"/>
                  </a:lnTo>
                  <a:lnTo>
                    <a:pt x="908498" y="2295874"/>
                  </a:lnTo>
                  <a:lnTo>
                    <a:pt x="913971" y="2295874"/>
                  </a:lnTo>
                  <a:lnTo>
                    <a:pt x="913971" y="2295874"/>
                  </a:lnTo>
                  <a:lnTo>
                    <a:pt x="919444" y="2295874"/>
                  </a:lnTo>
                  <a:lnTo>
                    <a:pt x="919444" y="2295874"/>
                  </a:lnTo>
                  <a:lnTo>
                    <a:pt x="924917" y="2295874"/>
                  </a:lnTo>
                  <a:lnTo>
                    <a:pt x="924917" y="2295874"/>
                  </a:lnTo>
                  <a:lnTo>
                    <a:pt x="930390" y="2295874"/>
                  </a:lnTo>
                  <a:lnTo>
                    <a:pt x="930390" y="2295874"/>
                  </a:lnTo>
                  <a:lnTo>
                    <a:pt x="935863" y="2295874"/>
                  </a:lnTo>
                  <a:lnTo>
                    <a:pt x="935863" y="2277505"/>
                  </a:lnTo>
                  <a:lnTo>
                    <a:pt x="941336" y="2277505"/>
                  </a:lnTo>
                  <a:lnTo>
                    <a:pt x="941336" y="2277505"/>
                  </a:lnTo>
                  <a:lnTo>
                    <a:pt x="946809" y="2277505"/>
                  </a:lnTo>
                  <a:lnTo>
                    <a:pt x="946809" y="2277505"/>
                  </a:lnTo>
                  <a:lnTo>
                    <a:pt x="952282" y="2277505"/>
                  </a:lnTo>
                  <a:lnTo>
                    <a:pt x="952282" y="2277505"/>
                  </a:lnTo>
                  <a:lnTo>
                    <a:pt x="957754" y="2277505"/>
                  </a:lnTo>
                  <a:lnTo>
                    <a:pt x="957754" y="2277505"/>
                  </a:lnTo>
                  <a:lnTo>
                    <a:pt x="963227" y="2277505"/>
                  </a:lnTo>
                  <a:lnTo>
                    <a:pt x="963227" y="2259157"/>
                  </a:lnTo>
                  <a:lnTo>
                    <a:pt x="968700" y="2259157"/>
                  </a:lnTo>
                  <a:lnTo>
                    <a:pt x="968700" y="2259157"/>
                  </a:lnTo>
                  <a:lnTo>
                    <a:pt x="974173" y="2259157"/>
                  </a:lnTo>
                  <a:lnTo>
                    <a:pt x="974173" y="2259157"/>
                  </a:lnTo>
                  <a:lnTo>
                    <a:pt x="979646" y="2259157"/>
                  </a:lnTo>
                  <a:lnTo>
                    <a:pt x="979646" y="2259157"/>
                  </a:lnTo>
                  <a:lnTo>
                    <a:pt x="985119" y="2259157"/>
                  </a:lnTo>
                  <a:lnTo>
                    <a:pt x="985119" y="2259157"/>
                  </a:lnTo>
                  <a:lnTo>
                    <a:pt x="990592" y="2259157"/>
                  </a:lnTo>
                  <a:lnTo>
                    <a:pt x="990592" y="2259157"/>
                  </a:lnTo>
                  <a:lnTo>
                    <a:pt x="996065" y="2259157"/>
                  </a:lnTo>
                  <a:lnTo>
                    <a:pt x="996065" y="2259157"/>
                  </a:lnTo>
                  <a:lnTo>
                    <a:pt x="1001538" y="2259157"/>
                  </a:lnTo>
                  <a:lnTo>
                    <a:pt x="1001538" y="2240798"/>
                  </a:lnTo>
                  <a:lnTo>
                    <a:pt x="1007010" y="2240798"/>
                  </a:lnTo>
                  <a:lnTo>
                    <a:pt x="1007010" y="2240798"/>
                  </a:lnTo>
                  <a:lnTo>
                    <a:pt x="1012483" y="2240798"/>
                  </a:lnTo>
                  <a:lnTo>
                    <a:pt x="1012483" y="2240798"/>
                  </a:lnTo>
                  <a:lnTo>
                    <a:pt x="1017956" y="2240798"/>
                  </a:lnTo>
                  <a:lnTo>
                    <a:pt x="1017956" y="2240798"/>
                  </a:lnTo>
                  <a:lnTo>
                    <a:pt x="1023429" y="2240798"/>
                  </a:lnTo>
                  <a:lnTo>
                    <a:pt x="1023429" y="2240798"/>
                  </a:lnTo>
                  <a:lnTo>
                    <a:pt x="1028902" y="2240798"/>
                  </a:lnTo>
                  <a:lnTo>
                    <a:pt x="1028902" y="2240798"/>
                  </a:lnTo>
                  <a:lnTo>
                    <a:pt x="1034375" y="2240798"/>
                  </a:lnTo>
                  <a:lnTo>
                    <a:pt x="1034375" y="2240798"/>
                  </a:lnTo>
                  <a:lnTo>
                    <a:pt x="1039848" y="2240798"/>
                  </a:lnTo>
                  <a:lnTo>
                    <a:pt x="1039848" y="2204106"/>
                  </a:lnTo>
                  <a:lnTo>
                    <a:pt x="1045321" y="2204106"/>
                  </a:lnTo>
                  <a:lnTo>
                    <a:pt x="1045321" y="2204106"/>
                  </a:lnTo>
                  <a:lnTo>
                    <a:pt x="1050794" y="2204106"/>
                  </a:lnTo>
                  <a:lnTo>
                    <a:pt x="1050794" y="2204106"/>
                  </a:lnTo>
                  <a:lnTo>
                    <a:pt x="1056266" y="2204106"/>
                  </a:lnTo>
                  <a:lnTo>
                    <a:pt x="1056266" y="2185839"/>
                  </a:lnTo>
                  <a:lnTo>
                    <a:pt x="1061739" y="2185839"/>
                  </a:lnTo>
                  <a:lnTo>
                    <a:pt x="1061739" y="2185839"/>
                  </a:lnTo>
                  <a:lnTo>
                    <a:pt x="1067212" y="2185839"/>
                  </a:lnTo>
                  <a:lnTo>
                    <a:pt x="1067212" y="2185839"/>
                  </a:lnTo>
                  <a:lnTo>
                    <a:pt x="1072685" y="2185839"/>
                  </a:lnTo>
                  <a:lnTo>
                    <a:pt x="1072685" y="2185839"/>
                  </a:lnTo>
                  <a:lnTo>
                    <a:pt x="1078158" y="2185839"/>
                  </a:lnTo>
                  <a:lnTo>
                    <a:pt x="1078158" y="2185839"/>
                  </a:lnTo>
                  <a:lnTo>
                    <a:pt x="1083631" y="2185839"/>
                  </a:lnTo>
                  <a:lnTo>
                    <a:pt x="1083631" y="2185839"/>
                  </a:lnTo>
                  <a:lnTo>
                    <a:pt x="1089104" y="2185839"/>
                  </a:lnTo>
                  <a:lnTo>
                    <a:pt x="1089104" y="2185839"/>
                  </a:lnTo>
                  <a:lnTo>
                    <a:pt x="1094577" y="2185839"/>
                  </a:lnTo>
                  <a:lnTo>
                    <a:pt x="1094577" y="2167520"/>
                  </a:lnTo>
                  <a:lnTo>
                    <a:pt x="1100049" y="2167520"/>
                  </a:lnTo>
                  <a:lnTo>
                    <a:pt x="1100049" y="2167520"/>
                  </a:lnTo>
                  <a:lnTo>
                    <a:pt x="1105522" y="2167520"/>
                  </a:lnTo>
                  <a:lnTo>
                    <a:pt x="1105522" y="2167520"/>
                  </a:lnTo>
                  <a:lnTo>
                    <a:pt x="1110995" y="2167520"/>
                  </a:lnTo>
                  <a:lnTo>
                    <a:pt x="1110995" y="2167520"/>
                  </a:lnTo>
                  <a:lnTo>
                    <a:pt x="1116468" y="2167520"/>
                  </a:lnTo>
                  <a:lnTo>
                    <a:pt x="1116468" y="2167520"/>
                  </a:lnTo>
                  <a:lnTo>
                    <a:pt x="1121941" y="2167520"/>
                  </a:lnTo>
                  <a:lnTo>
                    <a:pt x="1121941" y="2167520"/>
                  </a:lnTo>
                  <a:lnTo>
                    <a:pt x="1127414" y="2167520"/>
                  </a:lnTo>
                  <a:lnTo>
                    <a:pt x="1127414" y="2167520"/>
                  </a:lnTo>
                  <a:lnTo>
                    <a:pt x="1132887" y="2167520"/>
                  </a:lnTo>
                  <a:lnTo>
                    <a:pt x="1132887" y="2130908"/>
                  </a:lnTo>
                  <a:lnTo>
                    <a:pt x="1138360" y="2130908"/>
                  </a:lnTo>
                  <a:lnTo>
                    <a:pt x="1138360" y="2094470"/>
                  </a:lnTo>
                  <a:lnTo>
                    <a:pt x="1143833" y="2094470"/>
                  </a:lnTo>
                  <a:lnTo>
                    <a:pt x="1143833" y="2094470"/>
                  </a:lnTo>
                  <a:lnTo>
                    <a:pt x="1149305" y="2094470"/>
                  </a:lnTo>
                  <a:lnTo>
                    <a:pt x="1149305" y="2094470"/>
                  </a:lnTo>
                  <a:lnTo>
                    <a:pt x="1154778" y="2094470"/>
                  </a:lnTo>
                  <a:lnTo>
                    <a:pt x="1154778" y="2094470"/>
                  </a:lnTo>
                  <a:lnTo>
                    <a:pt x="1160251" y="2094470"/>
                  </a:lnTo>
                  <a:lnTo>
                    <a:pt x="1160251" y="2094470"/>
                  </a:lnTo>
                  <a:lnTo>
                    <a:pt x="1165724" y="2094470"/>
                  </a:lnTo>
                  <a:lnTo>
                    <a:pt x="1165724" y="2094470"/>
                  </a:lnTo>
                  <a:lnTo>
                    <a:pt x="1171197" y="2094470"/>
                  </a:lnTo>
                  <a:lnTo>
                    <a:pt x="1171197" y="2094470"/>
                  </a:lnTo>
                  <a:lnTo>
                    <a:pt x="1176670" y="2094470"/>
                  </a:lnTo>
                  <a:lnTo>
                    <a:pt x="1176670" y="2094470"/>
                  </a:lnTo>
                  <a:lnTo>
                    <a:pt x="1182143" y="2094470"/>
                  </a:lnTo>
                  <a:lnTo>
                    <a:pt x="1182143" y="2076282"/>
                  </a:lnTo>
                  <a:lnTo>
                    <a:pt x="1187616" y="2076282"/>
                  </a:lnTo>
                  <a:lnTo>
                    <a:pt x="1187616" y="2076282"/>
                  </a:lnTo>
                  <a:lnTo>
                    <a:pt x="1193089" y="2076282"/>
                  </a:lnTo>
                  <a:lnTo>
                    <a:pt x="1193089" y="2076282"/>
                  </a:lnTo>
                  <a:lnTo>
                    <a:pt x="1198561" y="2076282"/>
                  </a:lnTo>
                  <a:lnTo>
                    <a:pt x="1198561" y="2076282"/>
                  </a:lnTo>
                  <a:lnTo>
                    <a:pt x="1204034" y="2076282"/>
                  </a:lnTo>
                  <a:lnTo>
                    <a:pt x="1204034" y="2076282"/>
                  </a:lnTo>
                  <a:lnTo>
                    <a:pt x="1209507" y="2076282"/>
                  </a:lnTo>
                  <a:lnTo>
                    <a:pt x="1209507" y="2058133"/>
                  </a:lnTo>
                  <a:lnTo>
                    <a:pt x="1214980" y="2058133"/>
                  </a:lnTo>
                  <a:lnTo>
                    <a:pt x="1214980" y="2058133"/>
                  </a:lnTo>
                  <a:lnTo>
                    <a:pt x="1220453" y="2058133"/>
                  </a:lnTo>
                  <a:lnTo>
                    <a:pt x="1220453" y="2058133"/>
                  </a:lnTo>
                  <a:lnTo>
                    <a:pt x="1225926" y="2058133"/>
                  </a:lnTo>
                  <a:lnTo>
                    <a:pt x="1225926" y="2039991"/>
                  </a:lnTo>
                  <a:lnTo>
                    <a:pt x="1231399" y="2039991"/>
                  </a:lnTo>
                  <a:lnTo>
                    <a:pt x="1231399" y="2039991"/>
                  </a:lnTo>
                  <a:lnTo>
                    <a:pt x="1236872" y="2039991"/>
                  </a:lnTo>
                  <a:lnTo>
                    <a:pt x="1236872" y="2039991"/>
                  </a:lnTo>
                  <a:lnTo>
                    <a:pt x="1242344" y="2039991"/>
                  </a:lnTo>
                  <a:lnTo>
                    <a:pt x="1242344" y="2021884"/>
                  </a:lnTo>
                  <a:lnTo>
                    <a:pt x="1247817" y="2021884"/>
                  </a:lnTo>
                  <a:lnTo>
                    <a:pt x="1247817" y="2021884"/>
                  </a:lnTo>
                  <a:lnTo>
                    <a:pt x="1253290" y="2021884"/>
                  </a:lnTo>
                  <a:lnTo>
                    <a:pt x="1253290" y="2021884"/>
                  </a:lnTo>
                  <a:lnTo>
                    <a:pt x="1258763" y="2021884"/>
                  </a:lnTo>
                  <a:lnTo>
                    <a:pt x="1258763" y="2021884"/>
                  </a:lnTo>
                  <a:lnTo>
                    <a:pt x="1264236" y="2021884"/>
                  </a:lnTo>
                  <a:lnTo>
                    <a:pt x="1264236" y="2021884"/>
                  </a:lnTo>
                  <a:lnTo>
                    <a:pt x="1269709" y="2021884"/>
                  </a:lnTo>
                  <a:lnTo>
                    <a:pt x="1269709" y="2003767"/>
                  </a:lnTo>
                  <a:lnTo>
                    <a:pt x="1275182" y="2003767"/>
                  </a:lnTo>
                  <a:lnTo>
                    <a:pt x="1275182" y="2003767"/>
                  </a:lnTo>
                  <a:lnTo>
                    <a:pt x="1280655" y="2003767"/>
                  </a:lnTo>
                  <a:lnTo>
                    <a:pt x="1280655" y="1967600"/>
                  </a:lnTo>
                  <a:lnTo>
                    <a:pt x="1286128" y="1967600"/>
                  </a:lnTo>
                  <a:lnTo>
                    <a:pt x="1286128" y="1967600"/>
                  </a:lnTo>
                  <a:lnTo>
                    <a:pt x="1291600" y="1967600"/>
                  </a:lnTo>
                  <a:lnTo>
                    <a:pt x="1291600" y="1949533"/>
                  </a:lnTo>
                  <a:lnTo>
                    <a:pt x="1297073" y="1949533"/>
                  </a:lnTo>
                  <a:lnTo>
                    <a:pt x="1297073" y="1949533"/>
                  </a:lnTo>
                  <a:lnTo>
                    <a:pt x="1302546" y="1949533"/>
                  </a:lnTo>
                  <a:lnTo>
                    <a:pt x="1302546" y="1949533"/>
                  </a:lnTo>
                  <a:lnTo>
                    <a:pt x="1308019" y="1949533"/>
                  </a:lnTo>
                  <a:lnTo>
                    <a:pt x="1308019" y="1949533"/>
                  </a:lnTo>
                  <a:lnTo>
                    <a:pt x="1313492" y="1949533"/>
                  </a:lnTo>
                  <a:lnTo>
                    <a:pt x="1313492" y="1949533"/>
                  </a:lnTo>
                  <a:lnTo>
                    <a:pt x="1318965" y="1949533"/>
                  </a:lnTo>
                  <a:lnTo>
                    <a:pt x="1318965" y="1949533"/>
                  </a:lnTo>
                  <a:lnTo>
                    <a:pt x="1324438" y="1949533"/>
                  </a:lnTo>
                  <a:lnTo>
                    <a:pt x="1324438" y="1949533"/>
                  </a:lnTo>
                  <a:lnTo>
                    <a:pt x="1329911" y="1949533"/>
                  </a:lnTo>
                  <a:lnTo>
                    <a:pt x="1329911" y="1949533"/>
                  </a:lnTo>
                  <a:lnTo>
                    <a:pt x="1335384" y="1949533"/>
                  </a:lnTo>
                  <a:lnTo>
                    <a:pt x="1335384" y="1949533"/>
                  </a:lnTo>
                  <a:lnTo>
                    <a:pt x="1340856" y="1949533"/>
                  </a:lnTo>
                  <a:lnTo>
                    <a:pt x="1340856" y="1949533"/>
                  </a:lnTo>
                  <a:lnTo>
                    <a:pt x="1346329" y="1949533"/>
                  </a:lnTo>
                  <a:lnTo>
                    <a:pt x="1346329" y="1949533"/>
                  </a:lnTo>
                  <a:lnTo>
                    <a:pt x="1351802" y="1949533"/>
                  </a:lnTo>
                  <a:lnTo>
                    <a:pt x="1351802" y="1949533"/>
                  </a:lnTo>
                  <a:lnTo>
                    <a:pt x="1357275" y="1949533"/>
                  </a:lnTo>
                  <a:lnTo>
                    <a:pt x="1357275" y="1949533"/>
                  </a:lnTo>
                  <a:lnTo>
                    <a:pt x="1362748" y="1949533"/>
                  </a:lnTo>
                  <a:lnTo>
                    <a:pt x="1362748" y="1949533"/>
                  </a:lnTo>
                  <a:lnTo>
                    <a:pt x="1368221" y="1949533"/>
                  </a:lnTo>
                  <a:lnTo>
                    <a:pt x="1368221" y="1913457"/>
                  </a:lnTo>
                  <a:lnTo>
                    <a:pt x="1373694" y="1913457"/>
                  </a:lnTo>
                  <a:lnTo>
                    <a:pt x="1373694" y="1913457"/>
                  </a:lnTo>
                  <a:lnTo>
                    <a:pt x="1379167" y="1913457"/>
                  </a:lnTo>
                  <a:lnTo>
                    <a:pt x="1379167" y="1913457"/>
                  </a:lnTo>
                  <a:lnTo>
                    <a:pt x="1384640" y="1913457"/>
                  </a:lnTo>
                  <a:lnTo>
                    <a:pt x="1384640" y="1913457"/>
                  </a:lnTo>
                  <a:lnTo>
                    <a:pt x="1390112" y="1913457"/>
                  </a:lnTo>
                  <a:lnTo>
                    <a:pt x="1390112" y="1913457"/>
                  </a:lnTo>
                  <a:lnTo>
                    <a:pt x="1395585" y="1913457"/>
                  </a:lnTo>
                  <a:lnTo>
                    <a:pt x="1395585" y="1913457"/>
                  </a:lnTo>
                  <a:lnTo>
                    <a:pt x="1401058" y="1913457"/>
                  </a:lnTo>
                  <a:lnTo>
                    <a:pt x="1401058" y="1895446"/>
                  </a:lnTo>
                  <a:lnTo>
                    <a:pt x="1406531" y="1895446"/>
                  </a:lnTo>
                  <a:lnTo>
                    <a:pt x="1406531" y="1877462"/>
                  </a:lnTo>
                  <a:lnTo>
                    <a:pt x="1412004" y="1877462"/>
                  </a:lnTo>
                  <a:lnTo>
                    <a:pt x="1412004" y="1877462"/>
                  </a:lnTo>
                  <a:lnTo>
                    <a:pt x="1417477" y="1877462"/>
                  </a:lnTo>
                  <a:lnTo>
                    <a:pt x="1417477" y="1877462"/>
                  </a:lnTo>
                  <a:lnTo>
                    <a:pt x="1422950" y="1877462"/>
                  </a:lnTo>
                  <a:lnTo>
                    <a:pt x="1422950" y="1877462"/>
                  </a:lnTo>
                  <a:lnTo>
                    <a:pt x="1428423" y="1877462"/>
                  </a:lnTo>
                  <a:lnTo>
                    <a:pt x="1428423" y="1859474"/>
                  </a:lnTo>
                  <a:lnTo>
                    <a:pt x="1433895" y="1859474"/>
                  </a:lnTo>
                  <a:lnTo>
                    <a:pt x="1433895" y="1841511"/>
                  </a:lnTo>
                  <a:lnTo>
                    <a:pt x="1439368" y="1841511"/>
                  </a:lnTo>
                  <a:lnTo>
                    <a:pt x="1439368" y="1823557"/>
                  </a:lnTo>
                  <a:lnTo>
                    <a:pt x="1444841" y="1823557"/>
                  </a:lnTo>
                  <a:lnTo>
                    <a:pt x="1444841" y="1823557"/>
                  </a:lnTo>
                  <a:lnTo>
                    <a:pt x="1450314" y="1823557"/>
                  </a:lnTo>
                  <a:lnTo>
                    <a:pt x="1450314" y="1823557"/>
                  </a:lnTo>
                  <a:lnTo>
                    <a:pt x="1455787" y="1823557"/>
                  </a:lnTo>
                  <a:lnTo>
                    <a:pt x="1455787" y="1823557"/>
                  </a:lnTo>
                  <a:lnTo>
                    <a:pt x="1461260" y="1823557"/>
                  </a:lnTo>
                  <a:lnTo>
                    <a:pt x="1461260" y="1823557"/>
                  </a:lnTo>
                  <a:lnTo>
                    <a:pt x="1466733" y="1823557"/>
                  </a:lnTo>
                  <a:lnTo>
                    <a:pt x="1466733" y="1823557"/>
                  </a:lnTo>
                  <a:lnTo>
                    <a:pt x="1472206" y="1823557"/>
                  </a:lnTo>
                  <a:lnTo>
                    <a:pt x="1472206" y="1823557"/>
                  </a:lnTo>
                  <a:lnTo>
                    <a:pt x="1477679" y="1823557"/>
                  </a:lnTo>
                  <a:lnTo>
                    <a:pt x="1477679" y="1823557"/>
                  </a:lnTo>
                  <a:lnTo>
                    <a:pt x="1483151" y="1823557"/>
                  </a:lnTo>
                  <a:lnTo>
                    <a:pt x="1483151" y="1823557"/>
                  </a:lnTo>
                  <a:lnTo>
                    <a:pt x="1488624" y="1823557"/>
                  </a:lnTo>
                  <a:lnTo>
                    <a:pt x="1488624" y="1805532"/>
                  </a:lnTo>
                  <a:lnTo>
                    <a:pt x="1494097" y="1805532"/>
                  </a:lnTo>
                  <a:lnTo>
                    <a:pt x="1494097" y="1805532"/>
                  </a:lnTo>
                  <a:lnTo>
                    <a:pt x="1499570" y="1805532"/>
                  </a:lnTo>
                  <a:lnTo>
                    <a:pt x="1499570" y="1805532"/>
                  </a:lnTo>
                  <a:lnTo>
                    <a:pt x="1505043" y="1805532"/>
                  </a:lnTo>
                  <a:lnTo>
                    <a:pt x="1505043" y="1805532"/>
                  </a:lnTo>
                  <a:lnTo>
                    <a:pt x="1510516" y="1805532"/>
                  </a:lnTo>
                  <a:lnTo>
                    <a:pt x="1510516" y="1805532"/>
                  </a:lnTo>
                  <a:lnTo>
                    <a:pt x="1515989" y="1805532"/>
                  </a:lnTo>
                  <a:lnTo>
                    <a:pt x="1515989" y="1787516"/>
                  </a:lnTo>
                  <a:lnTo>
                    <a:pt x="1521462" y="1787516"/>
                  </a:lnTo>
                  <a:lnTo>
                    <a:pt x="1521462" y="1787516"/>
                  </a:lnTo>
                  <a:lnTo>
                    <a:pt x="1526935" y="1787516"/>
                  </a:lnTo>
                  <a:lnTo>
                    <a:pt x="1526935" y="1787516"/>
                  </a:lnTo>
                  <a:lnTo>
                    <a:pt x="1532407" y="1787516"/>
                  </a:lnTo>
                  <a:lnTo>
                    <a:pt x="1532407" y="1787516"/>
                  </a:lnTo>
                  <a:lnTo>
                    <a:pt x="1537880" y="1787516"/>
                  </a:lnTo>
                  <a:lnTo>
                    <a:pt x="1537880" y="1769522"/>
                  </a:lnTo>
                  <a:lnTo>
                    <a:pt x="1543353" y="1769522"/>
                  </a:lnTo>
                  <a:lnTo>
                    <a:pt x="1543353" y="1769522"/>
                  </a:lnTo>
                  <a:lnTo>
                    <a:pt x="1548826" y="1769522"/>
                  </a:lnTo>
                  <a:lnTo>
                    <a:pt x="1548826" y="1769522"/>
                  </a:lnTo>
                  <a:lnTo>
                    <a:pt x="1554299" y="1769522"/>
                  </a:lnTo>
                  <a:lnTo>
                    <a:pt x="1554299" y="1733602"/>
                  </a:lnTo>
                  <a:lnTo>
                    <a:pt x="1559772" y="1733602"/>
                  </a:lnTo>
                  <a:lnTo>
                    <a:pt x="1559772" y="1733602"/>
                  </a:lnTo>
                  <a:lnTo>
                    <a:pt x="1565245" y="1733602"/>
                  </a:lnTo>
                  <a:lnTo>
                    <a:pt x="1565245" y="1733602"/>
                  </a:lnTo>
                  <a:lnTo>
                    <a:pt x="1570718" y="1733602"/>
                  </a:lnTo>
                  <a:lnTo>
                    <a:pt x="1570718" y="1733602"/>
                  </a:lnTo>
                  <a:lnTo>
                    <a:pt x="1576191" y="1733602"/>
                  </a:lnTo>
                  <a:lnTo>
                    <a:pt x="1576191" y="1733602"/>
                  </a:lnTo>
                  <a:lnTo>
                    <a:pt x="1581663" y="1733602"/>
                  </a:lnTo>
                  <a:lnTo>
                    <a:pt x="1581663" y="1715674"/>
                  </a:lnTo>
                  <a:lnTo>
                    <a:pt x="1587136" y="1715674"/>
                  </a:lnTo>
                  <a:lnTo>
                    <a:pt x="1587136" y="1715674"/>
                  </a:lnTo>
                  <a:lnTo>
                    <a:pt x="1592609" y="1715674"/>
                  </a:lnTo>
                  <a:lnTo>
                    <a:pt x="1592609" y="1697750"/>
                  </a:lnTo>
                  <a:lnTo>
                    <a:pt x="1598082" y="1697750"/>
                  </a:lnTo>
                  <a:lnTo>
                    <a:pt x="1598082" y="1697750"/>
                  </a:lnTo>
                  <a:lnTo>
                    <a:pt x="1603555" y="1697750"/>
                  </a:lnTo>
                  <a:lnTo>
                    <a:pt x="1603555" y="1697750"/>
                  </a:lnTo>
                  <a:lnTo>
                    <a:pt x="1609028" y="1697750"/>
                  </a:lnTo>
                  <a:lnTo>
                    <a:pt x="1609028" y="1697750"/>
                  </a:lnTo>
                  <a:lnTo>
                    <a:pt x="1614501" y="1697750"/>
                  </a:lnTo>
                  <a:lnTo>
                    <a:pt x="1614501" y="1697750"/>
                  </a:lnTo>
                  <a:lnTo>
                    <a:pt x="1619974" y="1697750"/>
                  </a:lnTo>
                  <a:lnTo>
                    <a:pt x="1619974" y="1679797"/>
                  </a:lnTo>
                  <a:lnTo>
                    <a:pt x="1625446" y="1679797"/>
                  </a:lnTo>
                  <a:lnTo>
                    <a:pt x="1625446" y="1679797"/>
                  </a:lnTo>
                  <a:lnTo>
                    <a:pt x="1630919" y="1679797"/>
                  </a:lnTo>
                  <a:lnTo>
                    <a:pt x="1630919" y="1661863"/>
                  </a:lnTo>
                  <a:lnTo>
                    <a:pt x="1636392" y="1661863"/>
                  </a:lnTo>
                  <a:lnTo>
                    <a:pt x="1636392" y="1661863"/>
                  </a:lnTo>
                  <a:lnTo>
                    <a:pt x="1641865" y="1661863"/>
                  </a:lnTo>
                  <a:lnTo>
                    <a:pt x="1641865" y="1661863"/>
                  </a:lnTo>
                  <a:lnTo>
                    <a:pt x="1647338" y="1661863"/>
                  </a:lnTo>
                  <a:lnTo>
                    <a:pt x="1647338" y="1661863"/>
                  </a:lnTo>
                  <a:lnTo>
                    <a:pt x="1652811" y="1661863"/>
                  </a:lnTo>
                  <a:lnTo>
                    <a:pt x="1652811" y="1661863"/>
                  </a:lnTo>
                  <a:lnTo>
                    <a:pt x="1658284" y="1661863"/>
                  </a:lnTo>
                  <a:lnTo>
                    <a:pt x="1658284" y="1661863"/>
                  </a:lnTo>
                  <a:lnTo>
                    <a:pt x="1663757" y="1661863"/>
                  </a:lnTo>
                  <a:lnTo>
                    <a:pt x="1663757" y="1661863"/>
                  </a:lnTo>
                  <a:lnTo>
                    <a:pt x="1669230" y="1661863"/>
                  </a:lnTo>
                  <a:lnTo>
                    <a:pt x="1669230" y="1661863"/>
                  </a:lnTo>
                  <a:lnTo>
                    <a:pt x="1674702" y="1661863"/>
                  </a:lnTo>
                  <a:lnTo>
                    <a:pt x="1674702" y="1643915"/>
                  </a:lnTo>
                  <a:lnTo>
                    <a:pt x="1680175" y="1643915"/>
                  </a:lnTo>
                  <a:lnTo>
                    <a:pt x="1680175" y="1643915"/>
                  </a:lnTo>
                  <a:lnTo>
                    <a:pt x="1685648" y="1643915"/>
                  </a:lnTo>
                  <a:lnTo>
                    <a:pt x="1685648" y="1643915"/>
                  </a:lnTo>
                  <a:lnTo>
                    <a:pt x="1691121" y="1643915"/>
                  </a:lnTo>
                  <a:lnTo>
                    <a:pt x="1691121" y="1643915"/>
                  </a:lnTo>
                  <a:lnTo>
                    <a:pt x="1696594" y="1643915"/>
                  </a:lnTo>
                  <a:lnTo>
                    <a:pt x="1696594" y="1643915"/>
                  </a:lnTo>
                  <a:lnTo>
                    <a:pt x="1702067" y="1643915"/>
                  </a:lnTo>
                  <a:lnTo>
                    <a:pt x="1702067" y="1643915"/>
                  </a:lnTo>
                  <a:lnTo>
                    <a:pt x="1707540" y="1643915"/>
                  </a:lnTo>
                  <a:lnTo>
                    <a:pt x="1707540" y="1643915"/>
                  </a:lnTo>
                  <a:lnTo>
                    <a:pt x="1713013" y="1643915"/>
                  </a:lnTo>
                  <a:lnTo>
                    <a:pt x="1713013" y="1643915"/>
                  </a:lnTo>
                  <a:lnTo>
                    <a:pt x="1718486" y="1643915"/>
                  </a:lnTo>
                  <a:lnTo>
                    <a:pt x="1718486" y="1643915"/>
                  </a:lnTo>
                  <a:lnTo>
                    <a:pt x="1723958" y="1643915"/>
                  </a:lnTo>
                  <a:lnTo>
                    <a:pt x="1723958" y="1643915"/>
                  </a:lnTo>
                  <a:lnTo>
                    <a:pt x="1729431" y="1643915"/>
                  </a:lnTo>
                  <a:lnTo>
                    <a:pt x="1729431" y="1643915"/>
                  </a:lnTo>
                  <a:lnTo>
                    <a:pt x="1734904" y="1643915"/>
                  </a:lnTo>
                  <a:lnTo>
                    <a:pt x="1734904" y="1643915"/>
                  </a:lnTo>
                  <a:lnTo>
                    <a:pt x="1740377" y="1643915"/>
                  </a:lnTo>
                  <a:lnTo>
                    <a:pt x="1740377" y="1643915"/>
                  </a:lnTo>
                  <a:lnTo>
                    <a:pt x="1745850" y="1643915"/>
                  </a:lnTo>
                  <a:lnTo>
                    <a:pt x="1745850" y="1643915"/>
                  </a:lnTo>
                  <a:lnTo>
                    <a:pt x="1751323" y="1643915"/>
                  </a:lnTo>
                  <a:lnTo>
                    <a:pt x="1751323" y="1643915"/>
                  </a:lnTo>
                  <a:lnTo>
                    <a:pt x="1756796" y="1643915"/>
                  </a:lnTo>
                  <a:lnTo>
                    <a:pt x="1756796" y="1625934"/>
                  </a:lnTo>
                  <a:lnTo>
                    <a:pt x="1762269" y="1625934"/>
                  </a:lnTo>
                  <a:lnTo>
                    <a:pt x="1762269" y="1607972"/>
                  </a:lnTo>
                  <a:lnTo>
                    <a:pt x="1767741" y="1607972"/>
                  </a:lnTo>
                  <a:lnTo>
                    <a:pt x="1767741" y="1607972"/>
                  </a:lnTo>
                  <a:lnTo>
                    <a:pt x="1773214" y="1607972"/>
                  </a:lnTo>
                  <a:lnTo>
                    <a:pt x="1773214" y="1590027"/>
                  </a:lnTo>
                  <a:lnTo>
                    <a:pt x="1778687" y="1590027"/>
                  </a:lnTo>
                  <a:lnTo>
                    <a:pt x="1778687" y="1590027"/>
                  </a:lnTo>
                  <a:lnTo>
                    <a:pt x="1784160" y="1590027"/>
                  </a:lnTo>
                  <a:lnTo>
                    <a:pt x="1784160" y="1572101"/>
                  </a:lnTo>
                  <a:lnTo>
                    <a:pt x="1789633" y="1572101"/>
                  </a:lnTo>
                  <a:lnTo>
                    <a:pt x="1789633" y="1572101"/>
                  </a:lnTo>
                  <a:lnTo>
                    <a:pt x="1795106" y="1572101"/>
                  </a:lnTo>
                  <a:lnTo>
                    <a:pt x="1795106" y="1572101"/>
                  </a:lnTo>
                  <a:lnTo>
                    <a:pt x="1800579" y="1572101"/>
                  </a:lnTo>
                  <a:lnTo>
                    <a:pt x="1800579" y="1572101"/>
                  </a:lnTo>
                  <a:lnTo>
                    <a:pt x="1806052" y="1572101"/>
                  </a:lnTo>
                  <a:lnTo>
                    <a:pt x="1806052" y="1572101"/>
                  </a:lnTo>
                  <a:lnTo>
                    <a:pt x="1811525" y="1572101"/>
                  </a:lnTo>
                  <a:lnTo>
                    <a:pt x="1811525" y="1572101"/>
                  </a:lnTo>
                  <a:lnTo>
                    <a:pt x="1816997" y="1572101"/>
                  </a:lnTo>
                  <a:lnTo>
                    <a:pt x="1816997" y="1554156"/>
                  </a:lnTo>
                  <a:lnTo>
                    <a:pt x="1822470" y="1554156"/>
                  </a:lnTo>
                  <a:lnTo>
                    <a:pt x="1822470" y="1554156"/>
                  </a:lnTo>
                  <a:lnTo>
                    <a:pt x="1827943" y="1554156"/>
                  </a:lnTo>
                  <a:lnTo>
                    <a:pt x="1827943" y="1554156"/>
                  </a:lnTo>
                  <a:lnTo>
                    <a:pt x="1833416" y="1554156"/>
                  </a:lnTo>
                  <a:lnTo>
                    <a:pt x="1833416" y="1554156"/>
                  </a:lnTo>
                  <a:lnTo>
                    <a:pt x="1838889" y="1554156"/>
                  </a:lnTo>
                  <a:lnTo>
                    <a:pt x="1838889" y="1554156"/>
                  </a:lnTo>
                  <a:lnTo>
                    <a:pt x="1844362" y="1554156"/>
                  </a:lnTo>
                  <a:lnTo>
                    <a:pt x="1844362" y="1554156"/>
                  </a:lnTo>
                  <a:lnTo>
                    <a:pt x="1849835" y="1554156"/>
                  </a:lnTo>
                  <a:lnTo>
                    <a:pt x="1849835" y="1554156"/>
                  </a:lnTo>
                  <a:lnTo>
                    <a:pt x="1855308" y="1554156"/>
                  </a:lnTo>
                  <a:lnTo>
                    <a:pt x="1855308" y="1554156"/>
                  </a:lnTo>
                  <a:lnTo>
                    <a:pt x="1860781" y="1554156"/>
                  </a:lnTo>
                  <a:lnTo>
                    <a:pt x="1860781" y="1554156"/>
                  </a:lnTo>
                  <a:lnTo>
                    <a:pt x="1866253" y="1554156"/>
                  </a:lnTo>
                  <a:lnTo>
                    <a:pt x="1866253" y="1554156"/>
                  </a:lnTo>
                  <a:lnTo>
                    <a:pt x="1871726" y="1554156"/>
                  </a:lnTo>
                  <a:lnTo>
                    <a:pt x="1871726" y="1554156"/>
                  </a:lnTo>
                  <a:lnTo>
                    <a:pt x="1877199" y="1554156"/>
                  </a:lnTo>
                  <a:lnTo>
                    <a:pt x="1877199" y="1554156"/>
                  </a:lnTo>
                  <a:lnTo>
                    <a:pt x="1882672" y="1554156"/>
                  </a:lnTo>
                  <a:lnTo>
                    <a:pt x="1882672" y="1536138"/>
                  </a:lnTo>
                  <a:lnTo>
                    <a:pt x="1888145" y="1536138"/>
                  </a:lnTo>
                  <a:lnTo>
                    <a:pt x="1888145" y="1536138"/>
                  </a:lnTo>
                  <a:lnTo>
                    <a:pt x="1893618" y="1536138"/>
                  </a:lnTo>
                  <a:lnTo>
                    <a:pt x="1893618" y="1536138"/>
                  </a:lnTo>
                  <a:lnTo>
                    <a:pt x="1899091" y="1536138"/>
                  </a:lnTo>
                  <a:lnTo>
                    <a:pt x="1899091" y="1518101"/>
                  </a:lnTo>
                  <a:lnTo>
                    <a:pt x="1904564" y="1518101"/>
                  </a:lnTo>
                  <a:lnTo>
                    <a:pt x="1904564" y="1518101"/>
                  </a:lnTo>
                  <a:lnTo>
                    <a:pt x="1910037" y="1518101"/>
                  </a:lnTo>
                  <a:lnTo>
                    <a:pt x="1910037" y="1518101"/>
                  </a:lnTo>
                  <a:lnTo>
                    <a:pt x="1915509" y="1518101"/>
                  </a:lnTo>
                  <a:lnTo>
                    <a:pt x="1915509" y="1518101"/>
                  </a:lnTo>
                  <a:lnTo>
                    <a:pt x="1920982" y="1518101"/>
                  </a:lnTo>
                  <a:lnTo>
                    <a:pt x="1920982" y="1518101"/>
                  </a:lnTo>
                  <a:lnTo>
                    <a:pt x="1926455" y="1518101"/>
                  </a:lnTo>
                  <a:lnTo>
                    <a:pt x="1926455" y="1518101"/>
                  </a:lnTo>
                  <a:lnTo>
                    <a:pt x="1931928" y="1518101"/>
                  </a:lnTo>
                  <a:lnTo>
                    <a:pt x="1931928" y="1518101"/>
                  </a:lnTo>
                  <a:lnTo>
                    <a:pt x="1937401" y="1518101"/>
                  </a:lnTo>
                  <a:lnTo>
                    <a:pt x="1937401" y="1463922"/>
                  </a:lnTo>
                  <a:lnTo>
                    <a:pt x="1942874" y="1463922"/>
                  </a:lnTo>
                  <a:lnTo>
                    <a:pt x="1942874" y="1463922"/>
                  </a:lnTo>
                  <a:lnTo>
                    <a:pt x="1948347" y="1463922"/>
                  </a:lnTo>
                  <a:lnTo>
                    <a:pt x="1948347" y="1463922"/>
                  </a:lnTo>
                  <a:lnTo>
                    <a:pt x="1953820" y="1463922"/>
                  </a:lnTo>
                  <a:lnTo>
                    <a:pt x="1953820" y="1463922"/>
                  </a:lnTo>
                  <a:lnTo>
                    <a:pt x="1959292" y="1463922"/>
                  </a:lnTo>
                  <a:lnTo>
                    <a:pt x="1959292" y="1463922"/>
                  </a:lnTo>
                  <a:lnTo>
                    <a:pt x="1964765" y="1463922"/>
                  </a:lnTo>
                  <a:lnTo>
                    <a:pt x="1964765" y="1463922"/>
                  </a:lnTo>
                  <a:lnTo>
                    <a:pt x="1970238" y="1463922"/>
                  </a:lnTo>
                  <a:lnTo>
                    <a:pt x="1970238" y="1445857"/>
                  </a:lnTo>
                  <a:lnTo>
                    <a:pt x="1975711" y="1445857"/>
                  </a:lnTo>
                  <a:lnTo>
                    <a:pt x="1975711" y="1445857"/>
                  </a:lnTo>
                  <a:lnTo>
                    <a:pt x="1981184" y="1445857"/>
                  </a:lnTo>
                  <a:lnTo>
                    <a:pt x="1981184" y="1445857"/>
                  </a:lnTo>
                  <a:lnTo>
                    <a:pt x="1986657" y="1445857"/>
                  </a:lnTo>
                  <a:lnTo>
                    <a:pt x="1986657" y="1445857"/>
                  </a:lnTo>
                  <a:lnTo>
                    <a:pt x="1992130" y="1445857"/>
                  </a:lnTo>
                  <a:lnTo>
                    <a:pt x="1992130" y="1445857"/>
                  </a:lnTo>
                  <a:lnTo>
                    <a:pt x="1997603" y="1445857"/>
                  </a:lnTo>
                  <a:lnTo>
                    <a:pt x="1997603" y="1445857"/>
                  </a:lnTo>
                  <a:lnTo>
                    <a:pt x="2003076" y="1445857"/>
                  </a:lnTo>
                  <a:lnTo>
                    <a:pt x="2003076" y="1445857"/>
                  </a:lnTo>
                  <a:lnTo>
                    <a:pt x="2008548" y="1445857"/>
                  </a:lnTo>
                  <a:lnTo>
                    <a:pt x="2008548" y="1445857"/>
                  </a:lnTo>
                  <a:lnTo>
                    <a:pt x="2014021" y="1445857"/>
                  </a:lnTo>
                  <a:lnTo>
                    <a:pt x="2014021" y="1445857"/>
                  </a:lnTo>
                  <a:lnTo>
                    <a:pt x="2019494" y="1445857"/>
                  </a:lnTo>
                  <a:lnTo>
                    <a:pt x="2019494" y="1445857"/>
                  </a:lnTo>
                  <a:lnTo>
                    <a:pt x="2024967" y="1445857"/>
                  </a:lnTo>
                  <a:lnTo>
                    <a:pt x="2024967" y="1445857"/>
                  </a:lnTo>
                  <a:lnTo>
                    <a:pt x="2030440" y="1445857"/>
                  </a:lnTo>
                  <a:lnTo>
                    <a:pt x="2030440" y="1445857"/>
                  </a:lnTo>
                  <a:lnTo>
                    <a:pt x="2035913" y="1445857"/>
                  </a:lnTo>
                  <a:lnTo>
                    <a:pt x="2035913" y="1445857"/>
                  </a:lnTo>
                  <a:lnTo>
                    <a:pt x="2041386" y="1445857"/>
                  </a:lnTo>
                  <a:lnTo>
                    <a:pt x="2041386" y="1445857"/>
                  </a:lnTo>
                  <a:lnTo>
                    <a:pt x="2046859" y="1445857"/>
                  </a:lnTo>
                  <a:lnTo>
                    <a:pt x="2046859" y="1445857"/>
                  </a:lnTo>
                  <a:lnTo>
                    <a:pt x="2052332" y="1445857"/>
                  </a:lnTo>
                  <a:lnTo>
                    <a:pt x="2052332" y="1445857"/>
                  </a:lnTo>
                  <a:lnTo>
                    <a:pt x="2057804" y="1445857"/>
                  </a:lnTo>
                  <a:lnTo>
                    <a:pt x="2057804" y="1445857"/>
                  </a:lnTo>
                  <a:lnTo>
                    <a:pt x="2063277" y="1445857"/>
                  </a:lnTo>
                  <a:lnTo>
                    <a:pt x="2063277" y="1445857"/>
                  </a:lnTo>
                  <a:lnTo>
                    <a:pt x="2068750" y="1445857"/>
                  </a:lnTo>
                  <a:lnTo>
                    <a:pt x="2068750" y="1445857"/>
                  </a:lnTo>
                  <a:lnTo>
                    <a:pt x="2074223" y="1445857"/>
                  </a:lnTo>
                  <a:lnTo>
                    <a:pt x="2074223" y="1445857"/>
                  </a:lnTo>
                  <a:lnTo>
                    <a:pt x="2079696" y="1445857"/>
                  </a:lnTo>
                  <a:lnTo>
                    <a:pt x="2079696" y="1427616"/>
                  </a:lnTo>
                  <a:lnTo>
                    <a:pt x="2085169" y="1427616"/>
                  </a:lnTo>
                  <a:lnTo>
                    <a:pt x="2085169" y="1427616"/>
                  </a:lnTo>
                  <a:lnTo>
                    <a:pt x="2090642" y="1427616"/>
                  </a:lnTo>
                  <a:lnTo>
                    <a:pt x="2090642" y="1409390"/>
                  </a:lnTo>
                  <a:lnTo>
                    <a:pt x="2096115" y="1409390"/>
                  </a:lnTo>
                  <a:lnTo>
                    <a:pt x="2096115" y="1391179"/>
                  </a:lnTo>
                  <a:lnTo>
                    <a:pt x="2101588" y="1391179"/>
                  </a:lnTo>
                  <a:lnTo>
                    <a:pt x="2101588" y="1391179"/>
                  </a:lnTo>
                  <a:lnTo>
                    <a:pt x="2107060" y="1391179"/>
                  </a:lnTo>
                  <a:lnTo>
                    <a:pt x="2107060" y="1391179"/>
                  </a:lnTo>
                  <a:lnTo>
                    <a:pt x="2112533" y="1391179"/>
                  </a:lnTo>
                  <a:lnTo>
                    <a:pt x="2112533" y="1391179"/>
                  </a:lnTo>
                  <a:lnTo>
                    <a:pt x="2118006" y="1391179"/>
                  </a:lnTo>
                  <a:lnTo>
                    <a:pt x="2118006" y="1372984"/>
                  </a:lnTo>
                  <a:lnTo>
                    <a:pt x="2123479" y="1372984"/>
                  </a:lnTo>
                  <a:lnTo>
                    <a:pt x="2123479" y="1372984"/>
                  </a:lnTo>
                  <a:lnTo>
                    <a:pt x="2128952" y="1372984"/>
                  </a:lnTo>
                  <a:lnTo>
                    <a:pt x="2128952" y="1354804"/>
                  </a:lnTo>
                  <a:lnTo>
                    <a:pt x="2134425" y="1354804"/>
                  </a:lnTo>
                  <a:lnTo>
                    <a:pt x="2134425" y="1354804"/>
                  </a:lnTo>
                  <a:lnTo>
                    <a:pt x="2139898" y="1354804"/>
                  </a:lnTo>
                  <a:lnTo>
                    <a:pt x="2139898" y="1354804"/>
                  </a:lnTo>
                  <a:lnTo>
                    <a:pt x="2145371" y="1354804"/>
                  </a:lnTo>
                  <a:lnTo>
                    <a:pt x="2145371" y="1336639"/>
                  </a:lnTo>
                  <a:lnTo>
                    <a:pt x="2150843" y="1336639"/>
                  </a:lnTo>
                  <a:lnTo>
                    <a:pt x="2150843" y="1336639"/>
                  </a:lnTo>
                  <a:lnTo>
                    <a:pt x="2156316" y="1336639"/>
                  </a:lnTo>
                  <a:lnTo>
                    <a:pt x="2156316" y="1336639"/>
                  </a:lnTo>
                  <a:lnTo>
                    <a:pt x="2161789" y="1336639"/>
                  </a:lnTo>
                  <a:lnTo>
                    <a:pt x="2161789" y="1336639"/>
                  </a:lnTo>
                  <a:lnTo>
                    <a:pt x="2167262" y="1336639"/>
                  </a:lnTo>
                  <a:lnTo>
                    <a:pt x="2167262" y="1318488"/>
                  </a:lnTo>
                  <a:lnTo>
                    <a:pt x="2172735" y="1318488"/>
                  </a:lnTo>
                  <a:lnTo>
                    <a:pt x="2172735" y="1318488"/>
                  </a:lnTo>
                  <a:lnTo>
                    <a:pt x="2178208" y="1318488"/>
                  </a:lnTo>
                  <a:lnTo>
                    <a:pt x="2178208" y="1300310"/>
                  </a:lnTo>
                  <a:lnTo>
                    <a:pt x="2183681" y="1300310"/>
                  </a:lnTo>
                  <a:lnTo>
                    <a:pt x="2183681" y="1300310"/>
                  </a:lnTo>
                  <a:lnTo>
                    <a:pt x="2189154" y="1300310"/>
                  </a:lnTo>
                  <a:lnTo>
                    <a:pt x="2189154" y="1300310"/>
                  </a:lnTo>
                  <a:lnTo>
                    <a:pt x="2194627" y="1300310"/>
                  </a:lnTo>
                  <a:lnTo>
                    <a:pt x="2194627" y="1300310"/>
                  </a:lnTo>
                  <a:lnTo>
                    <a:pt x="2200099" y="1300310"/>
                  </a:lnTo>
                  <a:lnTo>
                    <a:pt x="2200099" y="1300310"/>
                  </a:lnTo>
                  <a:lnTo>
                    <a:pt x="2205572" y="1300310"/>
                  </a:lnTo>
                  <a:lnTo>
                    <a:pt x="2205572" y="1300310"/>
                  </a:lnTo>
                  <a:lnTo>
                    <a:pt x="2211045" y="1300310"/>
                  </a:lnTo>
                  <a:lnTo>
                    <a:pt x="2211045" y="1300310"/>
                  </a:lnTo>
                  <a:lnTo>
                    <a:pt x="2216518" y="1300310"/>
                  </a:lnTo>
                  <a:lnTo>
                    <a:pt x="2216518" y="1300310"/>
                  </a:lnTo>
                  <a:lnTo>
                    <a:pt x="2221991" y="1300310"/>
                  </a:lnTo>
                  <a:lnTo>
                    <a:pt x="2221991" y="1300310"/>
                  </a:lnTo>
                  <a:lnTo>
                    <a:pt x="2227464" y="1300310"/>
                  </a:lnTo>
                  <a:lnTo>
                    <a:pt x="2227464" y="1300310"/>
                  </a:lnTo>
                  <a:lnTo>
                    <a:pt x="2232937" y="1300310"/>
                  </a:lnTo>
                  <a:lnTo>
                    <a:pt x="2232937" y="1300310"/>
                  </a:lnTo>
                  <a:lnTo>
                    <a:pt x="2238410" y="1300310"/>
                  </a:lnTo>
                  <a:lnTo>
                    <a:pt x="2238410" y="1300310"/>
                  </a:lnTo>
                  <a:lnTo>
                    <a:pt x="2243883" y="1300310"/>
                  </a:lnTo>
                  <a:lnTo>
                    <a:pt x="2243883" y="1282064"/>
                  </a:lnTo>
                  <a:lnTo>
                    <a:pt x="2249355" y="1282064"/>
                  </a:lnTo>
                  <a:lnTo>
                    <a:pt x="2249355" y="1245613"/>
                  </a:lnTo>
                  <a:lnTo>
                    <a:pt x="2254828" y="1245613"/>
                  </a:lnTo>
                  <a:lnTo>
                    <a:pt x="2254828" y="1245613"/>
                  </a:lnTo>
                  <a:lnTo>
                    <a:pt x="2260301" y="1245613"/>
                  </a:lnTo>
                  <a:lnTo>
                    <a:pt x="2260301" y="1245613"/>
                  </a:lnTo>
                  <a:lnTo>
                    <a:pt x="2265774" y="1245613"/>
                  </a:lnTo>
                  <a:lnTo>
                    <a:pt x="2265774" y="1245613"/>
                  </a:lnTo>
                  <a:lnTo>
                    <a:pt x="2271247" y="1245613"/>
                  </a:lnTo>
                  <a:lnTo>
                    <a:pt x="2271247" y="1245613"/>
                  </a:lnTo>
                  <a:lnTo>
                    <a:pt x="2276720" y="1245613"/>
                  </a:lnTo>
                  <a:lnTo>
                    <a:pt x="2276720" y="1245613"/>
                  </a:lnTo>
                  <a:lnTo>
                    <a:pt x="2282193" y="1245613"/>
                  </a:lnTo>
                  <a:lnTo>
                    <a:pt x="2282193" y="1245613"/>
                  </a:lnTo>
                  <a:lnTo>
                    <a:pt x="2287666" y="1245613"/>
                  </a:lnTo>
                  <a:lnTo>
                    <a:pt x="2287666" y="1245613"/>
                  </a:lnTo>
                  <a:lnTo>
                    <a:pt x="2293138" y="1245613"/>
                  </a:lnTo>
                  <a:lnTo>
                    <a:pt x="2293138" y="1245613"/>
                  </a:lnTo>
                  <a:lnTo>
                    <a:pt x="2298611" y="1245613"/>
                  </a:lnTo>
                  <a:lnTo>
                    <a:pt x="2298611" y="1245613"/>
                  </a:lnTo>
                  <a:lnTo>
                    <a:pt x="2304084" y="1245613"/>
                  </a:lnTo>
                  <a:lnTo>
                    <a:pt x="2304084" y="1245613"/>
                  </a:lnTo>
                  <a:lnTo>
                    <a:pt x="2309557" y="1245613"/>
                  </a:lnTo>
                  <a:lnTo>
                    <a:pt x="2309557" y="1245613"/>
                  </a:lnTo>
                  <a:lnTo>
                    <a:pt x="2315030" y="1245613"/>
                  </a:lnTo>
                  <a:lnTo>
                    <a:pt x="2315030" y="1245613"/>
                  </a:lnTo>
                  <a:lnTo>
                    <a:pt x="2320503" y="1245613"/>
                  </a:lnTo>
                  <a:lnTo>
                    <a:pt x="2320503" y="1245613"/>
                  </a:lnTo>
                  <a:lnTo>
                    <a:pt x="2325976" y="1245613"/>
                  </a:lnTo>
                  <a:lnTo>
                    <a:pt x="2325976" y="1245613"/>
                  </a:lnTo>
                  <a:lnTo>
                    <a:pt x="2331449" y="1245613"/>
                  </a:lnTo>
                  <a:lnTo>
                    <a:pt x="2331449" y="1245613"/>
                  </a:lnTo>
                  <a:lnTo>
                    <a:pt x="2336922" y="1245613"/>
                  </a:lnTo>
                  <a:lnTo>
                    <a:pt x="2336922" y="1245613"/>
                  </a:lnTo>
                  <a:lnTo>
                    <a:pt x="2342394" y="1245613"/>
                  </a:lnTo>
                  <a:lnTo>
                    <a:pt x="2342394" y="1245613"/>
                  </a:lnTo>
                  <a:lnTo>
                    <a:pt x="2347867" y="1245613"/>
                  </a:lnTo>
                  <a:lnTo>
                    <a:pt x="2347867" y="1227344"/>
                  </a:lnTo>
                  <a:lnTo>
                    <a:pt x="2353340" y="1227344"/>
                  </a:lnTo>
                  <a:lnTo>
                    <a:pt x="2353340" y="1209088"/>
                  </a:lnTo>
                  <a:lnTo>
                    <a:pt x="2358813" y="1209088"/>
                  </a:lnTo>
                  <a:lnTo>
                    <a:pt x="2358813" y="1190845"/>
                  </a:lnTo>
                  <a:lnTo>
                    <a:pt x="2364286" y="1190845"/>
                  </a:lnTo>
                  <a:lnTo>
                    <a:pt x="2364286" y="1190845"/>
                  </a:lnTo>
                  <a:lnTo>
                    <a:pt x="2369759" y="1190845"/>
                  </a:lnTo>
                  <a:lnTo>
                    <a:pt x="2369759" y="1190845"/>
                  </a:lnTo>
                  <a:lnTo>
                    <a:pt x="2375232" y="1190845"/>
                  </a:lnTo>
                  <a:lnTo>
                    <a:pt x="2375232" y="1190845"/>
                  </a:lnTo>
                  <a:lnTo>
                    <a:pt x="2380705" y="1190845"/>
                  </a:lnTo>
                  <a:lnTo>
                    <a:pt x="2380705" y="1190845"/>
                  </a:lnTo>
                  <a:lnTo>
                    <a:pt x="2386178" y="1190845"/>
                  </a:lnTo>
                  <a:lnTo>
                    <a:pt x="2386178" y="1190845"/>
                  </a:lnTo>
                  <a:lnTo>
                    <a:pt x="2391650" y="1190845"/>
                  </a:lnTo>
                  <a:lnTo>
                    <a:pt x="2391650" y="1190845"/>
                  </a:lnTo>
                  <a:lnTo>
                    <a:pt x="2397123" y="1190845"/>
                  </a:lnTo>
                  <a:lnTo>
                    <a:pt x="2397123" y="1172593"/>
                  </a:lnTo>
                  <a:lnTo>
                    <a:pt x="2402596" y="1172593"/>
                  </a:lnTo>
                  <a:lnTo>
                    <a:pt x="2402596" y="1172593"/>
                  </a:lnTo>
                  <a:lnTo>
                    <a:pt x="2408069" y="1172593"/>
                  </a:lnTo>
                  <a:lnTo>
                    <a:pt x="2408069" y="1172593"/>
                  </a:lnTo>
                  <a:lnTo>
                    <a:pt x="2413542" y="1172593"/>
                  </a:lnTo>
                  <a:lnTo>
                    <a:pt x="2413542" y="1154309"/>
                  </a:lnTo>
                  <a:lnTo>
                    <a:pt x="2419015" y="1154309"/>
                  </a:lnTo>
                  <a:lnTo>
                    <a:pt x="2419015" y="1154309"/>
                  </a:lnTo>
                  <a:lnTo>
                    <a:pt x="2424488" y="1154309"/>
                  </a:lnTo>
                  <a:lnTo>
                    <a:pt x="2424488" y="1154309"/>
                  </a:lnTo>
                  <a:lnTo>
                    <a:pt x="2429961" y="1154309"/>
                  </a:lnTo>
                  <a:lnTo>
                    <a:pt x="2429961" y="1154309"/>
                  </a:lnTo>
                  <a:lnTo>
                    <a:pt x="2435434" y="1154309"/>
                  </a:lnTo>
                  <a:lnTo>
                    <a:pt x="2435434" y="1136038"/>
                  </a:lnTo>
                  <a:lnTo>
                    <a:pt x="2440906" y="1136038"/>
                  </a:lnTo>
                  <a:lnTo>
                    <a:pt x="2440906" y="1136038"/>
                  </a:lnTo>
                  <a:lnTo>
                    <a:pt x="2446379" y="1136038"/>
                  </a:lnTo>
                  <a:lnTo>
                    <a:pt x="2446379" y="1136038"/>
                  </a:lnTo>
                  <a:lnTo>
                    <a:pt x="2451852" y="1136038"/>
                  </a:lnTo>
                  <a:lnTo>
                    <a:pt x="2451852" y="1136038"/>
                  </a:lnTo>
                  <a:lnTo>
                    <a:pt x="2457325" y="1136038"/>
                  </a:lnTo>
                  <a:lnTo>
                    <a:pt x="2457325" y="1136038"/>
                  </a:lnTo>
                  <a:lnTo>
                    <a:pt x="2462798" y="1136038"/>
                  </a:lnTo>
                  <a:lnTo>
                    <a:pt x="2462798" y="1136038"/>
                  </a:lnTo>
                  <a:lnTo>
                    <a:pt x="2468271" y="1136038"/>
                  </a:lnTo>
                  <a:lnTo>
                    <a:pt x="2468271" y="1136038"/>
                  </a:lnTo>
                  <a:lnTo>
                    <a:pt x="2473744" y="1136038"/>
                  </a:lnTo>
                  <a:lnTo>
                    <a:pt x="2473744" y="1136038"/>
                  </a:lnTo>
                  <a:lnTo>
                    <a:pt x="2479217" y="1136038"/>
                  </a:lnTo>
                  <a:lnTo>
                    <a:pt x="2479217" y="1117666"/>
                  </a:lnTo>
                  <a:lnTo>
                    <a:pt x="2484689" y="1117666"/>
                  </a:lnTo>
                  <a:lnTo>
                    <a:pt x="2484689" y="1117666"/>
                  </a:lnTo>
                  <a:lnTo>
                    <a:pt x="2490162" y="1117666"/>
                  </a:lnTo>
                  <a:lnTo>
                    <a:pt x="2490162" y="1117666"/>
                  </a:lnTo>
                  <a:lnTo>
                    <a:pt x="2495635" y="1117666"/>
                  </a:lnTo>
                  <a:lnTo>
                    <a:pt x="2495635" y="1117666"/>
                  </a:lnTo>
                  <a:lnTo>
                    <a:pt x="2501108" y="1117666"/>
                  </a:lnTo>
                  <a:lnTo>
                    <a:pt x="2501108" y="1117666"/>
                  </a:lnTo>
                  <a:lnTo>
                    <a:pt x="2506581" y="1117666"/>
                  </a:lnTo>
                  <a:lnTo>
                    <a:pt x="2506581" y="1117666"/>
                  </a:lnTo>
                  <a:lnTo>
                    <a:pt x="2512054" y="1117666"/>
                  </a:lnTo>
                  <a:lnTo>
                    <a:pt x="2512054" y="1099307"/>
                  </a:lnTo>
                  <a:lnTo>
                    <a:pt x="2517527" y="1099307"/>
                  </a:lnTo>
                  <a:lnTo>
                    <a:pt x="2517527" y="1099307"/>
                  </a:lnTo>
                  <a:lnTo>
                    <a:pt x="2523000" y="1099307"/>
                  </a:lnTo>
                  <a:lnTo>
                    <a:pt x="2523000" y="1099307"/>
                  </a:lnTo>
                  <a:lnTo>
                    <a:pt x="2528473" y="1099307"/>
                  </a:lnTo>
                  <a:lnTo>
                    <a:pt x="2528473" y="1080936"/>
                  </a:lnTo>
                  <a:lnTo>
                    <a:pt x="2533945" y="1080936"/>
                  </a:lnTo>
                  <a:lnTo>
                    <a:pt x="2533945" y="1080936"/>
                  </a:lnTo>
                  <a:lnTo>
                    <a:pt x="2539418" y="1080936"/>
                  </a:lnTo>
                  <a:lnTo>
                    <a:pt x="2539418" y="1080936"/>
                  </a:lnTo>
                  <a:lnTo>
                    <a:pt x="2544891" y="1080936"/>
                  </a:lnTo>
                  <a:lnTo>
                    <a:pt x="2544891" y="1080936"/>
                  </a:lnTo>
                  <a:lnTo>
                    <a:pt x="2550364" y="1080936"/>
                  </a:lnTo>
                  <a:lnTo>
                    <a:pt x="2550364" y="1080936"/>
                  </a:lnTo>
                  <a:lnTo>
                    <a:pt x="2555837" y="1080936"/>
                  </a:lnTo>
                  <a:lnTo>
                    <a:pt x="2555837" y="1080936"/>
                  </a:lnTo>
                  <a:lnTo>
                    <a:pt x="2561310" y="1080936"/>
                  </a:lnTo>
                  <a:lnTo>
                    <a:pt x="2561310" y="1080936"/>
                  </a:lnTo>
                  <a:lnTo>
                    <a:pt x="2566783" y="1080936"/>
                  </a:lnTo>
                  <a:lnTo>
                    <a:pt x="2566783" y="1062531"/>
                  </a:lnTo>
                  <a:lnTo>
                    <a:pt x="2572256" y="1062531"/>
                  </a:lnTo>
                  <a:lnTo>
                    <a:pt x="2572256" y="1062531"/>
                  </a:lnTo>
                  <a:lnTo>
                    <a:pt x="2577729" y="1062531"/>
                  </a:lnTo>
                  <a:lnTo>
                    <a:pt x="2577729" y="1062531"/>
                  </a:lnTo>
                  <a:lnTo>
                    <a:pt x="2583201" y="1062531"/>
                  </a:lnTo>
                  <a:lnTo>
                    <a:pt x="2583201" y="1062531"/>
                  </a:lnTo>
                  <a:lnTo>
                    <a:pt x="2588674" y="1062531"/>
                  </a:lnTo>
                  <a:lnTo>
                    <a:pt x="2588674" y="1062531"/>
                  </a:lnTo>
                  <a:lnTo>
                    <a:pt x="2594147" y="1062531"/>
                  </a:lnTo>
                  <a:lnTo>
                    <a:pt x="2594147" y="1062531"/>
                  </a:lnTo>
                  <a:lnTo>
                    <a:pt x="2599620" y="1062531"/>
                  </a:lnTo>
                  <a:lnTo>
                    <a:pt x="2599620" y="1062531"/>
                  </a:lnTo>
                  <a:lnTo>
                    <a:pt x="2605093" y="1062531"/>
                  </a:lnTo>
                  <a:lnTo>
                    <a:pt x="2605093" y="1062531"/>
                  </a:lnTo>
                  <a:lnTo>
                    <a:pt x="2610566" y="1062531"/>
                  </a:lnTo>
                  <a:lnTo>
                    <a:pt x="2610566" y="1062531"/>
                  </a:lnTo>
                  <a:lnTo>
                    <a:pt x="2616039" y="1062531"/>
                  </a:lnTo>
                  <a:lnTo>
                    <a:pt x="2616039" y="1062531"/>
                  </a:lnTo>
                  <a:lnTo>
                    <a:pt x="2621512" y="1062531"/>
                  </a:lnTo>
                  <a:lnTo>
                    <a:pt x="2621512" y="1062531"/>
                  </a:lnTo>
                  <a:lnTo>
                    <a:pt x="2626985" y="1062531"/>
                  </a:lnTo>
                  <a:lnTo>
                    <a:pt x="2626985" y="1062531"/>
                  </a:lnTo>
                  <a:lnTo>
                    <a:pt x="2632457" y="1062531"/>
                  </a:lnTo>
                  <a:lnTo>
                    <a:pt x="2632457" y="1062531"/>
                  </a:lnTo>
                  <a:lnTo>
                    <a:pt x="2637930" y="1062531"/>
                  </a:lnTo>
                  <a:lnTo>
                    <a:pt x="2637930" y="1062531"/>
                  </a:lnTo>
                  <a:lnTo>
                    <a:pt x="2643403" y="1062531"/>
                  </a:lnTo>
                  <a:lnTo>
                    <a:pt x="2643403" y="1062531"/>
                  </a:lnTo>
                  <a:lnTo>
                    <a:pt x="2648876" y="1062531"/>
                  </a:lnTo>
                  <a:lnTo>
                    <a:pt x="2648876" y="1062531"/>
                  </a:lnTo>
                  <a:lnTo>
                    <a:pt x="2654349" y="1062531"/>
                  </a:lnTo>
                  <a:lnTo>
                    <a:pt x="2654349" y="1062531"/>
                  </a:lnTo>
                  <a:lnTo>
                    <a:pt x="2659822" y="1062531"/>
                  </a:lnTo>
                  <a:lnTo>
                    <a:pt x="2659822" y="1062531"/>
                  </a:lnTo>
                  <a:lnTo>
                    <a:pt x="2665295" y="1062531"/>
                  </a:lnTo>
                  <a:lnTo>
                    <a:pt x="2665295" y="1062531"/>
                  </a:lnTo>
                  <a:lnTo>
                    <a:pt x="2670768" y="1062531"/>
                  </a:lnTo>
                  <a:lnTo>
                    <a:pt x="2670768" y="1062531"/>
                  </a:lnTo>
                  <a:lnTo>
                    <a:pt x="2676240" y="1062531"/>
                  </a:lnTo>
                  <a:lnTo>
                    <a:pt x="2676240" y="1044066"/>
                  </a:lnTo>
                  <a:lnTo>
                    <a:pt x="2681713" y="1044066"/>
                  </a:lnTo>
                  <a:lnTo>
                    <a:pt x="2681713" y="1044066"/>
                  </a:lnTo>
                  <a:lnTo>
                    <a:pt x="2687186" y="1044066"/>
                  </a:lnTo>
                  <a:lnTo>
                    <a:pt x="2687186" y="1044066"/>
                  </a:lnTo>
                  <a:lnTo>
                    <a:pt x="2692659" y="1044066"/>
                  </a:lnTo>
                  <a:lnTo>
                    <a:pt x="2692659" y="1044066"/>
                  </a:lnTo>
                  <a:lnTo>
                    <a:pt x="2698132" y="1044066"/>
                  </a:lnTo>
                  <a:lnTo>
                    <a:pt x="2698132" y="1044066"/>
                  </a:lnTo>
                  <a:lnTo>
                    <a:pt x="2703605" y="1044066"/>
                  </a:lnTo>
                  <a:lnTo>
                    <a:pt x="2703605" y="1044066"/>
                  </a:lnTo>
                  <a:lnTo>
                    <a:pt x="2709078" y="1044066"/>
                  </a:lnTo>
                  <a:lnTo>
                    <a:pt x="2709078" y="1044066"/>
                  </a:lnTo>
                  <a:lnTo>
                    <a:pt x="2714551" y="1044066"/>
                  </a:lnTo>
                  <a:lnTo>
                    <a:pt x="2714551" y="1044066"/>
                  </a:lnTo>
                  <a:lnTo>
                    <a:pt x="2720024" y="1044066"/>
                  </a:lnTo>
                  <a:lnTo>
                    <a:pt x="2720024" y="1025564"/>
                  </a:lnTo>
                  <a:lnTo>
                    <a:pt x="2725496" y="1025564"/>
                  </a:lnTo>
                  <a:lnTo>
                    <a:pt x="2725496" y="1007074"/>
                  </a:lnTo>
                  <a:lnTo>
                    <a:pt x="2730969" y="1007074"/>
                  </a:lnTo>
                  <a:lnTo>
                    <a:pt x="2730969" y="1007074"/>
                  </a:lnTo>
                  <a:lnTo>
                    <a:pt x="2736442" y="1007074"/>
                  </a:lnTo>
                  <a:lnTo>
                    <a:pt x="2736442" y="1007074"/>
                  </a:lnTo>
                  <a:lnTo>
                    <a:pt x="2741915" y="1007074"/>
                  </a:lnTo>
                  <a:lnTo>
                    <a:pt x="2741915" y="1007074"/>
                  </a:lnTo>
                  <a:lnTo>
                    <a:pt x="2747388" y="1007074"/>
                  </a:lnTo>
                  <a:lnTo>
                    <a:pt x="2747388" y="1007074"/>
                  </a:lnTo>
                  <a:lnTo>
                    <a:pt x="2752861" y="1007074"/>
                  </a:lnTo>
                  <a:lnTo>
                    <a:pt x="2752861" y="1007074"/>
                  </a:lnTo>
                  <a:lnTo>
                    <a:pt x="2758334" y="1007074"/>
                  </a:lnTo>
                  <a:lnTo>
                    <a:pt x="2758334" y="1007074"/>
                  </a:lnTo>
                  <a:lnTo>
                    <a:pt x="2763807" y="1007074"/>
                  </a:lnTo>
                  <a:lnTo>
                    <a:pt x="2763807" y="1007074"/>
                  </a:lnTo>
                  <a:lnTo>
                    <a:pt x="2769280" y="1007074"/>
                  </a:lnTo>
                  <a:lnTo>
                    <a:pt x="2769280" y="1007074"/>
                  </a:lnTo>
                  <a:lnTo>
                    <a:pt x="2774752" y="1007074"/>
                  </a:lnTo>
                  <a:lnTo>
                    <a:pt x="2774752" y="1007074"/>
                  </a:lnTo>
                  <a:lnTo>
                    <a:pt x="2780225" y="1007074"/>
                  </a:lnTo>
                  <a:lnTo>
                    <a:pt x="2780225" y="1007074"/>
                  </a:lnTo>
                  <a:lnTo>
                    <a:pt x="2785698" y="1007074"/>
                  </a:lnTo>
                  <a:lnTo>
                    <a:pt x="2785698" y="1007074"/>
                  </a:lnTo>
                  <a:lnTo>
                    <a:pt x="2791171" y="1007074"/>
                  </a:lnTo>
                  <a:lnTo>
                    <a:pt x="2791171" y="1007074"/>
                  </a:lnTo>
                  <a:lnTo>
                    <a:pt x="2796644" y="1007074"/>
                  </a:lnTo>
                  <a:lnTo>
                    <a:pt x="2796644" y="1007074"/>
                  </a:lnTo>
                  <a:lnTo>
                    <a:pt x="2802117" y="1007074"/>
                  </a:lnTo>
                  <a:lnTo>
                    <a:pt x="2802117" y="1007074"/>
                  </a:lnTo>
                  <a:lnTo>
                    <a:pt x="2807590" y="1007074"/>
                  </a:lnTo>
                  <a:lnTo>
                    <a:pt x="2807590" y="1007074"/>
                  </a:lnTo>
                  <a:lnTo>
                    <a:pt x="2813063" y="1007074"/>
                  </a:lnTo>
                  <a:lnTo>
                    <a:pt x="2813063" y="1007074"/>
                  </a:lnTo>
                  <a:lnTo>
                    <a:pt x="2818535" y="1007074"/>
                  </a:lnTo>
                  <a:lnTo>
                    <a:pt x="2818535" y="970078"/>
                  </a:lnTo>
                  <a:lnTo>
                    <a:pt x="2824008" y="970078"/>
                  </a:lnTo>
                  <a:lnTo>
                    <a:pt x="2824008" y="970078"/>
                  </a:lnTo>
                  <a:lnTo>
                    <a:pt x="2829481" y="970078"/>
                  </a:lnTo>
                  <a:lnTo>
                    <a:pt x="2829481" y="970078"/>
                  </a:lnTo>
                  <a:lnTo>
                    <a:pt x="2834954" y="970078"/>
                  </a:lnTo>
                  <a:lnTo>
                    <a:pt x="2834954" y="970078"/>
                  </a:lnTo>
                  <a:lnTo>
                    <a:pt x="2840427" y="970078"/>
                  </a:lnTo>
                  <a:lnTo>
                    <a:pt x="2840427" y="970078"/>
                  </a:lnTo>
                  <a:lnTo>
                    <a:pt x="2845900" y="970078"/>
                  </a:lnTo>
                  <a:lnTo>
                    <a:pt x="2845900" y="970078"/>
                  </a:lnTo>
                  <a:lnTo>
                    <a:pt x="2851373" y="970078"/>
                  </a:lnTo>
                  <a:lnTo>
                    <a:pt x="2851373" y="970078"/>
                  </a:lnTo>
                  <a:lnTo>
                    <a:pt x="2856846" y="970078"/>
                  </a:lnTo>
                  <a:lnTo>
                    <a:pt x="2856846" y="970078"/>
                  </a:lnTo>
                  <a:lnTo>
                    <a:pt x="2862319" y="970078"/>
                  </a:lnTo>
                  <a:lnTo>
                    <a:pt x="2862319" y="951520"/>
                  </a:lnTo>
                  <a:lnTo>
                    <a:pt x="2867791" y="951520"/>
                  </a:lnTo>
                  <a:lnTo>
                    <a:pt x="2867791" y="951520"/>
                  </a:lnTo>
                  <a:lnTo>
                    <a:pt x="2873264" y="951520"/>
                  </a:lnTo>
                  <a:lnTo>
                    <a:pt x="2873264" y="951520"/>
                  </a:lnTo>
                  <a:lnTo>
                    <a:pt x="2878737" y="951520"/>
                  </a:lnTo>
                  <a:lnTo>
                    <a:pt x="2878737" y="951520"/>
                  </a:lnTo>
                  <a:lnTo>
                    <a:pt x="2884210" y="951520"/>
                  </a:lnTo>
                  <a:lnTo>
                    <a:pt x="2884210" y="951520"/>
                  </a:lnTo>
                  <a:lnTo>
                    <a:pt x="2889683" y="951520"/>
                  </a:lnTo>
                  <a:lnTo>
                    <a:pt x="2889683" y="951520"/>
                  </a:lnTo>
                  <a:lnTo>
                    <a:pt x="2895156" y="951520"/>
                  </a:lnTo>
                  <a:lnTo>
                    <a:pt x="2895156" y="932920"/>
                  </a:lnTo>
                  <a:lnTo>
                    <a:pt x="2900629" y="932920"/>
                  </a:lnTo>
                  <a:lnTo>
                    <a:pt x="2900629" y="932920"/>
                  </a:lnTo>
                  <a:lnTo>
                    <a:pt x="2906102" y="932920"/>
                  </a:lnTo>
                  <a:lnTo>
                    <a:pt x="2906102" y="932920"/>
                  </a:lnTo>
                  <a:lnTo>
                    <a:pt x="2911575" y="932920"/>
                  </a:lnTo>
                  <a:lnTo>
                    <a:pt x="2911575" y="914278"/>
                  </a:lnTo>
                  <a:lnTo>
                    <a:pt x="2917047" y="914278"/>
                  </a:lnTo>
                  <a:lnTo>
                    <a:pt x="2917047" y="895620"/>
                  </a:lnTo>
                  <a:lnTo>
                    <a:pt x="2922520" y="895620"/>
                  </a:lnTo>
                  <a:lnTo>
                    <a:pt x="2922520" y="895620"/>
                  </a:lnTo>
                  <a:lnTo>
                    <a:pt x="2927993" y="895620"/>
                  </a:lnTo>
                  <a:lnTo>
                    <a:pt x="2927993" y="895620"/>
                  </a:lnTo>
                  <a:lnTo>
                    <a:pt x="2933466" y="895620"/>
                  </a:lnTo>
                  <a:lnTo>
                    <a:pt x="2933466" y="895620"/>
                  </a:lnTo>
                  <a:lnTo>
                    <a:pt x="2938939" y="895620"/>
                  </a:lnTo>
                  <a:lnTo>
                    <a:pt x="2938939" y="895620"/>
                  </a:lnTo>
                  <a:lnTo>
                    <a:pt x="2944412" y="895620"/>
                  </a:lnTo>
                  <a:lnTo>
                    <a:pt x="2944412" y="895620"/>
                  </a:lnTo>
                  <a:lnTo>
                    <a:pt x="2949885" y="895620"/>
                  </a:lnTo>
                  <a:lnTo>
                    <a:pt x="2949885" y="895620"/>
                  </a:lnTo>
                  <a:lnTo>
                    <a:pt x="2955358" y="895620"/>
                  </a:lnTo>
                  <a:lnTo>
                    <a:pt x="2955358" y="895620"/>
                  </a:lnTo>
                  <a:lnTo>
                    <a:pt x="2960831" y="895620"/>
                  </a:lnTo>
                  <a:lnTo>
                    <a:pt x="2960831" y="895620"/>
                  </a:lnTo>
                  <a:lnTo>
                    <a:pt x="2966303" y="895620"/>
                  </a:lnTo>
                  <a:lnTo>
                    <a:pt x="2966303" y="895620"/>
                  </a:lnTo>
                  <a:lnTo>
                    <a:pt x="2971776" y="895620"/>
                  </a:lnTo>
                  <a:lnTo>
                    <a:pt x="2971776" y="895620"/>
                  </a:lnTo>
                  <a:lnTo>
                    <a:pt x="2977249" y="895620"/>
                  </a:lnTo>
                  <a:lnTo>
                    <a:pt x="2977249" y="895620"/>
                  </a:lnTo>
                  <a:lnTo>
                    <a:pt x="2982722" y="895620"/>
                  </a:lnTo>
                  <a:lnTo>
                    <a:pt x="2982722" y="895620"/>
                  </a:lnTo>
                  <a:lnTo>
                    <a:pt x="2988195" y="895620"/>
                  </a:lnTo>
                  <a:lnTo>
                    <a:pt x="2988195" y="895620"/>
                  </a:lnTo>
                  <a:lnTo>
                    <a:pt x="2993668" y="895620"/>
                  </a:lnTo>
                  <a:lnTo>
                    <a:pt x="2993668" y="895620"/>
                  </a:lnTo>
                  <a:lnTo>
                    <a:pt x="2999141" y="895620"/>
                  </a:lnTo>
                  <a:lnTo>
                    <a:pt x="2999141" y="895620"/>
                  </a:lnTo>
                  <a:lnTo>
                    <a:pt x="3004614" y="895620"/>
                  </a:lnTo>
                  <a:lnTo>
                    <a:pt x="3004614" y="876863"/>
                  </a:lnTo>
                  <a:lnTo>
                    <a:pt x="3010086" y="876863"/>
                  </a:lnTo>
                  <a:lnTo>
                    <a:pt x="3010086" y="876863"/>
                  </a:lnTo>
                  <a:lnTo>
                    <a:pt x="3015559" y="876863"/>
                  </a:lnTo>
                  <a:lnTo>
                    <a:pt x="3015559" y="876863"/>
                  </a:lnTo>
                  <a:lnTo>
                    <a:pt x="3021032" y="876863"/>
                  </a:lnTo>
                  <a:lnTo>
                    <a:pt x="3021032" y="876863"/>
                  </a:lnTo>
                  <a:lnTo>
                    <a:pt x="3026505" y="876863"/>
                  </a:lnTo>
                  <a:lnTo>
                    <a:pt x="3026505" y="876863"/>
                  </a:lnTo>
                  <a:lnTo>
                    <a:pt x="3031978" y="876863"/>
                  </a:lnTo>
                  <a:lnTo>
                    <a:pt x="3031978" y="876863"/>
                  </a:lnTo>
                  <a:lnTo>
                    <a:pt x="3037451" y="876863"/>
                  </a:lnTo>
                  <a:lnTo>
                    <a:pt x="3037451" y="876863"/>
                  </a:lnTo>
                  <a:lnTo>
                    <a:pt x="3042924" y="876863"/>
                  </a:lnTo>
                  <a:lnTo>
                    <a:pt x="3042924" y="876863"/>
                  </a:lnTo>
                  <a:lnTo>
                    <a:pt x="3048397" y="876863"/>
                  </a:lnTo>
                  <a:lnTo>
                    <a:pt x="3048397" y="876863"/>
                  </a:lnTo>
                  <a:lnTo>
                    <a:pt x="3053870" y="876863"/>
                  </a:lnTo>
                  <a:lnTo>
                    <a:pt x="3053870" y="876863"/>
                  </a:lnTo>
                  <a:lnTo>
                    <a:pt x="3059342" y="876863"/>
                  </a:lnTo>
                  <a:lnTo>
                    <a:pt x="3059342" y="876863"/>
                  </a:lnTo>
                  <a:lnTo>
                    <a:pt x="3064815" y="876863"/>
                  </a:lnTo>
                  <a:lnTo>
                    <a:pt x="3064815" y="876863"/>
                  </a:lnTo>
                  <a:lnTo>
                    <a:pt x="3070288" y="876863"/>
                  </a:lnTo>
                  <a:lnTo>
                    <a:pt x="3070288" y="876863"/>
                  </a:lnTo>
                  <a:lnTo>
                    <a:pt x="3075761" y="876863"/>
                  </a:lnTo>
                  <a:lnTo>
                    <a:pt x="3075761" y="876863"/>
                  </a:lnTo>
                  <a:lnTo>
                    <a:pt x="3081234" y="876863"/>
                  </a:lnTo>
                  <a:lnTo>
                    <a:pt x="3081234" y="876863"/>
                  </a:lnTo>
                  <a:lnTo>
                    <a:pt x="3086707" y="876863"/>
                  </a:lnTo>
                  <a:lnTo>
                    <a:pt x="3086707" y="876863"/>
                  </a:lnTo>
                  <a:lnTo>
                    <a:pt x="3092180" y="876863"/>
                  </a:lnTo>
                  <a:lnTo>
                    <a:pt x="3092180" y="876863"/>
                  </a:lnTo>
                  <a:lnTo>
                    <a:pt x="3097653" y="876863"/>
                  </a:lnTo>
                  <a:lnTo>
                    <a:pt x="3097653" y="876863"/>
                  </a:lnTo>
                  <a:lnTo>
                    <a:pt x="3103126" y="876863"/>
                  </a:lnTo>
                  <a:lnTo>
                    <a:pt x="3103126" y="876863"/>
                  </a:lnTo>
                  <a:lnTo>
                    <a:pt x="3108598" y="876863"/>
                  </a:lnTo>
                  <a:lnTo>
                    <a:pt x="3108598" y="876863"/>
                  </a:lnTo>
                  <a:lnTo>
                    <a:pt x="3114071" y="876863"/>
                  </a:lnTo>
                  <a:lnTo>
                    <a:pt x="3114071" y="876863"/>
                  </a:lnTo>
                  <a:lnTo>
                    <a:pt x="3119544" y="876863"/>
                  </a:lnTo>
                  <a:lnTo>
                    <a:pt x="3119544" y="876863"/>
                  </a:lnTo>
                  <a:lnTo>
                    <a:pt x="3125017" y="876863"/>
                  </a:lnTo>
                  <a:lnTo>
                    <a:pt x="3125017" y="876863"/>
                  </a:lnTo>
                  <a:lnTo>
                    <a:pt x="3130490" y="876863"/>
                  </a:lnTo>
                  <a:lnTo>
                    <a:pt x="3130490" y="876863"/>
                  </a:lnTo>
                  <a:lnTo>
                    <a:pt x="3135963" y="876863"/>
                  </a:lnTo>
                  <a:lnTo>
                    <a:pt x="3135963" y="876863"/>
                  </a:lnTo>
                  <a:lnTo>
                    <a:pt x="3141436" y="876863"/>
                  </a:lnTo>
                  <a:lnTo>
                    <a:pt x="3141436" y="876863"/>
                  </a:lnTo>
                  <a:lnTo>
                    <a:pt x="3146909" y="876863"/>
                  </a:lnTo>
                  <a:lnTo>
                    <a:pt x="3146909" y="876863"/>
                  </a:lnTo>
                  <a:lnTo>
                    <a:pt x="3152382" y="876863"/>
                  </a:lnTo>
                  <a:lnTo>
                    <a:pt x="3152382" y="876863"/>
                  </a:lnTo>
                  <a:lnTo>
                    <a:pt x="3157854" y="876863"/>
                  </a:lnTo>
                  <a:lnTo>
                    <a:pt x="3157854" y="876863"/>
                  </a:lnTo>
                  <a:lnTo>
                    <a:pt x="3163327" y="876863"/>
                  </a:lnTo>
                  <a:lnTo>
                    <a:pt x="3163327" y="876863"/>
                  </a:lnTo>
                  <a:lnTo>
                    <a:pt x="3168800" y="876863"/>
                  </a:lnTo>
                  <a:lnTo>
                    <a:pt x="3168800" y="876863"/>
                  </a:lnTo>
                  <a:lnTo>
                    <a:pt x="3174273" y="876863"/>
                  </a:lnTo>
                  <a:lnTo>
                    <a:pt x="3174273" y="876863"/>
                  </a:lnTo>
                  <a:lnTo>
                    <a:pt x="3179746" y="876863"/>
                  </a:lnTo>
                  <a:lnTo>
                    <a:pt x="3179746" y="876863"/>
                  </a:lnTo>
                  <a:lnTo>
                    <a:pt x="3185219" y="876863"/>
                  </a:lnTo>
                  <a:lnTo>
                    <a:pt x="3185219" y="876863"/>
                  </a:lnTo>
                  <a:lnTo>
                    <a:pt x="3190692" y="876863"/>
                  </a:lnTo>
                  <a:lnTo>
                    <a:pt x="3190692" y="876863"/>
                  </a:lnTo>
                  <a:lnTo>
                    <a:pt x="3196165" y="876863"/>
                  </a:lnTo>
                  <a:lnTo>
                    <a:pt x="3196165" y="876863"/>
                  </a:lnTo>
                  <a:lnTo>
                    <a:pt x="3201637" y="876863"/>
                  </a:lnTo>
                  <a:lnTo>
                    <a:pt x="3201637" y="876863"/>
                  </a:lnTo>
                  <a:lnTo>
                    <a:pt x="3207110" y="876863"/>
                  </a:lnTo>
                  <a:lnTo>
                    <a:pt x="3207110" y="876863"/>
                  </a:lnTo>
                  <a:lnTo>
                    <a:pt x="3212583" y="876863"/>
                  </a:lnTo>
                  <a:lnTo>
                    <a:pt x="3212583" y="876863"/>
                  </a:lnTo>
                  <a:lnTo>
                    <a:pt x="3218056" y="876863"/>
                  </a:lnTo>
                  <a:lnTo>
                    <a:pt x="3218056" y="876863"/>
                  </a:lnTo>
                  <a:lnTo>
                    <a:pt x="3223529" y="876863"/>
                  </a:lnTo>
                  <a:lnTo>
                    <a:pt x="3223529" y="876863"/>
                  </a:lnTo>
                  <a:lnTo>
                    <a:pt x="3229002" y="876863"/>
                  </a:lnTo>
                  <a:lnTo>
                    <a:pt x="3229002" y="876863"/>
                  </a:lnTo>
                  <a:lnTo>
                    <a:pt x="3234475" y="876863"/>
                  </a:lnTo>
                  <a:lnTo>
                    <a:pt x="3234475" y="857496"/>
                  </a:lnTo>
                  <a:lnTo>
                    <a:pt x="3239948" y="857496"/>
                  </a:lnTo>
                  <a:lnTo>
                    <a:pt x="3239948" y="838141"/>
                  </a:lnTo>
                  <a:lnTo>
                    <a:pt x="3245421" y="838141"/>
                  </a:lnTo>
                  <a:lnTo>
                    <a:pt x="3245421" y="838141"/>
                  </a:lnTo>
                  <a:lnTo>
                    <a:pt x="3250893" y="838141"/>
                  </a:lnTo>
                  <a:lnTo>
                    <a:pt x="3250893" y="838141"/>
                  </a:lnTo>
                  <a:lnTo>
                    <a:pt x="3256366" y="838141"/>
                  </a:lnTo>
                  <a:lnTo>
                    <a:pt x="3256366" y="838141"/>
                  </a:lnTo>
                  <a:lnTo>
                    <a:pt x="3261839" y="838141"/>
                  </a:lnTo>
                  <a:lnTo>
                    <a:pt x="3261839" y="838141"/>
                  </a:lnTo>
                  <a:lnTo>
                    <a:pt x="3267312" y="838141"/>
                  </a:lnTo>
                  <a:lnTo>
                    <a:pt x="3267312" y="838141"/>
                  </a:lnTo>
                  <a:lnTo>
                    <a:pt x="3272785" y="838141"/>
                  </a:lnTo>
                  <a:lnTo>
                    <a:pt x="3272785" y="838141"/>
                  </a:lnTo>
                  <a:lnTo>
                    <a:pt x="3278258" y="838141"/>
                  </a:lnTo>
                  <a:lnTo>
                    <a:pt x="3278258" y="838141"/>
                  </a:lnTo>
                  <a:lnTo>
                    <a:pt x="3283731" y="838141"/>
                  </a:lnTo>
                  <a:lnTo>
                    <a:pt x="3283731" y="838141"/>
                  </a:lnTo>
                  <a:lnTo>
                    <a:pt x="3289204" y="838141"/>
                  </a:lnTo>
                  <a:lnTo>
                    <a:pt x="3289204" y="838141"/>
                  </a:lnTo>
                  <a:lnTo>
                    <a:pt x="3294677" y="838141"/>
                  </a:lnTo>
                  <a:lnTo>
                    <a:pt x="3294677" y="838141"/>
                  </a:lnTo>
                  <a:lnTo>
                    <a:pt x="3300149" y="838141"/>
                  </a:lnTo>
                  <a:lnTo>
                    <a:pt x="3300149" y="838141"/>
                  </a:lnTo>
                  <a:lnTo>
                    <a:pt x="3305622" y="838141"/>
                  </a:lnTo>
                  <a:lnTo>
                    <a:pt x="3305622" y="838141"/>
                  </a:lnTo>
                  <a:lnTo>
                    <a:pt x="3311095" y="838141"/>
                  </a:lnTo>
                  <a:lnTo>
                    <a:pt x="3311095" y="838141"/>
                  </a:lnTo>
                  <a:lnTo>
                    <a:pt x="3316568" y="838141"/>
                  </a:lnTo>
                  <a:lnTo>
                    <a:pt x="3316568" y="838141"/>
                  </a:lnTo>
                  <a:lnTo>
                    <a:pt x="3322041" y="838141"/>
                  </a:lnTo>
                  <a:lnTo>
                    <a:pt x="3322041" y="838141"/>
                  </a:lnTo>
                  <a:lnTo>
                    <a:pt x="3327514" y="838141"/>
                  </a:lnTo>
                  <a:lnTo>
                    <a:pt x="3327514" y="838141"/>
                  </a:lnTo>
                  <a:lnTo>
                    <a:pt x="3332987" y="838141"/>
                  </a:lnTo>
                  <a:lnTo>
                    <a:pt x="3332987" y="838141"/>
                  </a:lnTo>
                  <a:lnTo>
                    <a:pt x="3338460" y="838141"/>
                  </a:lnTo>
                  <a:lnTo>
                    <a:pt x="3338460" y="838141"/>
                  </a:lnTo>
                  <a:lnTo>
                    <a:pt x="3343932" y="838141"/>
                  </a:lnTo>
                  <a:lnTo>
                    <a:pt x="3343932" y="838141"/>
                  </a:lnTo>
                  <a:lnTo>
                    <a:pt x="3349405" y="838141"/>
                  </a:lnTo>
                  <a:lnTo>
                    <a:pt x="3349405" y="838141"/>
                  </a:lnTo>
                  <a:lnTo>
                    <a:pt x="3354878" y="838141"/>
                  </a:lnTo>
                  <a:lnTo>
                    <a:pt x="3354878" y="838141"/>
                  </a:lnTo>
                  <a:lnTo>
                    <a:pt x="3360351" y="838141"/>
                  </a:lnTo>
                  <a:lnTo>
                    <a:pt x="3360351" y="838141"/>
                  </a:lnTo>
                  <a:lnTo>
                    <a:pt x="3365824" y="838141"/>
                  </a:lnTo>
                  <a:lnTo>
                    <a:pt x="3365824" y="838141"/>
                  </a:lnTo>
                  <a:lnTo>
                    <a:pt x="3371297" y="838141"/>
                  </a:lnTo>
                  <a:lnTo>
                    <a:pt x="3371297" y="838141"/>
                  </a:lnTo>
                  <a:lnTo>
                    <a:pt x="3376770" y="838141"/>
                  </a:lnTo>
                  <a:lnTo>
                    <a:pt x="3376770" y="838141"/>
                  </a:lnTo>
                  <a:lnTo>
                    <a:pt x="3382243" y="838141"/>
                  </a:lnTo>
                  <a:lnTo>
                    <a:pt x="3382243" y="838141"/>
                  </a:lnTo>
                  <a:lnTo>
                    <a:pt x="3387716" y="838141"/>
                  </a:lnTo>
                  <a:lnTo>
                    <a:pt x="3387716" y="838141"/>
                  </a:lnTo>
                  <a:lnTo>
                    <a:pt x="3393188" y="838141"/>
                  </a:lnTo>
                  <a:lnTo>
                    <a:pt x="3393188" y="818338"/>
                  </a:lnTo>
                  <a:lnTo>
                    <a:pt x="3398661" y="818338"/>
                  </a:lnTo>
                  <a:lnTo>
                    <a:pt x="3398661" y="818338"/>
                  </a:lnTo>
                  <a:lnTo>
                    <a:pt x="3404134" y="818338"/>
                  </a:lnTo>
                  <a:lnTo>
                    <a:pt x="3404134" y="818338"/>
                  </a:lnTo>
                  <a:lnTo>
                    <a:pt x="3409607" y="818338"/>
                  </a:lnTo>
                  <a:lnTo>
                    <a:pt x="3409607" y="818338"/>
                  </a:lnTo>
                  <a:lnTo>
                    <a:pt x="3415080" y="818338"/>
                  </a:lnTo>
                  <a:lnTo>
                    <a:pt x="3415080" y="818338"/>
                  </a:lnTo>
                  <a:lnTo>
                    <a:pt x="3420553" y="818338"/>
                  </a:lnTo>
                  <a:lnTo>
                    <a:pt x="3420553" y="818338"/>
                  </a:lnTo>
                  <a:lnTo>
                    <a:pt x="3426026" y="818338"/>
                  </a:lnTo>
                  <a:lnTo>
                    <a:pt x="3426026" y="798446"/>
                  </a:lnTo>
                  <a:lnTo>
                    <a:pt x="3431499" y="798446"/>
                  </a:lnTo>
                  <a:lnTo>
                    <a:pt x="3431499" y="798446"/>
                  </a:lnTo>
                  <a:lnTo>
                    <a:pt x="3436972" y="798446"/>
                  </a:lnTo>
                  <a:lnTo>
                    <a:pt x="3436972" y="798446"/>
                  </a:lnTo>
                  <a:lnTo>
                    <a:pt x="3442444" y="798446"/>
                  </a:lnTo>
                  <a:lnTo>
                    <a:pt x="3442444" y="798446"/>
                  </a:lnTo>
                  <a:lnTo>
                    <a:pt x="3447917" y="798446"/>
                  </a:lnTo>
                  <a:lnTo>
                    <a:pt x="3447917" y="798446"/>
                  </a:lnTo>
                  <a:lnTo>
                    <a:pt x="3453390" y="798446"/>
                  </a:lnTo>
                  <a:lnTo>
                    <a:pt x="3453390" y="798446"/>
                  </a:lnTo>
                  <a:lnTo>
                    <a:pt x="3458863" y="798446"/>
                  </a:lnTo>
                  <a:lnTo>
                    <a:pt x="3458863" y="798446"/>
                  </a:lnTo>
                  <a:lnTo>
                    <a:pt x="3464336" y="798446"/>
                  </a:lnTo>
                  <a:lnTo>
                    <a:pt x="3464336" y="798446"/>
                  </a:lnTo>
                  <a:lnTo>
                    <a:pt x="3469809" y="798446"/>
                  </a:lnTo>
                  <a:lnTo>
                    <a:pt x="3469809" y="798446"/>
                  </a:lnTo>
                  <a:lnTo>
                    <a:pt x="3475282" y="798446"/>
                  </a:lnTo>
                  <a:lnTo>
                    <a:pt x="3475282" y="778496"/>
                  </a:lnTo>
                  <a:lnTo>
                    <a:pt x="3480755" y="778496"/>
                  </a:lnTo>
                  <a:lnTo>
                    <a:pt x="3480755" y="778496"/>
                  </a:lnTo>
                  <a:lnTo>
                    <a:pt x="3486228" y="778496"/>
                  </a:lnTo>
                  <a:lnTo>
                    <a:pt x="3486228" y="778496"/>
                  </a:lnTo>
                  <a:lnTo>
                    <a:pt x="3491700" y="778496"/>
                  </a:lnTo>
                  <a:lnTo>
                    <a:pt x="3491700" y="778496"/>
                  </a:lnTo>
                  <a:lnTo>
                    <a:pt x="3497173" y="778496"/>
                  </a:lnTo>
                  <a:lnTo>
                    <a:pt x="3497173" y="778496"/>
                  </a:lnTo>
                  <a:lnTo>
                    <a:pt x="3502646" y="778496"/>
                  </a:lnTo>
                  <a:lnTo>
                    <a:pt x="3502646" y="778496"/>
                  </a:lnTo>
                  <a:lnTo>
                    <a:pt x="3508119" y="778496"/>
                  </a:lnTo>
                  <a:lnTo>
                    <a:pt x="3508119" y="778496"/>
                  </a:lnTo>
                  <a:lnTo>
                    <a:pt x="3513592" y="778496"/>
                  </a:lnTo>
                  <a:lnTo>
                    <a:pt x="3513592" y="758417"/>
                  </a:lnTo>
                  <a:lnTo>
                    <a:pt x="3519065" y="758417"/>
                  </a:lnTo>
                  <a:lnTo>
                    <a:pt x="3519065" y="758417"/>
                  </a:lnTo>
                  <a:lnTo>
                    <a:pt x="3524538" y="758417"/>
                  </a:lnTo>
                  <a:lnTo>
                    <a:pt x="3524538" y="758417"/>
                  </a:lnTo>
                  <a:lnTo>
                    <a:pt x="3530011" y="758417"/>
                  </a:lnTo>
                  <a:lnTo>
                    <a:pt x="3530011" y="758417"/>
                  </a:lnTo>
                  <a:lnTo>
                    <a:pt x="3535483" y="758417"/>
                  </a:lnTo>
                  <a:lnTo>
                    <a:pt x="3535483" y="758417"/>
                  </a:lnTo>
                  <a:lnTo>
                    <a:pt x="3540956" y="758417"/>
                  </a:lnTo>
                  <a:lnTo>
                    <a:pt x="3540956" y="758417"/>
                  </a:lnTo>
                  <a:lnTo>
                    <a:pt x="3546429" y="758417"/>
                  </a:lnTo>
                  <a:lnTo>
                    <a:pt x="3546429" y="758417"/>
                  </a:lnTo>
                  <a:lnTo>
                    <a:pt x="3551902" y="758417"/>
                  </a:lnTo>
                  <a:lnTo>
                    <a:pt x="3551902" y="758417"/>
                  </a:lnTo>
                  <a:lnTo>
                    <a:pt x="3557375" y="758417"/>
                  </a:lnTo>
                  <a:lnTo>
                    <a:pt x="3557375" y="758417"/>
                  </a:lnTo>
                  <a:lnTo>
                    <a:pt x="3562848" y="758417"/>
                  </a:lnTo>
                  <a:lnTo>
                    <a:pt x="3562848" y="758417"/>
                  </a:lnTo>
                  <a:lnTo>
                    <a:pt x="3568321" y="758417"/>
                  </a:lnTo>
                  <a:lnTo>
                    <a:pt x="3568321" y="758417"/>
                  </a:lnTo>
                  <a:lnTo>
                    <a:pt x="3573794" y="758417"/>
                  </a:lnTo>
                  <a:lnTo>
                    <a:pt x="3573794" y="738204"/>
                  </a:lnTo>
                  <a:lnTo>
                    <a:pt x="3579267" y="738204"/>
                  </a:lnTo>
                  <a:lnTo>
                    <a:pt x="3579267" y="738204"/>
                  </a:lnTo>
                  <a:lnTo>
                    <a:pt x="3584739" y="738204"/>
                  </a:lnTo>
                  <a:lnTo>
                    <a:pt x="3584739" y="738204"/>
                  </a:lnTo>
                  <a:lnTo>
                    <a:pt x="3590212" y="738204"/>
                  </a:lnTo>
                  <a:lnTo>
                    <a:pt x="3590212" y="738204"/>
                  </a:lnTo>
                  <a:lnTo>
                    <a:pt x="3595685" y="738204"/>
                  </a:lnTo>
                  <a:lnTo>
                    <a:pt x="3595685" y="738204"/>
                  </a:lnTo>
                  <a:lnTo>
                    <a:pt x="3601158" y="738204"/>
                  </a:lnTo>
                  <a:lnTo>
                    <a:pt x="3601158" y="738204"/>
                  </a:lnTo>
                  <a:lnTo>
                    <a:pt x="3606631" y="738204"/>
                  </a:lnTo>
                  <a:lnTo>
                    <a:pt x="3606631" y="738204"/>
                  </a:lnTo>
                  <a:lnTo>
                    <a:pt x="3612104" y="738204"/>
                  </a:lnTo>
                  <a:lnTo>
                    <a:pt x="3612104" y="738204"/>
                  </a:lnTo>
                  <a:lnTo>
                    <a:pt x="3617577" y="738204"/>
                  </a:lnTo>
                  <a:lnTo>
                    <a:pt x="3617577" y="738204"/>
                  </a:lnTo>
                  <a:lnTo>
                    <a:pt x="3623050" y="738204"/>
                  </a:lnTo>
                  <a:lnTo>
                    <a:pt x="3623050" y="738204"/>
                  </a:lnTo>
                  <a:lnTo>
                    <a:pt x="3628523" y="738204"/>
                  </a:lnTo>
                  <a:lnTo>
                    <a:pt x="3628523" y="738204"/>
                  </a:lnTo>
                  <a:lnTo>
                    <a:pt x="3633995" y="738204"/>
                  </a:lnTo>
                  <a:lnTo>
                    <a:pt x="3633995" y="738204"/>
                  </a:lnTo>
                  <a:lnTo>
                    <a:pt x="3639468" y="738204"/>
                  </a:lnTo>
                  <a:lnTo>
                    <a:pt x="3639468" y="738204"/>
                  </a:lnTo>
                  <a:lnTo>
                    <a:pt x="3644941" y="738204"/>
                  </a:lnTo>
                  <a:lnTo>
                    <a:pt x="3644941" y="738204"/>
                  </a:lnTo>
                  <a:lnTo>
                    <a:pt x="3650414" y="738204"/>
                  </a:lnTo>
                  <a:lnTo>
                    <a:pt x="3650414" y="738204"/>
                  </a:lnTo>
                  <a:lnTo>
                    <a:pt x="3655887" y="738204"/>
                  </a:lnTo>
                  <a:lnTo>
                    <a:pt x="3655887" y="738204"/>
                  </a:lnTo>
                  <a:lnTo>
                    <a:pt x="3661360" y="738204"/>
                  </a:lnTo>
                  <a:lnTo>
                    <a:pt x="3661360" y="738204"/>
                  </a:lnTo>
                  <a:lnTo>
                    <a:pt x="3666833" y="738204"/>
                  </a:lnTo>
                  <a:lnTo>
                    <a:pt x="3666833" y="738204"/>
                  </a:lnTo>
                  <a:lnTo>
                    <a:pt x="3672306" y="738204"/>
                  </a:lnTo>
                  <a:lnTo>
                    <a:pt x="3672306" y="738204"/>
                  </a:lnTo>
                  <a:lnTo>
                    <a:pt x="3677779" y="738204"/>
                  </a:lnTo>
                  <a:lnTo>
                    <a:pt x="3677779" y="738204"/>
                  </a:lnTo>
                  <a:lnTo>
                    <a:pt x="3683251" y="738204"/>
                  </a:lnTo>
                  <a:lnTo>
                    <a:pt x="3683251" y="738204"/>
                  </a:lnTo>
                  <a:lnTo>
                    <a:pt x="3688724" y="738204"/>
                  </a:lnTo>
                  <a:lnTo>
                    <a:pt x="3688724" y="738204"/>
                  </a:lnTo>
                  <a:lnTo>
                    <a:pt x="3694197" y="738204"/>
                  </a:lnTo>
                  <a:lnTo>
                    <a:pt x="3694197" y="738204"/>
                  </a:lnTo>
                  <a:lnTo>
                    <a:pt x="3699670" y="738204"/>
                  </a:lnTo>
                  <a:lnTo>
                    <a:pt x="3699670" y="717343"/>
                  </a:lnTo>
                  <a:lnTo>
                    <a:pt x="3705143" y="717343"/>
                  </a:lnTo>
                  <a:lnTo>
                    <a:pt x="3705143" y="717343"/>
                  </a:lnTo>
                  <a:lnTo>
                    <a:pt x="3710616" y="717343"/>
                  </a:lnTo>
                  <a:lnTo>
                    <a:pt x="3710616" y="717343"/>
                  </a:lnTo>
                  <a:lnTo>
                    <a:pt x="3716089" y="717343"/>
                  </a:lnTo>
                  <a:lnTo>
                    <a:pt x="3716089" y="717343"/>
                  </a:lnTo>
                  <a:lnTo>
                    <a:pt x="3721562" y="717343"/>
                  </a:lnTo>
                  <a:lnTo>
                    <a:pt x="3721562" y="717343"/>
                  </a:lnTo>
                  <a:lnTo>
                    <a:pt x="3727034" y="717343"/>
                  </a:lnTo>
                  <a:lnTo>
                    <a:pt x="3727034" y="717343"/>
                  </a:lnTo>
                  <a:lnTo>
                    <a:pt x="3732507" y="717343"/>
                  </a:lnTo>
                  <a:lnTo>
                    <a:pt x="3732507" y="717343"/>
                  </a:lnTo>
                  <a:lnTo>
                    <a:pt x="3737980" y="717343"/>
                  </a:lnTo>
                  <a:lnTo>
                    <a:pt x="3737980" y="717343"/>
                  </a:lnTo>
                  <a:lnTo>
                    <a:pt x="3743453" y="717343"/>
                  </a:lnTo>
                  <a:lnTo>
                    <a:pt x="3743453" y="717343"/>
                  </a:lnTo>
                  <a:lnTo>
                    <a:pt x="3748926" y="717343"/>
                  </a:lnTo>
                  <a:lnTo>
                    <a:pt x="3748926" y="717343"/>
                  </a:lnTo>
                  <a:lnTo>
                    <a:pt x="3754399" y="717343"/>
                  </a:lnTo>
                  <a:lnTo>
                    <a:pt x="3754399" y="717343"/>
                  </a:lnTo>
                  <a:lnTo>
                    <a:pt x="3759872" y="717343"/>
                  </a:lnTo>
                  <a:lnTo>
                    <a:pt x="3759872" y="717343"/>
                  </a:lnTo>
                  <a:lnTo>
                    <a:pt x="3765345" y="717343"/>
                  </a:lnTo>
                  <a:lnTo>
                    <a:pt x="3765345" y="717343"/>
                  </a:lnTo>
                  <a:lnTo>
                    <a:pt x="3770818" y="717343"/>
                  </a:lnTo>
                  <a:lnTo>
                    <a:pt x="3770818" y="717343"/>
                  </a:lnTo>
                  <a:lnTo>
                    <a:pt x="3776290" y="717343"/>
                  </a:lnTo>
                  <a:lnTo>
                    <a:pt x="3776290" y="717343"/>
                  </a:lnTo>
                  <a:lnTo>
                    <a:pt x="3781763" y="717343"/>
                  </a:lnTo>
                  <a:lnTo>
                    <a:pt x="3781763" y="717343"/>
                  </a:lnTo>
                  <a:lnTo>
                    <a:pt x="3787236" y="717343"/>
                  </a:lnTo>
                  <a:lnTo>
                    <a:pt x="3787236" y="717343"/>
                  </a:lnTo>
                  <a:lnTo>
                    <a:pt x="3792709" y="717343"/>
                  </a:lnTo>
                  <a:lnTo>
                    <a:pt x="3792709" y="717343"/>
                  </a:lnTo>
                  <a:lnTo>
                    <a:pt x="3798182" y="717343"/>
                  </a:lnTo>
                  <a:lnTo>
                    <a:pt x="3798182" y="717343"/>
                  </a:lnTo>
                  <a:lnTo>
                    <a:pt x="3803655" y="717343"/>
                  </a:lnTo>
                  <a:lnTo>
                    <a:pt x="3803655" y="717343"/>
                  </a:lnTo>
                  <a:lnTo>
                    <a:pt x="3809128" y="717343"/>
                  </a:lnTo>
                  <a:lnTo>
                    <a:pt x="3809128" y="717343"/>
                  </a:lnTo>
                  <a:lnTo>
                    <a:pt x="3814601" y="717343"/>
                  </a:lnTo>
                  <a:lnTo>
                    <a:pt x="3814601" y="717343"/>
                  </a:lnTo>
                  <a:lnTo>
                    <a:pt x="3820074" y="717343"/>
                  </a:lnTo>
                  <a:lnTo>
                    <a:pt x="3820074" y="717343"/>
                  </a:lnTo>
                  <a:lnTo>
                    <a:pt x="3825546" y="717343"/>
                  </a:lnTo>
                  <a:lnTo>
                    <a:pt x="3825546" y="717343"/>
                  </a:lnTo>
                  <a:lnTo>
                    <a:pt x="3831019" y="717343"/>
                  </a:lnTo>
                  <a:lnTo>
                    <a:pt x="3831019" y="717343"/>
                  </a:lnTo>
                  <a:lnTo>
                    <a:pt x="3836492" y="717343"/>
                  </a:lnTo>
                  <a:lnTo>
                    <a:pt x="3836492" y="717343"/>
                  </a:lnTo>
                  <a:lnTo>
                    <a:pt x="3841965" y="717343"/>
                  </a:lnTo>
                  <a:lnTo>
                    <a:pt x="3841965" y="717343"/>
                  </a:lnTo>
                  <a:lnTo>
                    <a:pt x="3847438" y="717343"/>
                  </a:lnTo>
                  <a:lnTo>
                    <a:pt x="3847438" y="717343"/>
                  </a:lnTo>
                  <a:lnTo>
                    <a:pt x="3852911" y="717343"/>
                  </a:lnTo>
                  <a:lnTo>
                    <a:pt x="3852911" y="717343"/>
                  </a:lnTo>
                  <a:lnTo>
                    <a:pt x="3858384" y="717343"/>
                  </a:lnTo>
                  <a:lnTo>
                    <a:pt x="3858384" y="717343"/>
                  </a:lnTo>
                  <a:lnTo>
                    <a:pt x="3863857" y="717343"/>
                  </a:lnTo>
                  <a:lnTo>
                    <a:pt x="3863857" y="717343"/>
                  </a:lnTo>
                  <a:lnTo>
                    <a:pt x="3869329" y="717343"/>
                  </a:lnTo>
                  <a:lnTo>
                    <a:pt x="3869329" y="717343"/>
                  </a:lnTo>
                  <a:lnTo>
                    <a:pt x="3874802" y="717343"/>
                  </a:lnTo>
                  <a:lnTo>
                    <a:pt x="3874802" y="717343"/>
                  </a:lnTo>
                  <a:lnTo>
                    <a:pt x="3880275" y="717343"/>
                  </a:lnTo>
                  <a:lnTo>
                    <a:pt x="3880275" y="717343"/>
                  </a:lnTo>
                  <a:lnTo>
                    <a:pt x="3885748" y="717343"/>
                  </a:lnTo>
                  <a:lnTo>
                    <a:pt x="3885748" y="717343"/>
                  </a:lnTo>
                  <a:lnTo>
                    <a:pt x="3891221" y="717343"/>
                  </a:lnTo>
                  <a:lnTo>
                    <a:pt x="3891221" y="717343"/>
                  </a:lnTo>
                  <a:lnTo>
                    <a:pt x="3896694" y="717343"/>
                  </a:lnTo>
                  <a:lnTo>
                    <a:pt x="3896694" y="717343"/>
                  </a:lnTo>
                  <a:lnTo>
                    <a:pt x="3902167" y="717343"/>
                  </a:lnTo>
                  <a:lnTo>
                    <a:pt x="3902167" y="717343"/>
                  </a:lnTo>
                  <a:lnTo>
                    <a:pt x="3907640" y="717343"/>
                  </a:lnTo>
                  <a:lnTo>
                    <a:pt x="3907640" y="717343"/>
                  </a:lnTo>
                  <a:lnTo>
                    <a:pt x="3913113" y="717343"/>
                  </a:lnTo>
                  <a:lnTo>
                    <a:pt x="3913113" y="717343"/>
                  </a:lnTo>
                  <a:lnTo>
                    <a:pt x="3918585" y="717343"/>
                  </a:lnTo>
                  <a:lnTo>
                    <a:pt x="3918585" y="717343"/>
                  </a:lnTo>
                  <a:lnTo>
                    <a:pt x="3924058" y="717343"/>
                  </a:lnTo>
                  <a:lnTo>
                    <a:pt x="3924058" y="717343"/>
                  </a:lnTo>
                  <a:lnTo>
                    <a:pt x="3929531" y="717343"/>
                  </a:lnTo>
                  <a:lnTo>
                    <a:pt x="3929531" y="717343"/>
                  </a:lnTo>
                  <a:lnTo>
                    <a:pt x="3935004" y="717343"/>
                  </a:lnTo>
                  <a:lnTo>
                    <a:pt x="3935004" y="717343"/>
                  </a:lnTo>
                  <a:lnTo>
                    <a:pt x="3940477" y="717343"/>
                  </a:lnTo>
                  <a:lnTo>
                    <a:pt x="3940477" y="694756"/>
                  </a:lnTo>
                  <a:lnTo>
                    <a:pt x="3945950" y="694756"/>
                  </a:lnTo>
                  <a:lnTo>
                    <a:pt x="3945950" y="694756"/>
                  </a:lnTo>
                  <a:lnTo>
                    <a:pt x="3951423" y="694756"/>
                  </a:lnTo>
                  <a:lnTo>
                    <a:pt x="3951423" y="694756"/>
                  </a:lnTo>
                  <a:lnTo>
                    <a:pt x="3956896" y="694756"/>
                  </a:lnTo>
                  <a:lnTo>
                    <a:pt x="3956896" y="694756"/>
                  </a:lnTo>
                  <a:lnTo>
                    <a:pt x="3962369" y="694756"/>
                  </a:lnTo>
                  <a:lnTo>
                    <a:pt x="3962369" y="694756"/>
                  </a:lnTo>
                  <a:lnTo>
                    <a:pt x="3967841" y="694756"/>
                  </a:lnTo>
                  <a:lnTo>
                    <a:pt x="3967841" y="694756"/>
                  </a:lnTo>
                  <a:lnTo>
                    <a:pt x="3973314" y="694756"/>
                  </a:lnTo>
                  <a:lnTo>
                    <a:pt x="3973314" y="694756"/>
                  </a:lnTo>
                  <a:lnTo>
                    <a:pt x="3978787" y="694756"/>
                  </a:lnTo>
                  <a:lnTo>
                    <a:pt x="3978787" y="694756"/>
                  </a:lnTo>
                  <a:lnTo>
                    <a:pt x="3984260" y="694756"/>
                  </a:lnTo>
                  <a:lnTo>
                    <a:pt x="3984260" y="694756"/>
                  </a:lnTo>
                  <a:lnTo>
                    <a:pt x="3989733" y="694756"/>
                  </a:lnTo>
                  <a:lnTo>
                    <a:pt x="3989733" y="671886"/>
                  </a:lnTo>
                  <a:lnTo>
                    <a:pt x="3995206" y="671886"/>
                  </a:lnTo>
                  <a:lnTo>
                    <a:pt x="3995206" y="671886"/>
                  </a:lnTo>
                  <a:lnTo>
                    <a:pt x="4000679" y="671886"/>
                  </a:lnTo>
                  <a:lnTo>
                    <a:pt x="4000679" y="671886"/>
                  </a:lnTo>
                  <a:lnTo>
                    <a:pt x="4006152" y="671886"/>
                  </a:lnTo>
                  <a:lnTo>
                    <a:pt x="4006152" y="671886"/>
                  </a:lnTo>
                  <a:lnTo>
                    <a:pt x="4011625" y="671886"/>
                  </a:lnTo>
                  <a:lnTo>
                    <a:pt x="4011625" y="671886"/>
                  </a:lnTo>
                  <a:lnTo>
                    <a:pt x="4017097" y="671886"/>
                  </a:lnTo>
                  <a:lnTo>
                    <a:pt x="4017097" y="671886"/>
                  </a:lnTo>
                  <a:lnTo>
                    <a:pt x="4022570" y="671886"/>
                  </a:lnTo>
                  <a:lnTo>
                    <a:pt x="4022570" y="671886"/>
                  </a:lnTo>
                  <a:lnTo>
                    <a:pt x="4028043" y="671886"/>
                  </a:lnTo>
                  <a:lnTo>
                    <a:pt x="4028043" y="671886"/>
                  </a:lnTo>
                  <a:lnTo>
                    <a:pt x="4033516" y="671886"/>
                  </a:lnTo>
                  <a:lnTo>
                    <a:pt x="4033516" y="671886"/>
                  </a:lnTo>
                  <a:lnTo>
                    <a:pt x="4038989" y="671886"/>
                  </a:lnTo>
                  <a:lnTo>
                    <a:pt x="4038989" y="671886"/>
                  </a:lnTo>
                  <a:lnTo>
                    <a:pt x="4044462" y="671886"/>
                  </a:lnTo>
                  <a:lnTo>
                    <a:pt x="4044462" y="671886"/>
                  </a:lnTo>
                  <a:lnTo>
                    <a:pt x="4049935" y="671886"/>
                  </a:lnTo>
                  <a:lnTo>
                    <a:pt x="4049935" y="671886"/>
                  </a:lnTo>
                  <a:lnTo>
                    <a:pt x="4055408" y="671886"/>
                  </a:lnTo>
                  <a:lnTo>
                    <a:pt x="4055408" y="671886"/>
                  </a:lnTo>
                  <a:lnTo>
                    <a:pt x="4060880" y="671886"/>
                  </a:lnTo>
                  <a:lnTo>
                    <a:pt x="4060880" y="671886"/>
                  </a:lnTo>
                  <a:lnTo>
                    <a:pt x="4066353" y="671886"/>
                  </a:lnTo>
                  <a:lnTo>
                    <a:pt x="4066353" y="671886"/>
                  </a:lnTo>
                  <a:lnTo>
                    <a:pt x="4071826" y="671886"/>
                  </a:lnTo>
                  <a:lnTo>
                    <a:pt x="4071826" y="671886"/>
                  </a:lnTo>
                  <a:lnTo>
                    <a:pt x="4077299" y="671886"/>
                  </a:lnTo>
                  <a:lnTo>
                    <a:pt x="4077299" y="671886"/>
                  </a:lnTo>
                  <a:lnTo>
                    <a:pt x="4082772" y="671886"/>
                  </a:lnTo>
                  <a:lnTo>
                    <a:pt x="4082772" y="648507"/>
                  </a:lnTo>
                  <a:lnTo>
                    <a:pt x="4088245" y="648507"/>
                  </a:lnTo>
                  <a:lnTo>
                    <a:pt x="4088245" y="648507"/>
                  </a:lnTo>
                  <a:lnTo>
                    <a:pt x="4093718" y="648507"/>
                  </a:lnTo>
                  <a:lnTo>
                    <a:pt x="4093718" y="648507"/>
                  </a:lnTo>
                  <a:lnTo>
                    <a:pt x="4099191" y="648507"/>
                  </a:lnTo>
                  <a:lnTo>
                    <a:pt x="4099191" y="648507"/>
                  </a:lnTo>
                  <a:lnTo>
                    <a:pt x="4104664" y="648507"/>
                  </a:lnTo>
                  <a:lnTo>
                    <a:pt x="4104664" y="648507"/>
                  </a:lnTo>
                  <a:lnTo>
                    <a:pt x="4110136" y="648507"/>
                  </a:lnTo>
                  <a:lnTo>
                    <a:pt x="4110136" y="648507"/>
                  </a:lnTo>
                  <a:lnTo>
                    <a:pt x="4115609" y="648507"/>
                  </a:lnTo>
                  <a:lnTo>
                    <a:pt x="4115609" y="648507"/>
                  </a:lnTo>
                  <a:lnTo>
                    <a:pt x="4121082" y="648507"/>
                  </a:lnTo>
                  <a:lnTo>
                    <a:pt x="4121082" y="648507"/>
                  </a:lnTo>
                  <a:lnTo>
                    <a:pt x="4126555" y="648507"/>
                  </a:lnTo>
                  <a:lnTo>
                    <a:pt x="4126555" y="648507"/>
                  </a:lnTo>
                  <a:lnTo>
                    <a:pt x="4132028" y="648507"/>
                  </a:lnTo>
                  <a:lnTo>
                    <a:pt x="4132028" y="648507"/>
                  </a:lnTo>
                  <a:lnTo>
                    <a:pt x="4137501" y="648507"/>
                  </a:lnTo>
                  <a:lnTo>
                    <a:pt x="4137501" y="648507"/>
                  </a:lnTo>
                  <a:lnTo>
                    <a:pt x="4142974" y="648507"/>
                  </a:lnTo>
                  <a:lnTo>
                    <a:pt x="4142974" y="648507"/>
                  </a:lnTo>
                  <a:lnTo>
                    <a:pt x="4148447" y="648507"/>
                  </a:lnTo>
                  <a:lnTo>
                    <a:pt x="4148447" y="648507"/>
                  </a:lnTo>
                  <a:lnTo>
                    <a:pt x="4153920" y="648507"/>
                  </a:lnTo>
                  <a:lnTo>
                    <a:pt x="4153920" y="648507"/>
                  </a:lnTo>
                  <a:lnTo>
                    <a:pt x="4159392" y="648507"/>
                  </a:lnTo>
                  <a:lnTo>
                    <a:pt x="4159392" y="648507"/>
                  </a:lnTo>
                  <a:lnTo>
                    <a:pt x="4164865" y="648507"/>
                  </a:lnTo>
                  <a:lnTo>
                    <a:pt x="4164865" y="648507"/>
                  </a:lnTo>
                  <a:lnTo>
                    <a:pt x="4170338" y="648507"/>
                  </a:lnTo>
                  <a:lnTo>
                    <a:pt x="4170338" y="648507"/>
                  </a:lnTo>
                  <a:lnTo>
                    <a:pt x="4175811" y="648507"/>
                  </a:lnTo>
                  <a:lnTo>
                    <a:pt x="4175811" y="648507"/>
                  </a:lnTo>
                  <a:lnTo>
                    <a:pt x="4181284" y="648507"/>
                  </a:lnTo>
                  <a:lnTo>
                    <a:pt x="4181284" y="648507"/>
                  </a:lnTo>
                  <a:lnTo>
                    <a:pt x="4186757" y="648507"/>
                  </a:lnTo>
                  <a:lnTo>
                    <a:pt x="4186757" y="648507"/>
                  </a:lnTo>
                  <a:lnTo>
                    <a:pt x="4192230" y="648507"/>
                  </a:lnTo>
                  <a:lnTo>
                    <a:pt x="4192230" y="648507"/>
                  </a:lnTo>
                  <a:lnTo>
                    <a:pt x="4197703" y="648507"/>
                  </a:lnTo>
                  <a:lnTo>
                    <a:pt x="4197703" y="648507"/>
                  </a:lnTo>
                  <a:lnTo>
                    <a:pt x="4203176" y="648507"/>
                  </a:lnTo>
                  <a:lnTo>
                    <a:pt x="4203176" y="648507"/>
                  </a:lnTo>
                  <a:lnTo>
                    <a:pt x="4208648" y="648507"/>
                  </a:lnTo>
                  <a:lnTo>
                    <a:pt x="4208648" y="648507"/>
                  </a:lnTo>
                  <a:lnTo>
                    <a:pt x="4214121" y="648507"/>
                  </a:lnTo>
                  <a:lnTo>
                    <a:pt x="4214121" y="648507"/>
                  </a:lnTo>
                  <a:lnTo>
                    <a:pt x="4219594" y="648507"/>
                  </a:lnTo>
                  <a:lnTo>
                    <a:pt x="4219594" y="648507"/>
                  </a:lnTo>
                  <a:lnTo>
                    <a:pt x="4225067" y="648507"/>
                  </a:lnTo>
                  <a:lnTo>
                    <a:pt x="4225067" y="648507"/>
                  </a:lnTo>
                  <a:lnTo>
                    <a:pt x="4230540" y="648507"/>
                  </a:lnTo>
                  <a:lnTo>
                    <a:pt x="4230540" y="648507"/>
                  </a:lnTo>
                  <a:lnTo>
                    <a:pt x="4236013" y="648507"/>
                  </a:lnTo>
                  <a:lnTo>
                    <a:pt x="4236013" y="648507"/>
                  </a:lnTo>
                  <a:lnTo>
                    <a:pt x="4241486" y="648507"/>
                  </a:lnTo>
                  <a:lnTo>
                    <a:pt x="4241486" y="648507"/>
                  </a:lnTo>
                  <a:lnTo>
                    <a:pt x="4246959" y="648507"/>
                  </a:lnTo>
                  <a:lnTo>
                    <a:pt x="4246959" y="648507"/>
                  </a:lnTo>
                  <a:lnTo>
                    <a:pt x="4252431" y="648507"/>
                  </a:lnTo>
                  <a:lnTo>
                    <a:pt x="4252431" y="648507"/>
                  </a:lnTo>
                  <a:lnTo>
                    <a:pt x="4257904" y="648507"/>
                  </a:lnTo>
                  <a:lnTo>
                    <a:pt x="4257904" y="648507"/>
                  </a:lnTo>
                  <a:lnTo>
                    <a:pt x="4263377" y="648507"/>
                  </a:lnTo>
                  <a:lnTo>
                    <a:pt x="4263377" y="648507"/>
                  </a:lnTo>
                  <a:lnTo>
                    <a:pt x="4268850" y="648507"/>
                  </a:lnTo>
                  <a:lnTo>
                    <a:pt x="4268850" y="648507"/>
                  </a:lnTo>
                  <a:lnTo>
                    <a:pt x="4274323" y="648507"/>
                  </a:lnTo>
                  <a:lnTo>
                    <a:pt x="4274323" y="648507"/>
                  </a:lnTo>
                  <a:lnTo>
                    <a:pt x="4279796" y="648507"/>
                  </a:lnTo>
                  <a:lnTo>
                    <a:pt x="4279796" y="648507"/>
                  </a:lnTo>
                  <a:lnTo>
                    <a:pt x="4285269" y="648507"/>
                  </a:lnTo>
                  <a:lnTo>
                    <a:pt x="4285269" y="648507"/>
                  </a:lnTo>
                  <a:lnTo>
                    <a:pt x="4290742" y="648507"/>
                  </a:lnTo>
                  <a:lnTo>
                    <a:pt x="4290742" y="648507"/>
                  </a:lnTo>
                  <a:lnTo>
                    <a:pt x="4296215" y="648507"/>
                  </a:lnTo>
                  <a:lnTo>
                    <a:pt x="4296215" y="648507"/>
                  </a:lnTo>
                  <a:lnTo>
                    <a:pt x="4301687" y="648507"/>
                  </a:lnTo>
                  <a:lnTo>
                    <a:pt x="4301687" y="648507"/>
                  </a:lnTo>
                  <a:lnTo>
                    <a:pt x="4307160" y="648507"/>
                  </a:lnTo>
                  <a:lnTo>
                    <a:pt x="4307160" y="648507"/>
                  </a:lnTo>
                  <a:lnTo>
                    <a:pt x="4312633" y="648507"/>
                  </a:lnTo>
                  <a:lnTo>
                    <a:pt x="4312633" y="648507"/>
                  </a:lnTo>
                  <a:lnTo>
                    <a:pt x="4318106" y="648507"/>
                  </a:lnTo>
                  <a:lnTo>
                    <a:pt x="4318106" y="648507"/>
                  </a:lnTo>
                  <a:lnTo>
                    <a:pt x="4323579" y="648507"/>
                  </a:lnTo>
                  <a:lnTo>
                    <a:pt x="4323579" y="648507"/>
                  </a:lnTo>
                  <a:lnTo>
                    <a:pt x="4329052" y="648507"/>
                  </a:lnTo>
                  <a:lnTo>
                    <a:pt x="4329052" y="648507"/>
                  </a:lnTo>
                  <a:lnTo>
                    <a:pt x="4334525" y="648507"/>
                  </a:lnTo>
                  <a:lnTo>
                    <a:pt x="4334525" y="648507"/>
                  </a:lnTo>
                  <a:lnTo>
                    <a:pt x="4339998" y="648507"/>
                  </a:lnTo>
                  <a:lnTo>
                    <a:pt x="4339998" y="648507"/>
                  </a:lnTo>
                  <a:lnTo>
                    <a:pt x="4345471" y="648507"/>
                  </a:lnTo>
                  <a:lnTo>
                    <a:pt x="4345471" y="648507"/>
                  </a:lnTo>
                  <a:lnTo>
                    <a:pt x="4350943" y="648507"/>
                  </a:lnTo>
                  <a:lnTo>
                    <a:pt x="4350943" y="648507"/>
                  </a:lnTo>
                  <a:lnTo>
                    <a:pt x="4356416" y="648507"/>
                  </a:lnTo>
                  <a:lnTo>
                    <a:pt x="4356416" y="648507"/>
                  </a:lnTo>
                  <a:lnTo>
                    <a:pt x="4361889" y="648507"/>
                  </a:lnTo>
                  <a:lnTo>
                    <a:pt x="4361889" y="648507"/>
                  </a:lnTo>
                  <a:lnTo>
                    <a:pt x="4367362" y="648507"/>
                  </a:lnTo>
                  <a:lnTo>
                    <a:pt x="4367362" y="648507"/>
                  </a:lnTo>
                  <a:lnTo>
                    <a:pt x="4372835" y="648507"/>
                  </a:lnTo>
                  <a:lnTo>
                    <a:pt x="4372835" y="648507"/>
                  </a:lnTo>
                  <a:lnTo>
                    <a:pt x="4378308" y="648507"/>
                  </a:lnTo>
                  <a:lnTo>
                    <a:pt x="4378308" y="623658"/>
                  </a:lnTo>
                  <a:lnTo>
                    <a:pt x="4383781" y="623658"/>
                  </a:lnTo>
                  <a:lnTo>
                    <a:pt x="4383781" y="623658"/>
                  </a:lnTo>
                  <a:lnTo>
                    <a:pt x="4389254" y="623658"/>
                  </a:lnTo>
                  <a:lnTo>
                    <a:pt x="4389254" y="598839"/>
                  </a:lnTo>
                  <a:lnTo>
                    <a:pt x="4394726" y="598839"/>
                  </a:lnTo>
                  <a:lnTo>
                    <a:pt x="4394726" y="598839"/>
                  </a:lnTo>
                  <a:lnTo>
                    <a:pt x="4400199" y="598839"/>
                  </a:lnTo>
                  <a:lnTo>
                    <a:pt x="4400199" y="598839"/>
                  </a:lnTo>
                  <a:lnTo>
                    <a:pt x="4405672" y="598839"/>
                  </a:lnTo>
                  <a:lnTo>
                    <a:pt x="4405672" y="598839"/>
                  </a:lnTo>
                  <a:lnTo>
                    <a:pt x="4411145" y="598839"/>
                  </a:lnTo>
                  <a:lnTo>
                    <a:pt x="4411145" y="598839"/>
                  </a:lnTo>
                  <a:lnTo>
                    <a:pt x="4416618" y="598839"/>
                  </a:lnTo>
                  <a:lnTo>
                    <a:pt x="4416618" y="598839"/>
                  </a:lnTo>
                  <a:lnTo>
                    <a:pt x="4422091" y="598839"/>
                  </a:lnTo>
                  <a:lnTo>
                    <a:pt x="4422091" y="598839"/>
                  </a:lnTo>
                  <a:lnTo>
                    <a:pt x="4427564" y="598839"/>
                  </a:lnTo>
                  <a:lnTo>
                    <a:pt x="4427564" y="598839"/>
                  </a:lnTo>
                  <a:lnTo>
                    <a:pt x="4433037" y="598839"/>
                  </a:lnTo>
                  <a:lnTo>
                    <a:pt x="4433037" y="598839"/>
                  </a:lnTo>
                  <a:lnTo>
                    <a:pt x="4438510" y="598839"/>
                  </a:lnTo>
                  <a:lnTo>
                    <a:pt x="4438510" y="598839"/>
                  </a:lnTo>
                  <a:lnTo>
                    <a:pt x="4443982" y="598839"/>
                  </a:lnTo>
                  <a:lnTo>
                    <a:pt x="4443982" y="598839"/>
                  </a:lnTo>
                  <a:lnTo>
                    <a:pt x="4449455" y="598839"/>
                  </a:lnTo>
                  <a:lnTo>
                    <a:pt x="4449455" y="598839"/>
                  </a:lnTo>
                  <a:lnTo>
                    <a:pt x="4454928" y="598839"/>
                  </a:lnTo>
                  <a:lnTo>
                    <a:pt x="4454928" y="598839"/>
                  </a:lnTo>
                  <a:lnTo>
                    <a:pt x="4460401" y="598839"/>
                  </a:lnTo>
                  <a:lnTo>
                    <a:pt x="4460401" y="598839"/>
                  </a:lnTo>
                  <a:lnTo>
                    <a:pt x="4465874" y="598839"/>
                  </a:lnTo>
                  <a:lnTo>
                    <a:pt x="4465874" y="598839"/>
                  </a:lnTo>
                  <a:lnTo>
                    <a:pt x="4471347" y="598839"/>
                  </a:lnTo>
                  <a:lnTo>
                    <a:pt x="4471347" y="598839"/>
                  </a:lnTo>
                  <a:lnTo>
                    <a:pt x="4476820" y="598839"/>
                  </a:lnTo>
                  <a:lnTo>
                    <a:pt x="4476820" y="598839"/>
                  </a:lnTo>
                  <a:lnTo>
                    <a:pt x="4482293" y="598839"/>
                  </a:lnTo>
                  <a:lnTo>
                    <a:pt x="4482293" y="598839"/>
                  </a:lnTo>
                  <a:lnTo>
                    <a:pt x="4487766" y="598839"/>
                  </a:lnTo>
                  <a:lnTo>
                    <a:pt x="4487766" y="598839"/>
                  </a:lnTo>
                  <a:lnTo>
                    <a:pt x="4493238" y="598839"/>
                  </a:lnTo>
                  <a:lnTo>
                    <a:pt x="4493238" y="598839"/>
                  </a:lnTo>
                  <a:lnTo>
                    <a:pt x="4498711" y="598839"/>
                  </a:lnTo>
                  <a:lnTo>
                    <a:pt x="4498711" y="598839"/>
                  </a:lnTo>
                  <a:lnTo>
                    <a:pt x="4504184" y="598839"/>
                  </a:lnTo>
                  <a:lnTo>
                    <a:pt x="4504184" y="573234"/>
                  </a:lnTo>
                  <a:lnTo>
                    <a:pt x="4509657" y="573234"/>
                  </a:lnTo>
                  <a:lnTo>
                    <a:pt x="4509657" y="573234"/>
                  </a:lnTo>
                  <a:lnTo>
                    <a:pt x="4515130" y="573234"/>
                  </a:lnTo>
                  <a:lnTo>
                    <a:pt x="4515130" y="573234"/>
                  </a:lnTo>
                  <a:lnTo>
                    <a:pt x="4520603" y="573234"/>
                  </a:lnTo>
                  <a:lnTo>
                    <a:pt x="4520603" y="547588"/>
                  </a:lnTo>
                  <a:lnTo>
                    <a:pt x="4526076" y="547588"/>
                  </a:lnTo>
                  <a:lnTo>
                    <a:pt x="4526076" y="547588"/>
                  </a:lnTo>
                  <a:lnTo>
                    <a:pt x="4531549" y="547588"/>
                  </a:lnTo>
                  <a:lnTo>
                    <a:pt x="4531549" y="547588"/>
                  </a:lnTo>
                  <a:lnTo>
                    <a:pt x="4537022" y="547588"/>
                  </a:lnTo>
                  <a:lnTo>
                    <a:pt x="4537022" y="547588"/>
                  </a:lnTo>
                  <a:lnTo>
                    <a:pt x="4542494" y="547588"/>
                  </a:lnTo>
                  <a:lnTo>
                    <a:pt x="4542494" y="547588"/>
                  </a:lnTo>
                  <a:lnTo>
                    <a:pt x="4547967" y="547588"/>
                  </a:lnTo>
                  <a:lnTo>
                    <a:pt x="4547967" y="547588"/>
                  </a:lnTo>
                  <a:lnTo>
                    <a:pt x="4553440" y="547588"/>
                  </a:lnTo>
                  <a:lnTo>
                    <a:pt x="4553440" y="547588"/>
                  </a:lnTo>
                  <a:lnTo>
                    <a:pt x="4558913" y="547588"/>
                  </a:lnTo>
                  <a:lnTo>
                    <a:pt x="4558913" y="547588"/>
                  </a:lnTo>
                  <a:lnTo>
                    <a:pt x="4564386" y="547588"/>
                  </a:lnTo>
                  <a:lnTo>
                    <a:pt x="4564386" y="547588"/>
                  </a:lnTo>
                  <a:lnTo>
                    <a:pt x="4569859" y="547588"/>
                  </a:lnTo>
                  <a:lnTo>
                    <a:pt x="4569859" y="547588"/>
                  </a:lnTo>
                  <a:lnTo>
                    <a:pt x="4575332" y="547588"/>
                  </a:lnTo>
                  <a:lnTo>
                    <a:pt x="4575332" y="547588"/>
                  </a:lnTo>
                  <a:lnTo>
                    <a:pt x="4580805" y="547588"/>
                  </a:lnTo>
                  <a:lnTo>
                    <a:pt x="4580805" y="547588"/>
                  </a:lnTo>
                  <a:lnTo>
                    <a:pt x="4586277" y="547588"/>
                  </a:lnTo>
                  <a:lnTo>
                    <a:pt x="4586277" y="547588"/>
                  </a:lnTo>
                  <a:lnTo>
                    <a:pt x="4591750" y="547588"/>
                  </a:lnTo>
                  <a:lnTo>
                    <a:pt x="4591750" y="547588"/>
                  </a:lnTo>
                  <a:lnTo>
                    <a:pt x="4597223" y="547588"/>
                  </a:lnTo>
                  <a:lnTo>
                    <a:pt x="4597223" y="547588"/>
                  </a:lnTo>
                  <a:lnTo>
                    <a:pt x="4602696" y="547588"/>
                  </a:lnTo>
                  <a:lnTo>
                    <a:pt x="4602696" y="547588"/>
                  </a:lnTo>
                  <a:lnTo>
                    <a:pt x="4608169" y="547588"/>
                  </a:lnTo>
                  <a:lnTo>
                    <a:pt x="4608169" y="547588"/>
                  </a:lnTo>
                  <a:lnTo>
                    <a:pt x="4613642" y="547588"/>
                  </a:lnTo>
                  <a:lnTo>
                    <a:pt x="4613642" y="547588"/>
                  </a:lnTo>
                  <a:lnTo>
                    <a:pt x="4619115" y="547588"/>
                  </a:lnTo>
                  <a:lnTo>
                    <a:pt x="4619115" y="547588"/>
                  </a:lnTo>
                  <a:lnTo>
                    <a:pt x="4624588" y="547588"/>
                  </a:lnTo>
                  <a:lnTo>
                    <a:pt x="4624588" y="547588"/>
                  </a:lnTo>
                  <a:lnTo>
                    <a:pt x="4630061" y="547588"/>
                  </a:lnTo>
                  <a:lnTo>
                    <a:pt x="4630061" y="547588"/>
                  </a:lnTo>
                  <a:lnTo>
                    <a:pt x="4635533" y="547588"/>
                  </a:lnTo>
                  <a:lnTo>
                    <a:pt x="4635533" y="547588"/>
                  </a:lnTo>
                  <a:lnTo>
                    <a:pt x="4641006" y="547588"/>
                  </a:lnTo>
                  <a:lnTo>
                    <a:pt x="4641006" y="547588"/>
                  </a:lnTo>
                  <a:lnTo>
                    <a:pt x="4646479" y="547588"/>
                  </a:lnTo>
                  <a:lnTo>
                    <a:pt x="4646479" y="547588"/>
                  </a:lnTo>
                  <a:lnTo>
                    <a:pt x="4651952" y="547588"/>
                  </a:lnTo>
                  <a:lnTo>
                    <a:pt x="4651952" y="547588"/>
                  </a:lnTo>
                  <a:lnTo>
                    <a:pt x="4657425" y="547588"/>
                  </a:lnTo>
                  <a:lnTo>
                    <a:pt x="4657425" y="547588"/>
                  </a:lnTo>
                  <a:lnTo>
                    <a:pt x="4662898" y="547588"/>
                  </a:lnTo>
                  <a:lnTo>
                    <a:pt x="4662898" y="547588"/>
                  </a:lnTo>
                  <a:lnTo>
                    <a:pt x="4668371" y="547588"/>
                  </a:lnTo>
                  <a:lnTo>
                    <a:pt x="4668371" y="547588"/>
                  </a:lnTo>
                  <a:lnTo>
                    <a:pt x="4673844" y="547588"/>
                  </a:lnTo>
                  <a:lnTo>
                    <a:pt x="4673844" y="547588"/>
                  </a:lnTo>
                  <a:lnTo>
                    <a:pt x="4679317" y="547588"/>
                  </a:lnTo>
                  <a:lnTo>
                    <a:pt x="4679317" y="547588"/>
                  </a:lnTo>
                  <a:lnTo>
                    <a:pt x="4684789" y="547588"/>
                  </a:lnTo>
                  <a:lnTo>
                    <a:pt x="4684789" y="547588"/>
                  </a:lnTo>
                  <a:lnTo>
                    <a:pt x="4690262" y="547588"/>
                  </a:lnTo>
                  <a:lnTo>
                    <a:pt x="4690262" y="547588"/>
                  </a:lnTo>
                  <a:lnTo>
                    <a:pt x="4695735" y="547588"/>
                  </a:lnTo>
                  <a:lnTo>
                    <a:pt x="4695735" y="547588"/>
                  </a:lnTo>
                  <a:lnTo>
                    <a:pt x="4701208" y="547588"/>
                  </a:lnTo>
                  <a:lnTo>
                    <a:pt x="4701208" y="547588"/>
                  </a:lnTo>
                  <a:lnTo>
                    <a:pt x="4706681" y="547588"/>
                  </a:lnTo>
                  <a:lnTo>
                    <a:pt x="4706681" y="547588"/>
                  </a:lnTo>
                  <a:lnTo>
                    <a:pt x="4712154" y="547588"/>
                  </a:lnTo>
                  <a:lnTo>
                    <a:pt x="4712154" y="547588"/>
                  </a:lnTo>
                  <a:lnTo>
                    <a:pt x="4717627" y="547588"/>
                  </a:lnTo>
                  <a:lnTo>
                    <a:pt x="4717627" y="547588"/>
                  </a:lnTo>
                  <a:lnTo>
                    <a:pt x="4723100" y="547588"/>
                  </a:lnTo>
                  <a:lnTo>
                    <a:pt x="4723100" y="547588"/>
                  </a:lnTo>
                  <a:lnTo>
                    <a:pt x="4728573" y="547588"/>
                  </a:lnTo>
                  <a:lnTo>
                    <a:pt x="4728573" y="547588"/>
                  </a:lnTo>
                  <a:lnTo>
                    <a:pt x="4734045" y="547588"/>
                  </a:lnTo>
                  <a:lnTo>
                    <a:pt x="4734045" y="547588"/>
                  </a:lnTo>
                  <a:lnTo>
                    <a:pt x="4739518" y="547588"/>
                  </a:lnTo>
                  <a:lnTo>
                    <a:pt x="4739518" y="547588"/>
                  </a:lnTo>
                  <a:lnTo>
                    <a:pt x="4744991" y="547588"/>
                  </a:lnTo>
                  <a:lnTo>
                    <a:pt x="4744991" y="547588"/>
                  </a:lnTo>
                  <a:lnTo>
                    <a:pt x="4750464" y="547588"/>
                  </a:lnTo>
                  <a:lnTo>
                    <a:pt x="4750464" y="547588"/>
                  </a:lnTo>
                  <a:lnTo>
                    <a:pt x="4755937" y="547588"/>
                  </a:lnTo>
                  <a:lnTo>
                    <a:pt x="4755937" y="547588"/>
                  </a:lnTo>
                  <a:lnTo>
                    <a:pt x="4761410" y="547588"/>
                  </a:lnTo>
                  <a:lnTo>
                    <a:pt x="4761410" y="547588"/>
                  </a:lnTo>
                  <a:lnTo>
                    <a:pt x="4766883" y="547588"/>
                  </a:lnTo>
                  <a:lnTo>
                    <a:pt x="4766883" y="547588"/>
                  </a:lnTo>
                  <a:lnTo>
                    <a:pt x="4772356" y="547588"/>
                  </a:lnTo>
                  <a:lnTo>
                    <a:pt x="4772356" y="547588"/>
                  </a:lnTo>
                  <a:lnTo>
                    <a:pt x="4777828" y="547588"/>
                  </a:lnTo>
                  <a:lnTo>
                    <a:pt x="4777828" y="547588"/>
                  </a:lnTo>
                  <a:lnTo>
                    <a:pt x="4783301" y="547588"/>
                  </a:lnTo>
                  <a:lnTo>
                    <a:pt x="4783301" y="547588"/>
                  </a:lnTo>
                  <a:lnTo>
                    <a:pt x="4788774" y="547588"/>
                  </a:lnTo>
                  <a:lnTo>
                    <a:pt x="4788774" y="547588"/>
                  </a:lnTo>
                  <a:lnTo>
                    <a:pt x="4794247" y="547588"/>
                  </a:lnTo>
                  <a:lnTo>
                    <a:pt x="4794247" y="547588"/>
                  </a:lnTo>
                  <a:lnTo>
                    <a:pt x="4799720" y="547588"/>
                  </a:lnTo>
                  <a:lnTo>
                    <a:pt x="4799720" y="547588"/>
                  </a:lnTo>
                  <a:lnTo>
                    <a:pt x="4805193" y="547588"/>
                  </a:lnTo>
                  <a:lnTo>
                    <a:pt x="4805193" y="547588"/>
                  </a:lnTo>
                  <a:lnTo>
                    <a:pt x="4810666" y="547588"/>
                  </a:lnTo>
                  <a:lnTo>
                    <a:pt x="4810666" y="547588"/>
                  </a:lnTo>
                  <a:lnTo>
                    <a:pt x="4816139" y="547588"/>
                  </a:lnTo>
                  <a:lnTo>
                    <a:pt x="4816139" y="520259"/>
                  </a:lnTo>
                  <a:lnTo>
                    <a:pt x="4821612" y="520259"/>
                  </a:lnTo>
                  <a:lnTo>
                    <a:pt x="4821612" y="520259"/>
                  </a:lnTo>
                  <a:lnTo>
                    <a:pt x="4827084" y="520259"/>
                  </a:lnTo>
                  <a:lnTo>
                    <a:pt x="4827084" y="520259"/>
                  </a:lnTo>
                  <a:lnTo>
                    <a:pt x="4832557" y="520259"/>
                  </a:lnTo>
                  <a:lnTo>
                    <a:pt x="4832557" y="520259"/>
                  </a:lnTo>
                  <a:lnTo>
                    <a:pt x="4838030" y="520259"/>
                  </a:lnTo>
                  <a:lnTo>
                    <a:pt x="4838030" y="520259"/>
                  </a:lnTo>
                  <a:lnTo>
                    <a:pt x="4843503" y="520259"/>
                  </a:lnTo>
                  <a:lnTo>
                    <a:pt x="4843503" y="520259"/>
                  </a:lnTo>
                  <a:lnTo>
                    <a:pt x="4848976" y="520259"/>
                  </a:lnTo>
                  <a:lnTo>
                    <a:pt x="4848976" y="520259"/>
                  </a:lnTo>
                  <a:lnTo>
                    <a:pt x="4854449" y="520259"/>
                  </a:lnTo>
                  <a:lnTo>
                    <a:pt x="4854449" y="520259"/>
                  </a:lnTo>
                  <a:lnTo>
                    <a:pt x="4859922" y="520259"/>
                  </a:lnTo>
                  <a:lnTo>
                    <a:pt x="4859922" y="520259"/>
                  </a:lnTo>
                  <a:lnTo>
                    <a:pt x="4865395" y="520259"/>
                  </a:lnTo>
                  <a:lnTo>
                    <a:pt x="4865395" y="520259"/>
                  </a:lnTo>
                  <a:lnTo>
                    <a:pt x="4870868" y="520259"/>
                  </a:lnTo>
                  <a:lnTo>
                    <a:pt x="4870868" y="520259"/>
                  </a:lnTo>
                  <a:lnTo>
                    <a:pt x="4876340" y="520259"/>
                  </a:lnTo>
                  <a:lnTo>
                    <a:pt x="4876340" y="520259"/>
                  </a:lnTo>
                  <a:lnTo>
                    <a:pt x="4881813" y="520259"/>
                  </a:lnTo>
                  <a:lnTo>
                    <a:pt x="4881813" y="520259"/>
                  </a:lnTo>
                  <a:lnTo>
                    <a:pt x="4887286" y="520259"/>
                  </a:lnTo>
                  <a:lnTo>
                    <a:pt x="4887286" y="520259"/>
                  </a:lnTo>
                  <a:lnTo>
                    <a:pt x="4892759" y="520259"/>
                  </a:lnTo>
                  <a:lnTo>
                    <a:pt x="4892759" y="520259"/>
                  </a:lnTo>
                  <a:lnTo>
                    <a:pt x="4898232" y="520259"/>
                  </a:lnTo>
                  <a:lnTo>
                    <a:pt x="4898232" y="520259"/>
                  </a:lnTo>
                  <a:lnTo>
                    <a:pt x="4903705" y="520259"/>
                  </a:lnTo>
                  <a:lnTo>
                    <a:pt x="4903705" y="520259"/>
                  </a:lnTo>
                  <a:lnTo>
                    <a:pt x="4909178" y="520259"/>
                  </a:lnTo>
                  <a:lnTo>
                    <a:pt x="4909178" y="492533"/>
                  </a:lnTo>
                  <a:lnTo>
                    <a:pt x="4914651" y="492533"/>
                  </a:lnTo>
                  <a:lnTo>
                    <a:pt x="4914651" y="492533"/>
                  </a:lnTo>
                  <a:lnTo>
                    <a:pt x="4920123" y="492533"/>
                  </a:lnTo>
                  <a:lnTo>
                    <a:pt x="4920123" y="492533"/>
                  </a:lnTo>
                  <a:lnTo>
                    <a:pt x="4925596" y="492533"/>
                  </a:lnTo>
                  <a:lnTo>
                    <a:pt x="4925596" y="464846"/>
                  </a:lnTo>
                  <a:lnTo>
                    <a:pt x="4931069" y="464846"/>
                  </a:lnTo>
                  <a:lnTo>
                    <a:pt x="4931069" y="464846"/>
                  </a:lnTo>
                  <a:lnTo>
                    <a:pt x="4936542" y="464846"/>
                  </a:lnTo>
                  <a:lnTo>
                    <a:pt x="4936542" y="464846"/>
                  </a:lnTo>
                  <a:lnTo>
                    <a:pt x="4942015" y="464846"/>
                  </a:lnTo>
                  <a:lnTo>
                    <a:pt x="4942015" y="464846"/>
                  </a:lnTo>
                  <a:lnTo>
                    <a:pt x="4947488" y="464846"/>
                  </a:lnTo>
                  <a:lnTo>
                    <a:pt x="4947488" y="464846"/>
                  </a:lnTo>
                  <a:lnTo>
                    <a:pt x="4952961" y="464846"/>
                  </a:lnTo>
                  <a:lnTo>
                    <a:pt x="4952961" y="464846"/>
                  </a:lnTo>
                  <a:lnTo>
                    <a:pt x="4958434" y="464846"/>
                  </a:lnTo>
                  <a:lnTo>
                    <a:pt x="4958434" y="464846"/>
                  </a:lnTo>
                  <a:lnTo>
                    <a:pt x="4963907" y="464846"/>
                  </a:lnTo>
                  <a:lnTo>
                    <a:pt x="4963907" y="464846"/>
                  </a:lnTo>
                  <a:lnTo>
                    <a:pt x="4969379" y="464846"/>
                  </a:lnTo>
                  <a:lnTo>
                    <a:pt x="4969379" y="464846"/>
                  </a:lnTo>
                  <a:lnTo>
                    <a:pt x="4974852" y="464846"/>
                  </a:lnTo>
                  <a:lnTo>
                    <a:pt x="4974852" y="464846"/>
                  </a:lnTo>
                  <a:lnTo>
                    <a:pt x="4980325" y="464846"/>
                  </a:lnTo>
                  <a:lnTo>
                    <a:pt x="4980325" y="464846"/>
                  </a:lnTo>
                  <a:lnTo>
                    <a:pt x="4985798" y="464846"/>
                  </a:lnTo>
                  <a:lnTo>
                    <a:pt x="4985798" y="464846"/>
                  </a:lnTo>
                  <a:lnTo>
                    <a:pt x="4991271" y="464846"/>
                  </a:lnTo>
                  <a:lnTo>
                    <a:pt x="4991271" y="464846"/>
                  </a:lnTo>
                  <a:lnTo>
                    <a:pt x="4996744" y="464846"/>
                  </a:lnTo>
                  <a:lnTo>
                    <a:pt x="4996744" y="437018"/>
                  </a:lnTo>
                  <a:lnTo>
                    <a:pt x="5002217" y="437018"/>
                  </a:lnTo>
                  <a:lnTo>
                    <a:pt x="5002217" y="437018"/>
                  </a:lnTo>
                  <a:lnTo>
                    <a:pt x="5007690" y="437018"/>
                  </a:lnTo>
                  <a:lnTo>
                    <a:pt x="5007690" y="437018"/>
                  </a:lnTo>
                  <a:lnTo>
                    <a:pt x="5013163" y="437018"/>
                  </a:lnTo>
                  <a:lnTo>
                    <a:pt x="5013163" y="437018"/>
                  </a:lnTo>
                  <a:lnTo>
                    <a:pt x="5018635" y="437018"/>
                  </a:lnTo>
                  <a:lnTo>
                    <a:pt x="5018635" y="437018"/>
                  </a:lnTo>
                  <a:lnTo>
                    <a:pt x="5024108" y="437018"/>
                  </a:lnTo>
                  <a:lnTo>
                    <a:pt x="5024108" y="437018"/>
                  </a:lnTo>
                  <a:lnTo>
                    <a:pt x="5029581" y="437018"/>
                  </a:lnTo>
                  <a:lnTo>
                    <a:pt x="5029581" y="437018"/>
                  </a:lnTo>
                  <a:lnTo>
                    <a:pt x="5035054" y="437018"/>
                  </a:lnTo>
                  <a:lnTo>
                    <a:pt x="5035054" y="437018"/>
                  </a:lnTo>
                  <a:lnTo>
                    <a:pt x="5040527" y="437018"/>
                  </a:lnTo>
                  <a:lnTo>
                    <a:pt x="5040527" y="437018"/>
                  </a:lnTo>
                  <a:lnTo>
                    <a:pt x="5046000" y="437018"/>
                  </a:lnTo>
                  <a:lnTo>
                    <a:pt x="5046000" y="437018"/>
                  </a:lnTo>
                  <a:lnTo>
                    <a:pt x="5051473" y="437018"/>
                  </a:lnTo>
                  <a:lnTo>
                    <a:pt x="5051473" y="437018"/>
                  </a:lnTo>
                  <a:lnTo>
                    <a:pt x="5056946" y="437018"/>
                  </a:lnTo>
                  <a:lnTo>
                    <a:pt x="5056946" y="437018"/>
                  </a:lnTo>
                  <a:lnTo>
                    <a:pt x="5062419" y="437018"/>
                  </a:lnTo>
                  <a:lnTo>
                    <a:pt x="5062419" y="437018"/>
                  </a:lnTo>
                  <a:lnTo>
                    <a:pt x="5067891" y="437018"/>
                  </a:lnTo>
                  <a:lnTo>
                    <a:pt x="5067891" y="437018"/>
                  </a:lnTo>
                  <a:lnTo>
                    <a:pt x="5073364" y="437018"/>
                  </a:lnTo>
                  <a:lnTo>
                    <a:pt x="5073364" y="437018"/>
                  </a:lnTo>
                  <a:lnTo>
                    <a:pt x="5078837" y="437018"/>
                  </a:lnTo>
                  <a:lnTo>
                    <a:pt x="5078837" y="437018"/>
                  </a:lnTo>
                  <a:lnTo>
                    <a:pt x="5084310" y="437018"/>
                  </a:lnTo>
                  <a:lnTo>
                    <a:pt x="5084310" y="437018"/>
                  </a:lnTo>
                  <a:lnTo>
                    <a:pt x="5089783" y="437018"/>
                  </a:lnTo>
                  <a:lnTo>
                    <a:pt x="5089783" y="437018"/>
                  </a:lnTo>
                  <a:lnTo>
                    <a:pt x="5095256" y="437018"/>
                  </a:lnTo>
                  <a:lnTo>
                    <a:pt x="5095256" y="437018"/>
                  </a:lnTo>
                  <a:lnTo>
                    <a:pt x="5100729" y="437018"/>
                  </a:lnTo>
                  <a:lnTo>
                    <a:pt x="5100729" y="437018"/>
                  </a:lnTo>
                  <a:lnTo>
                    <a:pt x="5106202" y="437018"/>
                  </a:lnTo>
                  <a:lnTo>
                    <a:pt x="5106202" y="437018"/>
                  </a:lnTo>
                  <a:lnTo>
                    <a:pt x="5111674" y="437018"/>
                  </a:lnTo>
                  <a:lnTo>
                    <a:pt x="5111674" y="437018"/>
                  </a:lnTo>
                  <a:lnTo>
                    <a:pt x="5117147" y="437018"/>
                  </a:lnTo>
                  <a:lnTo>
                    <a:pt x="5117147" y="437018"/>
                  </a:lnTo>
                  <a:lnTo>
                    <a:pt x="5122620" y="437018"/>
                  </a:lnTo>
                  <a:lnTo>
                    <a:pt x="5122620" y="437018"/>
                  </a:lnTo>
                  <a:lnTo>
                    <a:pt x="5128093" y="437018"/>
                  </a:lnTo>
                  <a:lnTo>
                    <a:pt x="5128093" y="437018"/>
                  </a:lnTo>
                  <a:lnTo>
                    <a:pt x="5133566" y="437018"/>
                  </a:lnTo>
                  <a:lnTo>
                    <a:pt x="5133566" y="437018"/>
                  </a:lnTo>
                  <a:lnTo>
                    <a:pt x="5139039" y="437018"/>
                  </a:lnTo>
                  <a:lnTo>
                    <a:pt x="5139039" y="437018"/>
                  </a:lnTo>
                  <a:lnTo>
                    <a:pt x="5144512" y="437018"/>
                  </a:lnTo>
                  <a:lnTo>
                    <a:pt x="5144512" y="437018"/>
                  </a:lnTo>
                  <a:lnTo>
                    <a:pt x="5149985" y="437018"/>
                  </a:lnTo>
                  <a:lnTo>
                    <a:pt x="5149985" y="437018"/>
                  </a:lnTo>
                  <a:lnTo>
                    <a:pt x="5155458" y="437018"/>
                  </a:lnTo>
                  <a:lnTo>
                    <a:pt x="5155458" y="437018"/>
                  </a:lnTo>
                  <a:lnTo>
                    <a:pt x="5160930" y="437018"/>
                  </a:lnTo>
                  <a:lnTo>
                    <a:pt x="5160930" y="437018"/>
                  </a:lnTo>
                  <a:lnTo>
                    <a:pt x="5166403" y="437018"/>
                  </a:lnTo>
                  <a:lnTo>
                    <a:pt x="5166403" y="437018"/>
                  </a:lnTo>
                  <a:lnTo>
                    <a:pt x="5171876" y="437018"/>
                  </a:lnTo>
                  <a:lnTo>
                    <a:pt x="5171876" y="437018"/>
                  </a:lnTo>
                  <a:lnTo>
                    <a:pt x="5177349" y="437018"/>
                  </a:lnTo>
                  <a:lnTo>
                    <a:pt x="5177349" y="437018"/>
                  </a:lnTo>
                  <a:lnTo>
                    <a:pt x="5182822" y="437018"/>
                  </a:lnTo>
                  <a:lnTo>
                    <a:pt x="5182822" y="437018"/>
                  </a:lnTo>
                  <a:lnTo>
                    <a:pt x="5188295" y="437018"/>
                  </a:lnTo>
                  <a:lnTo>
                    <a:pt x="5188295" y="437018"/>
                  </a:lnTo>
                  <a:lnTo>
                    <a:pt x="5193768" y="437018"/>
                  </a:lnTo>
                  <a:lnTo>
                    <a:pt x="5193768" y="437018"/>
                  </a:lnTo>
                  <a:lnTo>
                    <a:pt x="5199241" y="437018"/>
                  </a:lnTo>
                  <a:lnTo>
                    <a:pt x="5199241" y="437018"/>
                  </a:lnTo>
                  <a:lnTo>
                    <a:pt x="5204714" y="437018"/>
                  </a:lnTo>
                  <a:lnTo>
                    <a:pt x="5204714" y="437018"/>
                  </a:lnTo>
                  <a:lnTo>
                    <a:pt x="5210186" y="437018"/>
                  </a:lnTo>
                  <a:lnTo>
                    <a:pt x="5210186" y="437018"/>
                  </a:lnTo>
                  <a:lnTo>
                    <a:pt x="5215659" y="437018"/>
                  </a:lnTo>
                  <a:lnTo>
                    <a:pt x="5215659" y="437018"/>
                  </a:lnTo>
                  <a:lnTo>
                    <a:pt x="5221132" y="437018"/>
                  </a:lnTo>
                  <a:lnTo>
                    <a:pt x="5221132" y="437018"/>
                  </a:lnTo>
                  <a:lnTo>
                    <a:pt x="5226605" y="437018"/>
                  </a:lnTo>
                  <a:lnTo>
                    <a:pt x="5226605" y="437018"/>
                  </a:lnTo>
                  <a:lnTo>
                    <a:pt x="5232078" y="437018"/>
                  </a:lnTo>
                  <a:lnTo>
                    <a:pt x="5232078" y="437018"/>
                  </a:lnTo>
                  <a:lnTo>
                    <a:pt x="5237551" y="437018"/>
                  </a:lnTo>
                  <a:lnTo>
                    <a:pt x="5237551" y="437018"/>
                  </a:lnTo>
                  <a:lnTo>
                    <a:pt x="5243024" y="437018"/>
                  </a:lnTo>
                  <a:lnTo>
                    <a:pt x="5243024" y="437018"/>
                  </a:lnTo>
                  <a:lnTo>
                    <a:pt x="5248497" y="437018"/>
                  </a:lnTo>
                  <a:lnTo>
                    <a:pt x="5248497" y="437018"/>
                  </a:lnTo>
                  <a:lnTo>
                    <a:pt x="5253970" y="437018"/>
                  </a:lnTo>
                  <a:lnTo>
                    <a:pt x="5253970" y="437018"/>
                  </a:lnTo>
                  <a:lnTo>
                    <a:pt x="5259442" y="437018"/>
                  </a:lnTo>
                  <a:lnTo>
                    <a:pt x="5259442" y="437018"/>
                  </a:lnTo>
                  <a:lnTo>
                    <a:pt x="5264915" y="437018"/>
                  </a:lnTo>
                  <a:lnTo>
                    <a:pt x="5264915" y="437018"/>
                  </a:lnTo>
                  <a:lnTo>
                    <a:pt x="5270388" y="437018"/>
                  </a:lnTo>
                  <a:lnTo>
                    <a:pt x="5270388" y="437018"/>
                  </a:lnTo>
                  <a:lnTo>
                    <a:pt x="5275861" y="437018"/>
                  </a:lnTo>
                  <a:lnTo>
                    <a:pt x="5275861" y="437018"/>
                  </a:lnTo>
                  <a:lnTo>
                    <a:pt x="5281334" y="437018"/>
                  </a:lnTo>
                  <a:lnTo>
                    <a:pt x="5281334" y="437018"/>
                  </a:lnTo>
                  <a:lnTo>
                    <a:pt x="5286807" y="437018"/>
                  </a:lnTo>
                  <a:lnTo>
                    <a:pt x="5286807" y="437018"/>
                  </a:lnTo>
                  <a:lnTo>
                    <a:pt x="5292280" y="437018"/>
                  </a:lnTo>
                  <a:lnTo>
                    <a:pt x="5292280" y="437018"/>
                  </a:lnTo>
                  <a:lnTo>
                    <a:pt x="5297753" y="437018"/>
                  </a:lnTo>
                  <a:lnTo>
                    <a:pt x="5297753" y="437018"/>
                  </a:lnTo>
                  <a:lnTo>
                    <a:pt x="5303225" y="437018"/>
                  </a:lnTo>
                  <a:lnTo>
                    <a:pt x="5303225" y="437018"/>
                  </a:lnTo>
                  <a:lnTo>
                    <a:pt x="5308698" y="437018"/>
                  </a:lnTo>
                  <a:lnTo>
                    <a:pt x="5308698" y="437018"/>
                  </a:lnTo>
                  <a:lnTo>
                    <a:pt x="5314171" y="437018"/>
                  </a:lnTo>
                  <a:lnTo>
                    <a:pt x="5314171" y="437018"/>
                  </a:lnTo>
                  <a:lnTo>
                    <a:pt x="5319644" y="437018"/>
                  </a:lnTo>
                  <a:lnTo>
                    <a:pt x="5319644" y="437018"/>
                  </a:lnTo>
                  <a:lnTo>
                    <a:pt x="5325117" y="437018"/>
                  </a:lnTo>
                  <a:lnTo>
                    <a:pt x="5325117" y="437018"/>
                  </a:lnTo>
                  <a:lnTo>
                    <a:pt x="5330590" y="437018"/>
                  </a:lnTo>
                  <a:lnTo>
                    <a:pt x="5330590" y="437018"/>
                  </a:lnTo>
                  <a:lnTo>
                    <a:pt x="5336063" y="437018"/>
                  </a:lnTo>
                  <a:lnTo>
                    <a:pt x="5336063" y="437018"/>
                  </a:lnTo>
                  <a:lnTo>
                    <a:pt x="5341536" y="437018"/>
                  </a:lnTo>
                  <a:lnTo>
                    <a:pt x="5341536" y="437018"/>
                  </a:lnTo>
                  <a:lnTo>
                    <a:pt x="5347009" y="437018"/>
                  </a:lnTo>
                  <a:lnTo>
                    <a:pt x="5347009" y="437018"/>
                  </a:lnTo>
                  <a:lnTo>
                    <a:pt x="5352481" y="437018"/>
                  </a:lnTo>
                  <a:lnTo>
                    <a:pt x="5352481" y="437018"/>
                  </a:lnTo>
                  <a:lnTo>
                    <a:pt x="5357954" y="437018"/>
                  </a:lnTo>
                  <a:lnTo>
                    <a:pt x="5357954" y="437018"/>
                  </a:lnTo>
                  <a:lnTo>
                    <a:pt x="5363427" y="437018"/>
                  </a:lnTo>
                  <a:lnTo>
                    <a:pt x="5363427" y="437018"/>
                  </a:lnTo>
                  <a:lnTo>
                    <a:pt x="5368900" y="437018"/>
                  </a:lnTo>
                  <a:lnTo>
                    <a:pt x="5368900" y="437018"/>
                  </a:lnTo>
                  <a:lnTo>
                    <a:pt x="5374373" y="437018"/>
                  </a:lnTo>
                  <a:lnTo>
                    <a:pt x="5374373" y="437018"/>
                  </a:lnTo>
                  <a:lnTo>
                    <a:pt x="5379846" y="437018"/>
                  </a:lnTo>
                  <a:lnTo>
                    <a:pt x="5379846" y="437018"/>
                  </a:lnTo>
                  <a:lnTo>
                    <a:pt x="5385319" y="437018"/>
                  </a:lnTo>
                  <a:lnTo>
                    <a:pt x="5385319" y="437018"/>
                  </a:lnTo>
                  <a:lnTo>
                    <a:pt x="5390792" y="437018"/>
                  </a:lnTo>
                  <a:lnTo>
                    <a:pt x="5390792" y="437018"/>
                  </a:lnTo>
                  <a:lnTo>
                    <a:pt x="5396265" y="437018"/>
                  </a:lnTo>
                  <a:lnTo>
                    <a:pt x="5396265" y="437018"/>
                  </a:lnTo>
                  <a:lnTo>
                    <a:pt x="5401737" y="437018"/>
                  </a:lnTo>
                  <a:lnTo>
                    <a:pt x="5401737" y="437018"/>
                  </a:lnTo>
                  <a:lnTo>
                    <a:pt x="5407210" y="437018"/>
                  </a:lnTo>
                  <a:lnTo>
                    <a:pt x="5407210" y="437018"/>
                  </a:lnTo>
                  <a:lnTo>
                    <a:pt x="5412683" y="437018"/>
                  </a:lnTo>
                  <a:lnTo>
                    <a:pt x="5412683" y="437018"/>
                  </a:lnTo>
                  <a:lnTo>
                    <a:pt x="5418156" y="437018"/>
                  </a:lnTo>
                  <a:lnTo>
                    <a:pt x="5418156" y="437018"/>
                  </a:lnTo>
                  <a:lnTo>
                    <a:pt x="5423629" y="437018"/>
                  </a:lnTo>
                  <a:lnTo>
                    <a:pt x="5423629" y="437018"/>
                  </a:lnTo>
                  <a:lnTo>
                    <a:pt x="5429102" y="437018"/>
                  </a:lnTo>
                  <a:lnTo>
                    <a:pt x="5429102" y="437018"/>
                  </a:lnTo>
                  <a:lnTo>
                    <a:pt x="5434575" y="437018"/>
                  </a:lnTo>
                  <a:lnTo>
                    <a:pt x="5434575" y="437018"/>
                  </a:lnTo>
                  <a:lnTo>
                    <a:pt x="5440048" y="437018"/>
                  </a:lnTo>
                  <a:lnTo>
                    <a:pt x="5440048" y="437018"/>
                  </a:lnTo>
                  <a:lnTo>
                    <a:pt x="5445520" y="437018"/>
                  </a:lnTo>
                  <a:lnTo>
                    <a:pt x="5445520" y="437018"/>
                  </a:lnTo>
                  <a:lnTo>
                    <a:pt x="5450993" y="437018"/>
                  </a:lnTo>
                  <a:lnTo>
                    <a:pt x="5450993" y="437018"/>
                  </a:lnTo>
                  <a:lnTo>
                    <a:pt x="5456466" y="437018"/>
                  </a:lnTo>
                  <a:lnTo>
                    <a:pt x="5456466" y="437018"/>
                  </a:lnTo>
                  <a:lnTo>
                    <a:pt x="5461939" y="437018"/>
                  </a:lnTo>
                  <a:lnTo>
                    <a:pt x="5461939" y="437018"/>
                  </a:lnTo>
                  <a:lnTo>
                    <a:pt x="5467412" y="437018"/>
                  </a:lnTo>
                  <a:lnTo>
                    <a:pt x="5467412" y="437018"/>
                  </a:lnTo>
                  <a:lnTo>
                    <a:pt x="5472885" y="437018"/>
                  </a:lnTo>
                  <a:lnTo>
                    <a:pt x="5472885" y="437018"/>
                  </a:lnTo>
                  <a:lnTo>
                    <a:pt x="5478358" y="437018"/>
                  </a:lnTo>
                  <a:lnTo>
                    <a:pt x="5478358" y="437018"/>
                  </a:lnTo>
                  <a:lnTo>
                    <a:pt x="5483831" y="437018"/>
                  </a:lnTo>
                  <a:lnTo>
                    <a:pt x="5483831" y="437018"/>
                  </a:lnTo>
                  <a:lnTo>
                    <a:pt x="5489304" y="437018"/>
                  </a:lnTo>
                  <a:lnTo>
                    <a:pt x="5489304" y="437018"/>
                  </a:lnTo>
                  <a:lnTo>
                    <a:pt x="5494776" y="437018"/>
                  </a:lnTo>
                  <a:lnTo>
                    <a:pt x="5494776" y="437018"/>
                  </a:lnTo>
                  <a:lnTo>
                    <a:pt x="5500249" y="437018"/>
                  </a:lnTo>
                  <a:lnTo>
                    <a:pt x="5500249" y="437018"/>
                  </a:lnTo>
                  <a:lnTo>
                    <a:pt x="5505722" y="437018"/>
                  </a:lnTo>
                  <a:lnTo>
                    <a:pt x="5505722" y="437018"/>
                  </a:lnTo>
                  <a:lnTo>
                    <a:pt x="5511195" y="437018"/>
                  </a:lnTo>
                  <a:lnTo>
                    <a:pt x="5511195" y="437018"/>
                  </a:lnTo>
                  <a:lnTo>
                    <a:pt x="5516668" y="437018"/>
                  </a:lnTo>
                  <a:lnTo>
                    <a:pt x="5516668" y="437018"/>
                  </a:lnTo>
                  <a:lnTo>
                    <a:pt x="5522141" y="437018"/>
                  </a:lnTo>
                  <a:lnTo>
                    <a:pt x="5522141" y="437018"/>
                  </a:lnTo>
                  <a:lnTo>
                    <a:pt x="5527614" y="437018"/>
                  </a:lnTo>
                  <a:lnTo>
                    <a:pt x="5527614" y="437018"/>
                  </a:lnTo>
                  <a:lnTo>
                    <a:pt x="5533087" y="437018"/>
                  </a:lnTo>
                  <a:lnTo>
                    <a:pt x="5533087" y="437018"/>
                  </a:lnTo>
                  <a:lnTo>
                    <a:pt x="5538560" y="437018"/>
                  </a:lnTo>
                  <a:lnTo>
                    <a:pt x="5538560" y="437018"/>
                  </a:lnTo>
                  <a:lnTo>
                    <a:pt x="5544032" y="437018"/>
                  </a:lnTo>
                  <a:lnTo>
                    <a:pt x="5544032" y="437018"/>
                  </a:lnTo>
                  <a:lnTo>
                    <a:pt x="5549505" y="437018"/>
                  </a:lnTo>
                  <a:lnTo>
                    <a:pt x="5549505" y="437018"/>
                  </a:lnTo>
                  <a:lnTo>
                    <a:pt x="5554978" y="437018"/>
                  </a:lnTo>
                  <a:lnTo>
                    <a:pt x="5554978" y="437018"/>
                  </a:lnTo>
                  <a:lnTo>
                    <a:pt x="5560451" y="437018"/>
                  </a:lnTo>
                  <a:lnTo>
                    <a:pt x="5560451" y="437018"/>
                  </a:lnTo>
                  <a:lnTo>
                    <a:pt x="5565924" y="437018"/>
                  </a:lnTo>
                  <a:lnTo>
                    <a:pt x="5565924" y="437018"/>
                  </a:lnTo>
                  <a:lnTo>
                    <a:pt x="5571397" y="437018"/>
                  </a:lnTo>
                  <a:lnTo>
                    <a:pt x="5571397" y="437018"/>
                  </a:lnTo>
                  <a:lnTo>
                    <a:pt x="5576870" y="437018"/>
                  </a:lnTo>
                  <a:lnTo>
                    <a:pt x="5576870" y="437018"/>
                  </a:lnTo>
                  <a:lnTo>
                    <a:pt x="5582343" y="437018"/>
                  </a:lnTo>
                  <a:lnTo>
                    <a:pt x="5582343" y="437018"/>
                  </a:lnTo>
                  <a:lnTo>
                    <a:pt x="5587816" y="437018"/>
                  </a:lnTo>
                  <a:lnTo>
                    <a:pt x="5587816" y="437018"/>
                  </a:lnTo>
                  <a:lnTo>
                    <a:pt x="5593288" y="437018"/>
                  </a:lnTo>
                  <a:lnTo>
                    <a:pt x="5593288" y="437018"/>
                  </a:lnTo>
                  <a:lnTo>
                    <a:pt x="5598761" y="437018"/>
                  </a:lnTo>
                  <a:lnTo>
                    <a:pt x="5598761" y="437018"/>
                  </a:lnTo>
                  <a:lnTo>
                    <a:pt x="5604234" y="437018"/>
                  </a:lnTo>
                  <a:lnTo>
                    <a:pt x="5604234" y="437018"/>
                  </a:lnTo>
                  <a:lnTo>
                    <a:pt x="5609707" y="437018"/>
                  </a:lnTo>
                  <a:lnTo>
                    <a:pt x="5609707" y="437018"/>
                  </a:lnTo>
                  <a:lnTo>
                    <a:pt x="5615180" y="437018"/>
                  </a:lnTo>
                  <a:lnTo>
                    <a:pt x="5615180" y="437018"/>
                  </a:lnTo>
                  <a:lnTo>
                    <a:pt x="5620653" y="437018"/>
                  </a:lnTo>
                  <a:lnTo>
                    <a:pt x="5620653" y="437018"/>
                  </a:lnTo>
                  <a:lnTo>
                    <a:pt x="5626126" y="437018"/>
                  </a:lnTo>
                  <a:lnTo>
                    <a:pt x="5626126" y="437018"/>
                  </a:lnTo>
                  <a:lnTo>
                    <a:pt x="5631599" y="437018"/>
                  </a:lnTo>
                  <a:lnTo>
                    <a:pt x="5631599" y="437018"/>
                  </a:lnTo>
                  <a:lnTo>
                    <a:pt x="5637071" y="437018"/>
                  </a:lnTo>
                  <a:lnTo>
                    <a:pt x="5637071" y="437018"/>
                  </a:lnTo>
                  <a:lnTo>
                    <a:pt x="5642544" y="437018"/>
                  </a:lnTo>
                  <a:lnTo>
                    <a:pt x="5642544" y="437018"/>
                  </a:lnTo>
                  <a:lnTo>
                    <a:pt x="5648017" y="437018"/>
                  </a:lnTo>
                  <a:lnTo>
                    <a:pt x="5648017" y="437018"/>
                  </a:lnTo>
                  <a:lnTo>
                    <a:pt x="5653490" y="437018"/>
                  </a:lnTo>
                  <a:lnTo>
                    <a:pt x="5653490" y="437018"/>
                  </a:lnTo>
                  <a:lnTo>
                    <a:pt x="5658963" y="437018"/>
                  </a:lnTo>
                  <a:lnTo>
                    <a:pt x="5658963" y="437018"/>
                  </a:lnTo>
                  <a:lnTo>
                    <a:pt x="5664436" y="437018"/>
                  </a:lnTo>
                  <a:lnTo>
                    <a:pt x="5664436" y="437018"/>
                  </a:lnTo>
                  <a:lnTo>
                    <a:pt x="5669909" y="437018"/>
                  </a:lnTo>
                  <a:lnTo>
                    <a:pt x="5669909" y="437018"/>
                  </a:lnTo>
                  <a:lnTo>
                    <a:pt x="5675382" y="437018"/>
                  </a:lnTo>
                  <a:lnTo>
                    <a:pt x="5675382" y="437018"/>
                  </a:lnTo>
                  <a:lnTo>
                    <a:pt x="5680855" y="437018"/>
                  </a:lnTo>
                  <a:lnTo>
                    <a:pt x="5680855" y="437018"/>
                  </a:lnTo>
                  <a:lnTo>
                    <a:pt x="5686327" y="437018"/>
                  </a:lnTo>
                  <a:lnTo>
                    <a:pt x="5686327" y="437018"/>
                  </a:lnTo>
                  <a:lnTo>
                    <a:pt x="5691800" y="437018"/>
                  </a:lnTo>
                  <a:lnTo>
                    <a:pt x="5691800" y="437018"/>
                  </a:lnTo>
                  <a:lnTo>
                    <a:pt x="5697273" y="437018"/>
                  </a:lnTo>
                  <a:lnTo>
                    <a:pt x="5697273" y="437018"/>
                  </a:lnTo>
                  <a:lnTo>
                    <a:pt x="5702746" y="437018"/>
                  </a:lnTo>
                  <a:lnTo>
                    <a:pt x="5702746" y="437018"/>
                  </a:lnTo>
                  <a:lnTo>
                    <a:pt x="5708219" y="437018"/>
                  </a:lnTo>
                  <a:lnTo>
                    <a:pt x="5708219" y="437018"/>
                  </a:lnTo>
                  <a:lnTo>
                    <a:pt x="5713692" y="437018"/>
                  </a:lnTo>
                  <a:lnTo>
                    <a:pt x="5713692" y="437018"/>
                  </a:lnTo>
                  <a:lnTo>
                    <a:pt x="5719165" y="437018"/>
                  </a:lnTo>
                  <a:lnTo>
                    <a:pt x="5719165" y="437018"/>
                  </a:lnTo>
                  <a:lnTo>
                    <a:pt x="5724638" y="437018"/>
                  </a:lnTo>
                  <a:lnTo>
                    <a:pt x="5724638" y="437018"/>
                  </a:lnTo>
                  <a:lnTo>
                    <a:pt x="5730111" y="437018"/>
                  </a:lnTo>
                  <a:lnTo>
                    <a:pt x="5730111" y="437018"/>
                  </a:lnTo>
                  <a:lnTo>
                    <a:pt x="5735583" y="437018"/>
                  </a:lnTo>
                  <a:lnTo>
                    <a:pt x="5735583" y="437018"/>
                  </a:lnTo>
                  <a:lnTo>
                    <a:pt x="5741056" y="437018"/>
                  </a:lnTo>
                  <a:lnTo>
                    <a:pt x="5741056" y="437018"/>
                  </a:lnTo>
                  <a:lnTo>
                    <a:pt x="5746529" y="437018"/>
                  </a:lnTo>
                  <a:lnTo>
                    <a:pt x="5746529" y="437018"/>
                  </a:lnTo>
                  <a:lnTo>
                    <a:pt x="5752002" y="437018"/>
                  </a:lnTo>
                  <a:lnTo>
                    <a:pt x="5752002" y="437018"/>
                  </a:lnTo>
                  <a:lnTo>
                    <a:pt x="5757475" y="437018"/>
                  </a:lnTo>
                  <a:lnTo>
                    <a:pt x="5757475" y="437018"/>
                  </a:lnTo>
                  <a:lnTo>
                    <a:pt x="5762948" y="437018"/>
                  </a:lnTo>
                  <a:lnTo>
                    <a:pt x="5762948" y="437018"/>
                  </a:lnTo>
                  <a:lnTo>
                    <a:pt x="5768421" y="437018"/>
                  </a:lnTo>
                  <a:lnTo>
                    <a:pt x="5768421" y="437018"/>
                  </a:lnTo>
                  <a:lnTo>
                    <a:pt x="5773894" y="437018"/>
                  </a:lnTo>
                  <a:lnTo>
                    <a:pt x="5773894" y="437018"/>
                  </a:lnTo>
                  <a:lnTo>
                    <a:pt x="5779367" y="437018"/>
                  </a:lnTo>
                  <a:lnTo>
                    <a:pt x="5779367" y="437018"/>
                  </a:lnTo>
                  <a:lnTo>
                    <a:pt x="5784839" y="437018"/>
                  </a:lnTo>
                  <a:lnTo>
                    <a:pt x="5784839" y="437018"/>
                  </a:lnTo>
                  <a:lnTo>
                    <a:pt x="5790312" y="437018"/>
                  </a:lnTo>
                  <a:lnTo>
                    <a:pt x="5790312" y="437018"/>
                  </a:lnTo>
                  <a:lnTo>
                    <a:pt x="5795785" y="437018"/>
                  </a:lnTo>
                  <a:lnTo>
                    <a:pt x="5795785" y="437018"/>
                  </a:lnTo>
                  <a:lnTo>
                    <a:pt x="5801258" y="437018"/>
                  </a:lnTo>
                  <a:lnTo>
                    <a:pt x="5801258" y="437018"/>
                  </a:lnTo>
                  <a:lnTo>
                    <a:pt x="5806731" y="437018"/>
                  </a:lnTo>
                  <a:lnTo>
                    <a:pt x="5806731" y="403088"/>
                  </a:lnTo>
                  <a:lnTo>
                    <a:pt x="5812204" y="403088"/>
                  </a:lnTo>
                  <a:lnTo>
                    <a:pt x="5812204" y="403088"/>
                  </a:lnTo>
                  <a:lnTo>
                    <a:pt x="5817677" y="403088"/>
                  </a:lnTo>
                  <a:lnTo>
                    <a:pt x="5817677" y="403088"/>
                  </a:lnTo>
                  <a:lnTo>
                    <a:pt x="5823150" y="403088"/>
                  </a:lnTo>
                  <a:lnTo>
                    <a:pt x="5823150" y="403088"/>
                  </a:lnTo>
                  <a:lnTo>
                    <a:pt x="5828622" y="403088"/>
                  </a:lnTo>
                  <a:lnTo>
                    <a:pt x="5828622" y="403088"/>
                  </a:lnTo>
                  <a:lnTo>
                    <a:pt x="5834095" y="403088"/>
                  </a:lnTo>
                  <a:lnTo>
                    <a:pt x="5834095" y="403088"/>
                  </a:lnTo>
                  <a:lnTo>
                    <a:pt x="5839568" y="403088"/>
                  </a:lnTo>
                  <a:lnTo>
                    <a:pt x="5839568" y="403088"/>
                  </a:lnTo>
                  <a:lnTo>
                    <a:pt x="5845041" y="403088"/>
                  </a:lnTo>
                  <a:lnTo>
                    <a:pt x="5845041" y="403088"/>
                  </a:lnTo>
                  <a:lnTo>
                    <a:pt x="5850514" y="403088"/>
                  </a:lnTo>
                  <a:lnTo>
                    <a:pt x="5850514" y="403088"/>
                  </a:lnTo>
                  <a:lnTo>
                    <a:pt x="5855987" y="403088"/>
                  </a:lnTo>
                  <a:lnTo>
                    <a:pt x="5855987" y="403088"/>
                  </a:lnTo>
                  <a:lnTo>
                    <a:pt x="5861460" y="403088"/>
                  </a:lnTo>
                  <a:lnTo>
                    <a:pt x="5861460" y="403088"/>
                  </a:lnTo>
                  <a:lnTo>
                    <a:pt x="5866933" y="403088"/>
                  </a:lnTo>
                  <a:lnTo>
                    <a:pt x="5866933" y="403088"/>
                  </a:lnTo>
                  <a:lnTo>
                    <a:pt x="5872406" y="403088"/>
                  </a:lnTo>
                  <a:lnTo>
                    <a:pt x="5872406" y="403088"/>
                  </a:lnTo>
                  <a:lnTo>
                    <a:pt x="5877878" y="403088"/>
                  </a:lnTo>
                  <a:lnTo>
                    <a:pt x="5877878" y="403088"/>
                  </a:lnTo>
                  <a:lnTo>
                    <a:pt x="5883351" y="403088"/>
                  </a:lnTo>
                  <a:lnTo>
                    <a:pt x="5883351" y="403088"/>
                  </a:lnTo>
                  <a:lnTo>
                    <a:pt x="5888824" y="403088"/>
                  </a:lnTo>
                  <a:lnTo>
                    <a:pt x="5888824" y="403088"/>
                  </a:lnTo>
                  <a:lnTo>
                    <a:pt x="5894297" y="403088"/>
                  </a:lnTo>
                  <a:lnTo>
                    <a:pt x="5894297" y="403088"/>
                  </a:lnTo>
                  <a:lnTo>
                    <a:pt x="5899770" y="403088"/>
                  </a:lnTo>
                  <a:lnTo>
                    <a:pt x="5899770" y="403088"/>
                  </a:lnTo>
                  <a:lnTo>
                    <a:pt x="5905243" y="403088"/>
                  </a:lnTo>
                  <a:lnTo>
                    <a:pt x="5905243" y="403088"/>
                  </a:lnTo>
                  <a:lnTo>
                    <a:pt x="5910716" y="403088"/>
                  </a:lnTo>
                  <a:lnTo>
                    <a:pt x="5910716" y="403088"/>
                  </a:lnTo>
                  <a:lnTo>
                    <a:pt x="5916189" y="403088"/>
                  </a:lnTo>
                  <a:lnTo>
                    <a:pt x="5916189" y="403088"/>
                  </a:lnTo>
                  <a:lnTo>
                    <a:pt x="5921662" y="403088"/>
                  </a:lnTo>
                  <a:lnTo>
                    <a:pt x="5921662" y="403088"/>
                  </a:lnTo>
                  <a:lnTo>
                    <a:pt x="5927134" y="403088"/>
                  </a:lnTo>
                  <a:lnTo>
                    <a:pt x="5927134" y="403088"/>
                  </a:lnTo>
                  <a:lnTo>
                    <a:pt x="5932607" y="403088"/>
                  </a:lnTo>
                  <a:lnTo>
                    <a:pt x="5932607" y="403088"/>
                  </a:lnTo>
                  <a:lnTo>
                    <a:pt x="5938080" y="403088"/>
                  </a:lnTo>
                  <a:lnTo>
                    <a:pt x="5938080" y="403088"/>
                  </a:lnTo>
                  <a:lnTo>
                    <a:pt x="5943553" y="403088"/>
                  </a:lnTo>
                  <a:lnTo>
                    <a:pt x="5943553" y="403088"/>
                  </a:lnTo>
                  <a:lnTo>
                    <a:pt x="5949026" y="403088"/>
                  </a:lnTo>
                  <a:lnTo>
                    <a:pt x="5949026" y="403088"/>
                  </a:lnTo>
                  <a:lnTo>
                    <a:pt x="5954499" y="403088"/>
                  </a:lnTo>
                  <a:lnTo>
                    <a:pt x="5954499" y="403088"/>
                  </a:lnTo>
                  <a:lnTo>
                    <a:pt x="5959972" y="403088"/>
                  </a:lnTo>
                  <a:lnTo>
                    <a:pt x="5959972" y="403088"/>
                  </a:lnTo>
                  <a:lnTo>
                    <a:pt x="5965445" y="403088"/>
                  </a:lnTo>
                  <a:lnTo>
                    <a:pt x="5965445" y="403088"/>
                  </a:lnTo>
                  <a:lnTo>
                    <a:pt x="5970918" y="403088"/>
                  </a:lnTo>
                  <a:lnTo>
                    <a:pt x="5970918" y="403088"/>
                  </a:lnTo>
                  <a:lnTo>
                    <a:pt x="5976390" y="403088"/>
                  </a:lnTo>
                  <a:lnTo>
                    <a:pt x="5976390" y="403088"/>
                  </a:lnTo>
                  <a:lnTo>
                    <a:pt x="5981863" y="403088"/>
                  </a:lnTo>
                  <a:lnTo>
                    <a:pt x="5981863" y="403088"/>
                  </a:lnTo>
                  <a:lnTo>
                    <a:pt x="5987336" y="403088"/>
                  </a:lnTo>
                  <a:lnTo>
                    <a:pt x="5987336" y="403088"/>
                  </a:lnTo>
                  <a:lnTo>
                    <a:pt x="5992809" y="403088"/>
                  </a:lnTo>
                  <a:lnTo>
                    <a:pt x="5992809" y="403088"/>
                  </a:lnTo>
                  <a:lnTo>
                    <a:pt x="5998282" y="403088"/>
                  </a:lnTo>
                  <a:lnTo>
                    <a:pt x="5998282" y="403088"/>
                  </a:lnTo>
                  <a:lnTo>
                    <a:pt x="6003755" y="403088"/>
                  </a:lnTo>
                  <a:lnTo>
                    <a:pt x="6003755" y="403088"/>
                  </a:lnTo>
                  <a:lnTo>
                    <a:pt x="6009228" y="403088"/>
                  </a:lnTo>
                  <a:lnTo>
                    <a:pt x="6009228" y="403088"/>
                  </a:lnTo>
                  <a:lnTo>
                    <a:pt x="6014701" y="403088"/>
                  </a:lnTo>
                  <a:lnTo>
                    <a:pt x="6014701" y="403088"/>
                  </a:lnTo>
                  <a:lnTo>
                    <a:pt x="6020173" y="403088"/>
                  </a:lnTo>
                  <a:lnTo>
                    <a:pt x="6020173" y="403088"/>
                  </a:lnTo>
                  <a:lnTo>
                    <a:pt x="6025646" y="403088"/>
                  </a:lnTo>
                  <a:lnTo>
                    <a:pt x="6025646" y="403088"/>
                  </a:lnTo>
                  <a:lnTo>
                    <a:pt x="6031119" y="403088"/>
                  </a:lnTo>
                  <a:lnTo>
                    <a:pt x="6031119" y="403088"/>
                  </a:lnTo>
                  <a:lnTo>
                    <a:pt x="6036592" y="403088"/>
                  </a:lnTo>
                  <a:lnTo>
                    <a:pt x="6036592" y="403088"/>
                  </a:lnTo>
                  <a:lnTo>
                    <a:pt x="6042065" y="403088"/>
                  </a:lnTo>
                  <a:lnTo>
                    <a:pt x="6042065" y="403088"/>
                  </a:lnTo>
                  <a:lnTo>
                    <a:pt x="6047538" y="403088"/>
                  </a:lnTo>
                  <a:lnTo>
                    <a:pt x="6047538" y="403088"/>
                  </a:lnTo>
                  <a:lnTo>
                    <a:pt x="6053011" y="403088"/>
                  </a:lnTo>
                  <a:lnTo>
                    <a:pt x="6053011" y="403088"/>
                  </a:lnTo>
                  <a:lnTo>
                    <a:pt x="6058484" y="403088"/>
                  </a:lnTo>
                  <a:lnTo>
                    <a:pt x="6058484" y="403088"/>
                  </a:lnTo>
                  <a:lnTo>
                    <a:pt x="6063957" y="403088"/>
                  </a:lnTo>
                  <a:lnTo>
                    <a:pt x="6063957" y="403088"/>
                  </a:lnTo>
                  <a:lnTo>
                    <a:pt x="6069429" y="403088"/>
                  </a:lnTo>
                  <a:lnTo>
                    <a:pt x="6069429" y="403088"/>
                  </a:lnTo>
                  <a:lnTo>
                    <a:pt x="6074902" y="403088"/>
                  </a:lnTo>
                  <a:lnTo>
                    <a:pt x="6074902" y="403088"/>
                  </a:lnTo>
                  <a:lnTo>
                    <a:pt x="6080375" y="403088"/>
                  </a:lnTo>
                  <a:lnTo>
                    <a:pt x="6080375" y="403088"/>
                  </a:lnTo>
                  <a:lnTo>
                    <a:pt x="6085848" y="403088"/>
                  </a:lnTo>
                  <a:lnTo>
                    <a:pt x="6085848" y="403088"/>
                  </a:lnTo>
                  <a:lnTo>
                    <a:pt x="6091321" y="403088"/>
                  </a:lnTo>
                  <a:lnTo>
                    <a:pt x="6091321" y="403088"/>
                  </a:lnTo>
                  <a:lnTo>
                    <a:pt x="6096794" y="403088"/>
                  </a:lnTo>
                  <a:lnTo>
                    <a:pt x="6096794" y="403088"/>
                  </a:lnTo>
                  <a:lnTo>
                    <a:pt x="6102267" y="403088"/>
                  </a:lnTo>
                  <a:lnTo>
                    <a:pt x="6102267" y="403088"/>
                  </a:lnTo>
                  <a:lnTo>
                    <a:pt x="6107740" y="403088"/>
                  </a:lnTo>
                  <a:lnTo>
                    <a:pt x="6107740" y="403088"/>
                  </a:lnTo>
                  <a:lnTo>
                    <a:pt x="6113213" y="403088"/>
                  </a:lnTo>
                  <a:lnTo>
                    <a:pt x="6113213" y="403088"/>
                  </a:lnTo>
                  <a:lnTo>
                    <a:pt x="6118685" y="403088"/>
                  </a:lnTo>
                  <a:lnTo>
                    <a:pt x="6118685" y="403088"/>
                  </a:lnTo>
                  <a:lnTo>
                    <a:pt x="6124158" y="403088"/>
                  </a:lnTo>
                  <a:lnTo>
                    <a:pt x="6124158" y="403088"/>
                  </a:lnTo>
                  <a:lnTo>
                    <a:pt x="6129631" y="403088"/>
                  </a:lnTo>
                  <a:lnTo>
                    <a:pt x="6129631" y="403088"/>
                  </a:lnTo>
                  <a:lnTo>
                    <a:pt x="6135104" y="403088"/>
                  </a:lnTo>
                  <a:lnTo>
                    <a:pt x="6135104" y="403088"/>
                  </a:lnTo>
                  <a:lnTo>
                    <a:pt x="6140577" y="403088"/>
                  </a:lnTo>
                  <a:lnTo>
                    <a:pt x="6140577" y="403088"/>
                  </a:lnTo>
                  <a:lnTo>
                    <a:pt x="6146050" y="403088"/>
                  </a:lnTo>
                  <a:lnTo>
                    <a:pt x="6146050" y="403088"/>
                  </a:lnTo>
                  <a:lnTo>
                    <a:pt x="6151523" y="403088"/>
                  </a:lnTo>
                  <a:lnTo>
                    <a:pt x="6151523" y="403088"/>
                  </a:lnTo>
                  <a:lnTo>
                    <a:pt x="6156996" y="403088"/>
                  </a:lnTo>
                  <a:lnTo>
                    <a:pt x="6156996" y="403088"/>
                  </a:lnTo>
                  <a:lnTo>
                    <a:pt x="6162468" y="403088"/>
                  </a:lnTo>
                  <a:lnTo>
                    <a:pt x="6162468" y="403088"/>
                  </a:lnTo>
                  <a:lnTo>
                    <a:pt x="6167941" y="403088"/>
                  </a:lnTo>
                  <a:lnTo>
                    <a:pt x="6167941" y="403088"/>
                  </a:lnTo>
                  <a:lnTo>
                    <a:pt x="6173414" y="403088"/>
                  </a:lnTo>
                  <a:lnTo>
                    <a:pt x="6173414" y="403088"/>
                  </a:lnTo>
                  <a:lnTo>
                    <a:pt x="6178887" y="403088"/>
                  </a:lnTo>
                  <a:lnTo>
                    <a:pt x="6178887" y="403088"/>
                  </a:lnTo>
                  <a:lnTo>
                    <a:pt x="6184360" y="403088"/>
                  </a:lnTo>
                  <a:lnTo>
                    <a:pt x="6184360" y="403088"/>
                  </a:lnTo>
                  <a:lnTo>
                    <a:pt x="6189833" y="403088"/>
                  </a:lnTo>
                  <a:lnTo>
                    <a:pt x="6189833" y="403088"/>
                  </a:lnTo>
                  <a:lnTo>
                    <a:pt x="6195306" y="403088"/>
                  </a:lnTo>
                  <a:lnTo>
                    <a:pt x="6195306" y="403088"/>
                  </a:lnTo>
                  <a:lnTo>
                    <a:pt x="6200779" y="403088"/>
                  </a:lnTo>
                  <a:lnTo>
                    <a:pt x="6200779" y="403088"/>
                  </a:lnTo>
                  <a:lnTo>
                    <a:pt x="6206252" y="403088"/>
                  </a:lnTo>
                  <a:lnTo>
                    <a:pt x="6206252" y="403088"/>
                  </a:lnTo>
                  <a:lnTo>
                    <a:pt x="6211724" y="403088"/>
                  </a:lnTo>
                  <a:lnTo>
                    <a:pt x="6211724" y="403088"/>
                  </a:lnTo>
                  <a:lnTo>
                    <a:pt x="6217197" y="403088"/>
                  </a:lnTo>
                  <a:lnTo>
                    <a:pt x="6217197" y="403088"/>
                  </a:lnTo>
                  <a:lnTo>
                    <a:pt x="6222670" y="403088"/>
                  </a:lnTo>
                  <a:lnTo>
                    <a:pt x="6222670" y="403088"/>
                  </a:lnTo>
                  <a:lnTo>
                    <a:pt x="6228143" y="403088"/>
                  </a:lnTo>
                  <a:lnTo>
                    <a:pt x="6228143" y="403088"/>
                  </a:lnTo>
                  <a:lnTo>
                    <a:pt x="6233616" y="403088"/>
                  </a:lnTo>
                  <a:lnTo>
                    <a:pt x="6233616" y="403088"/>
                  </a:lnTo>
                  <a:lnTo>
                    <a:pt x="6239089" y="403088"/>
                  </a:lnTo>
                  <a:lnTo>
                    <a:pt x="6239089" y="403088"/>
                  </a:lnTo>
                  <a:lnTo>
                    <a:pt x="6244562" y="403088"/>
                  </a:lnTo>
                  <a:lnTo>
                    <a:pt x="6244562" y="403088"/>
                  </a:lnTo>
                  <a:lnTo>
                    <a:pt x="6250035" y="403088"/>
                  </a:lnTo>
                  <a:lnTo>
                    <a:pt x="6250035" y="403088"/>
                  </a:lnTo>
                  <a:lnTo>
                    <a:pt x="6255508" y="403088"/>
                  </a:lnTo>
                  <a:lnTo>
                    <a:pt x="6255508" y="403088"/>
                  </a:lnTo>
                  <a:lnTo>
                    <a:pt x="6260980" y="403088"/>
                  </a:lnTo>
                  <a:lnTo>
                    <a:pt x="6260980" y="403088"/>
                  </a:lnTo>
                  <a:lnTo>
                    <a:pt x="6266453" y="403088"/>
                  </a:lnTo>
                  <a:lnTo>
                    <a:pt x="6266453" y="403088"/>
                  </a:lnTo>
                  <a:lnTo>
                    <a:pt x="6271926" y="403088"/>
                  </a:lnTo>
                  <a:lnTo>
                    <a:pt x="6271926" y="403088"/>
                  </a:lnTo>
                  <a:lnTo>
                    <a:pt x="6282872" y="403088"/>
                  </a:lnTo>
                  <a:lnTo>
                    <a:pt x="6282872" y="403088"/>
                  </a:lnTo>
                  <a:lnTo>
                    <a:pt x="6288345" y="403088"/>
                  </a:lnTo>
                  <a:lnTo>
                    <a:pt x="6288345" y="403088"/>
                  </a:lnTo>
                  <a:lnTo>
                    <a:pt x="6293818" y="403088"/>
                  </a:lnTo>
                  <a:lnTo>
                    <a:pt x="6293818" y="403088"/>
                  </a:lnTo>
                  <a:lnTo>
                    <a:pt x="6299291" y="403088"/>
                  </a:lnTo>
                  <a:lnTo>
                    <a:pt x="6299291" y="403088"/>
                  </a:lnTo>
                  <a:lnTo>
                    <a:pt x="6304764" y="403088"/>
                  </a:lnTo>
                  <a:lnTo>
                    <a:pt x="6304764" y="403088"/>
                  </a:lnTo>
                  <a:lnTo>
                    <a:pt x="6310236" y="403088"/>
                  </a:lnTo>
                  <a:lnTo>
                    <a:pt x="6310236" y="403088"/>
                  </a:lnTo>
                  <a:lnTo>
                    <a:pt x="6315709" y="403088"/>
                  </a:lnTo>
                  <a:lnTo>
                    <a:pt x="6315709" y="403088"/>
                  </a:lnTo>
                  <a:lnTo>
                    <a:pt x="6321182" y="403088"/>
                  </a:lnTo>
                  <a:lnTo>
                    <a:pt x="6321182" y="403088"/>
                  </a:lnTo>
                  <a:lnTo>
                    <a:pt x="6326655" y="403088"/>
                  </a:lnTo>
                  <a:lnTo>
                    <a:pt x="6326655" y="403088"/>
                  </a:lnTo>
                  <a:lnTo>
                    <a:pt x="6332128" y="403088"/>
                  </a:lnTo>
                  <a:lnTo>
                    <a:pt x="6332128" y="403088"/>
                  </a:lnTo>
                  <a:lnTo>
                    <a:pt x="6337601" y="403088"/>
                  </a:lnTo>
                  <a:lnTo>
                    <a:pt x="6337601" y="403088"/>
                  </a:lnTo>
                  <a:lnTo>
                    <a:pt x="6343074" y="403088"/>
                  </a:lnTo>
                  <a:lnTo>
                    <a:pt x="6343074" y="403088"/>
                  </a:lnTo>
                  <a:lnTo>
                    <a:pt x="6348547" y="403088"/>
                  </a:lnTo>
                  <a:lnTo>
                    <a:pt x="6348547" y="363952"/>
                  </a:lnTo>
                  <a:lnTo>
                    <a:pt x="6354019" y="363952"/>
                  </a:lnTo>
                  <a:lnTo>
                    <a:pt x="6354019" y="363952"/>
                  </a:lnTo>
                  <a:lnTo>
                    <a:pt x="6359492" y="363952"/>
                  </a:lnTo>
                  <a:lnTo>
                    <a:pt x="6359492" y="363952"/>
                  </a:lnTo>
                  <a:lnTo>
                    <a:pt x="6364965" y="363952"/>
                  </a:lnTo>
                  <a:lnTo>
                    <a:pt x="6364965" y="363952"/>
                  </a:lnTo>
                  <a:lnTo>
                    <a:pt x="6375911" y="363952"/>
                  </a:lnTo>
                  <a:lnTo>
                    <a:pt x="6375911" y="363952"/>
                  </a:lnTo>
                  <a:lnTo>
                    <a:pt x="6381384" y="363952"/>
                  </a:lnTo>
                  <a:lnTo>
                    <a:pt x="6381384" y="363952"/>
                  </a:lnTo>
                  <a:lnTo>
                    <a:pt x="6386857" y="363952"/>
                  </a:lnTo>
                  <a:lnTo>
                    <a:pt x="6386857" y="363952"/>
                  </a:lnTo>
                  <a:lnTo>
                    <a:pt x="6392330" y="363952"/>
                  </a:lnTo>
                  <a:lnTo>
                    <a:pt x="6392330" y="363952"/>
                  </a:lnTo>
                  <a:lnTo>
                    <a:pt x="6397803" y="363952"/>
                  </a:lnTo>
                  <a:lnTo>
                    <a:pt x="6397803" y="363952"/>
                  </a:lnTo>
                  <a:lnTo>
                    <a:pt x="6403275" y="363952"/>
                  </a:lnTo>
                  <a:lnTo>
                    <a:pt x="6403275" y="363952"/>
                  </a:lnTo>
                  <a:lnTo>
                    <a:pt x="6408748" y="363952"/>
                  </a:lnTo>
                  <a:lnTo>
                    <a:pt x="6408748" y="363952"/>
                  </a:lnTo>
                  <a:lnTo>
                    <a:pt x="6414221" y="363952"/>
                  </a:lnTo>
                  <a:lnTo>
                    <a:pt x="6414221" y="363952"/>
                  </a:lnTo>
                  <a:lnTo>
                    <a:pt x="6419694" y="363952"/>
                  </a:lnTo>
                  <a:lnTo>
                    <a:pt x="6419694" y="363952"/>
                  </a:lnTo>
                  <a:lnTo>
                    <a:pt x="6425167" y="363952"/>
                  </a:lnTo>
                  <a:lnTo>
                    <a:pt x="6425167" y="363952"/>
                  </a:lnTo>
                  <a:lnTo>
                    <a:pt x="6430640" y="363952"/>
                  </a:lnTo>
                  <a:lnTo>
                    <a:pt x="6430640" y="363952"/>
                  </a:lnTo>
                  <a:lnTo>
                    <a:pt x="6436113" y="363952"/>
                  </a:lnTo>
                  <a:lnTo>
                    <a:pt x="6436113" y="363952"/>
                  </a:lnTo>
                  <a:lnTo>
                    <a:pt x="6441586" y="363952"/>
                  </a:lnTo>
                  <a:lnTo>
                    <a:pt x="6441586" y="363952"/>
                  </a:lnTo>
                  <a:lnTo>
                    <a:pt x="6447059" y="363952"/>
                  </a:lnTo>
                  <a:lnTo>
                    <a:pt x="6447059" y="363952"/>
                  </a:lnTo>
                  <a:lnTo>
                    <a:pt x="6452531" y="363952"/>
                  </a:lnTo>
                  <a:lnTo>
                    <a:pt x="6452531" y="363952"/>
                  </a:lnTo>
                  <a:lnTo>
                    <a:pt x="6458004" y="363952"/>
                  </a:lnTo>
                  <a:lnTo>
                    <a:pt x="6458004" y="363952"/>
                  </a:lnTo>
                  <a:lnTo>
                    <a:pt x="6463477" y="363952"/>
                  </a:lnTo>
                  <a:lnTo>
                    <a:pt x="6463477" y="363952"/>
                  </a:lnTo>
                  <a:lnTo>
                    <a:pt x="6468950" y="363952"/>
                  </a:lnTo>
                  <a:lnTo>
                    <a:pt x="6468950" y="363952"/>
                  </a:lnTo>
                  <a:lnTo>
                    <a:pt x="6474423" y="363952"/>
                  </a:lnTo>
                  <a:lnTo>
                    <a:pt x="6474423" y="363952"/>
                  </a:lnTo>
                  <a:lnTo>
                    <a:pt x="6479896" y="363952"/>
                  </a:lnTo>
                  <a:lnTo>
                    <a:pt x="6479896" y="363952"/>
                  </a:lnTo>
                  <a:lnTo>
                    <a:pt x="6485369" y="363952"/>
                  </a:lnTo>
                  <a:lnTo>
                    <a:pt x="6485369" y="363952"/>
                  </a:lnTo>
                  <a:lnTo>
                    <a:pt x="6490842" y="363952"/>
                  </a:lnTo>
                  <a:lnTo>
                    <a:pt x="6490842" y="363952"/>
                  </a:lnTo>
                  <a:lnTo>
                    <a:pt x="6496315" y="363952"/>
                  </a:lnTo>
                  <a:lnTo>
                    <a:pt x="6496315" y="363952"/>
                  </a:lnTo>
                  <a:lnTo>
                    <a:pt x="6501787" y="363952"/>
                  </a:lnTo>
                  <a:lnTo>
                    <a:pt x="6501787" y="363952"/>
                  </a:lnTo>
                  <a:lnTo>
                    <a:pt x="6507260" y="363952"/>
                  </a:lnTo>
                  <a:lnTo>
                    <a:pt x="6507260" y="363952"/>
                  </a:lnTo>
                  <a:lnTo>
                    <a:pt x="6512733" y="363952"/>
                  </a:lnTo>
                  <a:lnTo>
                    <a:pt x="6512733" y="363952"/>
                  </a:lnTo>
                  <a:lnTo>
                    <a:pt x="6518206" y="363952"/>
                  </a:lnTo>
                  <a:lnTo>
                    <a:pt x="6518206" y="363952"/>
                  </a:lnTo>
                  <a:lnTo>
                    <a:pt x="6523679" y="363952"/>
                  </a:lnTo>
                  <a:lnTo>
                    <a:pt x="6523679" y="363952"/>
                  </a:lnTo>
                  <a:lnTo>
                    <a:pt x="6529152" y="363952"/>
                  </a:lnTo>
                  <a:lnTo>
                    <a:pt x="6529152" y="363952"/>
                  </a:lnTo>
                  <a:lnTo>
                    <a:pt x="6534625" y="363952"/>
                  </a:lnTo>
                  <a:lnTo>
                    <a:pt x="6534625" y="363952"/>
                  </a:lnTo>
                  <a:lnTo>
                    <a:pt x="6540098" y="363952"/>
                  </a:lnTo>
                  <a:lnTo>
                    <a:pt x="6540098" y="363952"/>
                  </a:lnTo>
                  <a:lnTo>
                    <a:pt x="6545570" y="363952"/>
                  </a:lnTo>
                  <a:lnTo>
                    <a:pt x="6545570" y="363952"/>
                  </a:lnTo>
                  <a:lnTo>
                    <a:pt x="6551043" y="363952"/>
                  </a:lnTo>
                  <a:lnTo>
                    <a:pt x="6551043" y="363952"/>
                  </a:lnTo>
                  <a:lnTo>
                    <a:pt x="6561989" y="363952"/>
                  </a:lnTo>
                  <a:lnTo>
                    <a:pt x="6561989" y="363952"/>
                  </a:lnTo>
                  <a:lnTo>
                    <a:pt x="6572935" y="363952"/>
                  </a:lnTo>
                  <a:lnTo>
                    <a:pt x="6572935" y="363952"/>
                  </a:lnTo>
                  <a:lnTo>
                    <a:pt x="6578408" y="363952"/>
                  </a:lnTo>
                  <a:lnTo>
                    <a:pt x="6578408" y="363952"/>
                  </a:lnTo>
                  <a:lnTo>
                    <a:pt x="6583881" y="363952"/>
                  </a:lnTo>
                  <a:lnTo>
                    <a:pt x="6583881" y="363952"/>
                  </a:lnTo>
                  <a:lnTo>
                    <a:pt x="6589354" y="363952"/>
                  </a:lnTo>
                  <a:lnTo>
                    <a:pt x="6589354" y="363952"/>
                  </a:lnTo>
                  <a:lnTo>
                    <a:pt x="6594826" y="363952"/>
                  </a:lnTo>
                  <a:lnTo>
                    <a:pt x="6594826" y="363952"/>
                  </a:lnTo>
                  <a:lnTo>
                    <a:pt x="6600299" y="363952"/>
                  </a:lnTo>
                  <a:lnTo>
                    <a:pt x="6600299" y="363952"/>
                  </a:lnTo>
                  <a:lnTo>
                    <a:pt x="6605772" y="363952"/>
                  </a:lnTo>
                  <a:lnTo>
                    <a:pt x="6605772" y="363952"/>
                  </a:lnTo>
                  <a:lnTo>
                    <a:pt x="6611245" y="363952"/>
                  </a:lnTo>
                  <a:lnTo>
                    <a:pt x="6611245" y="363952"/>
                  </a:lnTo>
                  <a:lnTo>
                    <a:pt x="6616718" y="363952"/>
                  </a:lnTo>
                  <a:lnTo>
                    <a:pt x="6616718" y="363952"/>
                  </a:lnTo>
                  <a:lnTo>
                    <a:pt x="6622191" y="363952"/>
                  </a:lnTo>
                  <a:lnTo>
                    <a:pt x="6622191" y="363952"/>
                  </a:lnTo>
                  <a:lnTo>
                    <a:pt x="6627664" y="363952"/>
                  </a:lnTo>
                  <a:lnTo>
                    <a:pt x="6627664" y="363952"/>
                  </a:lnTo>
                  <a:lnTo>
                    <a:pt x="6633137" y="363952"/>
                  </a:lnTo>
                  <a:lnTo>
                    <a:pt x="6633137" y="363952"/>
                  </a:lnTo>
                  <a:lnTo>
                    <a:pt x="6638610" y="363952"/>
                  </a:lnTo>
                  <a:lnTo>
                    <a:pt x="6638610" y="363952"/>
                  </a:lnTo>
                  <a:lnTo>
                    <a:pt x="6644082" y="363952"/>
                  </a:lnTo>
                  <a:lnTo>
                    <a:pt x="6644082" y="363952"/>
                  </a:lnTo>
                  <a:lnTo>
                    <a:pt x="6649555" y="363952"/>
                  </a:lnTo>
                  <a:lnTo>
                    <a:pt x="6649555" y="363952"/>
                  </a:lnTo>
                  <a:lnTo>
                    <a:pt x="6655028" y="363952"/>
                  </a:lnTo>
                  <a:lnTo>
                    <a:pt x="6655028" y="363952"/>
                  </a:lnTo>
                  <a:lnTo>
                    <a:pt x="6660501" y="363952"/>
                  </a:lnTo>
                  <a:lnTo>
                    <a:pt x="6660501" y="363952"/>
                  </a:lnTo>
                  <a:lnTo>
                    <a:pt x="6665974" y="363952"/>
                  </a:lnTo>
                  <a:lnTo>
                    <a:pt x="6665974" y="323297"/>
                  </a:lnTo>
                  <a:lnTo>
                    <a:pt x="6671447" y="323297"/>
                  </a:lnTo>
                  <a:lnTo>
                    <a:pt x="6671447" y="323297"/>
                  </a:lnTo>
                  <a:lnTo>
                    <a:pt x="6676920" y="323297"/>
                  </a:lnTo>
                  <a:lnTo>
                    <a:pt x="6676920" y="323297"/>
                  </a:lnTo>
                  <a:lnTo>
                    <a:pt x="6682393" y="323297"/>
                  </a:lnTo>
                  <a:lnTo>
                    <a:pt x="6682393" y="323297"/>
                  </a:lnTo>
                  <a:lnTo>
                    <a:pt x="6687865" y="323297"/>
                  </a:lnTo>
                  <a:lnTo>
                    <a:pt x="6687865" y="323297"/>
                  </a:lnTo>
                  <a:lnTo>
                    <a:pt x="6693338" y="323297"/>
                  </a:lnTo>
                  <a:lnTo>
                    <a:pt x="6693338" y="323297"/>
                  </a:lnTo>
                  <a:lnTo>
                    <a:pt x="6698811" y="323297"/>
                  </a:lnTo>
                  <a:lnTo>
                    <a:pt x="6698811" y="323297"/>
                  </a:lnTo>
                  <a:lnTo>
                    <a:pt x="6704284" y="323297"/>
                  </a:lnTo>
                  <a:lnTo>
                    <a:pt x="6704284" y="323297"/>
                  </a:lnTo>
                  <a:lnTo>
                    <a:pt x="6709757" y="323297"/>
                  </a:lnTo>
                  <a:lnTo>
                    <a:pt x="6709757" y="323297"/>
                  </a:lnTo>
                  <a:lnTo>
                    <a:pt x="6715230" y="323297"/>
                  </a:lnTo>
                  <a:lnTo>
                    <a:pt x="6715230" y="323297"/>
                  </a:lnTo>
                  <a:lnTo>
                    <a:pt x="6720703" y="323297"/>
                  </a:lnTo>
                  <a:lnTo>
                    <a:pt x="6720703" y="323297"/>
                  </a:lnTo>
                  <a:lnTo>
                    <a:pt x="6726176" y="323297"/>
                  </a:lnTo>
                  <a:lnTo>
                    <a:pt x="6726176" y="323297"/>
                  </a:lnTo>
                  <a:lnTo>
                    <a:pt x="6731649" y="323297"/>
                  </a:lnTo>
                  <a:lnTo>
                    <a:pt x="6731649" y="323297"/>
                  </a:lnTo>
                  <a:lnTo>
                    <a:pt x="6737121" y="323297"/>
                  </a:lnTo>
                  <a:lnTo>
                    <a:pt x="6737121" y="323297"/>
                  </a:lnTo>
                  <a:lnTo>
                    <a:pt x="6742594" y="323297"/>
                  </a:lnTo>
                  <a:lnTo>
                    <a:pt x="6742594" y="323297"/>
                  </a:lnTo>
                  <a:lnTo>
                    <a:pt x="6748067" y="323297"/>
                  </a:lnTo>
                  <a:lnTo>
                    <a:pt x="6748067" y="323297"/>
                  </a:lnTo>
                  <a:lnTo>
                    <a:pt x="6753540" y="323297"/>
                  </a:lnTo>
                  <a:lnTo>
                    <a:pt x="6753540" y="323297"/>
                  </a:lnTo>
                  <a:lnTo>
                    <a:pt x="6759013" y="323297"/>
                  </a:lnTo>
                  <a:lnTo>
                    <a:pt x="6759013" y="323297"/>
                  </a:lnTo>
                  <a:lnTo>
                    <a:pt x="6764486" y="323297"/>
                  </a:lnTo>
                  <a:lnTo>
                    <a:pt x="6764486" y="323297"/>
                  </a:lnTo>
                  <a:lnTo>
                    <a:pt x="6769959" y="323297"/>
                  </a:lnTo>
                  <a:lnTo>
                    <a:pt x="6769959" y="323297"/>
                  </a:lnTo>
                  <a:lnTo>
                    <a:pt x="6775432" y="323297"/>
                  </a:lnTo>
                  <a:lnTo>
                    <a:pt x="6775432" y="323297"/>
                  </a:lnTo>
                  <a:lnTo>
                    <a:pt x="6780905" y="323297"/>
                  </a:lnTo>
                  <a:lnTo>
                    <a:pt x="6780905" y="323297"/>
                  </a:lnTo>
                  <a:lnTo>
                    <a:pt x="6786377" y="323297"/>
                  </a:lnTo>
                  <a:lnTo>
                    <a:pt x="6786377" y="323297"/>
                  </a:lnTo>
                  <a:lnTo>
                    <a:pt x="6791850" y="323297"/>
                  </a:lnTo>
                  <a:lnTo>
                    <a:pt x="6791850" y="323297"/>
                  </a:lnTo>
                  <a:lnTo>
                    <a:pt x="6797323" y="323297"/>
                  </a:lnTo>
                  <a:lnTo>
                    <a:pt x="6797323" y="323297"/>
                  </a:lnTo>
                  <a:lnTo>
                    <a:pt x="6802796" y="323297"/>
                  </a:lnTo>
                  <a:lnTo>
                    <a:pt x="6802796" y="323297"/>
                  </a:lnTo>
                  <a:lnTo>
                    <a:pt x="6808269" y="323297"/>
                  </a:lnTo>
                  <a:lnTo>
                    <a:pt x="6808269" y="323297"/>
                  </a:lnTo>
                  <a:lnTo>
                    <a:pt x="6813742" y="323297"/>
                  </a:lnTo>
                  <a:lnTo>
                    <a:pt x="6813742" y="323297"/>
                  </a:lnTo>
                  <a:lnTo>
                    <a:pt x="6819215" y="323297"/>
                  </a:lnTo>
                  <a:lnTo>
                    <a:pt x="6819215" y="323297"/>
                  </a:lnTo>
                  <a:lnTo>
                    <a:pt x="6830161" y="323297"/>
                  </a:lnTo>
                  <a:lnTo>
                    <a:pt x="6830161" y="323297"/>
                  </a:lnTo>
                  <a:lnTo>
                    <a:pt x="6835633" y="323297"/>
                  </a:lnTo>
                  <a:lnTo>
                    <a:pt x="6835633" y="323297"/>
                  </a:lnTo>
                  <a:lnTo>
                    <a:pt x="6841106" y="323297"/>
                  </a:lnTo>
                  <a:lnTo>
                    <a:pt x="6841106" y="323297"/>
                  </a:lnTo>
                  <a:lnTo>
                    <a:pt x="6846579" y="323297"/>
                  </a:lnTo>
                  <a:lnTo>
                    <a:pt x="6846579" y="323297"/>
                  </a:lnTo>
                  <a:lnTo>
                    <a:pt x="6852052" y="323297"/>
                  </a:lnTo>
                  <a:lnTo>
                    <a:pt x="6852052" y="323297"/>
                  </a:lnTo>
                  <a:lnTo>
                    <a:pt x="6857525" y="323297"/>
                  </a:lnTo>
                  <a:lnTo>
                    <a:pt x="6857525" y="323297"/>
                  </a:lnTo>
                  <a:lnTo>
                    <a:pt x="6862998" y="323297"/>
                  </a:lnTo>
                  <a:lnTo>
                    <a:pt x="6862998" y="323297"/>
                  </a:lnTo>
                  <a:lnTo>
                    <a:pt x="6868471" y="323297"/>
                  </a:lnTo>
                  <a:lnTo>
                    <a:pt x="6868471" y="323297"/>
                  </a:lnTo>
                  <a:lnTo>
                    <a:pt x="6873944" y="323297"/>
                  </a:lnTo>
                  <a:lnTo>
                    <a:pt x="6873944" y="323297"/>
                  </a:lnTo>
                  <a:lnTo>
                    <a:pt x="6879416" y="323297"/>
                  </a:lnTo>
                  <a:lnTo>
                    <a:pt x="6879416" y="323297"/>
                  </a:lnTo>
                  <a:lnTo>
                    <a:pt x="6884889" y="323297"/>
                  </a:lnTo>
                  <a:lnTo>
                    <a:pt x="6884889" y="323297"/>
                  </a:lnTo>
                  <a:lnTo>
                    <a:pt x="6890362" y="323297"/>
                  </a:lnTo>
                  <a:lnTo>
                    <a:pt x="6890362" y="323297"/>
                  </a:lnTo>
                  <a:lnTo>
                    <a:pt x="6895835" y="323297"/>
                  </a:lnTo>
                  <a:lnTo>
                    <a:pt x="6895835" y="323297"/>
                  </a:lnTo>
                  <a:lnTo>
                    <a:pt x="6901308" y="323297"/>
                  </a:lnTo>
                  <a:lnTo>
                    <a:pt x="6901308" y="323297"/>
                  </a:lnTo>
                  <a:lnTo>
                    <a:pt x="6906781" y="323297"/>
                  </a:lnTo>
                  <a:lnTo>
                    <a:pt x="6906781" y="323297"/>
                  </a:lnTo>
                  <a:lnTo>
                    <a:pt x="6912254" y="323297"/>
                  </a:lnTo>
                  <a:lnTo>
                    <a:pt x="6912254" y="323297"/>
                  </a:lnTo>
                  <a:lnTo>
                    <a:pt x="6917727" y="323297"/>
                  </a:lnTo>
                  <a:lnTo>
                    <a:pt x="6917727" y="323297"/>
                  </a:lnTo>
                  <a:lnTo>
                    <a:pt x="6923200" y="323297"/>
                  </a:lnTo>
                  <a:lnTo>
                    <a:pt x="6923200" y="323297"/>
                  </a:lnTo>
                  <a:lnTo>
                    <a:pt x="6928672" y="323297"/>
                  </a:lnTo>
                  <a:lnTo>
                    <a:pt x="6928672" y="323297"/>
                  </a:lnTo>
                  <a:lnTo>
                    <a:pt x="6934145" y="323297"/>
                  </a:lnTo>
                  <a:lnTo>
                    <a:pt x="6934145" y="323297"/>
                  </a:lnTo>
                  <a:lnTo>
                    <a:pt x="6939618" y="323297"/>
                  </a:lnTo>
                  <a:lnTo>
                    <a:pt x="6939618" y="323297"/>
                  </a:lnTo>
                  <a:lnTo>
                    <a:pt x="6945091" y="323297"/>
                  </a:lnTo>
                  <a:lnTo>
                    <a:pt x="6945091" y="323297"/>
                  </a:lnTo>
                  <a:lnTo>
                    <a:pt x="6950564" y="323297"/>
                  </a:lnTo>
                  <a:lnTo>
                    <a:pt x="6950564" y="323297"/>
                  </a:lnTo>
                  <a:lnTo>
                    <a:pt x="6956037" y="323297"/>
                  </a:lnTo>
                  <a:lnTo>
                    <a:pt x="6956037" y="323297"/>
                  </a:lnTo>
                  <a:lnTo>
                    <a:pt x="6961510" y="323297"/>
                  </a:lnTo>
                  <a:lnTo>
                    <a:pt x="6961510" y="323297"/>
                  </a:lnTo>
                  <a:lnTo>
                    <a:pt x="6966983" y="323297"/>
                  </a:lnTo>
                  <a:lnTo>
                    <a:pt x="6966983" y="323297"/>
                  </a:lnTo>
                  <a:lnTo>
                    <a:pt x="6972456" y="323297"/>
                  </a:lnTo>
                  <a:lnTo>
                    <a:pt x="6972456" y="323297"/>
                  </a:lnTo>
                  <a:lnTo>
                    <a:pt x="6977928" y="323297"/>
                  </a:lnTo>
                  <a:lnTo>
                    <a:pt x="6977928" y="323297"/>
                  </a:lnTo>
                  <a:lnTo>
                    <a:pt x="6983401" y="323297"/>
                  </a:lnTo>
                  <a:lnTo>
                    <a:pt x="6983401" y="323297"/>
                  </a:lnTo>
                  <a:lnTo>
                    <a:pt x="6988874" y="323297"/>
                  </a:lnTo>
                  <a:lnTo>
                    <a:pt x="6988874" y="323297"/>
                  </a:lnTo>
                  <a:lnTo>
                    <a:pt x="6994347" y="323297"/>
                  </a:lnTo>
                  <a:lnTo>
                    <a:pt x="6994347" y="323297"/>
                  </a:lnTo>
                  <a:lnTo>
                    <a:pt x="6999820" y="323297"/>
                  </a:lnTo>
                  <a:lnTo>
                    <a:pt x="6999820" y="323297"/>
                  </a:lnTo>
                  <a:lnTo>
                    <a:pt x="7005293" y="323297"/>
                  </a:lnTo>
                  <a:lnTo>
                    <a:pt x="7005293" y="323297"/>
                  </a:lnTo>
                  <a:lnTo>
                    <a:pt x="7010766" y="323297"/>
                  </a:lnTo>
                  <a:lnTo>
                    <a:pt x="7010766" y="323297"/>
                  </a:lnTo>
                  <a:lnTo>
                    <a:pt x="7016239" y="323297"/>
                  </a:lnTo>
                  <a:lnTo>
                    <a:pt x="7016239" y="323297"/>
                  </a:lnTo>
                  <a:lnTo>
                    <a:pt x="7021712" y="323297"/>
                  </a:lnTo>
                  <a:lnTo>
                    <a:pt x="7021712" y="323297"/>
                  </a:lnTo>
                  <a:lnTo>
                    <a:pt x="7027184" y="323297"/>
                  </a:lnTo>
                  <a:lnTo>
                    <a:pt x="7027184" y="323297"/>
                  </a:lnTo>
                  <a:lnTo>
                    <a:pt x="7032657" y="323297"/>
                  </a:lnTo>
                  <a:lnTo>
                    <a:pt x="7032657" y="323297"/>
                  </a:lnTo>
                  <a:lnTo>
                    <a:pt x="7038130" y="323297"/>
                  </a:lnTo>
                  <a:lnTo>
                    <a:pt x="7038130" y="323297"/>
                  </a:lnTo>
                  <a:lnTo>
                    <a:pt x="7043603" y="323297"/>
                  </a:lnTo>
                  <a:lnTo>
                    <a:pt x="7043603" y="323297"/>
                  </a:lnTo>
                  <a:lnTo>
                    <a:pt x="7049076" y="323297"/>
                  </a:lnTo>
                  <a:lnTo>
                    <a:pt x="7049076" y="323297"/>
                  </a:lnTo>
                  <a:lnTo>
                    <a:pt x="7054549" y="323297"/>
                  </a:lnTo>
                  <a:lnTo>
                    <a:pt x="7054549" y="323297"/>
                  </a:lnTo>
                  <a:lnTo>
                    <a:pt x="7060022" y="323297"/>
                  </a:lnTo>
                  <a:lnTo>
                    <a:pt x="7060022" y="323297"/>
                  </a:lnTo>
                  <a:lnTo>
                    <a:pt x="7065495" y="323297"/>
                  </a:lnTo>
                  <a:lnTo>
                    <a:pt x="7065495" y="323297"/>
                  </a:lnTo>
                  <a:lnTo>
                    <a:pt x="7070967" y="323297"/>
                  </a:lnTo>
                  <a:lnTo>
                    <a:pt x="7070967" y="323297"/>
                  </a:lnTo>
                  <a:lnTo>
                    <a:pt x="7076440" y="323297"/>
                  </a:lnTo>
                  <a:lnTo>
                    <a:pt x="7076440" y="323297"/>
                  </a:lnTo>
                  <a:lnTo>
                    <a:pt x="7081913" y="323297"/>
                  </a:lnTo>
                  <a:lnTo>
                    <a:pt x="7081913" y="323297"/>
                  </a:lnTo>
                  <a:lnTo>
                    <a:pt x="7087386" y="323297"/>
                  </a:lnTo>
                  <a:lnTo>
                    <a:pt x="7087386" y="323297"/>
                  </a:lnTo>
                  <a:lnTo>
                    <a:pt x="7092859" y="323297"/>
                  </a:lnTo>
                  <a:lnTo>
                    <a:pt x="7092859" y="323297"/>
                  </a:lnTo>
                  <a:lnTo>
                    <a:pt x="7103805" y="323297"/>
                  </a:lnTo>
                  <a:lnTo>
                    <a:pt x="7103805" y="323297"/>
                  </a:lnTo>
                  <a:lnTo>
                    <a:pt x="7109278" y="323297"/>
                  </a:lnTo>
                  <a:lnTo>
                    <a:pt x="7109278" y="323297"/>
                  </a:lnTo>
                  <a:lnTo>
                    <a:pt x="7114751" y="323297"/>
                  </a:lnTo>
                  <a:lnTo>
                    <a:pt x="7114751" y="323297"/>
                  </a:lnTo>
                  <a:lnTo>
                    <a:pt x="7120223" y="323297"/>
                  </a:lnTo>
                  <a:lnTo>
                    <a:pt x="7120223" y="323297"/>
                  </a:lnTo>
                  <a:lnTo>
                    <a:pt x="7125696" y="323297"/>
                  </a:lnTo>
                  <a:lnTo>
                    <a:pt x="7125696" y="323297"/>
                  </a:lnTo>
                  <a:lnTo>
                    <a:pt x="7131169" y="323297"/>
                  </a:lnTo>
                  <a:lnTo>
                    <a:pt x="7131169" y="323297"/>
                  </a:lnTo>
                  <a:lnTo>
                    <a:pt x="7136642" y="323297"/>
                  </a:lnTo>
                  <a:lnTo>
                    <a:pt x="7136642" y="323297"/>
                  </a:lnTo>
                  <a:lnTo>
                    <a:pt x="7142115" y="323297"/>
                  </a:lnTo>
                  <a:lnTo>
                    <a:pt x="7142115" y="323297"/>
                  </a:lnTo>
                  <a:lnTo>
                    <a:pt x="7147588" y="323297"/>
                  </a:lnTo>
                  <a:lnTo>
                    <a:pt x="7147588" y="323297"/>
                  </a:lnTo>
                  <a:lnTo>
                    <a:pt x="7153061" y="323297"/>
                  </a:lnTo>
                  <a:lnTo>
                    <a:pt x="7153061" y="323297"/>
                  </a:lnTo>
                  <a:lnTo>
                    <a:pt x="7158534" y="323297"/>
                  </a:lnTo>
                  <a:lnTo>
                    <a:pt x="7158534" y="323297"/>
                  </a:lnTo>
                  <a:lnTo>
                    <a:pt x="7164007" y="323297"/>
                  </a:lnTo>
                  <a:lnTo>
                    <a:pt x="7164007" y="323297"/>
                  </a:lnTo>
                  <a:lnTo>
                    <a:pt x="7169479" y="323297"/>
                  </a:lnTo>
                  <a:lnTo>
                    <a:pt x="7169479" y="323297"/>
                  </a:lnTo>
                  <a:lnTo>
                    <a:pt x="7174952" y="323297"/>
                  </a:lnTo>
                  <a:lnTo>
                    <a:pt x="7174952" y="323297"/>
                  </a:lnTo>
                  <a:lnTo>
                    <a:pt x="7180425" y="323297"/>
                  </a:lnTo>
                  <a:lnTo>
                    <a:pt x="7180425" y="323297"/>
                  </a:lnTo>
                  <a:lnTo>
                    <a:pt x="7185898" y="323297"/>
                  </a:lnTo>
                  <a:lnTo>
                    <a:pt x="7185898" y="323297"/>
                  </a:lnTo>
                  <a:lnTo>
                    <a:pt x="7191371" y="323297"/>
                  </a:lnTo>
                  <a:lnTo>
                    <a:pt x="7191371" y="323297"/>
                  </a:lnTo>
                  <a:lnTo>
                    <a:pt x="7196844" y="323297"/>
                  </a:lnTo>
                  <a:lnTo>
                    <a:pt x="7196844" y="323297"/>
                  </a:lnTo>
                  <a:lnTo>
                    <a:pt x="7202317" y="323297"/>
                  </a:lnTo>
                  <a:lnTo>
                    <a:pt x="7202317" y="323297"/>
                  </a:lnTo>
                  <a:lnTo>
                    <a:pt x="7207790" y="323297"/>
                  </a:lnTo>
                  <a:lnTo>
                    <a:pt x="7207790" y="323297"/>
                  </a:lnTo>
                  <a:lnTo>
                    <a:pt x="7213262" y="323297"/>
                  </a:lnTo>
                  <a:lnTo>
                    <a:pt x="7213262" y="323297"/>
                  </a:lnTo>
                  <a:lnTo>
                    <a:pt x="7218735" y="323297"/>
                  </a:lnTo>
                  <a:lnTo>
                    <a:pt x="7218735" y="323297"/>
                  </a:lnTo>
                  <a:lnTo>
                    <a:pt x="7224208" y="323297"/>
                  </a:lnTo>
                  <a:lnTo>
                    <a:pt x="7224208" y="323297"/>
                  </a:lnTo>
                  <a:lnTo>
                    <a:pt x="7229681" y="323297"/>
                  </a:lnTo>
                  <a:lnTo>
                    <a:pt x="7229681" y="323297"/>
                  </a:lnTo>
                  <a:lnTo>
                    <a:pt x="7235154" y="323297"/>
                  </a:lnTo>
                  <a:lnTo>
                    <a:pt x="7235154" y="323297"/>
                  </a:lnTo>
                  <a:lnTo>
                    <a:pt x="7240627" y="323297"/>
                  </a:lnTo>
                  <a:lnTo>
                    <a:pt x="7240627" y="323297"/>
                  </a:lnTo>
                  <a:lnTo>
                    <a:pt x="7246100" y="323297"/>
                  </a:lnTo>
                  <a:lnTo>
                    <a:pt x="7246100" y="323297"/>
                  </a:lnTo>
                  <a:lnTo>
                    <a:pt x="7251573" y="323297"/>
                  </a:lnTo>
                  <a:lnTo>
                    <a:pt x="7251573" y="323297"/>
                  </a:lnTo>
                  <a:lnTo>
                    <a:pt x="7262518" y="323297"/>
                  </a:lnTo>
                  <a:lnTo>
                    <a:pt x="7262518" y="323297"/>
                  </a:lnTo>
                  <a:lnTo>
                    <a:pt x="7267991" y="323297"/>
                  </a:lnTo>
                  <a:lnTo>
                    <a:pt x="7267991" y="323297"/>
                  </a:lnTo>
                  <a:lnTo>
                    <a:pt x="7273464" y="323297"/>
                  </a:lnTo>
                  <a:lnTo>
                    <a:pt x="7273464" y="323297"/>
                  </a:lnTo>
                  <a:lnTo>
                    <a:pt x="7278937" y="323297"/>
                  </a:lnTo>
                  <a:lnTo>
                    <a:pt x="7278937" y="323297"/>
                  </a:lnTo>
                  <a:lnTo>
                    <a:pt x="7284410" y="323297"/>
                  </a:lnTo>
                  <a:lnTo>
                    <a:pt x="7284410" y="323297"/>
                  </a:lnTo>
                  <a:lnTo>
                    <a:pt x="7289883" y="323297"/>
                  </a:lnTo>
                  <a:lnTo>
                    <a:pt x="7289883" y="323297"/>
                  </a:lnTo>
                  <a:lnTo>
                    <a:pt x="7295356" y="323297"/>
                  </a:lnTo>
                  <a:lnTo>
                    <a:pt x="7295356" y="323297"/>
                  </a:lnTo>
                  <a:lnTo>
                    <a:pt x="7300829" y="323297"/>
                  </a:lnTo>
                  <a:lnTo>
                    <a:pt x="7300829" y="323297"/>
                  </a:lnTo>
                  <a:lnTo>
                    <a:pt x="7306302" y="323297"/>
                  </a:lnTo>
                  <a:lnTo>
                    <a:pt x="7306302" y="323297"/>
                  </a:lnTo>
                  <a:lnTo>
                    <a:pt x="7311774" y="323297"/>
                  </a:lnTo>
                  <a:lnTo>
                    <a:pt x="7311774" y="323297"/>
                  </a:lnTo>
                  <a:lnTo>
                    <a:pt x="7317247" y="323297"/>
                  </a:lnTo>
                  <a:lnTo>
                    <a:pt x="7317247" y="323297"/>
                  </a:lnTo>
                  <a:lnTo>
                    <a:pt x="7322720" y="323297"/>
                  </a:lnTo>
                  <a:lnTo>
                    <a:pt x="7322720" y="323297"/>
                  </a:lnTo>
                  <a:lnTo>
                    <a:pt x="7328193" y="323297"/>
                  </a:lnTo>
                  <a:lnTo>
                    <a:pt x="7328193" y="323297"/>
                  </a:lnTo>
                  <a:lnTo>
                    <a:pt x="7333666" y="323297"/>
                  </a:lnTo>
                  <a:lnTo>
                    <a:pt x="7333666" y="323297"/>
                  </a:lnTo>
                  <a:lnTo>
                    <a:pt x="7339139" y="323297"/>
                  </a:lnTo>
                  <a:lnTo>
                    <a:pt x="7339139" y="323297"/>
                  </a:lnTo>
                  <a:lnTo>
                    <a:pt x="7344612" y="323297"/>
                  </a:lnTo>
                  <a:lnTo>
                    <a:pt x="7344612" y="323297"/>
                  </a:lnTo>
                  <a:lnTo>
                    <a:pt x="7350085" y="323297"/>
                  </a:lnTo>
                  <a:lnTo>
                    <a:pt x="7350085" y="323297"/>
                  </a:lnTo>
                  <a:lnTo>
                    <a:pt x="7355558" y="323297"/>
                  </a:lnTo>
                  <a:lnTo>
                    <a:pt x="7355558" y="323297"/>
                  </a:lnTo>
                  <a:lnTo>
                    <a:pt x="7361030" y="323297"/>
                  </a:lnTo>
                  <a:lnTo>
                    <a:pt x="7361030" y="323297"/>
                  </a:lnTo>
                  <a:lnTo>
                    <a:pt x="7366503" y="323297"/>
                  </a:lnTo>
                  <a:lnTo>
                    <a:pt x="7366503" y="323297"/>
                  </a:lnTo>
                  <a:lnTo>
                    <a:pt x="7371976" y="323297"/>
                  </a:lnTo>
                  <a:lnTo>
                    <a:pt x="7371976" y="323297"/>
                  </a:lnTo>
                  <a:lnTo>
                    <a:pt x="7377449" y="323297"/>
                  </a:lnTo>
                  <a:lnTo>
                    <a:pt x="7377449" y="323297"/>
                  </a:lnTo>
                  <a:lnTo>
                    <a:pt x="7382922" y="323297"/>
                  </a:lnTo>
                  <a:lnTo>
                    <a:pt x="7382922" y="323297"/>
                  </a:lnTo>
                  <a:lnTo>
                    <a:pt x="7388395" y="323297"/>
                  </a:lnTo>
                  <a:lnTo>
                    <a:pt x="7388395" y="323297"/>
                  </a:lnTo>
                  <a:lnTo>
                    <a:pt x="7393868" y="323297"/>
                  </a:lnTo>
                  <a:lnTo>
                    <a:pt x="7393868" y="323297"/>
                  </a:lnTo>
                  <a:lnTo>
                    <a:pt x="7399341" y="323297"/>
                  </a:lnTo>
                  <a:lnTo>
                    <a:pt x="7399341" y="323297"/>
                  </a:lnTo>
                  <a:lnTo>
                    <a:pt x="7404813" y="323297"/>
                  </a:lnTo>
                  <a:lnTo>
                    <a:pt x="7404813" y="323297"/>
                  </a:lnTo>
                  <a:lnTo>
                    <a:pt x="7410286" y="323297"/>
                  </a:lnTo>
                  <a:lnTo>
                    <a:pt x="7410286" y="323297"/>
                  </a:lnTo>
                  <a:lnTo>
                    <a:pt x="7415759" y="323297"/>
                  </a:lnTo>
                  <a:lnTo>
                    <a:pt x="7415759" y="323297"/>
                  </a:lnTo>
                  <a:lnTo>
                    <a:pt x="7421232" y="323297"/>
                  </a:lnTo>
                  <a:lnTo>
                    <a:pt x="7421232" y="323297"/>
                  </a:lnTo>
                  <a:lnTo>
                    <a:pt x="7426705" y="323297"/>
                  </a:lnTo>
                  <a:lnTo>
                    <a:pt x="7426705" y="323297"/>
                  </a:lnTo>
                  <a:lnTo>
                    <a:pt x="7432178" y="323297"/>
                  </a:lnTo>
                  <a:lnTo>
                    <a:pt x="7432178" y="323297"/>
                  </a:lnTo>
                  <a:lnTo>
                    <a:pt x="7437651" y="323297"/>
                  </a:lnTo>
                  <a:lnTo>
                    <a:pt x="7437651" y="323297"/>
                  </a:lnTo>
                  <a:lnTo>
                    <a:pt x="7443124" y="323297"/>
                  </a:lnTo>
                  <a:lnTo>
                    <a:pt x="7443124" y="323297"/>
                  </a:lnTo>
                  <a:lnTo>
                    <a:pt x="7448597" y="323297"/>
                  </a:lnTo>
                  <a:lnTo>
                    <a:pt x="7448597" y="323297"/>
                  </a:lnTo>
                  <a:lnTo>
                    <a:pt x="7454069" y="323297"/>
                  </a:lnTo>
                  <a:lnTo>
                    <a:pt x="7454069" y="323297"/>
                  </a:lnTo>
                  <a:lnTo>
                    <a:pt x="7459542" y="323297"/>
                  </a:lnTo>
                  <a:lnTo>
                    <a:pt x="7459542" y="323297"/>
                  </a:lnTo>
                  <a:lnTo>
                    <a:pt x="7465015" y="323297"/>
                  </a:lnTo>
                  <a:lnTo>
                    <a:pt x="7465015" y="323297"/>
                  </a:lnTo>
                  <a:lnTo>
                    <a:pt x="7470488" y="323297"/>
                  </a:lnTo>
                  <a:lnTo>
                    <a:pt x="7470488" y="323297"/>
                  </a:lnTo>
                  <a:lnTo>
                    <a:pt x="7475961" y="323297"/>
                  </a:lnTo>
                  <a:lnTo>
                    <a:pt x="7475961" y="323297"/>
                  </a:lnTo>
                  <a:lnTo>
                    <a:pt x="7481434" y="323297"/>
                  </a:lnTo>
                  <a:lnTo>
                    <a:pt x="7481434" y="323297"/>
                  </a:lnTo>
                  <a:lnTo>
                    <a:pt x="7486907" y="323297"/>
                  </a:lnTo>
                  <a:lnTo>
                    <a:pt x="7486907" y="323297"/>
                  </a:lnTo>
                  <a:lnTo>
                    <a:pt x="7492380" y="323297"/>
                  </a:lnTo>
                  <a:lnTo>
                    <a:pt x="7492380" y="323297"/>
                  </a:lnTo>
                  <a:lnTo>
                    <a:pt x="7497853" y="323297"/>
                  </a:lnTo>
                  <a:lnTo>
                    <a:pt x="7497853" y="323297"/>
                  </a:lnTo>
                  <a:lnTo>
                    <a:pt x="7503325" y="323297"/>
                  </a:lnTo>
                  <a:lnTo>
                    <a:pt x="7503325" y="323297"/>
                  </a:lnTo>
                  <a:lnTo>
                    <a:pt x="7508798" y="323297"/>
                  </a:lnTo>
                  <a:lnTo>
                    <a:pt x="7508798" y="323297"/>
                  </a:lnTo>
                  <a:lnTo>
                    <a:pt x="7514271" y="323297"/>
                  </a:lnTo>
                  <a:lnTo>
                    <a:pt x="7514271" y="323297"/>
                  </a:lnTo>
                  <a:lnTo>
                    <a:pt x="7525217" y="323297"/>
                  </a:lnTo>
                  <a:lnTo>
                    <a:pt x="7525217" y="323297"/>
                  </a:lnTo>
                  <a:lnTo>
                    <a:pt x="7530690" y="323297"/>
                  </a:lnTo>
                  <a:lnTo>
                    <a:pt x="7530690" y="323297"/>
                  </a:lnTo>
                  <a:lnTo>
                    <a:pt x="7536163" y="323297"/>
                  </a:lnTo>
                  <a:lnTo>
                    <a:pt x="7536163" y="323297"/>
                  </a:lnTo>
                  <a:lnTo>
                    <a:pt x="7541636" y="323297"/>
                  </a:lnTo>
                  <a:lnTo>
                    <a:pt x="7541636" y="323297"/>
                  </a:lnTo>
                  <a:lnTo>
                    <a:pt x="7547109" y="323297"/>
                  </a:lnTo>
                  <a:lnTo>
                    <a:pt x="7547109" y="323297"/>
                  </a:lnTo>
                  <a:lnTo>
                    <a:pt x="7552581" y="323297"/>
                  </a:lnTo>
                  <a:lnTo>
                    <a:pt x="7552581" y="323297"/>
                  </a:lnTo>
                  <a:lnTo>
                    <a:pt x="7558054" y="323297"/>
                  </a:lnTo>
                  <a:lnTo>
                    <a:pt x="7558054" y="323297"/>
                  </a:lnTo>
                  <a:lnTo>
                    <a:pt x="7563527" y="323297"/>
                  </a:lnTo>
                  <a:lnTo>
                    <a:pt x="7563527" y="323297"/>
                  </a:lnTo>
                  <a:lnTo>
                    <a:pt x="7569000" y="323297"/>
                  </a:lnTo>
                  <a:lnTo>
                    <a:pt x="7569000" y="323297"/>
                  </a:lnTo>
                  <a:lnTo>
                    <a:pt x="7579946" y="323297"/>
                  </a:lnTo>
                  <a:lnTo>
                    <a:pt x="7579946" y="323297"/>
                  </a:lnTo>
                  <a:lnTo>
                    <a:pt x="7585419" y="323297"/>
                  </a:lnTo>
                  <a:lnTo>
                    <a:pt x="7585419" y="323297"/>
                  </a:lnTo>
                  <a:lnTo>
                    <a:pt x="7590892" y="323297"/>
                  </a:lnTo>
                  <a:lnTo>
                    <a:pt x="7590892" y="323297"/>
                  </a:lnTo>
                  <a:lnTo>
                    <a:pt x="7601837" y="323297"/>
                  </a:lnTo>
                  <a:lnTo>
                    <a:pt x="7601837" y="323297"/>
                  </a:lnTo>
                  <a:lnTo>
                    <a:pt x="7607310" y="323297"/>
                  </a:lnTo>
                  <a:lnTo>
                    <a:pt x="7607310" y="323297"/>
                  </a:lnTo>
                  <a:lnTo>
                    <a:pt x="7612783" y="323297"/>
                  </a:lnTo>
                  <a:lnTo>
                    <a:pt x="7612783" y="323297"/>
                  </a:lnTo>
                  <a:lnTo>
                    <a:pt x="7623729" y="323297"/>
                  </a:lnTo>
                  <a:lnTo>
                    <a:pt x="7623729" y="323297"/>
                  </a:lnTo>
                  <a:lnTo>
                    <a:pt x="7629202" y="323297"/>
                  </a:lnTo>
                  <a:lnTo>
                    <a:pt x="7629202" y="323297"/>
                  </a:lnTo>
                  <a:lnTo>
                    <a:pt x="7634675" y="323297"/>
                  </a:lnTo>
                  <a:lnTo>
                    <a:pt x="7634675" y="323297"/>
                  </a:lnTo>
                  <a:lnTo>
                    <a:pt x="7640148" y="323297"/>
                  </a:lnTo>
                  <a:lnTo>
                    <a:pt x="7640148" y="323297"/>
                  </a:lnTo>
                  <a:lnTo>
                    <a:pt x="7645620" y="323297"/>
                  </a:lnTo>
                  <a:lnTo>
                    <a:pt x="7645620" y="323297"/>
                  </a:lnTo>
                  <a:lnTo>
                    <a:pt x="7651093" y="323297"/>
                  </a:lnTo>
                  <a:lnTo>
                    <a:pt x="7651093" y="323297"/>
                  </a:lnTo>
                  <a:lnTo>
                    <a:pt x="7656566" y="323297"/>
                  </a:lnTo>
                  <a:lnTo>
                    <a:pt x="7656566" y="323297"/>
                  </a:lnTo>
                  <a:lnTo>
                    <a:pt x="7662039" y="323297"/>
                  </a:lnTo>
                  <a:lnTo>
                    <a:pt x="7662039" y="323297"/>
                  </a:lnTo>
                  <a:lnTo>
                    <a:pt x="7667512" y="323297"/>
                  </a:lnTo>
                  <a:lnTo>
                    <a:pt x="7667512" y="323297"/>
                  </a:lnTo>
                  <a:lnTo>
                    <a:pt x="7672985" y="323297"/>
                  </a:lnTo>
                  <a:lnTo>
                    <a:pt x="7672985" y="323297"/>
                  </a:lnTo>
                  <a:lnTo>
                    <a:pt x="7678458" y="323297"/>
                  </a:lnTo>
                  <a:lnTo>
                    <a:pt x="7678458" y="323297"/>
                  </a:lnTo>
                  <a:lnTo>
                    <a:pt x="7683931" y="323297"/>
                  </a:lnTo>
                  <a:lnTo>
                    <a:pt x="7683931" y="323297"/>
                  </a:lnTo>
                  <a:lnTo>
                    <a:pt x="7689404" y="323297"/>
                  </a:lnTo>
                  <a:lnTo>
                    <a:pt x="7689404" y="323297"/>
                  </a:lnTo>
                  <a:lnTo>
                    <a:pt x="7694876" y="323297"/>
                  </a:lnTo>
                  <a:lnTo>
                    <a:pt x="7694876" y="323297"/>
                  </a:lnTo>
                  <a:lnTo>
                    <a:pt x="7700349" y="323297"/>
                  </a:lnTo>
                  <a:lnTo>
                    <a:pt x="7700349" y="323297"/>
                  </a:lnTo>
                  <a:lnTo>
                    <a:pt x="7705822" y="323297"/>
                  </a:lnTo>
                  <a:lnTo>
                    <a:pt x="7705822" y="323297"/>
                  </a:lnTo>
                  <a:lnTo>
                    <a:pt x="7711295" y="323297"/>
                  </a:lnTo>
                  <a:lnTo>
                    <a:pt x="7711295" y="323297"/>
                  </a:lnTo>
                  <a:lnTo>
                    <a:pt x="7716768" y="323297"/>
                  </a:lnTo>
                  <a:lnTo>
                    <a:pt x="7716768" y="323297"/>
                  </a:lnTo>
                  <a:lnTo>
                    <a:pt x="7722241" y="323297"/>
                  </a:lnTo>
                  <a:lnTo>
                    <a:pt x="7722241" y="323297"/>
                  </a:lnTo>
                  <a:lnTo>
                    <a:pt x="7727714" y="323297"/>
                  </a:lnTo>
                  <a:lnTo>
                    <a:pt x="7727714" y="323297"/>
                  </a:lnTo>
                  <a:lnTo>
                    <a:pt x="7733187" y="323297"/>
                  </a:lnTo>
                  <a:lnTo>
                    <a:pt x="7733187" y="323297"/>
                  </a:lnTo>
                  <a:lnTo>
                    <a:pt x="7738659" y="323297"/>
                  </a:lnTo>
                  <a:lnTo>
                    <a:pt x="7738659" y="323297"/>
                  </a:lnTo>
                  <a:lnTo>
                    <a:pt x="7744132" y="323297"/>
                  </a:lnTo>
                  <a:lnTo>
                    <a:pt x="7744132" y="323297"/>
                  </a:lnTo>
                  <a:lnTo>
                    <a:pt x="7749605" y="323297"/>
                  </a:lnTo>
                  <a:lnTo>
                    <a:pt x="7749605" y="323297"/>
                  </a:lnTo>
                  <a:lnTo>
                    <a:pt x="7755078" y="323297"/>
                  </a:lnTo>
                  <a:lnTo>
                    <a:pt x="7755078" y="323297"/>
                  </a:lnTo>
                  <a:lnTo>
                    <a:pt x="7760551" y="323297"/>
                  </a:lnTo>
                  <a:lnTo>
                    <a:pt x="7760551" y="323297"/>
                  </a:lnTo>
                  <a:lnTo>
                    <a:pt x="7766024" y="323297"/>
                  </a:lnTo>
                  <a:lnTo>
                    <a:pt x="7766024" y="323297"/>
                  </a:lnTo>
                  <a:lnTo>
                    <a:pt x="7771497" y="323297"/>
                  </a:lnTo>
                  <a:lnTo>
                    <a:pt x="7771497" y="323297"/>
                  </a:lnTo>
                  <a:lnTo>
                    <a:pt x="7776970" y="323297"/>
                  </a:lnTo>
                  <a:lnTo>
                    <a:pt x="7776970" y="323297"/>
                  </a:lnTo>
                  <a:lnTo>
                    <a:pt x="7782443" y="323297"/>
                  </a:lnTo>
                  <a:lnTo>
                    <a:pt x="7782443" y="323297"/>
                  </a:lnTo>
                  <a:lnTo>
                    <a:pt x="7787915" y="323297"/>
                  </a:lnTo>
                  <a:lnTo>
                    <a:pt x="7787915" y="323297"/>
                  </a:lnTo>
                  <a:lnTo>
                    <a:pt x="7793388" y="323297"/>
                  </a:lnTo>
                  <a:lnTo>
                    <a:pt x="7793388" y="323297"/>
                  </a:lnTo>
                  <a:lnTo>
                    <a:pt x="7809807" y="323297"/>
                  </a:lnTo>
                  <a:lnTo>
                    <a:pt x="7809807" y="323297"/>
                  </a:lnTo>
                  <a:lnTo>
                    <a:pt x="7815280" y="323297"/>
                  </a:lnTo>
                  <a:lnTo>
                    <a:pt x="7815280" y="323297"/>
                  </a:lnTo>
                  <a:lnTo>
                    <a:pt x="7820753" y="323297"/>
                  </a:lnTo>
                  <a:lnTo>
                    <a:pt x="7820753" y="323297"/>
                  </a:lnTo>
                  <a:lnTo>
                    <a:pt x="7826226" y="323297"/>
                  </a:lnTo>
                  <a:lnTo>
                    <a:pt x="7826226" y="323297"/>
                  </a:lnTo>
                  <a:lnTo>
                    <a:pt x="7831699" y="323297"/>
                  </a:lnTo>
                  <a:lnTo>
                    <a:pt x="7831699" y="323297"/>
                  </a:lnTo>
                  <a:lnTo>
                    <a:pt x="7837171" y="323297"/>
                  </a:lnTo>
                  <a:lnTo>
                    <a:pt x="7837171" y="323297"/>
                  </a:lnTo>
                  <a:lnTo>
                    <a:pt x="7842644" y="323297"/>
                  </a:lnTo>
                  <a:lnTo>
                    <a:pt x="7842644" y="323297"/>
                  </a:lnTo>
                  <a:lnTo>
                    <a:pt x="7848117" y="323297"/>
                  </a:lnTo>
                  <a:lnTo>
                    <a:pt x="7848117" y="323297"/>
                  </a:lnTo>
                  <a:lnTo>
                    <a:pt x="7853590" y="323297"/>
                  </a:lnTo>
                  <a:lnTo>
                    <a:pt x="7853590" y="323297"/>
                  </a:lnTo>
                  <a:lnTo>
                    <a:pt x="7864536" y="323297"/>
                  </a:lnTo>
                  <a:lnTo>
                    <a:pt x="7864536" y="323297"/>
                  </a:lnTo>
                  <a:lnTo>
                    <a:pt x="7870009" y="323297"/>
                  </a:lnTo>
                  <a:lnTo>
                    <a:pt x="7870009" y="323297"/>
                  </a:lnTo>
                  <a:lnTo>
                    <a:pt x="7875482" y="323297"/>
                  </a:lnTo>
                  <a:lnTo>
                    <a:pt x="7875482" y="323297"/>
                  </a:lnTo>
                  <a:lnTo>
                    <a:pt x="7880955" y="323297"/>
                  </a:lnTo>
                  <a:lnTo>
                    <a:pt x="7880955" y="323297"/>
                  </a:lnTo>
                  <a:lnTo>
                    <a:pt x="7886427" y="323297"/>
                  </a:lnTo>
                  <a:lnTo>
                    <a:pt x="7886427" y="323297"/>
                  </a:lnTo>
                  <a:lnTo>
                    <a:pt x="7891900" y="323297"/>
                  </a:lnTo>
                  <a:lnTo>
                    <a:pt x="7891900" y="323297"/>
                  </a:lnTo>
                  <a:lnTo>
                    <a:pt x="7897373" y="323297"/>
                  </a:lnTo>
                  <a:lnTo>
                    <a:pt x="7897373" y="323297"/>
                  </a:lnTo>
                  <a:lnTo>
                    <a:pt x="7902846" y="323297"/>
                  </a:lnTo>
                  <a:lnTo>
                    <a:pt x="7902846" y="323297"/>
                  </a:lnTo>
                  <a:lnTo>
                    <a:pt x="7908319" y="323297"/>
                  </a:lnTo>
                  <a:lnTo>
                    <a:pt x="7908319" y="323297"/>
                  </a:lnTo>
                  <a:lnTo>
                    <a:pt x="7913792" y="323297"/>
                  </a:lnTo>
                  <a:lnTo>
                    <a:pt x="7913792" y="323297"/>
                  </a:lnTo>
                  <a:lnTo>
                    <a:pt x="7919265" y="323297"/>
                  </a:lnTo>
                  <a:lnTo>
                    <a:pt x="7919265" y="323297"/>
                  </a:lnTo>
                  <a:lnTo>
                    <a:pt x="7924738" y="323297"/>
                  </a:lnTo>
                  <a:lnTo>
                    <a:pt x="7924738" y="323297"/>
                  </a:lnTo>
                  <a:lnTo>
                    <a:pt x="7930210" y="323297"/>
                  </a:lnTo>
                  <a:lnTo>
                    <a:pt x="7930210" y="323297"/>
                  </a:lnTo>
                  <a:lnTo>
                    <a:pt x="7935683" y="323297"/>
                  </a:lnTo>
                  <a:lnTo>
                    <a:pt x="7935683" y="323297"/>
                  </a:lnTo>
                  <a:lnTo>
                    <a:pt x="7941156" y="323297"/>
                  </a:lnTo>
                  <a:lnTo>
                    <a:pt x="7941156" y="323297"/>
                  </a:lnTo>
                  <a:lnTo>
                    <a:pt x="7946629" y="323297"/>
                  </a:lnTo>
                  <a:lnTo>
                    <a:pt x="7946629" y="267767"/>
                  </a:lnTo>
                  <a:lnTo>
                    <a:pt x="7952102" y="267767"/>
                  </a:lnTo>
                  <a:lnTo>
                    <a:pt x="7952102" y="267767"/>
                  </a:lnTo>
                  <a:lnTo>
                    <a:pt x="7957575" y="267767"/>
                  </a:lnTo>
                  <a:lnTo>
                    <a:pt x="7957575" y="267767"/>
                  </a:lnTo>
                  <a:lnTo>
                    <a:pt x="7963048" y="267767"/>
                  </a:lnTo>
                  <a:lnTo>
                    <a:pt x="7963048" y="267767"/>
                  </a:lnTo>
                  <a:lnTo>
                    <a:pt x="7968521" y="267767"/>
                  </a:lnTo>
                  <a:lnTo>
                    <a:pt x="7968521" y="267767"/>
                  </a:lnTo>
                  <a:lnTo>
                    <a:pt x="7973994" y="267767"/>
                  </a:lnTo>
                  <a:lnTo>
                    <a:pt x="7973994" y="267767"/>
                  </a:lnTo>
                  <a:lnTo>
                    <a:pt x="7979466" y="267767"/>
                  </a:lnTo>
                  <a:lnTo>
                    <a:pt x="7979466" y="267767"/>
                  </a:lnTo>
                  <a:lnTo>
                    <a:pt x="7990412" y="267767"/>
                  </a:lnTo>
                  <a:lnTo>
                    <a:pt x="7990412" y="267767"/>
                  </a:lnTo>
                  <a:lnTo>
                    <a:pt x="7995885" y="267767"/>
                  </a:lnTo>
                  <a:lnTo>
                    <a:pt x="7995885" y="267767"/>
                  </a:lnTo>
                  <a:lnTo>
                    <a:pt x="8001358" y="267767"/>
                  </a:lnTo>
                  <a:lnTo>
                    <a:pt x="8001358" y="267767"/>
                  </a:lnTo>
                  <a:lnTo>
                    <a:pt x="8006831" y="267767"/>
                  </a:lnTo>
                  <a:lnTo>
                    <a:pt x="8006831" y="267767"/>
                  </a:lnTo>
                  <a:lnTo>
                    <a:pt x="8017777" y="267767"/>
                  </a:lnTo>
                  <a:lnTo>
                    <a:pt x="8017777" y="267767"/>
                  </a:lnTo>
                  <a:lnTo>
                    <a:pt x="8023250" y="267767"/>
                  </a:lnTo>
                  <a:lnTo>
                    <a:pt x="8023250" y="267767"/>
                  </a:lnTo>
                  <a:lnTo>
                    <a:pt x="8028722" y="267767"/>
                  </a:lnTo>
                  <a:lnTo>
                    <a:pt x="8028722" y="267767"/>
                  </a:lnTo>
                  <a:lnTo>
                    <a:pt x="8034195" y="267767"/>
                  </a:lnTo>
                  <a:lnTo>
                    <a:pt x="8034195" y="267767"/>
                  </a:lnTo>
                  <a:lnTo>
                    <a:pt x="8039668" y="267767"/>
                  </a:lnTo>
                  <a:lnTo>
                    <a:pt x="8039668" y="267767"/>
                  </a:lnTo>
                  <a:lnTo>
                    <a:pt x="8045141" y="267767"/>
                  </a:lnTo>
                  <a:lnTo>
                    <a:pt x="8045141" y="267767"/>
                  </a:lnTo>
                  <a:lnTo>
                    <a:pt x="8056087" y="267767"/>
                  </a:lnTo>
                  <a:lnTo>
                    <a:pt x="8056087" y="267767"/>
                  </a:lnTo>
                  <a:lnTo>
                    <a:pt x="8061560" y="267767"/>
                  </a:lnTo>
                  <a:lnTo>
                    <a:pt x="8061560" y="267767"/>
                  </a:lnTo>
                  <a:lnTo>
                    <a:pt x="8067033" y="267767"/>
                  </a:lnTo>
                  <a:lnTo>
                    <a:pt x="8067033" y="267767"/>
                  </a:lnTo>
                  <a:lnTo>
                    <a:pt x="8072506" y="267767"/>
                  </a:lnTo>
                  <a:lnTo>
                    <a:pt x="8072506" y="267767"/>
                  </a:lnTo>
                  <a:lnTo>
                    <a:pt x="8077978" y="267767"/>
                  </a:lnTo>
                  <a:lnTo>
                    <a:pt x="8077978" y="267767"/>
                  </a:lnTo>
                  <a:lnTo>
                    <a:pt x="8083451" y="267767"/>
                  </a:lnTo>
                  <a:lnTo>
                    <a:pt x="8083451" y="267767"/>
                  </a:lnTo>
                  <a:lnTo>
                    <a:pt x="8088924" y="267767"/>
                  </a:lnTo>
                  <a:lnTo>
                    <a:pt x="8088924" y="267767"/>
                  </a:lnTo>
                  <a:lnTo>
                    <a:pt x="8094397" y="267767"/>
                  </a:lnTo>
                  <a:lnTo>
                    <a:pt x="8094397" y="267767"/>
                  </a:lnTo>
                  <a:lnTo>
                    <a:pt x="8099870" y="267767"/>
                  </a:lnTo>
                  <a:lnTo>
                    <a:pt x="8099870" y="267767"/>
                  </a:lnTo>
                  <a:lnTo>
                    <a:pt x="8105343" y="267767"/>
                  </a:lnTo>
                  <a:lnTo>
                    <a:pt x="8105343" y="267767"/>
                  </a:lnTo>
                  <a:lnTo>
                    <a:pt x="8110816" y="267767"/>
                  </a:lnTo>
                  <a:lnTo>
                    <a:pt x="8110816" y="267767"/>
                  </a:lnTo>
                  <a:lnTo>
                    <a:pt x="8116289" y="267767"/>
                  </a:lnTo>
                  <a:lnTo>
                    <a:pt x="8116289" y="267767"/>
                  </a:lnTo>
                  <a:lnTo>
                    <a:pt x="8121761" y="267767"/>
                  </a:lnTo>
                  <a:lnTo>
                    <a:pt x="8121761" y="267767"/>
                  </a:lnTo>
                  <a:lnTo>
                    <a:pt x="8138180" y="267767"/>
                  </a:lnTo>
                  <a:lnTo>
                    <a:pt x="8138180" y="267767"/>
                  </a:lnTo>
                  <a:lnTo>
                    <a:pt x="8143653" y="267767"/>
                  </a:lnTo>
                  <a:lnTo>
                    <a:pt x="8143653" y="267767"/>
                  </a:lnTo>
                  <a:lnTo>
                    <a:pt x="8154599" y="267767"/>
                  </a:lnTo>
                  <a:lnTo>
                    <a:pt x="8154599" y="267767"/>
                  </a:lnTo>
                  <a:lnTo>
                    <a:pt x="8160072" y="267767"/>
                  </a:lnTo>
                  <a:lnTo>
                    <a:pt x="8160072" y="267767"/>
                  </a:lnTo>
                  <a:lnTo>
                    <a:pt x="8165545" y="267767"/>
                  </a:lnTo>
                  <a:lnTo>
                    <a:pt x="8165545" y="267767"/>
                  </a:lnTo>
                  <a:lnTo>
                    <a:pt x="8171017" y="267767"/>
                  </a:lnTo>
                  <a:lnTo>
                    <a:pt x="8171017" y="267767"/>
                  </a:lnTo>
                  <a:lnTo>
                    <a:pt x="8176490" y="267767"/>
                  </a:lnTo>
                  <a:lnTo>
                    <a:pt x="8176490" y="267767"/>
                  </a:lnTo>
                  <a:lnTo>
                    <a:pt x="8181963" y="267767"/>
                  </a:lnTo>
                  <a:lnTo>
                    <a:pt x="8181963" y="267767"/>
                  </a:lnTo>
                  <a:lnTo>
                    <a:pt x="8187436" y="267767"/>
                  </a:lnTo>
                  <a:lnTo>
                    <a:pt x="8187436" y="267767"/>
                  </a:lnTo>
                  <a:lnTo>
                    <a:pt x="8192909" y="267767"/>
                  </a:lnTo>
                  <a:lnTo>
                    <a:pt x="8192909" y="267767"/>
                  </a:lnTo>
                  <a:lnTo>
                    <a:pt x="8198382" y="267767"/>
                  </a:lnTo>
                  <a:lnTo>
                    <a:pt x="8198382" y="267767"/>
                  </a:lnTo>
                  <a:lnTo>
                    <a:pt x="8203855" y="267767"/>
                  </a:lnTo>
                  <a:lnTo>
                    <a:pt x="8203855" y="267767"/>
                  </a:lnTo>
                  <a:lnTo>
                    <a:pt x="8209328" y="267767"/>
                  </a:lnTo>
                  <a:lnTo>
                    <a:pt x="8209328" y="267767"/>
                  </a:lnTo>
                  <a:lnTo>
                    <a:pt x="8214801" y="267767"/>
                  </a:lnTo>
                  <a:lnTo>
                    <a:pt x="8214801" y="267767"/>
                  </a:lnTo>
                  <a:lnTo>
                    <a:pt x="8220273" y="267767"/>
                  </a:lnTo>
                  <a:lnTo>
                    <a:pt x="8220273" y="267767"/>
                  </a:lnTo>
                  <a:lnTo>
                    <a:pt x="8225746" y="267767"/>
                  </a:lnTo>
                  <a:lnTo>
                    <a:pt x="8225746" y="267767"/>
                  </a:lnTo>
                  <a:lnTo>
                    <a:pt x="8231219" y="267767"/>
                  </a:lnTo>
                  <a:lnTo>
                    <a:pt x="8231219" y="267767"/>
                  </a:lnTo>
                  <a:lnTo>
                    <a:pt x="8236692" y="267767"/>
                  </a:lnTo>
                  <a:lnTo>
                    <a:pt x="8236692" y="267767"/>
                  </a:lnTo>
                  <a:lnTo>
                    <a:pt x="8242165" y="267767"/>
                  </a:lnTo>
                  <a:lnTo>
                    <a:pt x="8242165" y="267767"/>
                  </a:lnTo>
                  <a:lnTo>
                    <a:pt x="8247638" y="267767"/>
                  </a:lnTo>
                  <a:lnTo>
                    <a:pt x="8247638" y="267767"/>
                  </a:lnTo>
                  <a:lnTo>
                    <a:pt x="8253111" y="267767"/>
                  </a:lnTo>
                  <a:lnTo>
                    <a:pt x="8253111" y="267767"/>
                  </a:lnTo>
                  <a:lnTo>
                    <a:pt x="8258584" y="267767"/>
                  </a:lnTo>
                  <a:lnTo>
                    <a:pt x="8258584" y="267767"/>
                  </a:lnTo>
                  <a:lnTo>
                    <a:pt x="8264056" y="267767"/>
                  </a:lnTo>
                  <a:lnTo>
                    <a:pt x="8264056" y="267767"/>
                  </a:lnTo>
                  <a:lnTo>
                    <a:pt x="8269529" y="267767"/>
                  </a:lnTo>
                  <a:lnTo>
                    <a:pt x="8269529" y="267767"/>
                  </a:lnTo>
                  <a:lnTo>
                    <a:pt x="8275002" y="267767"/>
                  </a:lnTo>
                  <a:lnTo>
                    <a:pt x="8275002" y="267767"/>
                  </a:lnTo>
                  <a:lnTo>
                    <a:pt x="8280475" y="267767"/>
                  </a:lnTo>
                  <a:lnTo>
                    <a:pt x="8280475" y="267767"/>
                  </a:lnTo>
                  <a:lnTo>
                    <a:pt x="8291421" y="267767"/>
                  </a:lnTo>
                  <a:lnTo>
                    <a:pt x="8291421" y="267767"/>
                  </a:lnTo>
                  <a:lnTo>
                    <a:pt x="8296894" y="267767"/>
                  </a:lnTo>
                  <a:lnTo>
                    <a:pt x="8296894" y="267767"/>
                  </a:lnTo>
                  <a:lnTo>
                    <a:pt x="8302367" y="267767"/>
                  </a:lnTo>
                  <a:lnTo>
                    <a:pt x="8302367" y="267767"/>
                  </a:lnTo>
                  <a:lnTo>
                    <a:pt x="8307840" y="267767"/>
                  </a:lnTo>
                  <a:lnTo>
                    <a:pt x="8307840" y="267767"/>
                  </a:lnTo>
                  <a:lnTo>
                    <a:pt x="8313312" y="267767"/>
                  </a:lnTo>
                  <a:lnTo>
                    <a:pt x="8313312" y="267767"/>
                  </a:lnTo>
                  <a:lnTo>
                    <a:pt x="8318785" y="267767"/>
                  </a:lnTo>
                  <a:lnTo>
                    <a:pt x="8318785" y="267767"/>
                  </a:lnTo>
                  <a:lnTo>
                    <a:pt x="8324258" y="267767"/>
                  </a:lnTo>
                  <a:lnTo>
                    <a:pt x="8324258" y="267767"/>
                  </a:lnTo>
                  <a:lnTo>
                    <a:pt x="8329731" y="267767"/>
                  </a:lnTo>
                  <a:lnTo>
                    <a:pt x="8329731" y="267767"/>
                  </a:lnTo>
                  <a:lnTo>
                    <a:pt x="8335204" y="267767"/>
                  </a:lnTo>
                  <a:lnTo>
                    <a:pt x="8335204" y="267767"/>
                  </a:lnTo>
                  <a:lnTo>
                    <a:pt x="8340677" y="267767"/>
                  </a:lnTo>
                  <a:lnTo>
                    <a:pt x="8340677" y="267767"/>
                  </a:lnTo>
                  <a:lnTo>
                    <a:pt x="8346150" y="267767"/>
                  </a:lnTo>
                  <a:lnTo>
                    <a:pt x="8346150" y="267767"/>
                  </a:lnTo>
                  <a:lnTo>
                    <a:pt x="8351623" y="267767"/>
                  </a:lnTo>
                  <a:lnTo>
                    <a:pt x="8351623" y="267767"/>
                  </a:lnTo>
                  <a:lnTo>
                    <a:pt x="8357096" y="267767"/>
                  </a:lnTo>
                  <a:lnTo>
                    <a:pt x="8357096" y="267767"/>
                  </a:lnTo>
                  <a:lnTo>
                    <a:pt x="8362568" y="267767"/>
                  </a:lnTo>
                  <a:lnTo>
                    <a:pt x="8362568" y="267767"/>
                  </a:lnTo>
                  <a:lnTo>
                    <a:pt x="8368041" y="267767"/>
                  </a:lnTo>
                  <a:lnTo>
                    <a:pt x="8368041" y="267767"/>
                  </a:lnTo>
                  <a:lnTo>
                    <a:pt x="8373514" y="267767"/>
                  </a:lnTo>
                  <a:lnTo>
                    <a:pt x="8373514" y="267767"/>
                  </a:lnTo>
                  <a:lnTo>
                    <a:pt x="8384460" y="267767"/>
                  </a:lnTo>
                  <a:lnTo>
                    <a:pt x="8384460" y="267767"/>
                  </a:lnTo>
                  <a:lnTo>
                    <a:pt x="8389933" y="267767"/>
                  </a:lnTo>
                  <a:lnTo>
                    <a:pt x="8389933" y="267767"/>
                  </a:lnTo>
                  <a:lnTo>
                    <a:pt x="8395406" y="267767"/>
                  </a:lnTo>
                  <a:lnTo>
                    <a:pt x="8395406" y="267767"/>
                  </a:lnTo>
                  <a:lnTo>
                    <a:pt x="8400879" y="267767"/>
                  </a:lnTo>
                  <a:lnTo>
                    <a:pt x="8400879" y="267767"/>
                  </a:lnTo>
                  <a:lnTo>
                    <a:pt x="8406352" y="267767"/>
                  </a:lnTo>
                  <a:lnTo>
                    <a:pt x="8406352" y="267767"/>
                  </a:lnTo>
                  <a:lnTo>
                    <a:pt x="8411824" y="267767"/>
                  </a:lnTo>
                  <a:lnTo>
                    <a:pt x="8411824" y="267767"/>
                  </a:lnTo>
                  <a:lnTo>
                    <a:pt x="8417297" y="267767"/>
                  </a:lnTo>
                  <a:lnTo>
                    <a:pt x="8417297" y="267767"/>
                  </a:lnTo>
                  <a:lnTo>
                    <a:pt x="8422770" y="267767"/>
                  </a:lnTo>
                  <a:lnTo>
                    <a:pt x="8422770" y="267767"/>
                  </a:lnTo>
                  <a:lnTo>
                    <a:pt x="8428243" y="267767"/>
                  </a:lnTo>
                  <a:lnTo>
                    <a:pt x="8428243" y="267767"/>
                  </a:lnTo>
                  <a:lnTo>
                    <a:pt x="8433716" y="267767"/>
                  </a:lnTo>
                  <a:lnTo>
                    <a:pt x="8433716" y="267767"/>
                  </a:lnTo>
                  <a:lnTo>
                    <a:pt x="8439189" y="267767"/>
                  </a:lnTo>
                  <a:lnTo>
                    <a:pt x="8439189" y="267767"/>
                  </a:lnTo>
                  <a:lnTo>
                    <a:pt x="8444662" y="267767"/>
                  </a:lnTo>
                  <a:lnTo>
                    <a:pt x="8444662" y="267767"/>
                  </a:lnTo>
                  <a:lnTo>
                    <a:pt x="8450135" y="267767"/>
                  </a:lnTo>
                  <a:lnTo>
                    <a:pt x="8450135" y="267767"/>
                  </a:lnTo>
                  <a:lnTo>
                    <a:pt x="8455607" y="267767"/>
                  </a:lnTo>
                  <a:lnTo>
                    <a:pt x="8455607" y="267767"/>
                  </a:lnTo>
                  <a:lnTo>
                    <a:pt x="8466553" y="267767"/>
                  </a:lnTo>
                  <a:lnTo>
                    <a:pt x="8466553" y="267767"/>
                  </a:lnTo>
                  <a:lnTo>
                    <a:pt x="8472026" y="267767"/>
                  </a:lnTo>
                  <a:lnTo>
                    <a:pt x="8472026" y="267767"/>
                  </a:lnTo>
                  <a:lnTo>
                    <a:pt x="8477499" y="267767"/>
                  </a:lnTo>
                  <a:lnTo>
                    <a:pt x="8477499" y="267767"/>
                  </a:lnTo>
                  <a:lnTo>
                    <a:pt x="8482972" y="267767"/>
                  </a:lnTo>
                  <a:lnTo>
                    <a:pt x="8482972" y="267767"/>
                  </a:lnTo>
                  <a:lnTo>
                    <a:pt x="8488445" y="267767"/>
                  </a:lnTo>
                  <a:lnTo>
                    <a:pt x="8488445" y="267767"/>
                  </a:lnTo>
                  <a:lnTo>
                    <a:pt x="8493918" y="267767"/>
                  </a:lnTo>
                  <a:lnTo>
                    <a:pt x="8493918" y="267767"/>
                  </a:lnTo>
                  <a:lnTo>
                    <a:pt x="8499391" y="267767"/>
                  </a:lnTo>
                  <a:lnTo>
                    <a:pt x="8499391" y="267767"/>
                  </a:lnTo>
                  <a:lnTo>
                    <a:pt x="8510336" y="267767"/>
                  </a:lnTo>
                  <a:lnTo>
                    <a:pt x="8510336" y="267767"/>
                  </a:lnTo>
                  <a:lnTo>
                    <a:pt x="8515809" y="267767"/>
                  </a:lnTo>
                  <a:lnTo>
                    <a:pt x="8515809" y="267767"/>
                  </a:lnTo>
                  <a:lnTo>
                    <a:pt x="8521282" y="267767"/>
                  </a:lnTo>
                  <a:lnTo>
                    <a:pt x="8521282" y="267767"/>
                  </a:lnTo>
                  <a:lnTo>
                    <a:pt x="8526755" y="267767"/>
                  </a:lnTo>
                  <a:lnTo>
                    <a:pt x="8526755" y="267767"/>
                  </a:lnTo>
                  <a:lnTo>
                    <a:pt x="8532228" y="267767"/>
                  </a:lnTo>
                  <a:lnTo>
                    <a:pt x="8532228" y="267767"/>
                  </a:lnTo>
                  <a:lnTo>
                    <a:pt x="8537701" y="267767"/>
                  </a:lnTo>
                  <a:lnTo>
                    <a:pt x="8537701" y="267767"/>
                  </a:lnTo>
                  <a:lnTo>
                    <a:pt x="8543174" y="267767"/>
                  </a:lnTo>
                  <a:lnTo>
                    <a:pt x="8543174" y="267767"/>
                  </a:lnTo>
                  <a:lnTo>
                    <a:pt x="8548647" y="267767"/>
                  </a:lnTo>
                  <a:lnTo>
                    <a:pt x="8548647" y="267767"/>
                  </a:lnTo>
                  <a:lnTo>
                    <a:pt x="8554119" y="267767"/>
                  </a:lnTo>
                  <a:lnTo>
                    <a:pt x="8554119" y="267767"/>
                  </a:lnTo>
                  <a:lnTo>
                    <a:pt x="8559592" y="267767"/>
                  </a:lnTo>
                  <a:lnTo>
                    <a:pt x="8559592" y="267767"/>
                  </a:lnTo>
                  <a:lnTo>
                    <a:pt x="8565065" y="267767"/>
                  </a:lnTo>
                  <a:lnTo>
                    <a:pt x="8565065" y="267767"/>
                  </a:lnTo>
                  <a:lnTo>
                    <a:pt x="8570538" y="267767"/>
                  </a:lnTo>
                  <a:lnTo>
                    <a:pt x="8570538" y="267767"/>
                  </a:lnTo>
                  <a:lnTo>
                    <a:pt x="8576011" y="267767"/>
                  </a:lnTo>
                  <a:lnTo>
                    <a:pt x="8576011" y="267767"/>
                  </a:lnTo>
                  <a:lnTo>
                    <a:pt x="8581484" y="267767"/>
                  </a:lnTo>
                  <a:lnTo>
                    <a:pt x="8581484" y="267767"/>
                  </a:lnTo>
                  <a:lnTo>
                    <a:pt x="8586957" y="267767"/>
                  </a:lnTo>
                  <a:lnTo>
                    <a:pt x="8586957" y="267767"/>
                  </a:lnTo>
                  <a:lnTo>
                    <a:pt x="8597903" y="267767"/>
                  </a:lnTo>
                  <a:lnTo>
                    <a:pt x="8597903" y="267767"/>
                  </a:lnTo>
                  <a:lnTo>
                    <a:pt x="8603375" y="267767"/>
                  </a:lnTo>
                  <a:lnTo>
                    <a:pt x="8603375" y="267767"/>
                  </a:lnTo>
                  <a:lnTo>
                    <a:pt x="8608848" y="267767"/>
                  </a:lnTo>
                  <a:lnTo>
                    <a:pt x="8608848" y="267767"/>
                  </a:lnTo>
                  <a:lnTo>
                    <a:pt x="8614321" y="267767"/>
                  </a:lnTo>
                  <a:lnTo>
                    <a:pt x="8614321" y="267767"/>
                  </a:lnTo>
                  <a:lnTo>
                    <a:pt x="8625267" y="267767"/>
                  </a:lnTo>
                  <a:lnTo>
                    <a:pt x="8625267" y="267767"/>
                  </a:lnTo>
                  <a:lnTo>
                    <a:pt x="8630740" y="267767"/>
                  </a:lnTo>
                  <a:lnTo>
                    <a:pt x="8630740" y="267767"/>
                  </a:lnTo>
                  <a:lnTo>
                    <a:pt x="8636213" y="267767"/>
                  </a:lnTo>
                  <a:lnTo>
                    <a:pt x="8636213" y="267767"/>
                  </a:lnTo>
                  <a:lnTo>
                    <a:pt x="8641686" y="267767"/>
                  </a:lnTo>
                  <a:lnTo>
                    <a:pt x="8641686" y="267767"/>
                  </a:lnTo>
                  <a:lnTo>
                    <a:pt x="8652631" y="267767"/>
                  </a:lnTo>
                  <a:lnTo>
                    <a:pt x="8652631" y="267767"/>
                  </a:lnTo>
                  <a:lnTo>
                    <a:pt x="8658104" y="267767"/>
                  </a:lnTo>
                  <a:lnTo>
                    <a:pt x="8658104" y="267767"/>
                  </a:lnTo>
                  <a:lnTo>
                    <a:pt x="8663577" y="267767"/>
                  </a:lnTo>
                  <a:lnTo>
                    <a:pt x="8663577" y="267767"/>
                  </a:lnTo>
                  <a:lnTo>
                    <a:pt x="8669050" y="267767"/>
                  </a:lnTo>
                  <a:lnTo>
                    <a:pt x="8669050" y="267767"/>
                  </a:lnTo>
                  <a:lnTo>
                    <a:pt x="8674523" y="267767"/>
                  </a:lnTo>
                  <a:lnTo>
                    <a:pt x="8674523" y="267767"/>
                  </a:lnTo>
                  <a:lnTo>
                    <a:pt x="8679996" y="267767"/>
                  </a:lnTo>
                  <a:lnTo>
                    <a:pt x="8679996" y="267767"/>
                  </a:lnTo>
                  <a:lnTo>
                    <a:pt x="8690942" y="267767"/>
                  </a:lnTo>
                  <a:lnTo>
                    <a:pt x="8690942" y="267767"/>
                  </a:lnTo>
                  <a:lnTo>
                    <a:pt x="8696414" y="267767"/>
                  </a:lnTo>
                  <a:lnTo>
                    <a:pt x="8696414" y="267767"/>
                  </a:lnTo>
                  <a:lnTo>
                    <a:pt x="8707360" y="267767"/>
                  </a:lnTo>
                  <a:lnTo>
                    <a:pt x="8707360" y="267767"/>
                  </a:lnTo>
                  <a:lnTo>
                    <a:pt x="8712833" y="267767"/>
                  </a:lnTo>
                  <a:lnTo>
                    <a:pt x="8712833" y="267767"/>
                  </a:lnTo>
                  <a:lnTo>
                    <a:pt x="8718306" y="267767"/>
                  </a:lnTo>
                  <a:lnTo>
                    <a:pt x="8718306" y="267767"/>
                  </a:lnTo>
                  <a:lnTo>
                    <a:pt x="8723779" y="267767"/>
                  </a:lnTo>
                  <a:lnTo>
                    <a:pt x="8723779" y="267767"/>
                  </a:lnTo>
                  <a:lnTo>
                    <a:pt x="8729252" y="267767"/>
                  </a:lnTo>
                  <a:lnTo>
                    <a:pt x="8729252" y="267767"/>
                  </a:lnTo>
                  <a:lnTo>
                    <a:pt x="8734725" y="267767"/>
                  </a:lnTo>
                  <a:lnTo>
                    <a:pt x="8734725" y="267767"/>
                  </a:lnTo>
                  <a:lnTo>
                    <a:pt x="8740198" y="267767"/>
                  </a:lnTo>
                  <a:lnTo>
                    <a:pt x="8740198" y="267767"/>
                  </a:lnTo>
                  <a:lnTo>
                    <a:pt x="8751143" y="267767"/>
                  </a:lnTo>
                  <a:lnTo>
                    <a:pt x="8751143" y="267767"/>
                  </a:lnTo>
                  <a:lnTo>
                    <a:pt x="8756616" y="267767"/>
                  </a:lnTo>
                  <a:lnTo>
                    <a:pt x="8756616" y="267767"/>
                  </a:lnTo>
                  <a:lnTo>
                    <a:pt x="8762089" y="267767"/>
                  </a:lnTo>
                  <a:lnTo>
                    <a:pt x="8762089" y="267767"/>
                  </a:lnTo>
                  <a:lnTo>
                    <a:pt x="8767562" y="267767"/>
                  </a:lnTo>
                  <a:lnTo>
                    <a:pt x="8767562" y="267767"/>
                  </a:lnTo>
                  <a:lnTo>
                    <a:pt x="8773035" y="267767"/>
                  </a:lnTo>
                  <a:lnTo>
                    <a:pt x="8773035" y="267767"/>
                  </a:lnTo>
                  <a:lnTo>
                    <a:pt x="8778508" y="267767"/>
                  </a:lnTo>
                  <a:lnTo>
                    <a:pt x="8778508" y="267767"/>
                  </a:lnTo>
                  <a:lnTo>
                    <a:pt x="8783981" y="267767"/>
                  </a:lnTo>
                  <a:lnTo>
                    <a:pt x="8783981" y="267767"/>
                  </a:lnTo>
                  <a:lnTo>
                    <a:pt x="8789453" y="267767"/>
                  </a:lnTo>
                  <a:lnTo>
                    <a:pt x="8789453" y="267767"/>
                  </a:lnTo>
                  <a:lnTo>
                    <a:pt x="8794926" y="267767"/>
                  </a:lnTo>
                  <a:lnTo>
                    <a:pt x="8794926" y="267767"/>
                  </a:lnTo>
                  <a:lnTo>
                    <a:pt x="8800399" y="267767"/>
                  </a:lnTo>
                  <a:lnTo>
                    <a:pt x="8800399" y="267767"/>
                  </a:lnTo>
                  <a:lnTo>
                    <a:pt x="8805872" y="267767"/>
                  </a:lnTo>
                  <a:lnTo>
                    <a:pt x="8805872" y="267767"/>
                  </a:lnTo>
                  <a:lnTo>
                    <a:pt x="8811345" y="267767"/>
                  </a:lnTo>
                  <a:lnTo>
                    <a:pt x="8811345" y="267767"/>
                  </a:lnTo>
                  <a:lnTo>
                    <a:pt x="8816818" y="267767"/>
                  </a:lnTo>
                  <a:lnTo>
                    <a:pt x="8816818" y="267767"/>
                  </a:lnTo>
                  <a:lnTo>
                    <a:pt x="8822291" y="267767"/>
                  </a:lnTo>
                  <a:lnTo>
                    <a:pt x="8822291" y="267767"/>
                  </a:lnTo>
                  <a:lnTo>
                    <a:pt x="8833237" y="267767"/>
                  </a:lnTo>
                  <a:lnTo>
                    <a:pt x="8833237" y="267767"/>
                  </a:lnTo>
                  <a:lnTo>
                    <a:pt x="8838709" y="267767"/>
                  </a:lnTo>
                  <a:lnTo>
                    <a:pt x="8838709" y="267767"/>
                  </a:lnTo>
                  <a:lnTo>
                    <a:pt x="8849655" y="267767"/>
                  </a:lnTo>
                  <a:lnTo>
                    <a:pt x="8849655" y="267767"/>
                  </a:lnTo>
                  <a:lnTo>
                    <a:pt x="8855128" y="267767"/>
                  </a:lnTo>
                  <a:lnTo>
                    <a:pt x="8855128" y="267767"/>
                  </a:lnTo>
                  <a:lnTo>
                    <a:pt x="8860601" y="267767"/>
                  </a:lnTo>
                  <a:lnTo>
                    <a:pt x="8860601" y="267767"/>
                  </a:lnTo>
                  <a:lnTo>
                    <a:pt x="8866074" y="267767"/>
                  </a:lnTo>
                  <a:lnTo>
                    <a:pt x="8866074" y="267767"/>
                  </a:lnTo>
                  <a:lnTo>
                    <a:pt x="8871547" y="267767"/>
                  </a:lnTo>
                  <a:lnTo>
                    <a:pt x="8871547" y="182837"/>
                  </a:lnTo>
                  <a:lnTo>
                    <a:pt x="8877020" y="182837"/>
                  </a:lnTo>
                  <a:lnTo>
                    <a:pt x="8877020" y="182837"/>
                  </a:lnTo>
                  <a:lnTo>
                    <a:pt x="8887965" y="182837"/>
                  </a:lnTo>
                  <a:lnTo>
                    <a:pt x="8887965" y="182837"/>
                  </a:lnTo>
                  <a:lnTo>
                    <a:pt x="8893438" y="182837"/>
                  </a:lnTo>
                  <a:lnTo>
                    <a:pt x="8893438" y="182837"/>
                  </a:lnTo>
                  <a:lnTo>
                    <a:pt x="8898911" y="182837"/>
                  </a:lnTo>
                  <a:lnTo>
                    <a:pt x="8898911" y="182837"/>
                  </a:lnTo>
                  <a:lnTo>
                    <a:pt x="8909857" y="182837"/>
                  </a:lnTo>
                  <a:lnTo>
                    <a:pt x="8909857" y="182837"/>
                  </a:lnTo>
                  <a:lnTo>
                    <a:pt x="8915330" y="182837"/>
                  </a:lnTo>
                  <a:lnTo>
                    <a:pt x="8915330" y="182837"/>
                  </a:lnTo>
                  <a:lnTo>
                    <a:pt x="8920803" y="182837"/>
                  </a:lnTo>
                  <a:lnTo>
                    <a:pt x="8920803" y="182837"/>
                  </a:lnTo>
                  <a:lnTo>
                    <a:pt x="8926276" y="182837"/>
                  </a:lnTo>
                  <a:lnTo>
                    <a:pt x="8926276" y="182837"/>
                  </a:lnTo>
                  <a:lnTo>
                    <a:pt x="8931749" y="182837"/>
                  </a:lnTo>
                  <a:lnTo>
                    <a:pt x="8931749" y="182837"/>
                  </a:lnTo>
                  <a:lnTo>
                    <a:pt x="8942694" y="182837"/>
                  </a:lnTo>
                  <a:lnTo>
                    <a:pt x="8942694" y="182837"/>
                  </a:lnTo>
                  <a:lnTo>
                    <a:pt x="8948167" y="182837"/>
                  </a:lnTo>
                  <a:lnTo>
                    <a:pt x="8948167" y="96454"/>
                  </a:lnTo>
                  <a:lnTo>
                    <a:pt x="8953640" y="96454"/>
                  </a:lnTo>
                  <a:lnTo>
                    <a:pt x="8953640" y="96454"/>
                  </a:lnTo>
                  <a:lnTo>
                    <a:pt x="8964586" y="96454"/>
                  </a:lnTo>
                  <a:lnTo>
                    <a:pt x="8964586" y="96454"/>
                  </a:lnTo>
                  <a:lnTo>
                    <a:pt x="8970059" y="96454"/>
                  </a:lnTo>
                  <a:lnTo>
                    <a:pt x="8970059" y="96454"/>
                  </a:lnTo>
                  <a:lnTo>
                    <a:pt x="8981004" y="96454"/>
                  </a:lnTo>
                  <a:lnTo>
                    <a:pt x="8981004" y="96454"/>
                  </a:lnTo>
                  <a:lnTo>
                    <a:pt x="8986477" y="96454"/>
                  </a:lnTo>
                  <a:lnTo>
                    <a:pt x="8986477" y="96454"/>
                  </a:lnTo>
                  <a:lnTo>
                    <a:pt x="8991950" y="96454"/>
                  </a:lnTo>
                  <a:lnTo>
                    <a:pt x="8991950" y="96454"/>
                  </a:lnTo>
                  <a:lnTo>
                    <a:pt x="8997423" y="96454"/>
                  </a:lnTo>
                  <a:lnTo>
                    <a:pt x="8997423" y="96454"/>
                  </a:lnTo>
                  <a:lnTo>
                    <a:pt x="9008369" y="96454"/>
                  </a:lnTo>
                  <a:lnTo>
                    <a:pt x="9008369" y="96454"/>
                  </a:lnTo>
                  <a:lnTo>
                    <a:pt x="9013842" y="96454"/>
                  </a:lnTo>
                  <a:lnTo>
                    <a:pt x="9013842" y="96454"/>
                  </a:lnTo>
                  <a:lnTo>
                    <a:pt x="9019315" y="96454"/>
                  </a:lnTo>
                  <a:lnTo>
                    <a:pt x="9019315" y="96454"/>
                  </a:lnTo>
                  <a:lnTo>
                    <a:pt x="9024788" y="96454"/>
                  </a:lnTo>
                  <a:lnTo>
                    <a:pt x="9024788" y="96454"/>
                  </a:lnTo>
                  <a:lnTo>
                    <a:pt x="9030260" y="96454"/>
                  </a:lnTo>
                  <a:lnTo>
                    <a:pt x="9030260" y="96454"/>
                  </a:lnTo>
                  <a:lnTo>
                    <a:pt x="9035733" y="96454"/>
                  </a:lnTo>
                  <a:lnTo>
                    <a:pt x="9035733" y="96454"/>
                  </a:lnTo>
                  <a:lnTo>
                    <a:pt x="9041206" y="96454"/>
                  </a:lnTo>
                  <a:lnTo>
                    <a:pt x="9041206" y="96454"/>
                  </a:lnTo>
                  <a:lnTo>
                    <a:pt x="9046679" y="96454"/>
                  </a:lnTo>
                  <a:lnTo>
                    <a:pt x="9046679" y="96454"/>
                  </a:lnTo>
                  <a:lnTo>
                    <a:pt x="9057625" y="96454"/>
                  </a:lnTo>
                  <a:lnTo>
                    <a:pt x="9057625" y="96454"/>
                  </a:lnTo>
                  <a:lnTo>
                    <a:pt x="9063098" y="96454"/>
                  </a:lnTo>
                  <a:lnTo>
                    <a:pt x="9063098" y="96454"/>
                  </a:lnTo>
                  <a:lnTo>
                    <a:pt x="9068571" y="96454"/>
                  </a:lnTo>
                  <a:lnTo>
                    <a:pt x="9068571" y="96454"/>
                  </a:lnTo>
                  <a:lnTo>
                    <a:pt x="9074044" y="96454"/>
                  </a:lnTo>
                  <a:lnTo>
                    <a:pt x="9074044" y="96454"/>
                  </a:lnTo>
                  <a:lnTo>
                    <a:pt x="9079516" y="96454"/>
                  </a:lnTo>
                  <a:lnTo>
                    <a:pt x="9079516" y="96454"/>
                  </a:lnTo>
                  <a:lnTo>
                    <a:pt x="9084989" y="96454"/>
                  </a:lnTo>
                  <a:lnTo>
                    <a:pt x="9084989" y="96454"/>
                  </a:lnTo>
                  <a:lnTo>
                    <a:pt x="9090462" y="96454"/>
                  </a:lnTo>
                  <a:lnTo>
                    <a:pt x="9090462" y="96454"/>
                  </a:lnTo>
                  <a:lnTo>
                    <a:pt x="9101408" y="96454"/>
                  </a:lnTo>
                  <a:lnTo>
                    <a:pt x="9101408" y="96454"/>
                  </a:lnTo>
                  <a:lnTo>
                    <a:pt x="9106881" y="96454"/>
                  </a:lnTo>
                  <a:lnTo>
                    <a:pt x="9106881" y="96454"/>
                  </a:lnTo>
                  <a:lnTo>
                    <a:pt x="9112354" y="96454"/>
                  </a:lnTo>
                  <a:lnTo>
                    <a:pt x="9112354" y="96454"/>
                  </a:lnTo>
                  <a:lnTo>
                    <a:pt x="9117827" y="96454"/>
                  </a:lnTo>
                  <a:lnTo>
                    <a:pt x="9117827" y="96454"/>
                  </a:lnTo>
                  <a:lnTo>
                    <a:pt x="9123300" y="96454"/>
                  </a:lnTo>
                  <a:lnTo>
                    <a:pt x="9123300" y="96454"/>
                  </a:lnTo>
                  <a:lnTo>
                    <a:pt x="9128772" y="96454"/>
                  </a:lnTo>
                  <a:lnTo>
                    <a:pt x="9128772" y="96454"/>
                  </a:lnTo>
                  <a:lnTo>
                    <a:pt x="9139718" y="96454"/>
                  </a:lnTo>
                  <a:lnTo>
                    <a:pt x="9139718" y="96454"/>
                  </a:lnTo>
                  <a:lnTo>
                    <a:pt x="9145191" y="96454"/>
                  </a:lnTo>
                  <a:lnTo>
                    <a:pt x="9145191" y="96454"/>
                  </a:lnTo>
                  <a:lnTo>
                    <a:pt x="9150664" y="96454"/>
                  </a:lnTo>
                  <a:lnTo>
                    <a:pt x="9150664" y="96454"/>
                  </a:lnTo>
                  <a:lnTo>
                    <a:pt x="9156137" y="96454"/>
                  </a:lnTo>
                  <a:lnTo>
                    <a:pt x="9156137" y="96454"/>
                  </a:lnTo>
                  <a:lnTo>
                    <a:pt x="9161610" y="96454"/>
                  </a:lnTo>
                  <a:lnTo>
                    <a:pt x="9161610" y="96454"/>
                  </a:lnTo>
                  <a:lnTo>
                    <a:pt x="9167083" y="96454"/>
                  </a:lnTo>
                  <a:lnTo>
                    <a:pt x="9167083" y="96454"/>
                  </a:lnTo>
                  <a:lnTo>
                    <a:pt x="9172555" y="96454"/>
                  </a:lnTo>
                  <a:lnTo>
                    <a:pt x="9172555" y="96454"/>
                  </a:lnTo>
                  <a:lnTo>
                    <a:pt x="9178028" y="96454"/>
                  </a:lnTo>
                  <a:lnTo>
                    <a:pt x="9178028" y="96454"/>
                  </a:lnTo>
                  <a:lnTo>
                    <a:pt x="9183501" y="96454"/>
                  </a:lnTo>
                  <a:lnTo>
                    <a:pt x="9183501" y="96454"/>
                  </a:lnTo>
                  <a:lnTo>
                    <a:pt x="9188974" y="96454"/>
                  </a:lnTo>
                  <a:lnTo>
                    <a:pt x="9188974" y="96454"/>
                  </a:lnTo>
                  <a:lnTo>
                    <a:pt x="9199920" y="96454"/>
                  </a:lnTo>
                  <a:lnTo>
                    <a:pt x="9199920" y="96454"/>
                  </a:lnTo>
                  <a:lnTo>
                    <a:pt x="9205393" y="96454"/>
                  </a:lnTo>
                  <a:lnTo>
                    <a:pt x="9205393" y="96454"/>
                  </a:lnTo>
                  <a:lnTo>
                    <a:pt x="9216339" y="96454"/>
                  </a:lnTo>
                  <a:lnTo>
                    <a:pt x="9216339" y="96454"/>
                  </a:lnTo>
                  <a:lnTo>
                    <a:pt x="9221811" y="96454"/>
                  </a:lnTo>
                  <a:lnTo>
                    <a:pt x="9221811" y="96454"/>
                  </a:lnTo>
                  <a:lnTo>
                    <a:pt x="9227284" y="96454"/>
                  </a:lnTo>
                  <a:lnTo>
                    <a:pt x="9227284" y="96454"/>
                  </a:lnTo>
                  <a:lnTo>
                    <a:pt x="9232757" y="96454"/>
                  </a:lnTo>
                  <a:lnTo>
                    <a:pt x="9232757" y="96454"/>
                  </a:lnTo>
                  <a:lnTo>
                    <a:pt x="9238230" y="96454"/>
                  </a:lnTo>
                  <a:lnTo>
                    <a:pt x="9238230" y="96454"/>
                  </a:lnTo>
                  <a:lnTo>
                    <a:pt x="9243703" y="96454"/>
                  </a:lnTo>
                  <a:lnTo>
                    <a:pt x="9243703" y="96454"/>
                  </a:lnTo>
                  <a:lnTo>
                    <a:pt x="9249176" y="96454"/>
                  </a:lnTo>
                  <a:lnTo>
                    <a:pt x="9249176" y="96454"/>
                  </a:lnTo>
                  <a:lnTo>
                    <a:pt x="9254649" y="96454"/>
                  </a:lnTo>
                  <a:lnTo>
                    <a:pt x="9254649" y="96454"/>
                  </a:lnTo>
                  <a:lnTo>
                    <a:pt x="9260122" y="96454"/>
                  </a:lnTo>
                  <a:lnTo>
                    <a:pt x="9260122" y="96454"/>
                  </a:lnTo>
                  <a:lnTo>
                    <a:pt x="9271067" y="96454"/>
                  </a:lnTo>
                  <a:lnTo>
                    <a:pt x="9271067" y="96454"/>
                  </a:lnTo>
                  <a:lnTo>
                    <a:pt x="9276540" y="96454"/>
                  </a:lnTo>
                  <a:lnTo>
                    <a:pt x="9276540" y="96454"/>
                  </a:lnTo>
                  <a:lnTo>
                    <a:pt x="9282013" y="96454"/>
                  </a:lnTo>
                  <a:lnTo>
                    <a:pt x="9282013" y="96454"/>
                  </a:lnTo>
                  <a:lnTo>
                    <a:pt x="9287486" y="96454"/>
                  </a:lnTo>
                  <a:lnTo>
                    <a:pt x="9287486" y="96454"/>
                  </a:lnTo>
                  <a:lnTo>
                    <a:pt x="9292959" y="96454"/>
                  </a:lnTo>
                  <a:lnTo>
                    <a:pt x="9292959" y="96454"/>
                  </a:lnTo>
                  <a:lnTo>
                    <a:pt x="9298432" y="96454"/>
                  </a:lnTo>
                  <a:lnTo>
                    <a:pt x="9298432" y="96454"/>
                  </a:lnTo>
                  <a:lnTo>
                    <a:pt x="9303905" y="96454"/>
                  </a:lnTo>
                  <a:lnTo>
                    <a:pt x="9303905" y="96454"/>
                  </a:lnTo>
                  <a:lnTo>
                    <a:pt x="9309378" y="96454"/>
                  </a:lnTo>
                  <a:lnTo>
                    <a:pt x="9309378" y="96454"/>
                  </a:lnTo>
                  <a:lnTo>
                    <a:pt x="9320323" y="96454"/>
                  </a:lnTo>
                  <a:lnTo>
                    <a:pt x="9320323" y="96454"/>
                  </a:lnTo>
                  <a:lnTo>
                    <a:pt x="9325796" y="96454"/>
                  </a:lnTo>
                  <a:lnTo>
                    <a:pt x="9325796" y="96454"/>
                  </a:lnTo>
                  <a:lnTo>
                    <a:pt x="9331269" y="96454"/>
                  </a:lnTo>
                  <a:lnTo>
                    <a:pt x="9331269" y="96454"/>
                  </a:lnTo>
                  <a:lnTo>
                    <a:pt x="9336742" y="96454"/>
                  </a:lnTo>
                  <a:lnTo>
                    <a:pt x="9336742" y="96454"/>
                  </a:lnTo>
                  <a:lnTo>
                    <a:pt x="9347688" y="96454"/>
                  </a:lnTo>
                  <a:lnTo>
                    <a:pt x="9347688" y="96454"/>
                  </a:lnTo>
                  <a:lnTo>
                    <a:pt x="9358634" y="96454"/>
                  </a:lnTo>
                  <a:lnTo>
                    <a:pt x="9358634" y="96454"/>
                  </a:lnTo>
                  <a:lnTo>
                    <a:pt x="9364106" y="96454"/>
                  </a:lnTo>
                  <a:lnTo>
                    <a:pt x="9364106" y="96454"/>
                  </a:lnTo>
                  <a:lnTo>
                    <a:pt x="9369579" y="96454"/>
                  </a:lnTo>
                  <a:lnTo>
                    <a:pt x="9369579" y="96454"/>
                  </a:lnTo>
                  <a:lnTo>
                    <a:pt x="9375052" y="96454"/>
                  </a:lnTo>
                  <a:lnTo>
                    <a:pt x="9375052" y="96454"/>
                  </a:lnTo>
                  <a:lnTo>
                    <a:pt x="9380525" y="96454"/>
                  </a:lnTo>
                  <a:lnTo>
                    <a:pt x="9380525" y="96454"/>
                  </a:lnTo>
                  <a:lnTo>
                    <a:pt x="9385998" y="96454"/>
                  </a:lnTo>
                  <a:lnTo>
                    <a:pt x="9385998" y="96454"/>
                  </a:lnTo>
                  <a:lnTo>
                    <a:pt x="9391471" y="96454"/>
                  </a:lnTo>
                  <a:lnTo>
                    <a:pt x="9391471" y="96454"/>
                  </a:lnTo>
                  <a:lnTo>
                    <a:pt x="9402417" y="96454"/>
                  </a:lnTo>
                  <a:lnTo>
                    <a:pt x="9402417" y="96454"/>
                  </a:lnTo>
                  <a:lnTo>
                    <a:pt x="9407890" y="96454"/>
                  </a:lnTo>
                  <a:lnTo>
                    <a:pt x="9407890" y="96454"/>
                  </a:lnTo>
                  <a:lnTo>
                    <a:pt x="9413362" y="96454"/>
                  </a:lnTo>
                  <a:lnTo>
                    <a:pt x="9413362" y="96454"/>
                  </a:lnTo>
                  <a:lnTo>
                    <a:pt x="9418835" y="96454"/>
                  </a:lnTo>
                  <a:lnTo>
                    <a:pt x="9418835" y="96454"/>
                  </a:lnTo>
                  <a:lnTo>
                    <a:pt x="9424308" y="96454"/>
                  </a:lnTo>
                  <a:lnTo>
                    <a:pt x="9424308" y="96454"/>
                  </a:lnTo>
                  <a:lnTo>
                    <a:pt x="9446200" y="96454"/>
                  </a:lnTo>
                  <a:lnTo>
                    <a:pt x="9446200" y="96454"/>
                  </a:lnTo>
                  <a:lnTo>
                    <a:pt x="9451673" y="96454"/>
                  </a:lnTo>
                  <a:lnTo>
                    <a:pt x="9451673" y="96454"/>
                  </a:lnTo>
                  <a:lnTo>
                    <a:pt x="9462618" y="96454"/>
                  </a:lnTo>
                  <a:lnTo>
                    <a:pt x="9462618" y="96454"/>
                  </a:lnTo>
                  <a:lnTo>
                    <a:pt x="9468091" y="96454"/>
                  </a:lnTo>
                  <a:lnTo>
                    <a:pt x="9468091" y="96454"/>
                  </a:lnTo>
                  <a:lnTo>
                    <a:pt x="9473564" y="96454"/>
                  </a:lnTo>
                  <a:lnTo>
                    <a:pt x="9473564" y="96454"/>
                  </a:lnTo>
                  <a:lnTo>
                    <a:pt x="9479037" y="96454"/>
                  </a:lnTo>
                  <a:lnTo>
                    <a:pt x="9479037" y="96454"/>
                  </a:lnTo>
                  <a:lnTo>
                    <a:pt x="9484510" y="96454"/>
                  </a:lnTo>
                  <a:lnTo>
                    <a:pt x="9484510" y="96454"/>
                  </a:lnTo>
                  <a:lnTo>
                    <a:pt x="9489983" y="96454"/>
                  </a:lnTo>
                  <a:lnTo>
                    <a:pt x="9489983" y="96454"/>
                  </a:lnTo>
                  <a:lnTo>
                    <a:pt x="9495456" y="96454"/>
                  </a:lnTo>
                  <a:lnTo>
                    <a:pt x="9495456" y="96454"/>
                  </a:lnTo>
                  <a:lnTo>
                    <a:pt x="9500929" y="96454"/>
                  </a:lnTo>
                  <a:lnTo>
                    <a:pt x="9500929" y="96454"/>
                  </a:lnTo>
                  <a:lnTo>
                    <a:pt x="9506401" y="96454"/>
                  </a:lnTo>
                  <a:lnTo>
                    <a:pt x="9506401" y="96454"/>
                  </a:lnTo>
                  <a:lnTo>
                    <a:pt x="9511874" y="96454"/>
                  </a:lnTo>
                  <a:lnTo>
                    <a:pt x="9511874" y="96454"/>
                  </a:lnTo>
                  <a:lnTo>
                    <a:pt x="9517347" y="96454"/>
                  </a:lnTo>
                  <a:lnTo>
                    <a:pt x="9517347" y="96454"/>
                  </a:lnTo>
                  <a:lnTo>
                    <a:pt x="9522820" y="96454"/>
                  </a:lnTo>
                  <a:lnTo>
                    <a:pt x="9522820" y="96454"/>
                  </a:lnTo>
                  <a:lnTo>
                    <a:pt x="9528293" y="96454"/>
                  </a:lnTo>
                  <a:lnTo>
                    <a:pt x="9528293" y="96454"/>
                  </a:lnTo>
                  <a:lnTo>
                    <a:pt x="9533766" y="96454"/>
                  </a:lnTo>
                  <a:lnTo>
                    <a:pt x="9533766" y="0"/>
                  </a:lnTo>
                  <a:lnTo>
                    <a:pt x="9539239" y="0"/>
                  </a:lnTo>
                  <a:lnTo>
                    <a:pt x="9539239" y="0"/>
                  </a:lnTo>
                  <a:lnTo>
                    <a:pt x="9544712" y="0"/>
                  </a:lnTo>
                  <a:lnTo>
                    <a:pt x="9544712" y="0"/>
                  </a:lnTo>
                  <a:lnTo>
                    <a:pt x="9550185" y="0"/>
                  </a:lnTo>
                  <a:lnTo>
                    <a:pt x="9550185" y="0"/>
                  </a:lnTo>
                  <a:lnTo>
                    <a:pt x="9555657" y="0"/>
                  </a:lnTo>
                  <a:lnTo>
                    <a:pt x="9555657" y="0"/>
                  </a:lnTo>
                  <a:lnTo>
                    <a:pt x="9561130" y="0"/>
                  </a:lnTo>
                  <a:lnTo>
                    <a:pt x="9561130" y="0"/>
                  </a:lnTo>
                  <a:lnTo>
                    <a:pt x="9566603" y="0"/>
                  </a:lnTo>
                  <a:lnTo>
                    <a:pt x="9566603" y="0"/>
                  </a:lnTo>
                  <a:lnTo>
                    <a:pt x="9577549" y="0"/>
                  </a:lnTo>
                  <a:lnTo>
                    <a:pt x="9577549" y="0"/>
                  </a:lnTo>
                  <a:lnTo>
                    <a:pt x="9593968" y="0"/>
                  </a:lnTo>
                  <a:lnTo>
                    <a:pt x="9593968" y="0"/>
                  </a:lnTo>
                  <a:lnTo>
                    <a:pt x="9599441" y="0"/>
                  </a:lnTo>
                  <a:lnTo>
                    <a:pt x="9599441" y="0"/>
                  </a:lnTo>
                  <a:lnTo>
                    <a:pt x="9604913" y="0"/>
                  </a:lnTo>
                  <a:lnTo>
                    <a:pt x="9604913" y="0"/>
                  </a:lnTo>
                  <a:lnTo>
                    <a:pt x="9610386" y="0"/>
                  </a:lnTo>
                  <a:lnTo>
                    <a:pt x="9610386" y="0"/>
                  </a:lnTo>
                  <a:lnTo>
                    <a:pt x="9615859" y="0"/>
                  </a:lnTo>
                  <a:lnTo>
                    <a:pt x="9615859" y="0"/>
                  </a:lnTo>
                  <a:lnTo>
                    <a:pt x="9621332" y="0"/>
                  </a:lnTo>
                  <a:lnTo>
                    <a:pt x="9621332" y="0"/>
                  </a:lnTo>
                  <a:lnTo>
                    <a:pt x="9626805" y="0"/>
                  </a:lnTo>
                  <a:lnTo>
                    <a:pt x="9626805" y="0"/>
                  </a:lnTo>
                  <a:lnTo>
                    <a:pt x="9632278" y="0"/>
                  </a:lnTo>
                  <a:lnTo>
                    <a:pt x="9632278" y="0"/>
                  </a:lnTo>
                  <a:lnTo>
                    <a:pt x="9637751" y="0"/>
                  </a:lnTo>
                  <a:lnTo>
                    <a:pt x="9637751" y="0"/>
                  </a:lnTo>
                  <a:lnTo>
                    <a:pt x="9648697" y="0"/>
                  </a:lnTo>
                  <a:lnTo>
                    <a:pt x="9648697" y="0"/>
                  </a:lnTo>
                  <a:lnTo>
                    <a:pt x="9665115" y="0"/>
                  </a:lnTo>
                  <a:lnTo>
                    <a:pt x="9665115" y="0"/>
                  </a:lnTo>
                  <a:lnTo>
                    <a:pt x="9670588" y="0"/>
                  </a:lnTo>
                  <a:lnTo>
                    <a:pt x="9670588" y="0"/>
                  </a:lnTo>
                  <a:lnTo>
                    <a:pt x="9676061" y="0"/>
                  </a:lnTo>
                  <a:lnTo>
                    <a:pt x="9676061" y="0"/>
                  </a:lnTo>
                  <a:lnTo>
                    <a:pt x="9692480" y="0"/>
                  </a:lnTo>
                  <a:lnTo>
                    <a:pt x="9692480" y="0"/>
                  </a:lnTo>
                  <a:lnTo>
                    <a:pt x="9697952" y="0"/>
                  </a:lnTo>
                  <a:lnTo>
                    <a:pt x="9697952" y="0"/>
                  </a:lnTo>
                  <a:lnTo>
                    <a:pt x="9703425" y="0"/>
                  </a:lnTo>
                  <a:lnTo>
                    <a:pt x="9703425" y="0"/>
                  </a:lnTo>
                  <a:lnTo>
                    <a:pt x="9708898" y="0"/>
                  </a:lnTo>
                  <a:lnTo>
                    <a:pt x="9708898" y="0"/>
                  </a:lnTo>
                  <a:lnTo>
                    <a:pt x="9714371" y="0"/>
                  </a:lnTo>
                  <a:lnTo>
                    <a:pt x="9714371" y="0"/>
                  </a:lnTo>
                  <a:lnTo>
                    <a:pt x="9725317" y="0"/>
                  </a:lnTo>
                  <a:lnTo>
                    <a:pt x="9725317" y="0"/>
                  </a:lnTo>
                  <a:lnTo>
                    <a:pt x="9730790" y="0"/>
                  </a:lnTo>
                  <a:lnTo>
                    <a:pt x="9730790" y="0"/>
                  </a:lnTo>
                  <a:lnTo>
                    <a:pt x="9736263" y="0"/>
                  </a:lnTo>
                  <a:lnTo>
                    <a:pt x="9736263" y="0"/>
                  </a:lnTo>
                  <a:lnTo>
                    <a:pt x="9741736" y="0"/>
                  </a:lnTo>
                  <a:lnTo>
                    <a:pt x="9741736" y="0"/>
                  </a:lnTo>
                  <a:lnTo>
                    <a:pt x="9747208" y="0"/>
                  </a:lnTo>
                  <a:lnTo>
                    <a:pt x="9747208" y="0"/>
                  </a:lnTo>
                  <a:lnTo>
                    <a:pt x="9752681" y="0"/>
                  </a:lnTo>
                  <a:lnTo>
                    <a:pt x="9752681" y="0"/>
                  </a:lnTo>
                  <a:lnTo>
                    <a:pt x="9758154" y="0"/>
                  </a:lnTo>
                  <a:lnTo>
                    <a:pt x="9758154" y="0"/>
                  </a:lnTo>
                  <a:lnTo>
                    <a:pt x="9774573" y="0"/>
                  </a:lnTo>
                  <a:lnTo>
                    <a:pt x="9774573" y="0"/>
                  </a:lnTo>
                  <a:lnTo>
                    <a:pt x="9780046" y="0"/>
                  </a:lnTo>
                  <a:lnTo>
                    <a:pt x="9780046" y="0"/>
                  </a:lnTo>
                  <a:lnTo>
                    <a:pt x="9785519" y="0"/>
                  </a:lnTo>
                  <a:lnTo>
                    <a:pt x="9785519" y="0"/>
                  </a:lnTo>
                  <a:lnTo>
                    <a:pt x="9790992" y="0"/>
                  </a:lnTo>
                  <a:lnTo>
                    <a:pt x="9790992" y="0"/>
                  </a:lnTo>
                  <a:lnTo>
                    <a:pt x="9796464" y="0"/>
                  </a:lnTo>
                  <a:lnTo>
                    <a:pt x="9796464" y="0"/>
                  </a:lnTo>
                  <a:lnTo>
                    <a:pt x="9801937" y="0"/>
                  </a:lnTo>
                  <a:lnTo>
                    <a:pt x="9801937" y="0"/>
                  </a:lnTo>
                  <a:lnTo>
                    <a:pt x="9812883" y="0"/>
                  </a:lnTo>
                  <a:lnTo>
                    <a:pt x="9812883" y="0"/>
                  </a:lnTo>
                  <a:lnTo>
                    <a:pt x="9818356" y="0"/>
                  </a:lnTo>
                  <a:lnTo>
                    <a:pt x="9818356" y="0"/>
                  </a:lnTo>
                  <a:lnTo>
                    <a:pt x="9823829" y="0"/>
                  </a:lnTo>
                  <a:lnTo>
                    <a:pt x="9823829" y="0"/>
                  </a:lnTo>
                  <a:lnTo>
                    <a:pt x="9829302" y="0"/>
                  </a:lnTo>
                  <a:lnTo>
                    <a:pt x="9829302" y="0"/>
                  </a:lnTo>
                  <a:lnTo>
                    <a:pt x="9834775" y="0"/>
                  </a:lnTo>
                  <a:lnTo>
                    <a:pt x="9834775" y="0"/>
                  </a:lnTo>
                  <a:lnTo>
                    <a:pt x="9840247" y="0"/>
                  </a:lnTo>
                  <a:lnTo>
                    <a:pt x="9840247" y="0"/>
                  </a:lnTo>
                  <a:lnTo>
                    <a:pt x="9845720" y="0"/>
                  </a:lnTo>
                  <a:lnTo>
                    <a:pt x="9845720" y="0"/>
                  </a:lnTo>
                  <a:lnTo>
                    <a:pt x="9851193" y="0"/>
                  </a:lnTo>
                  <a:lnTo>
                    <a:pt x="9851193" y="0"/>
                  </a:lnTo>
                  <a:lnTo>
                    <a:pt x="9856666" y="0"/>
                  </a:lnTo>
                  <a:lnTo>
                    <a:pt x="9856666" y="0"/>
                  </a:lnTo>
                  <a:lnTo>
                    <a:pt x="9867612" y="0"/>
                  </a:lnTo>
                  <a:lnTo>
                    <a:pt x="9867612" y="0"/>
                  </a:lnTo>
                  <a:lnTo>
                    <a:pt x="9873085" y="0"/>
                  </a:lnTo>
                  <a:lnTo>
                    <a:pt x="9873085" y="0"/>
                  </a:lnTo>
                  <a:lnTo>
                    <a:pt x="9889503" y="0"/>
                  </a:lnTo>
                  <a:lnTo>
                    <a:pt x="9889503" y="0"/>
                  </a:lnTo>
                  <a:lnTo>
                    <a:pt x="9894976" y="0"/>
                  </a:lnTo>
                  <a:lnTo>
                    <a:pt x="9894976" y="0"/>
                  </a:lnTo>
                  <a:lnTo>
                    <a:pt x="9900449" y="0"/>
                  </a:lnTo>
                  <a:lnTo>
                    <a:pt x="9900449" y="0"/>
                  </a:lnTo>
                  <a:lnTo>
                    <a:pt x="9911395" y="0"/>
                  </a:lnTo>
                  <a:lnTo>
                    <a:pt x="9911395" y="0"/>
                  </a:lnTo>
                  <a:lnTo>
                    <a:pt x="9916868" y="0"/>
                  </a:lnTo>
                  <a:lnTo>
                    <a:pt x="9916868" y="0"/>
                  </a:lnTo>
                  <a:lnTo>
                    <a:pt x="9922341" y="0"/>
                  </a:lnTo>
                  <a:lnTo>
                    <a:pt x="9922341" y="0"/>
                  </a:lnTo>
                  <a:lnTo>
                    <a:pt x="9933287" y="0"/>
                  </a:lnTo>
                  <a:lnTo>
                    <a:pt x="9933287" y="0"/>
                  </a:lnTo>
                  <a:lnTo>
                    <a:pt x="9938759" y="0"/>
                  </a:lnTo>
                  <a:lnTo>
                    <a:pt x="9938759" y="0"/>
                  </a:lnTo>
                  <a:lnTo>
                    <a:pt x="9944232" y="0"/>
                  </a:lnTo>
                  <a:lnTo>
                    <a:pt x="9944232" y="0"/>
                  </a:lnTo>
                  <a:lnTo>
                    <a:pt x="9949705" y="0"/>
                  </a:lnTo>
                  <a:lnTo>
                    <a:pt x="9949705" y="0"/>
                  </a:lnTo>
                  <a:lnTo>
                    <a:pt x="9960651" y="0"/>
                  </a:lnTo>
                  <a:lnTo>
                    <a:pt x="9960651" y="0"/>
                  </a:lnTo>
                  <a:lnTo>
                    <a:pt x="9971597" y="0"/>
                  </a:lnTo>
                  <a:lnTo>
                    <a:pt x="997159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60453" y="4130018"/>
              <a:ext cx="9971597" cy="1966500"/>
            </a:xfrm>
            <a:custGeom>
              <a:avLst/>
              <a:pathLst>
                <a:path w="9971597" h="1966500">
                  <a:moveTo>
                    <a:pt x="9971597" y="0"/>
                  </a:moveTo>
                  <a:lnTo>
                    <a:pt x="9971597" y="0"/>
                  </a:lnTo>
                  <a:lnTo>
                    <a:pt x="9960651" y="0"/>
                  </a:lnTo>
                  <a:lnTo>
                    <a:pt x="9960651" y="0"/>
                  </a:lnTo>
                  <a:lnTo>
                    <a:pt x="9949705" y="0"/>
                  </a:lnTo>
                  <a:lnTo>
                    <a:pt x="9949705" y="0"/>
                  </a:lnTo>
                  <a:lnTo>
                    <a:pt x="9944232" y="0"/>
                  </a:lnTo>
                  <a:lnTo>
                    <a:pt x="9944232" y="0"/>
                  </a:lnTo>
                  <a:lnTo>
                    <a:pt x="9938759" y="0"/>
                  </a:lnTo>
                  <a:lnTo>
                    <a:pt x="9938759" y="0"/>
                  </a:lnTo>
                  <a:lnTo>
                    <a:pt x="9933287" y="0"/>
                  </a:lnTo>
                  <a:lnTo>
                    <a:pt x="9933287" y="0"/>
                  </a:lnTo>
                  <a:lnTo>
                    <a:pt x="9922341" y="0"/>
                  </a:lnTo>
                  <a:lnTo>
                    <a:pt x="9922341" y="0"/>
                  </a:lnTo>
                  <a:lnTo>
                    <a:pt x="9916868" y="0"/>
                  </a:lnTo>
                  <a:lnTo>
                    <a:pt x="9916868" y="0"/>
                  </a:lnTo>
                  <a:lnTo>
                    <a:pt x="9911395" y="0"/>
                  </a:lnTo>
                  <a:lnTo>
                    <a:pt x="9911395" y="0"/>
                  </a:lnTo>
                  <a:lnTo>
                    <a:pt x="9900449" y="0"/>
                  </a:lnTo>
                  <a:lnTo>
                    <a:pt x="9900449" y="0"/>
                  </a:lnTo>
                  <a:lnTo>
                    <a:pt x="9894976" y="0"/>
                  </a:lnTo>
                  <a:lnTo>
                    <a:pt x="9894976" y="0"/>
                  </a:lnTo>
                  <a:lnTo>
                    <a:pt x="9889503" y="0"/>
                  </a:lnTo>
                  <a:lnTo>
                    <a:pt x="9889503" y="0"/>
                  </a:lnTo>
                  <a:lnTo>
                    <a:pt x="9873085" y="0"/>
                  </a:lnTo>
                  <a:lnTo>
                    <a:pt x="9873085" y="0"/>
                  </a:lnTo>
                  <a:lnTo>
                    <a:pt x="9867612" y="0"/>
                  </a:lnTo>
                  <a:lnTo>
                    <a:pt x="9867612" y="0"/>
                  </a:lnTo>
                  <a:lnTo>
                    <a:pt x="9856666" y="0"/>
                  </a:lnTo>
                  <a:lnTo>
                    <a:pt x="9856666" y="0"/>
                  </a:lnTo>
                  <a:lnTo>
                    <a:pt x="9851193" y="0"/>
                  </a:lnTo>
                  <a:lnTo>
                    <a:pt x="9851193" y="0"/>
                  </a:lnTo>
                  <a:lnTo>
                    <a:pt x="9845720" y="0"/>
                  </a:lnTo>
                  <a:lnTo>
                    <a:pt x="9845720" y="0"/>
                  </a:lnTo>
                  <a:lnTo>
                    <a:pt x="9840247" y="0"/>
                  </a:lnTo>
                  <a:lnTo>
                    <a:pt x="9840247" y="0"/>
                  </a:lnTo>
                  <a:lnTo>
                    <a:pt x="9834775" y="0"/>
                  </a:lnTo>
                  <a:lnTo>
                    <a:pt x="9834775" y="0"/>
                  </a:lnTo>
                  <a:lnTo>
                    <a:pt x="9829302" y="0"/>
                  </a:lnTo>
                  <a:lnTo>
                    <a:pt x="9829302" y="0"/>
                  </a:lnTo>
                  <a:lnTo>
                    <a:pt x="9823829" y="0"/>
                  </a:lnTo>
                  <a:lnTo>
                    <a:pt x="9823829" y="0"/>
                  </a:lnTo>
                  <a:lnTo>
                    <a:pt x="9818356" y="0"/>
                  </a:lnTo>
                  <a:lnTo>
                    <a:pt x="9818356" y="0"/>
                  </a:lnTo>
                  <a:lnTo>
                    <a:pt x="9812883" y="0"/>
                  </a:lnTo>
                  <a:lnTo>
                    <a:pt x="9812883" y="0"/>
                  </a:lnTo>
                  <a:lnTo>
                    <a:pt x="9801937" y="0"/>
                  </a:lnTo>
                  <a:lnTo>
                    <a:pt x="9801937" y="0"/>
                  </a:lnTo>
                  <a:lnTo>
                    <a:pt x="9796464" y="0"/>
                  </a:lnTo>
                  <a:lnTo>
                    <a:pt x="9796464" y="0"/>
                  </a:lnTo>
                  <a:lnTo>
                    <a:pt x="9790992" y="0"/>
                  </a:lnTo>
                  <a:lnTo>
                    <a:pt x="9790992" y="0"/>
                  </a:lnTo>
                  <a:lnTo>
                    <a:pt x="9785519" y="0"/>
                  </a:lnTo>
                  <a:lnTo>
                    <a:pt x="9785519" y="0"/>
                  </a:lnTo>
                  <a:lnTo>
                    <a:pt x="9780046" y="0"/>
                  </a:lnTo>
                  <a:lnTo>
                    <a:pt x="9780046" y="0"/>
                  </a:lnTo>
                  <a:lnTo>
                    <a:pt x="9774573" y="0"/>
                  </a:lnTo>
                  <a:lnTo>
                    <a:pt x="9774573" y="0"/>
                  </a:lnTo>
                  <a:lnTo>
                    <a:pt x="9758154" y="0"/>
                  </a:lnTo>
                  <a:lnTo>
                    <a:pt x="9758154" y="0"/>
                  </a:lnTo>
                  <a:lnTo>
                    <a:pt x="9752681" y="0"/>
                  </a:lnTo>
                  <a:lnTo>
                    <a:pt x="9752681" y="0"/>
                  </a:lnTo>
                  <a:lnTo>
                    <a:pt x="9747208" y="0"/>
                  </a:lnTo>
                  <a:lnTo>
                    <a:pt x="9747208" y="0"/>
                  </a:lnTo>
                  <a:lnTo>
                    <a:pt x="9741736" y="0"/>
                  </a:lnTo>
                  <a:lnTo>
                    <a:pt x="9741736" y="0"/>
                  </a:lnTo>
                  <a:lnTo>
                    <a:pt x="9736263" y="0"/>
                  </a:lnTo>
                  <a:lnTo>
                    <a:pt x="9736263" y="0"/>
                  </a:lnTo>
                  <a:lnTo>
                    <a:pt x="9730790" y="0"/>
                  </a:lnTo>
                  <a:lnTo>
                    <a:pt x="9730790" y="0"/>
                  </a:lnTo>
                  <a:lnTo>
                    <a:pt x="9725317" y="0"/>
                  </a:lnTo>
                  <a:lnTo>
                    <a:pt x="9725317" y="0"/>
                  </a:lnTo>
                  <a:lnTo>
                    <a:pt x="9714371" y="0"/>
                  </a:lnTo>
                  <a:lnTo>
                    <a:pt x="9714371" y="0"/>
                  </a:lnTo>
                  <a:lnTo>
                    <a:pt x="9708898" y="0"/>
                  </a:lnTo>
                  <a:lnTo>
                    <a:pt x="9708898" y="0"/>
                  </a:lnTo>
                  <a:lnTo>
                    <a:pt x="9703425" y="0"/>
                  </a:lnTo>
                  <a:lnTo>
                    <a:pt x="9703425" y="0"/>
                  </a:lnTo>
                  <a:lnTo>
                    <a:pt x="9697952" y="0"/>
                  </a:lnTo>
                  <a:lnTo>
                    <a:pt x="9697952" y="0"/>
                  </a:lnTo>
                  <a:lnTo>
                    <a:pt x="9692480" y="0"/>
                  </a:lnTo>
                  <a:lnTo>
                    <a:pt x="9692480" y="0"/>
                  </a:lnTo>
                  <a:lnTo>
                    <a:pt x="9676061" y="0"/>
                  </a:lnTo>
                  <a:lnTo>
                    <a:pt x="9676061" y="0"/>
                  </a:lnTo>
                  <a:lnTo>
                    <a:pt x="9670588" y="0"/>
                  </a:lnTo>
                  <a:lnTo>
                    <a:pt x="9670588" y="0"/>
                  </a:lnTo>
                  <a:lnTo>
                    <a:pt x="9665115" y="0"/>
                  </a:lnTo>
                  <a:lnTo>
                    <a:pt x="9665115" y="0"/>
                  </a:lnTo>
                  <a:lnTo>
                    <a:pt x="9648697" y="0"/>
                  </a:lnTo>
                  <a:lnTo>
                    <a:pt x="9648697" y="0"/>
                  </a:lnTo>
                  <a:lnTo>
                    <a:pt x="9637751" y="0"/>
                  </a:lnTo>
                  <a:lnTo>
                    <a:pt x="9637751" y="0"/>
                  </a:lnTo>
                  <a:lnTo>
                    <a:pt x="9632278" y="0"/>
                  </a:lnTo>
                  <a:lnTo>
                    <a:pt x="9632278" y="0"/>
                  </a:lnTo>
                  <a:lnTo>
                    <a:pt x="9626805" y="0"/>
                  </a:lnTo>
                  <a:lnTo>
                    <a:pt x="9626805" y="0"/>
                  </a:lnTo>
                  <a:lnTo>
                    <a:pt x="9621332" y="0"/>
                  </a:lnTo>
                  <a:lnTo>
                    <a:pt x="9621332" y="0"/>
                  </a:lnTo>
                  <a:lnTo>
                    <a:pt x="9615859" y="0"/>
                  </a:lnTo>
                  <a:lnTo>
                    <a:pt x="9615859" y="0"/>
                  </a:lnTo>
                  <a:lnTo>
                    <a:pt x="9610386" y="0"/>
                  </a:lnTo>
                  <a:lnTo>
                    <a:pt x="9610386" y="0"/>
                  </a:lnTo>
                  <a:lnTo>
                    <a:pt x="9604913" y="0"/>
                  </a:lnTo>
                  <a:lnTo>
                    <a:pt x="9604913" y="0"/>
                  </a:lnTo>
                  <a:lnTo>
                    <a:pt x="9599441" y="0"/>
                  </a:lnTo>
                  <a:lnTo>
                    <a:pt x="9599441" y="0"/>
                  </a:lnTo>
                  <a:lnTo>
                    <a:pt x="9593968" y="0"/>
                  </a:lnTo>
                  <a:lnTo>
                    <a:pt x="9593968" y="0"/>
                  </a:lnTo>
                  <a:lnTo>
                    <a:pt x="9577549" y="0"/>
                  </a:lnTo>
                  <a:lnTo>
                    <a:pt x="9577549" y="0"/>
                  </a:lnTo>
                  <a:lnTo>
                    <a:pt x="9566603" y="0"/>
                  </a:lnTo>
                  <a:lnTo>
                    <a:pt x="9566603" y="0"/>
                  </a:lnTo>
                  <a:lnTo>
                    <a:pt x="9561130" y="0"/>
                  </a:lnTo>
                  <a:lnTo>
                    <a:pt x="9561130" y="0"/>
                  </a:lnTo>
                  <a:lnTo>
                    <a:pt x="9555657" y="0"/>
                  </a:lnTo>
                  <a:lnTo>
                    <a:pt x="9555657" y="0"/>
                  </a:lnTo>
                  <a:lnTo>
                    <a:pt x="9550185" y="0"/>
                  </a:lnTo>
                  <a:lnTo>
                    <a:pt x="9550185" y="0"/>
                  </a:lnTo>
                  <a:lnTo>
                    <a:pt x="9544712" y="0"/>
                  </a:lnTo>
                  <a:lnTo>
                    <a:pt x="9544712" y="0"/>
                  </a:lnTo>
                  <a:lnTo>
                    <a:pt x="9539239" y="0"/>
                  </a:lnTo>
                  <a:lnTo>
                    <a:pt x="9539239" y="0"/>
                  </a:lnTo>
                  <a:lnTo>
                    <a:pt x="9533766" y="0"/>
                  </a:lnTo>
                  <a:lnTo>
                    <a:pt x="9533766" y="52205"/>
                  </a:lnTo>
                  <a:lnTo>
                    <a:pt x="9528293" y="52205"/>
                  </a:lnTo>
                  <a:lnTo>
                    <a:pt x="9528293" y="52205"/>
                  </a:lnTo>
                  <a:lnTo>
                    <a:pt x="9522820" y="52205"/>
                  </a:lnTo>
                  <a:lnTo>
                    <a:pt x="9522820" y="52205"/>
                  </a:lnTo>
                  <a:lnTo>
                    <a:pt x="9517347" y="52205"/>
                  </a:lnTo>
                  <a:lnTo>
                    <a:pt x="9517347" y="52205"/>
                  </a:lnTo>
                  <a:lnTo>
                    <a:pt x="9511874" y="52205"/>
                  </a:lnTo>
                  <a:lnTo>
                    <a:pt x="9511874" y="52205"/>
                  </a:lnTo>
                  <a:lnTo>
                    <a:pt x="9506401" y="52205"/>
                  </a:lnTo>
                  <a:lnTo>
                    <a:pt x="9506401" y="52205"/>
                  </a:lnTo>
                  <a:lnTo>
                    <a:pt x="9500929" y="52205"/>
                  </a:lnTo>
                  <a:lnTo>
                    <a:pt x="9500929" y="52205"/>
                  </a:lnTo>
                  <a:lnTo>
                    <a:pt x="9495456" y="52205"/>
                  </a:lnTo>
                  <a:lnTo>
                    <a:pt x="9495456" y="52205"/>
                  </a:lnTo>
                  <a:lnTo>
                    <a:pt x="9489983" y="52205"/>
                  </a:lnTo>
                  <a:lnTo>
                    <a:pt x="9489983" y="52205"/>
                  </a:lnTo>
                  <a:lnTo>
                    <a:pt x="9484510" y="52205"/>
                  </a:lnTo>
                  <a:lnTo>
                    <a:pt x="9484510" y="52205"/>
                  </a:lnTo>
                  <a:lnTo>
                    <a:pt x="9479037" y="52205"/>
                  </a:lnTo>
                  <a:lnTo>
                    <a:pt x="9479037" y="52205"/>
                  </a:lnTo>
                  <a:lnTo>
                    <a:pt x="9473564" y="52205"/>
                  </a:lnTo>
                  <a:lnTo>
                    <a:pt x="9473564" y="52205"/>
                  </a:lnTo>
                  <a:lnTo>
                    <a:pt x="9468091" y="52205"/>
                  </a:lnTo>
                  <a:lnTo>
                    <a:pt x="9468091" y="52205"/>
                  </a:lnTo>
                  <a:lnTo>
                    <a:pt x="9462618" y="52205"/>
                  </a:lnTo>
                  <a:lnTo>
                    <a:pt x="9462618" y="52205"/>
                  </a:lnTo>
                  <a:lnTo>
                    <a:pt x="9451673" y="52205"/>
                  </a:lnTo>
                  <a:lnTo>
                    <a:pt x="9451673" y="52205"/>
                  </a:lnTo>
                  <a:lnTo>
                    <a:pt x="9446200" y="52205"/>
                  </a:lnTo>
                  <a:lnTo>
                    <a:pt x="9446200" y="52205"/>
                  </a:lnTo>
                  <a:lnTo>
                    <a:pt x="9424308" y="52205"/>
                  </a:lnTo>
                  <a:lnTo>
                    <a:pt x="9424308" y="52205"/>
                  </a:lnTo>
                  <a:lnTo>
                    <a:pt x="9418835" y="52205"/>
                  </a:lnTo>
                  <a:lnTo>
                    <a:pt x="9418835" y="52205"/>
                  </a:lnTo>
                  <a:lnTo>
                    <a:pt x="9413362" y="52205"/>
                  </a:lnTo>
                  <a:lnTo>
                    <a:pt x="9413362" y="52205"/>
                  </a:lnTo>
                  <a:lnTo>
                    <a:pt x="9407890" y="52205"/>
                  </a:lnTo>
                  <a:lnTo>
                    <a:pt x="9407890" y="52205"/>
                  </a:lnTo>
                  <a:lnTo>
                    <a:pt x="9402417" y="52205"/>
                  </a:lnTo>
                  <a:lnTo>
                    <a:pt x="9402417" y="52205"/>
                  </a:lnTo>
                  <a:lnTo>
                    <a:pt x="9391471" y="52205"/>
                  </a:lnTo>
                  <a:lnTo>
                    <a:pt x="9391471" y="52205"/>
                  </a:lnTo>
                  <a:lnTo>
                    <a:pt x="9385998" y="52205"/>
                  </a:lnTo>
                  <a:lnTo>
                    <a:pt x="9385998" y="52205"/>
                  </a:lnTo>
                  <a:lnTo>
                    <a:pt x="9380525" y="52205"/>
                  </a:lnTo>
                  <a:lnTo>
                    <a:pt x="9380525" y="52205"/>
                  </a:lnTo>
                  <a:lnTo>
                    <a:pt x="9375052" y="52205"/>
                  </a:lnTo>
                  <a:lnTo>
                    <a:pt x="9375052" y="52205"/>
                  </a:lnTo>
                  <a:lnTo>
                    <a:pt x="9369579" y="52205"/>
                  </a:lnTo>
                  <a:lnTo>
                    <a:pt x="9369579" y="52205"/>
                  </a:lnTo>
                  <a:lnTo>
                    <a:pt x="9364106" y="52205"/>
                  </a:lnTo>
                  <a:lnTo>
                    <a:pt x="9364106" y="52205"/>
                  </a:lnTo>
                  <a:lnTo>
                    <a:pt x="9358634" y="52205"/>
                  </a:lnTo>
                  <a:lnTo>
                    <a:pt x="9358634" y="52205"/>
                  </a:lnTo>
                  <a:lnTo>
                    <a:pt x="9347688" y="52205"/>
                  </a:lnTo>
                  <a:lnTo>
                    <a:pt x="9347688" y="52205"/>
                  </a:lnTo>
                  <a:lnTo>
                    <a:pt x="9336742" y="52205"/>
                  </a:lnTo>
                  <a:lnTo>
                    <a:pt x="9336742" y="52205"/>
                  </a:lnTo>
                  <a:lnTo>
                    <a:pt x="9331269" y="52205"/>
                  </a:lnTo>
                  <a:lnTo>
                    <a:pt x="9331269" y="52205"/>
                  </a:lnTo>
                  <a:lnTo>
                    <a:pt x="9325796" y="52205"/>
                  </a:lnTo>
                  <a:lnTo>
                    <a:pt x="9325796" y="52205"/>
                  </a:lnTo>
                  <a:lnTo>
                    <a:pt x="9320323" y="52205"/>
                  </a:lnTo>
                  <a:lnTo>
                    <a:pt x="9320323" y="52205"/>
                  </a:lnTo>
                  <a:lnTo>
                    <a:pt x="9309378" y="52205"/>
                  </a:lnTo>
                  <a:lnTo>
                    <a:pt x="9309378" y="52205"/>
                  </a:lnTo>
                  <a:lnTo>
                    <a:pt x="9303905" y="52205"/>
                  </a:lnTo>
                  <a:lnTo>
                    <a:pt x="9303905" y="52205"/>
                  </a:lnTo>
                  <a:lnTo>
                    <a:pt x="9298432" y="52205"/>
                  </a:lnTo>
                  <a:lnTo>
                    <a:pt x="9298432" y="52205"/>
                  </a:lnTo>
                  <a:lnTo>
                    <a:pt x="9292959" y="52205"/>
                  </a:lnTo>
                  <a:lnTo>
                    <a:pt x="9292959" y="52205"/>
                  </a:lnTo>
                  <a:lnTo>
                    <a:pt x="9287486" y="52205"/>
                  </a:lnTo>
                  <a:lnTo>
                    <a:pt x="9287486" y="52205"/>
                  </a:lnTo>
                  <a:lnTo>
                    <a:pt x="9282013" y="52205"/>
                  </a:lnTo>
                  <a:lnTo>
                    <a:pt x="9282013" y="52205"/>
                  </a:lnTo>
                  <a:lnTo>
                    <a:pt x="9276540" y="52205"/>
                  </a:lnTo>
                  <a:lnTo>
                    <a:pt x="9276540" y="52205"/>
                  </a:lnTo>
                  <a:lnTo>
                    <a:pt x="9271067" y="52205"/>
                  </a:lnTo>
                  <a:lnTo>
                    <a:pt x="9271067" y="52205"/>
                  </a:lnTo>
                  <a:lnTo>
                    <a:pt x="9260122" y="52205"/>
                  </a:lnTo>
                  <a:lnTo>
                    <a:pt x="9260122" y="52205"/>
                  </a:lnTo>
                  <a:lnTo>
                    <a:pt x="9254649" y="52205"/>
                  </a:lnTo>
                  <a:lnTo>
                    <a:pt x="9254649" y="52205"/>
                  </a:lnTo>
                  <a:lnTo>
                    <a:pt x="9249176" y="52205"/>
                  </a:lnTo>
                  <a:lnTo>
                    <a:pt x="9249176" y="52205"/>
                  </a:lnTo>
                  <a:lnTo>
                    <a:pt x="9243703" y="52205"/>
                  </a:lnTo>
                  <a:lnTo>
                    <a:pt x="9243703" y="52205"/>
                  </a:lnTo>
                  <a:lnTo>
                    <a:pt x="9238230" y="52205"/>
                  </a:lnTo>
                  <a:lnTo>
                    <a:pt x="9238230" y="52205"/>
                  </a:lnTo>
                  <a:lnTo>
                    <a:pt x="9232757" y="52205"/>
                  </a:lnTo>
                  <a:lnTo>
                    <a:pt x="9232757" y="52205"/>
                  </a:lnTo>
                  <a:lnTo>
                    <a:pt x="9227284" y="52205"/>
                  </a:lnTo>
                  <a:lnTo>
                    <a:pt x="9227284" y="52205"/>
                  </a:lnTo>
                  <a:lnTo>
                    <a:pt x="9221811" y="52205"/>
                  </a:lnTo>
                  <a:lnTo>
                    <a:pt x="9221811" y="52205"/>
                  </a:lnTo>
                  <a:lnTo>
                    <a:pt x="9216339" y="52205"/>
                  </a:lnTo>
                  <a:lnTo>
                    <a:pt x="9216339" y="52205"/>
                  </a:lnTo>
                  <a:lnTo>
                    <a:pt x="9205393" y="52205"/>
                  </a:lnTo>
                  <a:lnTo>
                    <a:pt x="9205393" y="52205"/>
                  </a:lnTo>
                  <a:lnTo>
                    <a:pt x="9199920" y="52205"/>
                  </a:lnTo>
                  <a:lnTo>
                    <a:pt x="9199920" y="52205"/>
                  </a:lnTo>
                  <a:lnTo>
                    <a:pt x="9188974" y="52205"/>
                  </a:lnTo>
                  <a:lnTo>
                    <a:pt x="9188974" y="52205"/>
                  </a:lnTo>
                  <a:lnTo>
                    <a:pt x="9183501" y="52205"/>
                  </a:lnTo>
                  <a:lnTo>
                    <a:pt x="9183501" y="52205"/>
                  </a:lnTo>
                  <a:lnTo>
                    <a:pt x="9178028" y="52205"/>
                  </a:lnTo>
                  <a:lnTo>
                    <a:pt x="9178028" y="52205"/>
                  </a:lnTo>
                  <a:lnTo>
                    <a:pt x="9172555" y="52205"/>
                  </a:lnTo>
                  <a:lnTo>
                    <a:pt x="9172555" y="52205"/>
                  </a:lnTo>
                  <a:lnTo>
                    <a:pt x="9167083" y="52205"/>
                  </a:lnTo>
                  <a:lnTo>
                    <a:pt x="9167083" y="52205"/>
                  </a:lnTo>
                  <a:lnTo>
                    <a:pt x="9161610" y="52205"/>
                  </a:lnTo>
                  <a:lnTo>
                    <a:pt x="9161610" y="52205"/>
                  </a:lnTo>
                  <a:lnTo>
                    <a:pt x="9156137" y="52205"/>
                  </a:lnTo>
                  <a:lnTo>
                    <a:pt x="9156137" y="52205"/>
                  </a:lnTo>
                  <a:lnTo>
                    <a:pt x="9150664" y="52205"/>
                  </a:lnTo>
                  <a:lnTo>
                    <a:pt x="9150664" y="52205"/>
                  </a:lnTo>
                  <a:lnTo>
                    <a:pt x="9145191" y="52205"/>
                  </a:lnTo>
                  <a:lnTo>
                    <a:pt x="9145191" y="52205"/>
                  </a:lnTo>
                  <a:lnTo>
                    <a:pt x="9139718" y="52205"/>
                  </a:lnTo>
                  <a:lnTo>
                    <a:pt x="9139718" y="52205"/>
                  </a:lnTo>
                  <a:lnTo>
                    <a:pt x="9128772" y="52205"/>
                  </a:lnTo>
                  <a:lnTo>
                    <a:pt x="9128772" y="52205"/>
                  </a:lnTo>
                  <a:lnTo>
                    <a:pt x="9123300" y="52205"/>
                  </a:lnTo>
                  <a:lnTo>
                    <a:pt x="9123300" y="52205"/>
                  </a:lnTo>
                  <a:lnTo>
                    <a:pt x="9117827" y="52205"/>
                  </a:lnTo>
                  <a:lnTo>
                    <a:pt x="9117827" y="52205"/>
                  </a:lnTo>
                  <a:lnTo>
                    <a:pt x="9112354" y="52205"/>
                  </a:lnTo>
                  <a:lnTo>
                    <a:pt x="9112354" y="52205"/>
                  </a:lnTo>
                  <a:lnTo>
                    <a:pt x="9106881" y="52205"/>
                  </a:lnTo>
                  <a:lnTo>
                    <a:pt x="9106881" y="52205"/>
                  </a:lnTo>
                  <a:lnTo>
                    <a:pt x="9101408" y="52205"/>
                  </a:lnTo>
                  <a:lnTo>
                    <a:pt x="9101408" y="52205"/>
                  </a:lnTo>
                  <a:lnTo>
                    <a:pt x="9090462" y="52205"/>
                  </a:lnTo>
                  <a:lnTo>
                    <a:pt x="9090462" y="52205"/>
                  </a:lnTo>
                  <a:lnTo>
                    <a:pt x="9084989" y="52205"/>
                  </a:lnTo>
                  <a:lnTo>
                    <a:pt x="9084989" y="52205"/>
                  </a:lnTo>
                  <a:lnTo>
                    <a:pt x="9079516" y="52205"/>
                  </a:lnTo>
                  <a:lnTo>
                    <a:pt x="9079516" y="52205"/>
                  </a:lnTo>
                  <a:lnTo>
                    <a:pt x="9074044" y="52205"/>
                  </a:lnTo>
                  <a:lnTo>
                    <a:pt x="9074044" y="52205"/>
                  </a:lnTo>
                  <a:lnTo>
                    <a:pt x="9068571" y="52205"/>
                  </a:lnTo>
                  <a:lnTo>
                    <a:pt x="9068571" y="52205"/>
                  </a:lnTo>
                  <a:lnTo>
                    <a:pt x="9063098" y="52205"/>
                  </a:lnTo>
                  <a:lnTo>
                    <a:pt x="9063098" y="52205"/>
                  </a:lnTo>
                  <a:lnTo>
                    <a:pt x="9057625" y="52205"/>
                  </a:lnTo>
                  <a:lnTo>
                    <a:pt x="9057625" y="52205"/>
                  </a:lnTo>
                  <a:lnTo>
                    <a:pt x="9046679" y="52205"/>
                  </a:lnTo>
                  <a:lnTo>
                    <a:pt x="9046679" y="52205"/>
                  </a:lnTo>
                  <a:lnTo>
                    <a:pt x="9041206" y="52205"/>
                  </a:lnTo>
                  <a:lnTo>
                    <a:pt x="9041206" y="52205"/>
                  </a:lnTo>
                  <a:lnTo>
                    <a:pt x="9035733" y="52205"/>
                  </a:lnTo>
                  <a:lnTo>
                    <a:pt x="9035733" y="52205"/>
                  </a:lnTo>
                  <a:lnTo>
                    <a:pt x="9030260" y="52205"/>
                  </a:lnTo>
                  <a:lnTo>
                    <a:pt x="9030260" y="52205"/>
                  </a:lnTo>
                  <a:lnTo>
                    <a:pt x="9024788" y="52205"/>
                  </a:lnTo>
                  <a:lnTo>
                    <a:pt x="9024788" y="52205"/>
                  </a:lnTo>
                  <a:lnTo>
                    <a:pt x="9019315" y="52205"/>
                  </a:lnTo>
                  <a:lnTo>
                    <a:pt x="9019315" y="52205"/>
                  </a:lnTo>
                  <a:lnTo>
                    <a:pt x="9013842" y="52205"/>
                  </a:lnTo>
                  <a:lnTo>
                    <a:pt x="9013842" y="52205"/>
                  </a:lnTo>
                  <a:lnTo>
                    <a:pt x="9008369" y="52205"/>
                  </a:lnTo>
                  <a:lnTo>
                    <a:pt x="9008369" y="52205"/>
                  </a:lnTo>
                  <a:lnTo>
                    <a:pt x="8997423" y="52205"/>
                  </a:lnTo>
                  <a:lnTo>
                    <a:pt x="8997423" y="52205"/>
                  </a:lnTo>
                  <a:lnTo>
                    <a:pt x="8991950" y="52205"/>
                  </a:lnTo>
                  <a:lnTo>
                    <a:pt x="8991950" y="52205"/>
                  </a:lnTo>
                  <a:lnTo>
                    <a:pt x="8986477" y="52205"/>
                  </a:lnTo>
                  <a:lnTo>
                    <a:pt x="8986477" y="52205"/>
                  </a:lnTo>
                  <a:lnTo>
                    <a:pt x="8981004" y="52205"/>
                  </a:lnTo>
                  <a:lnTo>
                    <a:pt x="8981004" y="52205"/>
                  </a:lnTo>
                  <a:lnTo>
                    <a:pt x="8970059" y="52205"/>
                  </a:lnTo>
                  <a:lnTo>
                    <a:pt x="8970059" y="52205"/>
                  </a:lnTo>
                  <a:lnTo>
                    <a:pt x="8964586" y="52205"/>
                  </a:lnTo>
                  <a:lnTo>
                    <a:pt x="8964586" y="52205"/>
                  </a:lnTo>
                  <a:lnTo>
                    <a:pt x="8953640" y="52205"/>
                  </a:lnTo>
                  <a:lnTo>
                    <a:pt x="8953640" y="52205"/>
                  </a:lnTo>
                  <a:lnTo>
                    <a:pt x="8948167" y="52205"/>
                  </a:lnTo>
                  <a:lnTo>
                    <a:pt x="8948167" y="100174"/>
                  </a:lnTo>
                  <a:lnTo>
                    <a:pt x="8942694" y="100174"/>
                  </a:lnTo>
                  <a:lnTo>
                    <a:pt x="8942694" y="100174"/>
                  </a:lnTo>
                  <a:lnTo>
                    <a:pt x="8931749" y="100174"/>
                  </a:lnTo>
                  <a:lnTo>
                    <a:pt x="8931749" y="100174"/>
                  </a:lnTo>
                  <a:lnTo>
                    <a:pt x="8926276" y="100174"/>
                  </a:lnTo>
                  <a:lnTo>
                    <a:pt x="8926276" y="100174"/>
                  </a:lnTo>
                  <a:lnTo>
                    <a:pt x="8920803" y="100174"/>
                  </a:lnTo>
                  <a:lnTo>
                    <a:pt x="8920803" y="100174"/>
                  </a:lnTo>
                  <a:lnTo>
                    <a:pt x="8915330" y="100174"/>
                  </a:lnTo>
                  <a:lnTo>
                    <a:pt x="8915330" y="100174"/>
                  </a:lnTo>
                  <a:lnTo>
                    <a:pt x="8909857" y="100174"/>
                  </a:lnTo>
                  <a:lnTo>
                    <a:pt x="8909857" y="100174"/>
                  </a:lnTo>
                  <a:lnTo>
                    <a:pt x="8898911" y="100174"/>
                  </a:lnTo>
                  <a:lnTo>
                    <a:pt x="8898911" y="100174"/>
                  </a:lnTo>
                  <a:lnTo>
                    <a:pt x="8893438" y="100174"/>
                  </a:lnTo>
                  <a:lnTo>
                    <a:pt x="8893438" y="100174"/>
                  </a:lnTo>
                  <a:lnTo>
                    <a:pt x="8887965" y="100174"/>
                  </a:lnTo>
                  <a:lnTo>
                    <a:pt x="8887965" y="100174"/>
                  </a:lnTo>
                  <a:lnTo>
                    <a:pt x="8877020" y="100174"/>
                  </a:lnTo>
                  <a:lnTo>
                    <a:pt x="8877020" y="100174"/>
                  </a:lnTo>
                  <a:lnTo>
                    <a:pt x="8871547" y="100174"/>
                  </a:lnTo>
                  <a:lnTo>
                    <a:pt x="8871547" y="146265"/>
                  </a:lnTo>
                  <a:lnTo>
                    <a:pt x="8866074" y="146265"/>
                  </a:lnTo>
                  <a:lnTo>
                    <a:pt x="8866074" y="146265"/>
                  </a:lnTo>
                  <a:lnTo>
                    <a:pt x="8860601" y="146265"/>
                  </a:lnTo>
                  <a:lnTo>
                    <a:pt x="8860601" y="146265"/>
                  </a:lnTo>
                  <a:lnTo>
                    <a:pt x="8855128" y="146265"/>
                  </a:lnTo>
                  <a:lnTo>
                    <a:pt x="8855128" y="146265"/>
                  </a:lnTo>
                  <a:lnTo>
                    <a:pt x="8849655" y="146265"/>
                  </a:lnTo>
                  <a:lnTo>
                    <a:pt x="8849655" y="146265"/>
                  </a:lnTo>
                  <a:lnTo>
                    <a:pt x="8838709" y="146265"/>
                  </a:lnTo>
                  <a:lnTo>
                    <a:pt x="8838709" y="146265"/>
                  </a:lnTo>
                  <a:lnTo>
                    <a:pt x="8833237" y="146265"/>
                  </a:lnTo>
                  <a:lnTo>
                    <a:pt x="8833237" y="146265"/>
                  </a:lnTo>
                  <a:lnTo>
                    <a:pt x="8822291" y="146265"/>
                  </a:lnTo>
                  <a:lnTo>
                    <a:pt x="8822291" y="146265"/>
                  </a:lnTo>
                  <a:lnTo>
                    <a:pt x="8816818" y="146265"/>
                  </a:lnTo>
                  <a:lnTo>
                    <a:pt x="8816818" y="146265"/>
                  </a:lnTo>
                  <a:lnTo>
                    <a:pt x="8811345" y="146265"/>
                  </a:lnTo>
                  <a:lnTo>
                    <a:pt x="8811345" y="146265"/>
                  </a:lnTo>
                  <a:lnTo>
                    <a:pt x="8805872" y="146265"/>
                  </a:lnTo>
                  <a:lnTo>
                    <a:pt x="8805872" y="146265"/>
                  </a:lnTo>
                  <a:lnTo>
                    <a:pt x="8800399" y="146265"/>
                  </a:lnTo>
                  <a:lnTo>
                    <a:pt x="8800399" y="146265"/>
                  </a:lnTo>
                  <a:lnTo>
                    <a:pt x="8794926" y="146265"/>
                  </a:lnTo>
                  <a:lnTo>
                    <a:pt x="8794926" y="146265"/>
                  </a:lnTo>
                  <a:lnTo>
                    <a:pt x="8789453" y="146265"/>
                  </a:lnTo>
                  <a:lnTo>
                    <a:pt x="8789453" y="146265"/>
                  </a:lnTo>
                  <a:lnTo>
                    <a:pt x="8783981" y="146265"/>
                  </a:lnTo>
                  <a:lnTo>
                    <a:pt x="8783981" y="146265"/>
                  </a:lnTo>
                  <a:lnTo>
                    <a:pt x="8778508" y="146265"/>
                  </a:lnTo>
                  <a:lnTo>
                    <a:pt x="8778508" y="146265"/>
                  </a:lnTo>
                  <a:lnTo>
                    <a:pt x="8773035" y="146265"/>
                  </a:lnTo>
                  <a:lnTo>
                    <a:pt x="8773035" y="146265"/>
                  </a:lnTo>
                  <a:lnTo>
                    <a:pt x="8767562" y="146265"/>
                  </a:lnTo>
                  <a:lnTo>
                    <a:pt x="8767562" y="146265"/>
                  </a:lnTo>
                  <a:lnTo>
                    <a:pt x="8762089" y="146265"/>
                  </a:lnTo>
                  <a:lnTo>
                    <a:pt x="8762089" y="146265"/>
                  </a:lnTo>
                  <a:lnTo>
                    <a:pt x="8756616" y="146265"/>
                  </a:lnTo>
                  <a:lnTo>
                    <a:pt x="8756616" y="146265"/>
                  </a:lnTo>
                  <a:lnTo>
                    <a:pt x="8751143" y="146265"/>
                  </a:lnTo>
                  <a:lnTo>
                    <a:pt x="8751143" y="146265"/>
                  </a:lnTo>
                  <a:lnTo>
                    <a:pt x="8740198" y="146265"/>
                  </a:lnTo>
                  <a:lnTo>
                    <a:pt x="8740198" y="146265"/>
                  </a:lnTo>
                  <a:lnTo>
                    <a:pt x="8734725" y="146265"/>
                  </a:lnTo>
                  <a:lnTo>
                    <a:pt x="8734725" y="146265"/>
                  </a:lnTo>
                  <a:lnTo>
                    <a:pt x="8729252" y="146265"/>
                  </a:lnTo>
                  <a:lnTo>
                    <a:pt x="8729252" y="146265"/>
                  </a:lnTo>
                  <a:lnTo>
                    <a:pt x="8723779" y="146265"/>
                  </a:lnTo>
                  <a:lnTo>
                    <a:pt x="8723779" y="146265"/>
                  </a:lnTo>
                  <a:lnTo>
                    <a:pt x="8718306" y="146265"/>
                  </a:lnTo>
                  <a:lnTo>
                    <a:pt x="8718306" y="146265"/>
                  </a:lnTo>
                  <a:lnTo>
                    <a:pt x="8712833" y="146265"/>
                  </a:lnTo>
                  <a:lnTo>
                    <a:pt x="8712833" y="146265"/>
                  </a:lnTo>
                  <a:lnTo>
                    <a:pt x="8707360" y="146265"/>
                  </a:lnTo>
                  <a:lnTo>
                    <a:pt x="8707360" y="146265"/>
                  </a:lnTo>
                  <a:lnTo>
                    <a:pt x="8696414" y="146265"/>
                  </a:lnTo>
                  <a:lnTo>
                    <a:pt x="8696414" y="146265"/>
                  </a:lnTo>
                  <a:lnTo>
                    <a:pt x="8690942" y="146265"/>
                  </a:lnTo>
                  <a:lnTo>
                    <a:pt x="8690942" y="146265"/>
                  </a:lnTo>
                  <a:lnTo>
                    <a:pt x="8679996" y="146265"/>
                  </a:lnTo>
                  <a:lnTo>
                    <a:pt x="8679996" y="146265"/>
                  </a:lnTo>
                  <a:lnTo>
                    <a:pt x="8674523" y="146265"/>
                  </a:lnTo>
                  <a:lnTo>
                    <a:pt x="8674523" y="146265"/>
                  </a:lnTo>
                  <a:lnTo>
                    <a:pt x="8669050" y="146265"/>
                  </a:lnTo>
                  <a:lnTo>
                    <a:pt x="8669050" y="146265"/>
                  </a:lnTo>
                  <a:lnTo>
                    <a:pt x="8663577" y="146265"/>
                  </a:lnTo>
                  <a:lnTo>
                    <a:pt x="8663577" y="146265"/>
                  </a:lnTo>
                  <a:lnTo>
                    <a:pt x="8658104" y="146265"/>
                  </a:lnTo>
                  <a:lnTo>
                    <a:pt x="8658104" y="146265"/>
                  </a:lnTo>
                  <a:lnTo>
                    <a:pt x="8652631" y="146265"/>
                  </a:lnTo>
                  <a:lnTo>
                    <a:pt x="8652631" y="146265"/>
                  </a:lnTo>
                  <a:lnTo>
                    <a:pt x="8641686" y="146265"/>
                  </a:lnTo>
                  <a:lnTo>
                    <a:pt x="8641686" y="146265"/>
                  </a:lnTo>
                  <a:lnTo>
                    <a:pt x="8636213" y="146265"/>
                  </a:lnTo>
                  <a:lnTo>
                    <a:pt x="8636213" y="146265"/>
                  </a:lnTo>
                  <a:lnTo>
                    <a:pt x="8630740" y="146265"/>
                  </a:lnTo>
                  <a:lnTo>
                    <a:pt x="8630740" y="146265"/>
                  </a:lnTo>
                  <a:lnTo>
                    <a:pt x="8625267" y="146265"/>
                  </a:lnTo>
                  <a:lnTo>
                    <a:pt x="8625267" y="146265"/>
                  </a:lnTo>
                  <a:lnTo>
                    <a:pt x="8614321" y="146265"/>
                  </a:lnTo>
                  <a:lnTo>
                    <a:pt x="8614321" y="146265"/>
                  </a:lnTo>
                  <a:lnTo>
                    <a:pt x="8608848" y="146265"/>
                  </a:lnTo>
                  <a:lnTo>
                    <a:pt x="8608848" y="146265"/>
                  </a:lnTo>
                  <a:lnTo>
                    <a:pt x="8603375" y="146265"/>
                  </a:lnTo>
                  <a:lnTo>
                    <a:pt x="8603375" y="146265"/>
                  </a:lnTo>
                  <a:lnTo>
                    <a:pt x="8597903" y="146265"/>
                  </a:lnTo>
                  <a:lnTo>
                    <a:pt x="8597903" y="146265"/>
                  </a:lnTo>
                  <a:lnTo>
                    <a:pt x="8586957" y="146265"/>
                  </a:lnTo>
                  <a:lnTo>
                    <a:pt x="8586957" y="146265"/>
                  </a:lnTo>
                  <a:lnTo>
                    <a:pt x="8581484" y="146265"/>
                  </a:lnTo>
                  <a:lnTo>
                    <a:pt x="8581484" y="146265"/>
                  </a:lnTo>
                  <a:lnTo>
                    <a:pt x="8576011" y="146265"/>
                  </a:lnTo>
                  <a:lnTo>
                    <a:pt x="8576011" y="146265"/>
                  </a:lnTo>
                  <a:lnTo>
                    <a:pt x="8570538" y="146265"/>
                  </a:lnTo>
                  <a:lnTo>
                    <a:pt x="8570538" y="146265"/>
                  </a:lnTo>
                  <a:lnTo>
                    <a:pt x="8565065" y="146265"/>
                  </a:lnTo>
                  <a:lnTo>
                    <a:pt x="8565065" y="146265"/>
                  </a:lnTo>
                  <a:lnTo>
                    <a:pt x="8559592" y="146265"/>
                  </a:lnTo>
                  <a:lnTo>
                    <a:pt x="8559592" y="146265"/>
                  </a:lnTo>
                  <a:lnTo>
                    <a:pt x="8554119" y="146265"/>
                  </a:lnTo>
                  <a:lnTo>
                    <a:pt x="8554119" y="146265"/>
                  </a:lnTo>
                  <a:lnTo>
                    <a:pt x="8548647" y="146265"/>
                  </a:lnTo>
                  <a:lnTo>
                    <a:pt x="8548647" y="146265"/>
                  </a:lnTo>
                  <a:lnTo>
                    <a:pt x="8543174" y="146265"/>
                  </a:lnTo>
                  <a:lnTo>
                    <a:pt x="8543174" y="146265"/>
                  </a:lnTo>
                  <a:lnTo>
                    <a:pt x="8537701" y="146265"/>
                  </a:lnTo>
                  <a:lnTo>
                    <a:pt x="8537701" y="146265"/>
                  </a:lnTo>
                  <a:lnTo>
                    <a:pt x="8532228" y="146265"/>
                  </a:lnTo>
                  <a:lnTo>
                    <a:pt x="8532228" y="146265"/>
                  </a:lnTo>
                  <a:lnTo>
                    <a:pt x="8526755" y="146265"/>
                  </a:lnTo>
                  <a:lnTo>
                    <a:pt x="8526755" y="146265"/>
                  </a:lnTo>
                  <a:lnTo>
                    <a:pt x="8521282" y="146265"/>
                  </a:lnTo>
                  <a:lnTo>
                    <a:pt x="8521282" y="146265"/>
                  </a:lnTo>
                  <a:lnTo>
                    <a:pt x="8515809" y="146265"/>
                  </a:lnTo>
                  <a:lnTo>
                    <a:pt x="8515809" y="146265"/>
                  </a:lnTo>
                  <a:lnTo>
                    <a:pt x="8510336" y="146265"/>
                  </a:lnTo>
                  <a:lnTo>
                    <a:pt x="8510336" y="146265"/>
                  </a:lnTo>
                  <a:lnTo>
                    <a:pt x="8499391" y="146265"/>
                  </a:lnTo>
                  <a:lnTo>
                    <a:pt x="8499391" y="146265"/>
                  </a:lnTo>
                  <a:lnTo>
                    <a:pt x="8493918" y="146265"/>
                  </a:lnTo>
                  <a:lnTo>
                    <a:pt x="8493918" y="146265"/>
                  </a:lnTo>
                  <a:lnTo>
                    <a:pt x="8488445" y="146265"/>
                  </a:lnTo>
                  <a:lnTo>
                    <a:pt x="8488445" y="146265"/>
                  </a:lnTo>
                  <a:lnTo>
                    <a:pt x="8482972" y="146265"/>
                  </a:lnTo>
                  <a:lnTo>
                    <a:pt x="8482972" y="146265"/>
                  </a:lnTo>
                  <a:lnTo>
                    <a:pt x="8477499" y="146265"/>
                  </a:lnTo>
                  <a:lnTo>
                    <a:pt x="8477499" y="146265"/>
                  </a:lnTo>
                  <a:lnTo>
                    <a:pt x="8472026" y="146265"/>
                  </a:lnTo>
                  <a:lnTo>
                    <a:pt x="8472026" y="146265"/>
                  </a:lnTo>
                  <a:lnTo>
                    <a:pt x="8466553" y="146265"/>
                  </a:lnTo>
                  <a:lnTo>
                    <a:pt x="8466553" y="146265"/>
                  </a:lnTo>
                  <a:lnTo>
                    <a:pt x="8455607" y="146265"/>
                  </a:lnTo>
                  <a:lnTo>
                    <a:pt x="8455607" y="146265"/>
                  </a:lnTo>
                  <a:lnTo>
                    <a:pt x="8450135" y="146265"/>
                  </a:lnTo>
                  <a:lnTo>
                    <a:pt x="8450135" y="146265"/>
                  </a:lnTo>
                  <a:lnTo>
                    <a:pt x="8444662" y="146265"/>
                  </a:lnTo>
                  <a:lnTo>
                    <a:pt x="8444662" y="146265"/>
                  </a:lnTo>
                  <a:lnTo>
                    <a:pt x="8439189" y="146265"/>
                  </a:lnTo>
                  <a:lnTo>
                    <a:pt x="8439189" y="146265"/>
                  </a:lnTo>
                  <a:lnTo>
                    <a:pt x="8433716" y="146265"/>
                  </a:lnTo>
                  <a:lnTo>
                    <a:pt x="8433716" y="146265"/>
                  </a:lnTo>
                  <a:lnTo>
                    <a:pt x="8428243" y="146265"/>
                  </a:lnTo>
                  <a:lnTo>
                    <a:pt x="8428243" y="146265"/>
                  </a:lnTo>
                  <a:lnTo>
                    <a:pt x="8422770" y="146265"/>
                  </a:lnTo>
                  <a:lnTo>
                    <a:pt x="8422770" y="146265"/>
                  </a:lnTo>
                  <a:lnTo>
                    <a:pt x="8417297" y="146265"/>
                  </a:lnTo>
                  <a:lnTo>
                    <a:pt x="8417297" y="146265"/>
                  </a:lnTo>
                  <a:lnTo>
                    <a:pt x="8411824" y="146265"/>
                  </a:lnTo>
                  <a:lnTo>
                    <a:pt x="8411824" y="146265"/>
                  </a:lnTo>
                  <a:lnTo>
                    <a:pt x="8406352" y="146265"/>
                  </a:lnTo>
                  <a:lnTo>
                    <a:pt x="8406352" y="146265"/>
                  </a:lnTo>
                  <a:lnTo>
                    <a:pt x="8400879" y="146265"/>
                  </a:lnTo>
                  <a:lnTo>
                    <a:pt x="8400879" y="146265"/>
                  </a:lnTo>
                  <a:lnTo>
                    <a:pt x="8395406" y="146265"/>
                  </a:lnTo>
                  <a:lnTo>
                    <a:pt x="8395406" y="146265"/>
                  </a:lnTo>
                  <a:lnTo>
                    <a:pt x="8389933" y="146265"/>
                  </a:lnTo>
                  <a:lnTo>
                    <a:pt x="8389933" y="146265"/>
                  </a:lnTo>
                  <a:lnTo>
                    <a:pt x="8384460" y="146265"/>
                  </a:lnTo>
                  <a:lnTo>
                    <a:pt x="8384460" y="146265"/>
                  </a:lnTo>
                  <a:lnTo>
                    <a:pt x="8373514" y="146265"/>
                  </a:lnTo>
                  <a:lnTo>
                    <a:pt x="8373514" y="146265"/>
                  </a:lnTo>
                  <a:lnTo>
                    <a:pt x="8368041" y="146265"/>
                  </a:lnTo>
                  <a:lnTo>
                    <a:pt x="8368041" y="146265"/>
                  </a:lnTo>
                  <a:lnTo>
                    <a:pt x="8362568" y="146265"/>
                  </a:lnTo>
                  <a:lnTo>
                    <a:pt x="8362568" y="146265"/>
                  </a:lnTo>
                  <a:lnTo>
                    <a:pt x="8357096" y="146265"/>
                  </a:lnTo>
                  <a:lnTo>
                    <a:pt x="8357096" y="146265"/>
                  </a:lnTo>
                  <a:lnTo>
                    <a:pt x="8351623" y="146265"/>
                  </a:lnTo>
                  <a:lnTo>
                    <a:pt x="8351623" y="146265"/>
                  </a:lnTo>
                  <a:lnTo>
                    <a:pt x="8346150" y="146265"/>
                  </a:lnTo>
                  <a:lnTo>
                    <a:pt x="8346150" y="146265"/>
                  </a:lnTo>
                  <a:lnTo>
                    <a:pt x="8340677" y="146265"/>
                  </a:lnTo>
                  <a:lnTo>
                    <a:pt x="8340677" y="146265"/>
                  </a:lnTo>
                  <a:lnTo>
                    <a:pt x="8335204" y="146265"/>
                  </a:lnTo>
                  <a:lnTo>
                    <a:pt x="8335204" y="146265"/>
                  </a:lnTo>
                  <a:lnTo>
                    <a:pt x="8329731" y="146265"/>
                  </a:lnTo>
                  <a:lnTo>
                    <a:pt x="8329731" y="146265"/>
                  </a:lnTo>
                  <a:lnTo>
                    <a:pt x="8324258" y="146265"/>
                  </a:lnTo>
                  <a:lnTo>
                    <a:pt x="8324258" y="146265"/>
                  </a:lnTo>
                  <a:lnTo>
                    <a:pt x="8318785" y="146265"/>
                  </a:lnTo>
                  <a:lnTo>
                    <a:pt x="8318785" y="146265"/>
                  </a:lnTo>
                  <a:lnTo>
                    <a:pt x="8313312" y="146265"/>
                  </a:lnTo>
                  <a:lnTo>
                    <a:pt x="8313312" y="146265"/>
                  </a:lnTo>
                  <a:lnTo>
                    <a:pt x="8307840" y="146265"/>
                  </a:lnTo>
                  <a:lnTo>
                    <a:pt x="8307840" y="146265"/>
                  </a:lnTo>
                  <a:lnTo>
                    <a:pt x="8302367" y="146265"/>
                  </a:lnTo>
                  <a:lnTo>
                    <a:pt x="8302367" y="146265"/>
                  </a:lnTo>
                  <a:lnTo>
                    <a:pt x="8296894" y="146265"/>
                  </a:lnTo>
                  <a:lnTo>
                    <a:pt x="8296894" y="146265"/>
                  </a:lnTo>
                  <a:lnTo>
                    <a:pt x="8291421" y="146265"/>
                  </a:lnTo>
                  <a:lnTo>
                    <a:pt x="8291421" y="146265"/>
                  </a:lnTo>
                  <a:lnTo>
                    <a:pt x="8280475" y="146265"/>
                  </a:lnTo>
                  <a:lnTo>
                    <a:pt x="8280475" y="146265"/>
                  </a:lnTo>
                  <a:lnTo>
                    <a:pt x="8275002" y="146265"/>
                  </a:lnTo>
                  <a:lnTo>
                    <a:pt x="8275002" y="146265"/>
                  </a:lnTo>
                  <a:lnTo>
                    <a:pt x="8269529" y="146265"/>
                  </a:lnTo>
                  <a:lnTo>
                    <a:pt x="8269529" y="146265"/>
                  </a:lnTo>
                  <a:lnTo>
                    <a:pt x="8264056" y="146265"/>
                  </a:lnTo>
                  <a:lnTo>
                    <a:pt x="8264056" y="146265"/>
                  </a:lnTo>
                  <a:lnTo>
                    <a:pt x="8258584" y="146265"/>
                  </a:lnTo>
                  <a:lnTo>
                    <a:pt x="8258584" y="146265"/>
                  </a:lnTo>
                  <a:lnTo>
                    <a:pt x="8253111" y="146265"/>
                  </a:lnTo>
                  <a:lnTo>
                    <a:pt x="8253111" y="146265"/>
                  </a:lnTo>
                  <a:lnTo>
                    <a:pt x="8247638" y="146265"/>
                  </a:lnTo>
                  <a:lnTo>
                    <a:pt x="8247638" y="146265"/>
                  </a:lnTo>
                  <a:lnTo>
                    <a:pt x="8242165" y="146265"/>
                  </a:lnTo>
                  <a:lnTo>
                    <a:pt x="8242165" y="146265"/>
                  </a:lnTo>
                  <a:lnTo>
                    <a:pt x="8236692" y="146265"/>
                  </a:lnTo>
                  <a:lnTo>
                    <a:pt x="8236692" y="146265"/>
                  </a:lnTo>
                  <a:lnTo>
                    <a:pt x="8231219" y="146265"/>
                  </a:lnTo>
                  <a:lnTo>
                    <a:pt x="8231219" y="146265"/>
                  </a:lnTo>
                  <a:lnTo>
                    <a:pt x="8225746" y="146265"/>
                  </a:lnTo>
                  <a:lnTo>
                    <a:pt x="8225746" y="146265"/>
                  </a:lnTo>
                  <a:lnTo>
                    <a:pt x="8220273" y="146265"/>
                  </a:lnTo>
                  <a:lnTo>
                    <a:pt x="8220273" y="146265"/>
                  </a:lnTo>
                  <a:lnTo>
                    <a:pt x="8214801" y="146265"/>
                  </a:lnTo>
                  <a:lnTo>
                    <a:pt x="8214801" y="146265"/>
                  </a:lnTo>
                  <a:lnTo>
                    <a:pt x="8209328" y="146265"/>
                  </a:lnTo>
                  <a:lnTo>
                    <a:pt x="8209328" y="146265"/>
                  </a:lnTo>
                  <a:lnTo>
                    <a:pt x="8203855" y="146265"/>
                  </a:lnTo>
                  <a:lnTo>
                    <a:pt x="8203855" y="146265"/>
                  </a:lnTo>
                  <a:lnTo>
                    <a:pt x="8198382" y="146265"/>
                  </a:lnTo>
                  <a:lnTo>
                    <a:pt x="8198382" y="146265"/>
                  </a:lnTo>
                  <a:lnTo>
                    <a:pt x="8192909" y="146265"/>
                  </a:lnTo>
                  <a:lnTo>
                    <a:pt x="8192909" y="146265"/>
                  </a:lnTo>
                  <a:lnTo>
                    <a:pt x="8187436" y="146265"/>
                  </a:lnTo>
                  <a:lnTo>
                    <a:pt x="8187436" y="146265"/>
                  </a:lnTo>
                  <a:lnTo>
                    <a:pt x="8181963" y="146265"/>
                  </a:lnTo>
                  <a:lnTo>
                    <a:pt x="8181963" y="146265"/>
                  </a:lnTo>
                  <a:lnTo>
                    <a:pt x="8176490" y="146265"/>
                  </a:lnTo>
                  <a:lnTo>
                    <a:pt x="8176490" y="146265"/>
                  </a:lnTo>
                  <a:lnTo>
                    <a:pt x="8171017" y="146265"/>
                  </a:lnTo>
                  <a:lnTo>
                    <a:pt x="8171017" y="146265"/>
                  </a:lnTo>
                  <a:lnTo>
                    <a:pt x="8165545" y="146265"/>
                  </a:lnTo>
                  <a:lnTo>
                    <a:pt x="8165545" y="146265"/>
                  </a:lnTo>
                  <a:lnTo>
                    <a:pt x="8160072" y="146265"/>
                  </a:lnTo>
                  <a:lnTo>
                    <a:pt x="8160072" y="146265"/>
                  </a:lnTo>
                  <a:lnTo>
                    <a:pt x="8154599" y="146265"/>
                  </a:lnTo>
                  <a:lnTo>
                    <a:pt x="8154599" y="146265"/>
                  </a:lnTo>
                  <a:lnTo>
                    <a:pt x="8143653" y="146265"/>
                  </a:lnTo>
                  <a:lnTo>
                    <a:pt x="8143653" y="146265"/>
                  </a:lnTo>
                  <a:lnTo>
                    <a:pt x="8138180" y="146265"/>
                  </a:lnTo>
                  <a:lnTo>
                    <a:pt x="8138180" y="146265"/>
                  </a:lnTo>
                  <a:lnTo>
                    <a:pt x="8121761" y="146265"/>
                  </a:lnTo>
                  <a:lnTo>
                    <a:pt x="8121761" y="146265"/>
                  </a:lnTo>
                  <a:lnTo>
                    <a:pt x="8116289" y="146265"/>
                  </a:lnTo>
                  <a:lnTo>
                    <a:pt x="8116289" y="146265"/>
                  </a:lnTo>
                  <a:lnTo>
                    <a:pt x="8110816" y="146265"/>
                  </a:lnTo>
                  <a:lnTo>
                    <a:pt x="8110816" y="146265"/>
                  </a:lnTo>
                  <a:lnTo>
                    <a:pt x="8105343" y="146265"/>
                  </a:lnTo>
                  <a:lnTo>
                    <a:pt x="8105343" y="146265"/>
                  </a:lnTo>
                  <a:lnTo>
                    <a:pt x="8099870" y="146265"/>
                  </a:lnTo>
                  <a:lnTo>
                    <a:pt x="8099870" y="146265"/>
                  </a:lnTo>
                  <a:lnTo>
                    <a:pt x="8094397" y="146265"/>
                  </a:lnTo>
                  <a:lnTo>
                    <a:pt x="8094397" y="146265"/>
                  </a:lnTo>
                  <a:lnTo>
                    <a:pt x="8088924" y="146265"/>
                  </a:lnTo>
                  <a:lnTo>
                    <a:pt x="8088924" y="146265"/>
                  </a:lnTo>
                  <a:lnTo>
                    <a:pt x="8083451" y="146265"/>
                  </a:lnTo>
                  <a:lnTo>
                    <a:pt x="8083451" y="146265"/>
                  </a:lnTo>
                  <a:lnTo>
                    <a:pt x="8077978" y="146265"/>
                  </a:lnTo>
                  <a:lnTo>
                    <a:pt x="8077978" y="146265"/>
                  </a:lnTo>
                  <a:lnTo>
                    <a:pt x="8072506" y="146265"/>
                  </a:lnTo>
                  <a:lnTo>
                    <a:pt x="8072506" y="146265"/>
                  </a:lnTo>
                  <a:lnTo>
                    <a:pt x="8067033" y="146265"/>
                  </a:lnTo>
                  <a:lnTo>
                    <a:pt x="8067033" y="146265"/>
                  </a:lnTo>
                  <a:lnTo>
                    <a:pt x="8061560" y="146265"/>
                  </a:lnTo>
                  <a:lnTo>
                    <a:pt x="8061560" y="146265"/>
                  </a:lnTo>
                  <a:lnTo>
                    <a:pt x="8056087" y="146265"/>
                  </a:lnTo>
                  <a:lnTo>
                    <a:pt x="8056087" y="146265"/>
                  </a:lnTo>
                  <a:lnTo>
                    <a:pt x="8045141" y="146265"/>
                  </a:lnTo>
                  <a:lnTo>
                    <a:pt x="8045141" y="146265"/>
                  </a:lnTo>
                  <a:lnTo>
                    <a:pt x="8039668" y="146265"/>
                  </a:lnTo>
                  <a:lnTo>
                    <a:pt x="8039668" y="146265"/>
                  </a:lnTo>
                  <a:lnTo>
                    <a:pt x="8034195" y="146265"/>
                  </a:lnTo>
                  <a:lnTo>
                    <a:pt x="8034195" y="146265"/>
                  </a:lnTo>
                  <a:lnTo>
                    <a:pt x="8028722" y="146265"/>
                  </a:lnTo>
                  <a:lnTo>
                    <a:pt x="8028722" y="146265"/>
                  </a:lnTo>
                  <a:lnTo>
                    <a:pt x="8023250" y="146265"/>
                  </a:lnTo>
                  <a:lnTo>
                    <a:pt x="8023250" y="146265"/>
                  </a:lnTo>
                  <a:lnTo>
                    <a:pt x="8017777" y="146265"/>
                  </a:lnTo>
                  <a:lnTo>
                    <a:pt x="8017777" y="146265"/>
                  </a:lnTo>
                  <a:lnTo>
                    <a:pt x="8006831" y="146265"/>
                  </a:lnTo>
                  <a:lnTo>
                    <a:pt x="8006831" y="146265"/>
                  </a:lnTo>
                  <a:lnTo>
                    <a:pt x="8001358" y="146265"/>
                  </a:lnTo>
                  <a:lnTo>
                    <a:pt x="8001358" y="146265"/>
                  </a:lnTo>
                  <a:lnTo>
                    <a:pt x="7995885" y="146265"/>
                  </a:lnTo>
                  <a:lnTo>
                    <a:pt x="7995885" y="146265"/>
                  </a:lnTo>
                  <a:lnTo>
                    <a:pt x="7990412" y="146265"/>
                  </a:lnTo>
                  <a:lnTo>
                    <a:pt x="7990412" y="146265"/>
                  </a:lnTo>
                  <a:lnTo>
                    <a:pt x="7979466" y="146265"/>
                  </a:lnTo>
                  <a:lnTo>
                    <a:pt x="7979466" y="146265"/>
                  </a:lnTo>
                  <a:lnTo>
                    <a:pt x="7973994" y="146265"/>
                  </a:lnTo>
                  <a:lnTo>
                    <a:pt x="7973994" y="146265"/>
                  </a:lnTo>
                  <a:lnTo>
                    <a:pt x="7968521" y="146265"/>
                  </a:lnTo>
                  <a:lnTo>
                    <a:pt x="7968521" y="146265"/>
                  </a:lnTo>
                  <a:lnTo>
                    <a:pt x="7963048" y="146265"/>
                  </a:lnTo>
                  <a:lnTo>
                    <a:pt x="7963048" y="146265"/>
                  </a:lnTo>
                  <a:lnTo>
                    <a:pt x="7957575" y="146265"/>
                  </a:lnTo>
                  <a:lnTo>
                    <a:pt x="7957575" y="146265"/>
                  </a:lnTo>
                  <a:lnTo>
                    <a:pt x="7952102" y="146265"/>
                  </a:lnTo>
                  <a:lnTo>
                    <a:pt x="7952102" y="146265"/>
                  </a:lnTo>
                  <a:lnTo>
                    <a:pt x="7946629" y="146265"/>
                  </a:lnTo>
                  <a:lnTo>
                    <a:pt x="7946629" y="182076"/>
                  </a:lnTo>
                  <a:lnTo>
                    <a:pt x="7941156" y="182076"/>
                  </a:lnTo>
                  <a:lnTo>
                    <a:pt x="7941156" y="182076"/>
                  </a:lnTo>
                  <a:lnTo>
                    <a:pt x="7935683" y="182076"/>
                  </a:lnTo>
                  <a:lnTo>
                    <a:pt x="7935683" y="182076"/>
                  </a:lnTo>
                  <a:lnTo>
                    <a:pt x="7930210" y="182076"/>
                  </a:lnTo>
                  <a:lnTo>
                    <a:pt x="7930210" y="182076"/>
                  </a:lnTo>
                  <a:lnTo>
                    <a:pt x="7924738" y="182076"/>
                  </a:lnTo>
                  <a:lnTo>
                    <a:pt x="7924738" y="182076"/>
                  </a:lnTo>
                  <a:lnTo>
                    <a:pt x="7919265" y="182076"/>
                  </a:lnTo>
                  <a:lnTo>
                    <a:pt x="7919265" y="182076"/>
                  </a:lnTo>
                  <a:lnTo>
                    <a:pt x="7913792" y="182076"/>
                  </a:lnTo>
                  <a:lnTo>
                    <a:pt x="7913792" y="182076"/>
                  </a:lnTo>
                  <a:lnTo>
                    <a:pt x="7908319" y="182076"/>
                  </a:lnTo>
                  <a:lnTo>
                    <a:pt x="7908319" y="182076"/>
                  </a:lnTo>
                  <a:lnTo>
                    <a:pt x="7902846" y="182076"/>
                  </a:lnTo>
                  <a:lnTo>
                    <a:pt x="7902846" y="182076"/>
                  </a:lnTo>
                  <a:lnTo>
                    <a:pt x="7897373" y="182076"/>
                  </a:lnTo>
                  <a:lnTo>
                    <a:pt x="7897373" y="182076"/>
                  </a:lnTo>
                  <a:lnTo>
                    <a:pt x="7891900" y="182076"/>
                  </a:lnTo>
                  <a:lnTo>
                    <a:pt x="7891900" y="182076"/>
                  </a:lnTo>
                  <a:lnTo>
                    <a:pt x="7886427" y="182076"/>
                  </a:lnTo>
                  <a:lnTo>
                    <a:pt x="7886427" y="182076"/>
                  </a:lnTo>
                  <a:lnTo>
                    <a:pt x="7880955" y="182076"/>
                  </a:lnTo>
                  <a:lnTo>
                    <a:pt x="7880955" y="182076"/>
                  </a:lnTo>
                  <a:lnTo>
                    <a:pt x="7875482" y="182076"/>
                  </a:lnTo>
                  <a:lnTo>
                    <a:pt x="7875482" y="182076"/>
                  </a:lnTo>
                  <a:lnTo>
                    <a:pt x="7870009" y="182076"/>
                  </a:lnTo>
                  <a:lnTo>
                    <a:pt x="7870009" y="182076"/>
                  </a:lnTo>
                  <a:lnTo>
                    <a:pt x="7864536" y="182076"/>
                  </a:lnTo>
                  <a:lnTo>
                    <a:pt x="7864536" y="182076"/>
                  </a:lnTo>
                  <a:lnTo>
                    <a:pt x="7853590" y="182076"/>
                  </a:lnTo>
                  <a:lnTo>
                    <a:pt x="7853590" y="182076"/>
                  </a:lnTo>
                  <a:lnTo>
                    <a:pt x="7848117" y="182076"/>
                  </a:lnTo>
                  <a:lnTo>
                    <a:pt x="7848117" y="182076"/>
                  </a:lnTo>
                  <a:lnTo>
                    <a:pt x="7842644" y="182076"/>
                  </a:lnTo>
                  <a:lnTo>
                    <a:pt x="7842644" y="182076"/>
                  </a:lnTo>
                  <a:lnTo>
                    <a:pt x="7837171" y="182076"/>
                  </a:lnTo>
                  <a:lnTo>
                    <a:pt x="7837171" y="182076"/>
                  </a:lnTo>
                  <a:lnTo>
                    <a:pt x="7831699" y="182076"/>
                  </a:lnTo>
                  <a:lnTo>
                    <a:pt x="7831699" y="182076"/>
                  </a:lnTo>
                  <a:lnTo>
                    <a:pt x="7826226" y="182076"/>
                  </a:lnTo>
                  <a:lnTo>
                    <a:pt x="7826226" y="182076"/>
                  </a:lnTo>
                  <a:lnTo>
                    <a:pt x="7820753" y="182076"/>
                  </a:lnTo>
                  <a:lnTo>
                    <a:pt x="7820753" y="182076"/>
                  </a:lnTo>
                  <a:lnTo>
                    <a:pt x="7815280" y="182076"/>
                  </a:lnTo>
                  <a:lnTo>
                    <a:pt x="7815280" y="182076"/>
                  </a:lnTo>
                  <a:lnTo>
                    <a:pt x="7809807" y="182076"/>
                  </a:lnTo>
                  <a:lnTo>
                    <a:pt x="7809807" y="182076"/>
                  </a:lnTo>
                  <a:lnTo>
                    <a:pt x="7793388" y="182076"/>
                  </a:lnTo>
                  <a:lnTo>
                    <a:pt x="7793388" y="182076"/>
                  </a:lnTo>
                  <a:lnTo>
                    <a:pt x="7787915" y="182076"/>
                  </a:lnTo>
                  <a:lnTo>
                    <a:pt x="7787915" y="182076"/>
                  </a:lnTo>
                  <a:lnTo>
                    <a:pt x="7782443" y="182076"/>
                  </a:lnTo>
                  <a:lnTo>
                    <a:pt x="7782443" y="182076"/>
                  </a:lnTo>
                  <a:lnTo>
                    <a:pt x="7776970" y="182076"/>
                  </a:lnTo>
                  <a:lnTo>
                    <a:pt x="7776970" y="182076"/>
                  </a:lnTo>
                  <a:lnTo>
                    <a:pt x="7771497" y="182076"/>
                  </a:lnTo>
                  <a:lnTo>
                    <a:pt x="7771497" y="182076"/>
                  </a:lnTo>
                  <a:lnTo>
                    <a:pt x="7766024" y="182076"/>
                  </a:lnTo>
                  <a:lnTo>
                    <a:pt x="7766024" y="182076"/>
                  </a:lnTo>
                  <a:lnTo>
                    <a:pt x="7760551" y="182076"/>
                  </a:lnTo>
                  <a:lnTo>
                    <a:pt x="7760551" y="182076"/>
                  </a:lnTo>
                  <a:lnTo>
                    <a:pt x="7755078" y="182076"/>
                  </a:lnTo>
                  <a:lnTo>
                    <a:pt x="7755078" y="182076"/>
                  </a:lnTo>
                  <a:lnTo>
                    <a:pt x="7749605" y="182076"/>
                  </a:lnTo>
                  <a:lnTo>
                    <a:pt x="7749605" y="182076"/>
                  </a:lnTo>
                  <a:lnTo>
                    <a:pt x="7744132" y="182076"/>
                  </a:lnTo>
                  <a:lnTo>
                    <a:pt x="7744132" y="182076"/>
                  </a:lnTo>
                  <a:lnTo>
                    <a:pt x="7738659" y="182076"/>
                  </a:lnTo>
                  <a:lnTo>
                    <a:pt x="7738659" y="182076"/>
                  </a:lnTo>
                  <a:lnTo>
                    <a:pt x="7733187" y="182076"/>
                  </a:lnTo>
                  <a:lnTo>
                    <a:pt x="7733187" y="182076"/>
                  </a:lnTo>
                  <a:lnTo>
                    <a:pt x="7727714" y="182076"/>
                  </a:lnTo>
                  <a:lnTo>
                    <a:pt x="7727714" y="182076"/>
                  </a:lnTo>
                  <a:lnTo>
                    <a:pt x="7722241" y="182076"/>
                  </a:lnTo>
                  <a:lnTo>
                    <a:pt x="7722241" y="182076"/>
                  </a:lnTo>
                  <a:lnTo>
                    <a:pt x="7716768" y="182076"/>
                  </a:lnTo>
                  <a:lnTo>
                    <a:pt x="7716768" y="182076"/>
                  </a:lnTo>
                  <a:lnTo>
                    <a:pt x="7711295" y="182076"/>
                  </a:lnTo>
                  <a:lnTo>
                    <a:pt x="7711295" y="182076"/>
                  </a:lnTo>
                  <a:lnTo>
                    <a:pt x="7705822" y="182076"/>
                  </a:lnTo>
                  <a:lnTo>
                    <a:pt x="7705822" y="182076"/>
                  </a:lnTo>
                  <a:lnTo>
                    <a:pt x="7700349" y="182076"/>
                  </a:lnTo>
                  <a:lnTo>
                    <a:pt x="7700349" y="182076"/>
                  </a:lnTo>
                  <a:lnTo>
                    <a:pt x="7694876" y="182076"/>
                  </a:lnTo>
                  <a:lnTo>
                    <a:pt x="7694876" y="182076"/>
                  </a:lnTo>
                  <a:lnTo>
                    <a:pt x="7689404" y="182076"/>
                  </a:lnTo>
                  <a:lnTo>
                    <a:pt x="7689404" y="182076"/>
                  </a:lnTo>
                  <a:lnTo>
                    <a:pt x="7683931" y="182076"/>
                  </a:lnTo>
                  <a:lnTo>
                    <a:pt x="7683931" y="182076"/>
                  </a:lnTo>
                  <a:lnTo>
                    <a:pt x="7678458" y="182076"/>
                  </a:lnTo>
                  <a:lnTo>
                    <a:pt x="7678458" y="182076"/>
                  </a:lnTo>
                  <a:lnTo>
                    <a:pt x="7672985" y="182076"/>
                  </a:lnTo>
                  <a:lnTo>
                    <a:pt x="7672985" y="182076"/>
                  </a:lnTo>
                  <a:lnTo>
                    <a:pt x="7667512" y="182076"/>
                  </a:lnTo>
                  <a:lnTo>
                    <a:pt x="7667512" y="182076"/>
                  </a:lnTo>
                  <a:lnTo>
                    <a:pt x="7662039" y="182076"/>
                  </a:lnTo>
                  <a:lnTo>
                    <a:pt x="7662039" y="182076"/>
                  </a:lnTo>
                  <a:lnTo>
                    <a:pt x="7656566" y="182076"/>
                  </a:lnTo>
                  <a:lnTo>
                    <a:pt x="7656566" y="182076"/>
                  </a:lnTo>
                  <a:lnTo>
                    <a:pt x="7651093" y="182076"/>
                  </a:lnTo>
                  <a:lnTo>
                    <a:pt x="7651093" y="182076"/>
                  </a:lnTo>
                  <a:lnTo>
                    <a:pt x="7645620" y="182076"/>
                  </a:lnTo>
                  <a:lnTo>
                    <a:pt x="7645620" y="182076"/>
                  </a:lnTo>
                  <a:lnTo>
                    <a:pt x="7640148" y="182076"/>
                  </a:lnTo>
                  <a:lnTo>
                    <a:pt x="7640148" y="182076"/>
                  </a:lnTo>
                  <a:lnTo>
                    <a:pt x="7634675" y="182076"/>
                  </a:lnTo>
                  <a:lnTo>
                    <a:pt x="7634675" y="182076"/>
                  </a:lnTo>
                  <a:lnTo>
                    <a:pt x="7629202" y="182076"/>
                  </a:lnTo>
                  <a:lnTo>
                    <a:pt x="7629202" y="182076"/>
                  </a:lnTo>
                  <a:lnTo>
                    <a:pt x="7623729" y="182076"/>
                  </a:lnTo>
                  <a:lnTo>
                    <a:pt x="7623729" y="182076"/>
                  </a:lnTo>
                  <a:lnTo>
                    <a:pt x="7612783" y="182076"/>
                  </a:lnTo>
                  <a:lnTo>
                    <a:pt x="7612783" y="182076"/>
                  </a:lnTo>
                  <a:lnTo>
                    <a:pt x="7607310" y="182076"/>
                  </a:lnTo>
                  <a:lnTo>
                    <a:pt x="7607310" y="182076"/>
                  </a:lnTo>
                  <a:lnTo>
                    <a:pt x="7601837" y="182076"/>
                  </a:lnTo>
                  <a:lnTo>
                    <a:pt x="7601837" y="182076"/>
                  </a:lnTo>
                  <a:lnTo>
                    <a:pt x="7590892" y="182076"/>
                  </a:lnTo>
                  <a:lnTo>
                    <a:pt x="7590892" y="182076"/>
                  </a:lnTo>
                  <a:lnTo>
                    <a:pt x="7585419" y="182076"/>
                  </a:lnTo>
                  <a:lnTo>
                    <a:pt x="7585419" y="182076"/>
                  </a:lnTo>
                  <a:lnTo>
                    <a:pt x="7579946" y="182076"/>
                  </a:lnTo>
                  <a:lnTo>
                    <a:pt x="7579946" y="182076"/>
                  </a:lnTo>
                  <a:lnTo>
                    <a:pt x="7569000" y="182076"/>
                  </a:lnTo>
                  <a:lnTo>
                    <a:pt x="7569000" y="182076"/>
                  </a:lnTo>
                  <a:lnTo>
                    <a:pt x="7563527" y="182076"/>
                  </a:lnTo>
                  <a:lnTo>
                    <a:pt x="7563527" y="182076"/>
                  </a:lnTo>
                  <a:lnTo>
                    <a:pt x="7558054" y="182076"/>
                  </a:lnTo>
                  <a:lnTo>
                    <a:pt x="7558054" y="182076"/>
                  </a:lnTo>
                  <a:lnTo>
                    <a:pt x="7552581" y="182076"/>
                  </a:lnTo>
                  <a:lnTo>
                    <a:pt x="7552581" y="182076"/>
                  </a:lnTo>
                  <a:lnTo>
                    <a:pt x="7547109" y="182076"/>
                  </a:lnTo>
                  <a:lnTo>
                    <a:pt x="7547109" y="182076"/>
                  </a:lnTo>
                  <a:lnTo>
                    <a:pt x="7541636" y="182076"/>
                  </a:lnTo>
                  <a:lnTo>
                    <a:pt x="7541636" y="182076"/>
                  </a:lnTo>
                  <a:lnTo>
                    <a:pt x="7536163" y="182076"/>
                  </a:lnTo>
                  <a:lnTo>
                    <a:pt x="7536163" y="182076"/>
                  </a:lnTo>
                  <a:lnTo>
                    <a:pt x="7530690" y="182076"/>
                  </a:lnTo>
                  <a:lnTo>
                    <a:pt x="7530690" y="182076"/>
                  </a:lnTo>
                  <a:lnTo>
                    <a:pt x="7525217" y="182076"/>
                  </a:lnTo>
                  <a:lnTo>
                    <a:pt x="7525217" y="182076"/>
                  </a:lnTo>
                  <a:lnTo>
                    <a:pt x="7514271" y="182076"/>
                  </a:lnTo>
                  <a:lnTo>
                    <a:pt x="7514271" y="182076"/>
                  </a:lnTo>
                  <a:lnTo>
                    <a:pt x="7508798" y="182076"/>
                  </a:lnTo>
                  <a:lnTo>
                    <a:pt x="7508798" y="182076"/>
                  </a:lnTo>
                  <a:lnTo>
                    <a:pt x="7503325" y="182076"/>
                  </a:lnTo>
                  <a:lnTo>
                    <a:pt x="7503325" y="182076"/>
                  </a:lnTo>
                  <a:lnTo>
                    <a:pt x="7497853" y="182076"/>
                  </a:lnTo>
                  <a:lnTo>
                    <a:pt x="7497853" y="182076"/>
                  </a:lnTo>
                  <a:lnTo>
                    <a:pt x="7492380" y="182076"/>
                  </a:lnTo>
                  <a:lnTo>
                    <a:pt x="7492380" y="182076"/>
                  </a:lnTo>
                  <a:lnTo>
                    <a:pt x="7486907" y="182076"/>
                  </a:lnTo>
                  <a:lnTo>
                    <a:pt x="7486907" y="182076"/>
                  </a:lnTo>
                  <a:lnTo>
                    <a:pt x="7481434" y="182076"/>
                  </a:lnTo>
                  <a:lnTo>
                    <a:pt x="7481434" y="182076"/>
                  </a:lnTo>
                  <a:lnTo>
                    <a:pt x="7475961" y="182076"/>
                  </a:lnTo>
                  <a:lnTo>
                    <a:pt x="7475961" y="182076"/>
                  </a:lnTo>
                  <a:lnTo>
                    <a:pt x="7470488" y="182076"/>
                  </a:lnTo>
                  <a:lnTo>
                    <a:pt x="7470488" y="182076"/>
                  </a:lnTo>
                  <a:lnTo>
                    <a:pt x="7465015" y="182076"/>
                  </a:lnTo>
                  <a:lnTo>
                    <a:pt x="7465015" y="182076"/>
                  </a:lnTo>
                  <a:lnTo>
                    <a:pt x="7459542" y="182076"/>
                  </a:lnTo>
                  <a:lnTo>
                    <a:pt x="7459542" y="182076"/>
                  </a:lnTo>
                  <a:lnTo>
                    <a:pt x="7454069" y="182076"/>
                  </a:lnTo>
                  <a:lnTo>
                    <a:pt x="7454069" y="182076"/>
                  </a:lnTo>
                  <a:lnTo>
                    <a:pt x="7448597" y="182076"/>
                  </a:lnTo>
                  <a:lnTo>
                    <a:pt x="7448597" y="182076"/>
                  </a:lnTo>
                  <a:lnTo>
                    <a:pt x="7443124" y="182076"/>
                  </a:lnTo>
                  <a:lnTo>
                    <a:pt x="7443124" y="182076"/>
                  </a:lnTo>
                  <a:lnTo>
                    <a:pt x="7437651" y="182076"/>
                  </a:lnTo>
                  <a:lnTo>
                    <a:pt x="7437651" y="182076"/>
                  </a:lnTo>
                  <a:lnTo>
                    <a:pt x="7432178" y="182076"/>
                  </a:lnTo>
                  <a:lnTo>
                    <a:pt x="7432178" y="182076"/>
                  </a:lnTo>
                  <a:lnTo>
                    <a:pt x="7426705" y="182076"/>
                  </a:lnTo>
                  <a:lnTo>
                    <a:pt x="7426705" y="182076"/>
                  </a:lnTo>
                  <a:lnTo>
                    <a:pt x="7421232" y="182076"/>
                  </a:lnTo>
                  <a:lnTo>
                    <a:pt x="7421232" y="182076"/>
                  </a:lnTo>
                  <a:lnTo>
                    <a:pt x="7415759" y="182076"/>
                  </a:lnTo>
                  <a:lnTo>
                    <a:pt x="7415759" y="182076"/>
                  </a:lnTo>
                  <a:lnTo>
                    <a:pt x="7410286" y="182076"/>
                  </a:lnTo>
                  <a:lnTo>
                    <a:pt x="7410286" y="182076"/>
                  </a:lnTo>
                  <a:lnTo>
                    <a:pt x="7404813" y="182076"/>
                  </a:lnTo>
                  <a:lnTo>
                    <a:pt x="7404813" y="182076"/>
                  </a:lnTo>
                  <a:lnTo>
                    <a:pt x="7399341" y="182076"/>
                  </a:lnTo>
                  <a:lnTo>
                    <a:pt x="7399341" y="182076"/>
                  </a:lnTo>
                  <a:lnTo>
                    <a:pt x="7393868" y="182076"/>
                  </a:lnTo>
                  <a:lnTo>
                    <a:pt x="7393868" y="182076"/>
                  </a:lnTo>
                  <a:lnTo>
                    <a:pt x="7388395" y="182076"/>
                  </a:lnTo>
                  <a:lnTo>
                    <a:pt x="7388395" y="182076"/>
                  </a:lnTo>
                  <a:lnTo>
                    <a:pt x="7382922" y="182076"/>
                  </a:lnTo>
                  <a:lnTo>
                    <a:pt x="7382922" y="182076"/>
                  </a:lnTo>
                  <a:lnTo>
                    <a:pt x="7377449" y="182076"/>
                  </a:lnTo>
                  <a:lnTo>
                    <a:pt x="7377449" y="182076"/>
                  </a:lnTo>
                  <a:lnTo>
                    <a:pt x="7371976" y="182076"/>
                  </a:lnTo>
                  <a:lnTo>
                    <a:pt x="7371976" y="182076"/>
                  </a:lnTo>
                  <a:lnTo>
                    <a:pt x="7366503" y="182076"/>
                  </a:lnTo>
                  <a:lnTo>
                    <a:pt x="7366503" y="182076"/>
                  </a:lnTo>
                  <a:lnTo>
                    <a:pt x="7361030" y="182076"/>
                  </a:lnTo>
                  <a:lnTo>
                    <a:pt x="7361030" y="182076"/>
                  </a:lnTo>
                  <a:lnTo>
                    <a:pt x="7355558" y="182076"/>
                  </a:lnTo>
                  <a:lnTo>
                    <a:pt x="7355558" y="182076"/>
                  </a:lnTo>
                  <a:lnTo>
                    <a:pt x="7350085" y="182076"/>
                  </a:lnTo>
                  <a:lnTo>
                    <a:pt x="7350085" y="182076"/>
                  </a:lnTo>
                  <a:lnTo>
                    <a:pt x="7344612" y="182076"/>
                  </a:lnTo>
                  <a:lnTo>
                    <a:pt x="7344612" y="182076"/>
                  </a:lnTo>
                  <a:lnTo>
                    <a:pt x="7339139" y="182076"/>
                  </a:lnTo>
                  <a:lnTo>
                    <a:pt x="7339139" y="182076"/>
                  </a:lnTo>
                  <a:lnTo>
                    <a:pt x="7333666" y="182076"/>
                  </a:lnTo>
                  <a:lnTo>
                    <a:pt x="7333666" y="182076"/>
                  </a:lnTo>
                  <a:lnTo>
                    <a:pt x="7328193" y="182076"/>
                  </a:lnTo>
                  <a:lnTo>
                    <a:pt x="7328193" y="182076"/>
                  </a:lnTo>
                  <a:lnTo>
                    <a:pt x="7322720" y="182076"/>
                  </a:lnTo>
                  <a:lnTo>
                    <a:pt x="7322720" y="182076"/>
                  </a:lnTo>
                  <a:lnTo>
                    <a:pt x="7317247" y="182076"/>
                  </a:lnTo>
                  <a:lnTo>
                    <a:pt x="7317247" y="182076"/>
                  </a:lnTo>
                  <a:lnTo>
                    <a:pt x="7311774" y="182076"/>
                  </a:lnTo>
                  <a:lnTo>
                    <a:pt x="7311774" y="182076"/>
                  </a:lnTo>
                  <a:lnTo>
                    <a:pt x="7306302" y="182076"/>
                  </a:lnTo>
                  <a:lnTo>
                    <a:pt x="7306302" y="182076"/>
                  </a:lnTo>
                  <a:lnTo>
                    <a:pt x="7300829" y="182076"/>
                  </a:lnTo>
                  <a:lnTo>
                    <a:pt x="7300829" y="182076"/>
                  </a:lnTo>
                  <a:lnTo>
                    <a:pt x="7295356" y="182076"/>
                  </a:lnTo>
                  <a:lnTo>
                    <a:pt x="7295356" y="182076"/>
                  </a:lnTo>
                  <a:lnTo>
                    <a:pt x="7289883" y="182076"/>
                  </a:lnTo>
                  <a:lnTo>
                    <a:pt x="7289883" y="182076"/>
                  </a:lnTo>
                  <a:lnTo>
                    <a:pt x="7284410" y="182076"/>
                  </a:lnTo>
                  <a:lnTo>
                    <a:pt x="7284410" y="182076"/>
                  </a:lnTo>
                  <a:lnTo>
                    <a:pt x="7278937" y="182076"/>
                  </a:lnTo>
                  <a:lnTo>
                    <a:pt x="7278937" y="182076"/>
                  </a:lnTo>
                  <a:lnTo>
                    <a:pt x="7273464" y="182076"/>
                  </a:lnTo>
                  <a:lnTo>
                    <a:pt x="7273464" y="182076"/>
                  </a:lnTo>
                  <a:lnTo>
                    <a:pt x="7267991" y="182076"/>
                  </a:lnTo>
                  <a:lnTo>
                    <a:pt x="7267991" y="182076"/>
                  </a:lnTo>
                  <a:lnTo>
                    <a:pt x="7262518" y="182076"/>
                  </a:lnTo>
                  <a:lnTo>
                    <a:pt x="7262518" y="182076"/>
                  </a:lnTo>
                  <a:lnTo>
                    <a:pt x="7251573" y="182076"/>
                  </a:lnTo>
                  <a:lnTo>
                    <a:pt x="7251573" y="182076"/>
                  </a:lnTo>
                  <a:lnTo>
                    <a:pt x="7246100" y="182076"/>
                  </a:lnTo>
                  <a:lnTo>
                    <a:pt x="7246100" y="182076"/>
                  </a:lnTo>
                  <a:lnTo>
                    <a:pt x="7240627" y="182076"/>
                  </a:lnTo>
                  <a:lnTo>
                    <a:pt x="7240627" y="182076"/>
                  </a:lnTo>
                  <a:lnTo>
                    <a:pt x="7235154" y="182076"/>
                  </a:lnTo>
                  <a:lnTo>
                    <a:pt x="7235154" y="182076"/>
                  </a:lnTo>
                  <a:lnTo>
                    <a:pt x="7229681" y="182076"/>
                  </a:lnTo>
                  <a:lnTo>
                    <a:pt x="7229681" y="182076"/>
                  </a:lnTo>
                  <a:lnTo>
                    <a:pt x="7224208" y="182076"/>
                  </a:lnTo>
                  <a:lnTo>
                    <a:pt x="7224208" y="182076"/>
                  </a:lnTo>
                  <a:lnTo>
                    <a:pt x="7218735" y="182076"/>
                  </a:lnTo>
                  <a:lnTo>
                    <a:pt x="7218735" y="182076"/>
                  </a:lnTo>
                  <a:lnTo>
                    <a:pt x="7213262" y="182076"/>
                  </a:lnTo>
                  <a:lnTo>
                    <a:pt x="7213262" y="182076"/>
                  </a:lnTo>
                  <a:lnTo>
                    <a:pt x="7207790" y="182076"/>
                  </a:lnTo>
                  <a:lnTo>
                    <a:pt x="7207790" y="182076"/>
                  </a:lnTo>
                  <a:lnTo>
                    <a:pt x="7202317" y="182076"/>
                  </a:lnTo>
                  <a:lnTo>
                    <a:pt x="7202317" y="182076"/>
                  </a:lnTo>
                  <a:lnTo>
                    <a:pt x="7196844" y="182076"/>
                  </a:lnTo>
                  <a:lnTo>
                    <a:pt x="7196844" y="182076"/>
                  </a:lnTo>
                  <a:lnTo>
                    <a:pt x="7191371" y="182076"/>
                  </a:lnTo>
                  <a:lnTo>
                    <a:pt x="7191371" y="182076"/>
                  </a:lnTo>
                  <a:lnTo>
                    <a:pt x="7185898" y="182076"/>
                  </a:lnTo>
                  <a:lnTo>
                    <a:pt x="7185898" y="182076"/>
                  </a:lnTo>
                  <a:lnTo>
                    <a:pt x="7180425" y="182076"/>
                  </a:lnTo>
                  <a:lnTo>
                    <a:pt x="7180425" y="182076"/>
                  </a:lnTo>
                  <a:lnTo>
                    <a:pt x="7174952" y="182076"/>
                  </a:lnTo>
                  <a:lnTo>
                    <a:pt x="7174952" y="182076"/>
                  </a:lnTo>
                  <a:lnTo>
                    <a:pt x="7169479" y="182076"/>
                  </a:lnTo>
                  <a:lnTo>
                    <a:pt x="7169479" y="182076"/>
                  </a:lnTo>
                  <a:lnTo>
                    <a:pt x="7164007" y="182076"/>
                  </a:lnTo>
                  <a:lnTo>
                    <a:pt x="7164007" y="182076"/>
                  </a:lnTo>
                  <a:lnTo>
                    <a:pt x="7158534" y="182076"/>
                  </a:lnTo>
                  <a:lnTo>
                    <a:pt x="7158534" y="182076"/>
                  </a:lnTo>
                  <a:lnTo>
                    <a:pt x="7153061" y="182076"/>
                  </a:lnTo>
                  <a:lnTo>
                    <a:pt x="7153061" y="182076"/>
                  </a:lnTo>
                  <a:lnTo>
                    <a:pt x="7147588" y="182076"/>
                  </a:lnTo>
                  <a:lnTo>
                    <a:pt x="7147588" y="182076"/>
                  </a:lnTo>
                  <a:lnTo>
                    <a:pt x="7142115" y="182076"/>
                  </a:lnTo>
                  <a:lnTo>
                    <a:pt x="7142115" y="182076"/>
                  </a:lnTo>
                  <a:lnTo>
                    <a:pt x="7136642" y="182076"/>
                  </a:lnTo>
                  <a:lnTo>
                    <a:pt x="7136642" y="182076"/>
                  </a:lnTo>
                  <a:lnTo>
                    <a:pt x="7131169" y="182076"/>
                  </a:lnTo>
                  <a:lnTo>
                    <a:pt x="7131169" y="182076"/>
                  </a:lnTo>
                  <a:lnTo>
                    <a:pt x="7125696" y="182076"/>
                  </a:lnTo>
                  <a:lnTo>
                    <a:pt x="7125696" y="182076"/>
                  </a:lnTo>
                  <a:lnTo>
                    <a:pt x="7120223" y="182076"/>
                  </a:lnTo>
                  <a:lnTo>
                    <a:pt x="7120223" y="182076"/>
                  </a:lnTo>
                  <a:lnTo>
                    <a:pt x="7114751" y="182076"/>
                  </a:lnTo>
                  <a:lnTo>
                    <a:pt x="7114751" y="182076"/>
                  </a:lnTo>
                  <a:lnTo>
                    <a:pt x="7109278" y="182076"/>
                  </a:lnTo>
                  <a:lnTo>
                    <a:pt x="7109278" y="182076"/>
                  </a:lnTo>
                  <a:lnTo>
                    <a:pt x="7103805" y="182076"/>
                  </a:lnTo>
                  <a:lnTo>
                    <a:pt x="7103805" y="182076"/>
                  </a:lnTo>
                  <a:lnTo>
                    <a:pt x="7092859" y="182076"/>
                  </a:lnTo>
                  <a:lnTo>
                    <a:pt x="7092859" y="182076"/>
                  </a:lnTo>
                  <a:lnTo>
                    <a:pt x="7087386" y="182076"/>
                  </a:lnTo>
                  <a:lnTo>
                    <a:pt x="7087386" y="182076"/>
                  </a:lnTo>
                  <a:lnTo>
                    <a:pt x="7081913" y="182076"/>
                  </a:lnTo>
                  <a:lnTo>
                    <a:pt x="7081913" y="182076"/>
                  </a:lnTo>
                  <a:lnTo>
                    <a:pt x="7076440" y="182076"/>
                  </a:lnTo>
                  <a:lnTo>
                    <a:pt x="7076440" y="182076"/>
                  </a:lnTo>
                  <a:lnTo>
                    <a:pt x="7070967" y="182076"/>
                  </a:lnTo>
                  <a:lnTo>
                    <a:pt x="7070967" y="182076"/>
                  </a:lnTo>
                  <a:lnTo>
                    <a:pt x="7065495" y="182076"/>
                  </a:lnTo>
                  <a:lnTo>
                    <a:pt x="7065495" y="182076"/>
                  </a:lnTo>
                  <a:lnTo>
                    <a:pt x="7060022" y="182076"/>
                  </a:lnTo>
                  <a:lnTo>
                    <a:pt x="7060022" y="182076"/>
                  </a:lnTo>
                  <a:lnTo>
                    <a:pt x="7054549" y="182076"/>
                  </a:lnTo>
                  <a:lnTo>
                    <a:pt x="7054549" y="182076"/>
                  </a:lnTo>
                  <a:lnTo>
                    <a:pt x="7049076" y="182076"/>
                  </a:lnTo>
                  <a:lnTo>
                    <a:pt x="7049076" y="182076"/>
                  </a:lnTo>
                  <a:lnTo>
                    <a:pt x="7043603" y="182076"/>
                  </a:lnTo>
                  <a:lnTo>
                    <a:pt x="7043603" y="182076"/>
                  </a:lnTo>
                  <a:lnTo>
                    <a:pt x="7038130" y="182076"/>
                  </a:lnTo>
                  <a:lnTo>
                    <a:pt x="7038130" y="182076"/>
                  </a:lnTo>
                  <a:lnTo>
                    <a:pt x="7032657" y="182076"/>
                  </a:lnTo>
                  <a:lnTo>
                    <a:pt x="7032657" y="182076"/>
                  </a:lnTo>
                  <a:lnTo>
                    <a:pt x="7027184" y="182076"/>
                  </a:lnTo>
                  <a:lnTo>
                    <a:pt x="7027184" y="182076"/>
                  </a:lnTo>
                  <a:lnTo>
                    <a:pt x="7021712" y="182076"/>
                  </a:lnTo>
                  <a:lnTo>
                    <a:pt x="7021712" y="182076"/>
                  </a:lnTo>
                  <a:lnTo>
                    <a:pt x="7016239" y="182076"/>
                  </a:lnTo>
                  <a:lnTo>
                    <a:pt x="7016239" y="182076"/>
                  </a:lnTo>
                  <a:lnTo>
                    <a:pt x="7010766" y="182076"/>
                  </a:lnTo>
                  <a:lnTo>
                    <a:pt x="7010766" y="182076"/>
                  </a:lnTo>
                  <a:lnTo>
                    <a:pt x="7005293" y="182076"/>
                  </a:lnTo>
                  <a:lnTo>
                    <a:pt x="7005293" y="182076"/>
                  </a:lnTo>
                  <a:lnTo>
                    <a:pt x="6999820" y="182076"/>
                  </a:lnTo>
                  <a:lnTo>
                    <a:pt x="6999820" y="182076"/>
                  </a:lnTo>
                  <a:lnTo>
                    <a:pt x="6994347" y="182076"/>
                  </a:lnTo>
                  <a:lnTo>
                    <a:pt x="6994347" y="182076"/>
                  </a:lnTo>
                  <a:lnTo>
                    <a:pt x="6988874" y="182076"/>
                  </a:lnTo>
                  <a:lnTo>
                    <a:pt x="6988874" y="182076"/>
                  </a:lnTo>
                  <a:lnTo>
                    <a:pt x="6983401" y="182076"/>
                  </a:lnTo>
                  <a:lnTo>
                    <a:pt x="6983401" y="182076"/>
                  </a:lnTo>
                  <a:lnTo>
                    <a:pt x="6977928" y="182076"/>
                  </a:lnTo>
                  <a:lnTo>
                    <a:pt x="6977928" y="182076"/>
                  </a:lnTo>
                  <a:lnTo>
                    <a:pt x="6972456" y="182076"/>
                  </a:lnTo>
                  <a:lnTo>
                    <a:pt x="6972456" y="182076"/>
                  </a:lnTo>
                  <a:lnTo>
                    <a:pt x="6966983" y="182076"/>
                  </a:lnTo>
                  <a:lnTo>
                    <a:pt x="6966983" y="182076"/>
                  </a:lnTo>
                  <a:lnTo>
                    <a:pt x="6961510" y="182076"/>
                  </a:lnTo>
                  <a:lnTo>
                    <a:pt x="6961510" y="182076"/>
                  </a:lnTo>
                  <a:lnTo>
                    <a:pt x="6956037" y="182076"/>
                  </a:lnTo>
                  <a:lnTo>
                    <a:pt x="6956037" y="182076"/>
                  </a:lnTo>
                  <a:lnTo>
                    <a:pt x="6950564" y="182076"/>
                  </a:lnTo>
                  <a:lnTo>
                    <a:pt x="6950564" y="182076"/>
                  </a:lnTo>
                  <a:lnTo>
                    <a:pt x="6945091" y="182076"/>
                  </a:lnTo>
                  <a:lnTo>
                    <a:pt x="6945091" y="182076"/>
                  </a:lnTo>
                  <a:lnTo>
                    <a:pt x="6939618" y="182076"/>
                  </a:lnTo>
                  <a:lnTo>
                    <a:pt x="6939618" y="182076"/>
                  </a:lnTo>
                  <a:lnTo>
                    <a:pt x="6934145" y="182076"/>
                  </a:lnTo>
                  <a:lnTo>
                    <a:pt x="6934145" y="182076"/>
                  </a:lnTo>
                  <a:lnTo>
                    <a:pt x="6928672" y="182076"/>
                  </a:lnTo>
                  <a:lnTo>
                    <a:pt x="6928672" y="182076"/>
                  </a:lnTo>
                  <a:lnTo>
                    <a:pt x="6923200" y="182076"/>
                  </a:lnTo>
                  <a:lnTo>
                    <a:pt x="6923200" y="182076"/>
                  </a:lnTo>
                  <a:lnTo>
                    <a:pt x="6917727" y="182076"/>
                  </a:lnTo>
                  <a:lnTo>
                    <a:pt x="6917727" y="182076"/>
                  </a:lnTo>
                  <a:lnTo>
                    <a:pt x="6912254" y="182076"/>
                  </a:lnTo>
                  <a:lnTo>
                    <a:pt x="6912254" y="182076"/>
                  </a:lnTo>
                  <a:lnTo>
                    <a:pt x="6906781" y="182076"/>
                  </a:lnTo>
                  <a:lnTo>
                    <a:pt x="6906781" y="182076"/>
                  </a:lnTo>
                  <a:lnTo>
                    <a:pt x="6901308" y="182076"/>
                  </a:lnTo>
                  <a:lnTo>
                    <a:pt x="6901308" y="182076"/>
                  </a:lnTo>
                  <a:lnTo>
                    <a:pt x="6895835" y="182076"/>
                  </a:lnTo>
                  <a:lnTo>
                    <a:pt x="6895835" y="182076"/>
                  </a:lnTo>
                  <a:lnTo>
                    <a:pt x="6890362" y="182076"/>
                  </a:lnTo>
                  <a:lnTo>
                    <a:pt x="6890362" y="182076"/>
                  </a:lnTo>
                  <a:lnTo>
                    <a:pt x="6884889" y="182076"/>
                  </a:lnTo>
                  <a:lnTo>
                    <a:pt x="6884889" y="182076"/>
                  </a:lnTo>
                  <a:lnTo>
                    <a:pt x="6879416" y="182076"/>
                  </a:lnTo>
                  <a:lnTo>
                    <a:pt x="6879416" y="182076"/>
                  </a:lnTo>
                  <a:lnTo>
                    <a:pt x="6873944" y="182076"/>
                  </a:lnTo>
                  <a:lnTo>
                    <a:pt x="6873944" y="182076"/>
                  </a:lnTo>
                  <a:lnTo>
                    <a:pt x="6868471" y="182076"/>
                  </a:lnTo>
                  <a:lnTo>
                    <a:pt x="6868471" y="182076"/>
                  </a:lnTo>
                  <a:lnTo>
                    <a:pt x="6862998" y="182076"/>
                  </a:lnTo>
                  <a:lnTo>
                    <a:pt x="6862998" y="182076"/>
                  </a:lnTo>
                  <a:lnTo>
                    <a:pt x="6857525" y="182076"/>
                  </a:lnTo>
                  <a:lnTo>
                    <a:pt x="6857525" y="182076"/>
                  </a:lnTo>
                  <a:lnTo>
                    <a:pt x="6852052" y="182076"/>
                  </a:lnTo>
                  <a:lnTo>
                    <a:pt x="6852052" y="182076"/>
                  </a:lnTo>
                  <a:lnTo>
                    <a:pt x="6846579" y="182076"/>
                  </a:lnTo>
                  <a:lnTo>
                    <a:pt x="6846579" y="182076"/>
                  </a:lnTo>
                  <a:lnTo>
                    <a:pt x="6841106" y="182076"/>
                  </a:lnTo>
                  <a:lnTo>
                    <a:pt x="6841106" y="182076"/>
                  </a:lnTo>
                  <a:lnTo>
                    <a:pt x="6835633" y="182076"/>
                  </a:lnTo>
                  <a:lnTo>
                    <a:pt x="6835633" y="182076"/>
                  </a:lnTo>
                  <a:lnTo>
                    <a:pt x="6830161" y="182076"/>
                  </a:lnTo>
                  <a:lnTo>
                    <a:pt x="6830161" y="182076"/>
                  </a:lnTo>
                  <a:lnTo>
                    <a:pt x="6819215" y="182076"/>
                  </a:lnTo>
                  <a:lnTo>
                    <a:pt x="6819215" y="182076"/>
                  </a:lnTo>
                  <a:lnTo>
                    <a:pt x="6813742" y="182076"/>
                  </a:lnTo>
                  <a:lnTo>
                    <a:pt x="6813742" y="182076"/>
                  </a:lnTo>
                  <a:lnTo>
                    <a:pt x="6808269" y="182076"/>
                  </a:lnTo>
                  <a:lnTo>
                    <a:pt x="6808269" y="182076"/>
                  </a:lnTo>
                  <a:lnTo>
                    <a:pt x="6802796" y="182076"/>
                  </a:lnTo>
                  <a:lnTo>
                    <a:pt x="6802796" y="182076"/>
                  </a:lnTo>
                  <a:lnTo>
                    <a:pt x="6797323" y="182076"/>
                  </a:lnTo>
                  <a:lnTo>
                    <a:pt x="6797323" y="182076"/>
                  </a:lnTo>
                  <a:lnTo>
                    <a:pt x="6791850" y="182076"/>
                  </a:lnTo>
                  <a:lnTo>
                    <a:pt x="6791850" y="182076"/>
                  </a:lnTo>
                  <a:lnTo>
                    <a:pt x="6786377" y="182076"/>
                  </a:lnTo>
                  <a:lnTo>
                    <a:pt x="6786377" y="182076"/>
                  </a:lnTo>
                  <a:lnTo>
                    <a:pt x="6780905" y="182076"/>
                  </a:lnTo>
                  <a:lnTo>
                    <a:pt x="6780905" y="182076"/>
                  </a:lnTo>
                  <a:lnTo>
                    <a:pt x="6775432" y="182076"/>
                  </a:lnTo>
                  <a:lnTo>
                    <a:pt x="6775432" y="182076"/>
                  </a:lnTo>
                  <a:lnTo>
                    <a:pt x="6769959" y="182076"/>
                  </a:lnTo>
                  <a:lnTo>
                    <a:pt x="6769959" y="182076"/>
                  </a:lnTo>
                  <a:lnTo>
                    <a:pt x="6764486" y="182076"/>
                  </a:lnTo>
                  <a:lnTo>
                    <a:pt x="6764486" y="182076"/>
                  </a:lnTo>
                  <a:lnTo>
                    <a:pt x="6759013" y="182076"/>
                  </a:lnTo>
                  <a:lnTo>
                    <a:pt x="6759013" y="182076"/>
                  </a:lnTo>
                  <a:lnTo>
                    <a:pt x="6753540" y="182076"/>
                  </a:lnTo>
                  <a:lnTo>
                    <a:pt x="6753540" y="182076"/>
                  </a:lnTo>
                  <a:lnTo>
                    <a:pt x="6748067" y="182076"/>
                  </a:lnTo>
                  <a:lnTo>
                    <a:pt x="6748067" y="182076"/>
                  </a:lnTo>
                  <a:lnTo>
                    <a:pt x="6742594" y="182076"/>
                  </a:lnTo>
                  <a:lnTo>
                    <a:pt x="6742594" y="182076"/>
                  </a:lnTo>
                  <a:lnTo>
                    <a:pt x="6737121" y="182076"/>
                  </a:lnTo>
                  <a:lnTo>
                    <a:pt x="6737121" y="182076"/>
                  </a:lnTo>
                  <a:lnTo>
                    <a:pt x="6731649" y="182076"/>
                  </a:lnTo>
                  <a:lnTo>
                    <a:pt x="6731649" y="182076"/>
                  </a:lnTo>
                  <a:lnTo>
                    <a:pt x="6726176" y="182076"/>
                  </a:lnTo>
                  <a:lnTo>
                    <a:pt x="6726176" y="182076"/>
                  </a:lnTo>
                  <a:lnTo>
                    <a:pt x="6720703" y="182076"/>
                  </a:lnTo>
                  <a:lnTo>
                    <a:pt x="6720703" y="182076"/>
                  </a:lnTo>
                  <a:lnTo>
                    <a:pt x="6715230" y="182076"/>
                  </a:lnTo>
                  <a:lnTo>
                    <a:pt x="6715230" y="182076"/>
                  </a:lnTo>
                  <a:lnTo>
                    <a:pt x="6709757" y="182076"/>
                  </a:lnTo>
                  <a:lnTo>
                    <a:pt x="6709757" y="182076"/>
                  </a:lnTo>
                  <a:lnTo>
                    <a:pt x="6704284" y="182076"/>
                  </a:lnTo>
                  <a:lnTo>
                    <a:pt x="6704284" y="182076"/>
                  </a:lnTo>
                  <a:lnTo>
                    <a:pt x="6698811" y="182076"/>
                  </a:lnTo>
                  <a:lnTo>
                    <a:pt x="6698811" y="182076"/>
                  </a:lnTo>
                  <a:lnTo>
                    <a:pt x="6693338" y="182076"/>
                  </a:lnTo>
                  <a:lnTo>
                    <a:pt x="6693338" y="182076"/>
                  </a:lnTo>
                  <a:lnTo>
                    <a:pt x="6687865" y="182076"/>
                  </a:lnTo>
                  <a:lnTo>
                    <a:pt x="6687865" y="182076"/>
                  </a:lnTo>
                  <a:lnTo>
                    <a:pt x="6682393" y="182076"/>
                  </a:lnTo>
                  <a:lnTo>
                    <a:pt x="6682393" y="182076"/>
                  </a:lnTo>
                  <a:lnTo>
                    <a:pt x="6676920" y="182076"/>
                  </a:lnTo>
                  <a:lnTo>
                    <a:pt x="6676920" y="182076"/>
                  </a:lnTo>
                  <a:lnTo>
                    <a:pt x="6671447" y="182076"/>
                  </a:lnTo>
                  <a:lnTo>
                    <a:pt x="6671447" y="182076"/>
                  </a:lnTo>
                  <a:lnTo>
                    <a:pt x="6665974" y="182076"/>
                  </a:lnTo>
                  <a:lnTo>
                    <a:pt x="6665974" y="211068"/>
                  </a:lnTo>
                  <a:lnTo>
                    <a:pt x="6660501" y="211068"/>
                  </a:lnTo>
                  <a:lnTo>
                    <a:pt x="6660501" y="211068"/>
                  </a:lnTo>
                  <a:lnTo>
                    <a:pt x="6655028" y="211068"/>
                  </a:lnTo>
                  <a:lnTo>
                    <a:pt x="6655028" y="211068"/>
                  </a:lnTo>
                  <a:lnTo>
                    <a:pt x="6649555" y="211068"/>
                  </a:lnTo>
                  <a:lnTo>
                    <a:pt x="6649555" y="211068"/>
                  </a:lnTo>
                  <a:lnTo>
                    <a:pt x="6644082" y="211068"/>
                  </a:lnTo>
                  <a:lnTo>
                    <a:pt x="6644082" y="211068"/>
                  </a:lnTo>
                  <a:lnTo>
                    <a:pt x="6638610" y="211068"/>
                  </a:lnTo>
                  <a:lnTo>
                    <a:pt x="6638610" y="211068"/>
                  </a:lnTo>
                  <a:lnTo>
                    <a:pt x="6633137" y="211068"/>
                  </a:lnTo>
                  <a:lnTo>
                    <a:pt x="6633137" y="211068"/>
                  </a:lnTo>
                  <a:lnTo>
                    <a:pt x="6627664" y="211068"/>
                  </a:lnTo>
                  <a:lnTo>
                    <a:pt x="6627664" y="211068"/>
                  </a:lnTo>
                  <a:lnTo>
                    <a:pt x="6622191" y="211068"/>
                  </a:lnTo>
                  <a:lnTo>
                    <a:pt x="6622191" y="211068"/>
                  </a:lnTo>
                  <a:lnTo>
                    <a:pt x="6616718" y="211068"/>
                  </a:lnTo>
                  <a:lnTo>
                    <a:pt x="6616718" y="211068"/>
                  </a:lnTo>
                  <a:lnTo>
                    <a:pt x="6611245" y="211068"/>
                  </a:lnTo>
                  <a:lnTo>
                    <a:pt x="6611245" y="211068"/>
                  </a:lnTo>
                  <a:lnTo>
                    <a:pt x="6605772" y="211068"/>
                  </a:lnTo>
                  <a:lnTo>
                    <a:pt x="6605772" y="211068"/>
                  </a:lnTo>
                  <a:lnTo>
                    <a:pt x="6600299" y="211068"/>
                  </a:lnTo>
                  <a:lnTo>
                    <a:pt x="6600299" y="211068"/>
                  </a:lnTo>
                  <a:lnTo>
                    <a:pt x="6594826" y="211068"/>
                  </a:lnTo>
                  <a:lnTo>
                    <a:pt x="6594826" y="211068"/>
                  </a:lnTo>
                  <a:lnTo>
                    <a:pt x="6589354" y="211068"/>
                  </a:lnTo>
                  <a:lnTo>
                    <a:pt x="6589354" y="211068"/>
                  </a:lnTo>
                  <a:lnTo>
                    <a:pt x="6583881" y="211068"/>
                  </a:lnTo>
                  <a:lnTo>
                    <a:pt x="6583881" y="211068"/>
                  </a:lnTo>
                  <a:lnTo>
                    <a:pt x="6578408" y="211068"/>
                  </a:lnTo>
                  <a:lnTo>
                    <a:pt x="6578408" y="211068"/>
                  </a:lnTo>
                  <a:lnTo>
                    <a:pt x="6572935" y="211068"/>
                  </a:lnTo>
                  <a:lnTo>
                    <a:pt x="6572935" y="211068"/>
                  </a:lnTo>
                  <a:lnTo>
                    <a:pt x="6561989" y="211068"/>
                  </a:lnTo>
                  <a:lnTo>
                    <a:pt x="6561989" y="211068"/>
                  </a:lnTo>
                  <a:lnTo>
                    <a:pt x="6551043" y="211068"/>
                  </a:lnTo>
                  <a:lnTo>
                    <a:pt x="6551043" y="211068"/>
                  </a:lnTo>
                  <a:lnTo>
                    <a:pt x="6545570" y="211068"/>
                  </a:lnTo>
                  <a:lnTo>
                    <a:pt x="6545570" y="211068"/>
                  </a:lnTo>
                  <a:lnTo>
                    <a:pt x="6540098" y="211068"/>
                  </a:lnTo>
                  <a:lnTo>
                    <a:pt x="6540098" y="211068"/>
                  </a:lnTo>
                  <a:lnTo>
                    <a:pt x="6534625" y="211068"/>
                  </a:lnTo>
                  <a:lnTo>
                    <a:pt x="6534625" y="211068"/>
                  </a:lnTo>
                  <a:lnTo>
                    <a:pt x="6529152" y="211068"/>
                  </a:lnTo>
                  <a:lnTo>
                    <a:pt x="6529152" y="211068"/>
                  </a:lnTo>
                  <a:lnTo>
                    <a:pt x="6523679" y="211068"/>
                  </a:lnTo>
                  <a:lnTo>
                    <a:pt x="6523679" y="211068"/>
                  </a:lnTo>
                  <a:lnTo>
                    <a:pt x="6518206" y="211068"/>
                  </a:lnTo>
                  <a:lnTo>
                    <a:pt x="6518206" y="211068"/>
                  </a:lnTo>
                  <a:lnTo>
                    <a:pt x="6512733" y="211068"/>
                  </a:lnTo>
                  <a:lnTo>
                    <a:pt x="6512733" y="211068"/>
                  </a:lnTo>
                  <a:lnTo>
                    <a:pt x="6507260" y="211068"/>
                  </a:lnTo>
                  <a:lnTo>
                    <a:pt x="6507260" y="211068"/>
                  </a:lnTo>
                  <a:lnTo>
                    <a:pt x="6501787" y="211068"/>
                  </a:lnTo>
                  <a:lnTo>
                    <a:pt x="6501787" y="211068"/>
                  </a:lnTo>
                  <a:lnTo>
                    <a:pt x="6496315" y="211068"/>
                  </a:lnTo>
                  <a:lnTo>
                    <a:pt x="6496315" y="211068"/>
                  </a:lnTo>
                  <a:lnTo>
                    <a:pt x="6490842" y="211068"/>
                  </a:lnTo>
                  <a:lnTo>
                    <a:pt x="6490842" y="211068"/>
                  </a:lnTo>
                  <a:lnTo>
                    <a:pt x="6485369" y="211068"/>
                  </a:lnTo>
                  <a:lnTo>
                    <a:pt x="6485369" y="211068"/>
                  </a:lnTo>
                  <a:lnTo>
                    <a:pt x="6479896" y="211068"/>
                  </a:lnTo>
                  <a:lnTo>
                    <a:pt x="6479896" y="211068"/>
                  </a:lnTo>
                  <a:lnTo>
                    <a:pt x="6474423" y="211068"/>
                  </a:lnTo>
                  <a:lnTo>
                    <a:pt x="6474423" y="211068"/>
                  </a:lnTo>
                  <a:lnTo>
                    <a:pt x="6468950" y="211068"/>
                  </a:lnTo>
                  <a:lnTo>
                    <a:pt x="6468950" y="211068"/>
                  </a:lnTo>
                  <a:lnTo>
                    <a:pt x="6463477" y="211068"/>
                  </a:lnTo>
                  <a:lnTo>
                    <a:pt x="6463477" y="211068"/>
                  </a:lnTo>
                  <a:lnTo>
                    <a:pt x="6458004" y="211068"/>
                  </a:lnTo>
                  <a:lnTo>
                    <a:pt x="6458004" y="211068"/>
                  </a:lnTo>
                  <a:lnTo>
                    <a:pt x="6452531" y="211068"/>
                  </a:lnTo>
                  <a:lnTo>
                    <a:pt x="6452531" y="211068"/>
                  </a:lnTo>
                  <a:lnTo>
                    <a:pt x="6447059" y="211068"/>
                  </a:lnTo>
                  <a:lnTo>
                    <a:pt x="6447059" y="211068"/>
                  </a:lnTo>
                  <a:lnTo>
                    <a:pt x="6441586" y="211068"/>
                  </a:lnTo>
                  <a:lnTo>
                    <a:pt x="6441586" y="211068"/>
                  </a:lnTo>
                  <a:lnTo>
                    <a:pt x="6436113" y="211068"/>
                  </a:lnTo>
                  <a:lnTo>
                    <a:pt x="6436113" y="211068"/>
                  </a:lnTo>
                  <a:lnTo>
                    <a:pt x="6430640" y="211068"/>
                  </a:lnTo>
                  <a:lnTo>
                    <a:pt x="6430640" y="211068"/>
                  </a:lnTo>
                  <a:lnTo>
                    <a:pt x="6425167" y="211068"/>
                  </a:lnTo>
                  <a:lnTo>
                    <a:pt x="6425167" y="211068"/>
                  </a:lnTo>
                  <a:lnTo>
                    <a:pt x="6419694" y="211068"/>
                  </a:lnTo>
                  <a:lnTo>
                    <a:pt x="6419694" y="211068"/>
                  </a:lnTo>
                  <a:lnTo>
                    <a:pt x="6414221" y="211068"/>
                  </a:lnTo>
                  <a:lnTo>
                    <a:pt x="6414221" y="211068"/>
                  </a:lnTo>
                  <a:lnTo>
                    <a:pt x="6408748" y="211068"/>
                  </a:lnTo>
                  <a:lnTo>
                    <a:pt x="6408748" y="211068"/>
                  </a:lnTo>
                  <a:lnTo>
                    <a:pt x="6403275" y="211068"/>
                  </a:lnTo>
                  <a:lnTo>
                    <a:pt x="6403275" y="211068"/>
                  </a:lnTo>
                  <a:lnTo>
                    <a:pt x="6397803" y="211068"/>
                  </a:lnTo>
                  <a:lnTo>
                    <a:pt x="6397803" y="211068"/>
                  </a:lnTo>
                  <a:lnTo>
                    <a:pt x="6392330" y="211068"/>
                  </a:lnTo>
                  <a:lnTo>
                    <a:pt x="6392330" y="211068"/>
                  </a:lnTo>
                  <a:lnTo>
                    <a:pt x="6386857" y="211068"/>
                  </a:lnTo>
                  <a:lnTo>
                    <a:pt x="6386857" y="211068"/>
                  </a:lnTo>
                  <a:lnTo>
                    <a:pt x="6381384" y="211068"/>
                  </a:lnTo>
                  <a:lnTo>
                    <a:pt x="6381384" y="211068"/>
                  </a:lnTo>
                  <a:lnTo>
                    <a:pt x="6375911" y="211068"/>
                  </a:lnTo>
                  <a:lnTo>
                    <a:pt x="6375911" y="211068"/>
                  </a:lnTo>
                  <a:lnTo>
                    <a:pt x="6364965" y="211068"/>
                  </a:lnTo>
                  <a:lnTo>
                    <a:pt x="6364965" y="211068"/>
                  </a:lnTo>
                  <a:lnTo>
                    <a:pt x="6359492" y="211068"/>
                  </a:lnTo>
                  <a:lnTo>
                    <a:pt x="6359492" y="211068"/>
                  </a:lnTo>
                  <a:lnTo>
                    <a:pt x="6354019" y="211068"/>
                  </a:lnTo>
                  <a:lnTo>
                    <a:pt x="6354019" y="211068"/>
                  </a:lnTo>
                  <a:lnTo>
                    <a:pt x="6348547" y="211068"/>
                  </a:lnTo>
                  <a:lnTo>
                    <a:pt x="6348547" y="239141"/>
                  </a:lnTo>
                  <a:lnTo>
                    <a:pt x="6343074" y="239141"/>
                  </a:lnTo>
                  <a:lnTo>
                    <a:pt x="6343074" y="239141"/>
                  </a:lnTo>
                  <a:lnTo>
                    <a:pt x="6337601" y="239141"/>
                  </a:lnTo>
                  <a:lnTo>
                    <a:pt x="6337601" y="239141"/>
                  </a:lnTo>
                  <a:lnTo>
                    <a:pt x="6332128" y="239141"/>
                  </a:lnTo>
                  <a:lnTo>
                    <a:pt x="6332128" y="239141"/>
                  </a:lnTo>
                  <a:lnTo>
                    <a:pt x="6326655" y="239141"/>
                  </a:lnTo>
                  <a:lnTo>
                    <a:pt x="6326655" y="239141"/>
                  </a:lnTo>
                  <a:lnTo>
                    <a:pt x="6321182" y="239141"/>
                  </a:lnTo>
                  <a:lnTo>
                    <a:pt x="6321182" y="239141"/>
                  </a:lnTo>
                  <a:lnTo>
                    <a:pt x="6315709" y="239141"/>
                  </a:lnTo>
                  <a:lnTo>
                    <a:pt x="6315709" y="239141"/>
                  </a:lnTo>
                  <a:lnTo>
                    <a:pt x="6310236" y="239141"/>
                  </a:lnTo>
                  <a:lnTo>
                    <a:pt x="6310236" y="239141"/>
                  </a:lnTo>
                  <a:lnTo>
                    <a:pt x="6304764" y="239141"/>
                  </a:lnTo>
                  <a:lnTo>
                    <a:pt x="6304764" y="239141"/>
                  </a:lnTo>
                  <a:lnTo>
                    <a:pt x="6299291" y="239141"/>
                  </a:lnTo>
                  <a:lnTo>
                    <a:pt x="6299291" y="239141"/>
                  </a:lnTo>
                  <a:lnTo>
                    <a:pt x="6293818" y="239141"/>
                  </a:lnTo>
                  <a:lnTo>
                    <a:pt x="6293818" y="239141"/>
                  </a:lnTo>
                  <a:lnTo>
                    <a:pt x="6288345" y="239141"/>
                  </a:lnTo>
                  <a:lnTo>
                    <a:pt x="6288345" y="239141"/>
                  </a:lnTo>
                  <a:lnTo>
                    <a:pt x="6282872" y="239141"/>
                  </a:lnTo>
                  <a:lnTo>
                    <a:pt x="6282872" y="239141"/>
                  </a:lnTo>
                  <a:lnTo>
                    <a:pt x="6271926" y="239141"/>
                  </a:lnTo>
                  <a:lnTo>
                    <a:pt x="6271926" y="239141"/>
                  </a:lnTo>
                  <a:lnTo>
                    <a:pt x="6266453" y="239141"/>
                  </a:lnTo>
                  <a:lnTo>
                    <a:pt x="6266453" y="239141"/>
                  </a:lnTo>
                  <a:lnTo>
                    <a:pt x="6260980" y="239141"/>
                  </a:lnTo>
                  <a:lnTo>
                    <a:pt x="6260980" y="239141"/>
                  </a:lnTo>
                  <a:lnTo>
                    <a:pt x="6255508" y="239141"/>
                  </a:lnTo>
                  <a:lnTo>
                    <a:pt x="6255508" y="239141"/>
                  </a:lnTo>
                  <a:lnTo>
                    <a:pt x="6250035" y="239141"/>
                  </a:lnTo>
                  <a:lnTo>
                    <a:pt x="6250035" y="239141"/>
                  </a:lnTo>
                  <a:lnTo>
                    <a:pt x="6244562" y="239141"/>
                  </a:lnTo>
                  <a:lnTo>
                    <a:pt x="6244562" y="239141"/>
                  </a:lnTo>
                  <a:lnTo>
                    <a:pt x="6239089" y="239141"/>
                  </a:lnTo>
                  <a:lnTo>
                    <a:pt x="6239089" y="239141"/>
                  </a:lnTo>
                  <a:lnTo>
                    <a:pt x="6233616" y="239141"/>
                  </a:lnTo>
                  <a:lnTo>
                    <a:pt x="6233616" y="239141"/>
                  </a:lnTo>
                  <a:lnTo>
                    <a:pt x="6228143" y="239141"/>
                  </a:lnTo>
                  <a:lnTo>
                    <a:pt x="6228143" y="239141"/>
                  </a:lnTo>
                  <a:lnTo>
                    <a:pt x="6222670" y="239141"/>
                  </a:lnTo>
                  <a:lnTo>
                    <a:pt x="6222670" y="239141"/>
                  </a:lnTo>
                  <a:lnTo>
                    <a:pt x="6217197" y="239141"/>
                  </a:lnTo>
                  <a:lnTo>
                    <a:pt x="6217197" y="239141"/>
                  </a:lnTo>
                  <a:lnTo>
                    <a:pt x="6211724" y="239141"/>
                  </a:lnTo>
                  <a:lnTo>
                    <a:pt x="6211724" y="239141"/>
                  </a:lnTo>
                  <a:lnTo>
                    <a:pt x="6206252" y="239141"/>
                  </a:lnTo>
                  <a:lnTo>
                    <a:pt x="6206252" y="239141"/>
                  </a:lnTo>
                  <a:lnTo>
                    <a:pt x="6200779" y="239141"/>
                  </a:lnTo>
                  <a:lnTo>
                    <a:pt x="6200779" y="239141"/>
                  </a:lnTo>
                  <a:lnTo>
                    <a:pt x="6195306" y="239141"/>
                  </a:lnTo>
                  <a:lnTo>
                    <a:pt x="6195306" y="239141"/>
                  </a:lnTo>
                  <a:lnTo>
                    <a:pt x="6189833" y="239141"/>
                  </a:lnTo>
                  <a:lnTo>
                    <a:pt x="6189833" y="239141"/>
                  </a:lnTo>
                  <a:lnTo>
                    <a:pt x="6184360" y="239141"/>
                  </a:lnTo>
                  <a:lnTo>
                    <a:pt x="6184360" y="239141"/>
                  </a:lnTo>
                  <a:lnTo>
                    <a:pt x="6178887" y="239141"/>
                  </a:lnTo>
                  <a:lnTo>
                    <a:pt x="6178887" y="239141"/>
                  </a:lnTo>
                  <a:lnTo>
                    <a:pt x="6173414" y="239141"/>
                  </a:lnTo>
                  <a:lnTo>
                    <a:pt x="6173414" y="239141"/>
                  </a:lnTo>
                  <a:lnTo>
                    <a:pt x="6167941" y="239141"/>
                  </a:lnTo>
                  <a:lnTo>
                    <a:pt x="6167941" y="239141"/>
                  </a:lnTo>
                  <a:lnTo>
                    <a:pt x="6162468" y="239141"/>
                  </a:lnTo>
                  <a:lnTo>
                    <a:pt x="6162468" y="239141"/>
                  </a:lnTo>
                  <a:lnTo>
                    <a:pt x="6156996" y="239141"/>
                  </a:lnTo>
                  <a:lnTo>
                    <a:pt x="6156996" y="239141"/>
                  </a:lnTo>
                  <a:lnTo>
                    <a:pt x="6151523" y="239141"/>
                  </a:lnTo>
                  <a:lnTo>
                    <a:pt x="6151523" y="239141"/>
                  </a:lnTo>
                  <a:lnTo>
                    <a:pt x="6146050" y="239141"/>
                  </a:lnTo>
                  <a:lnTo>
                    <a:pt x="6146050" y="239141"/>
                  </a:lnTo>
                  <a:lnTo>
                    <a:pt x="6140577" y="239141"/>
                  </a:lnTo>
                  <a:lnTo>
                    <a:pt x="6140577" y="239141"/>
                  </a:lnTo>
                  <a:lnTo>
                    <a:pt x="6135104" y="239141"/>
                  </a:lnTo>
                  <a:lnTo>
                    <a:pt x="6135104" y="239141"/>
                  </a:lnTo>
                  <a:lnTo>
                    <a:pt x="6129631" y="239141"/>
                  </a:lnTo>
                  <a:lnTo>
                    <a:pt x="6129631" y="239141"/>
                  </a:lnTo>
                  <a:lnTo>
                    <a:pt x="6124158" y="239141"/>
                  </a:lnTo>
                  <a:lnTo>
                    <a:pt x="6124158" y="239141"/>
                  </a:lnTo>
                  <a:lnTo>
                    <a:pt x="6118685" y="239141"/>
                  </a:lnTo>
                  <a:lnTo>
                    <a:pt x="6118685" y="239141"/>
                  </a:lnTo>
                  <a:lnTo>
                    <a:pt x="6113213" y="239141"/>
                  </a:lnTo>
                  <a:lnTo>
                    <a:pt x="6113213" y="239141"/>
                  </a:lnTo>
                  <a:lnTo>
                    <a:pt x="6107740" y="239141"/>
                  </a:lnTo>
                  <a:lnTo>
                    <a:pt x="6107740" y="239141"/>
                  </a:lnTo>
                  <a:lnTo>
                    <a:pt x="6102267" y="239141"/>
                  </a:lnTo>
                  <a:lnTo>
                    <a:pt x="6102267" y="239141"/>
                  </a:lnTo>
                  <a:lnTo>
                    <a:pt x="6096794" y="239141"/>
                  </a:lnTo>
                  <a:lnTo>
                    <a:pt x="6096794" y="239141"/>
                  </a:lnTo>
                  <a:lnTo>
                    <a:pt x="6091321" y="239141"/>
                  </a:lnTo>
                  <a:lnTo>
                    <a:pt x="6091321" y="239141"/>
                  </a:lnTo>
                  <a:lnTo>
                    <a:pt x="6085848" y="239141"/>
                  </a:lnTo>
                  <a:lnTo>
                    <a:pt x="6085848" y="239141"/>
                  </a:lnTo>
                  <a:lnTo>
                    <a:pt x="6080375" y="239141"/>
                  </a:lnTo>
                  <a:lnTo>
                    <a:pt x="6080375" y="239141"/>
                  </a:lnTo>
                  <a:lnTo>
                    <a:pt x="6074902" y="239141"/>
                  </a:lnTo>
                  <a:lnTo>
                    <a:pt x="6074902" y="239141"/>
                  </a:lnTo>
                  <a:lnTo>
                    <a:pt x="6069429" y="239141"/>
                  </a:lnTo>
                  <a:lnTo>
                    <a:pt x="6069429" y="239141"/>
                  </a:lnTo>
                  <a:lnTo>
                    <a:pt x="6063957" y="239141"/>
                  </a:lnTo>
                  <a:lnTo>
                    <a:pt x="6063957" y="239141"/>
                  </a:lnTo>
                  <a:lnTo>
                    <a:pt x="6058484" y="239141"/>
                  </a:lnTo>
                  <a:lnTo>
                    <a:pt x="6058484" y="239141"/>
                  </a:lnTo>
                  <a:lnTo>
                    <a:pt x="6053011" y="239141"/>
                  </a:lnTo>
                  <a:lnTo>
                    <a:pt x="6053011" y="239141"/>
                  </a:lnTo>
                  <a:lnTo>
                    <a:pt x="6047538" y="239141"/>
                  </a:lnTo>
                  <a:lnTo>
                    <a:pt x="6047538" y="239141"/>
                  </a:lnTo>
                  <a:lnTo>
                    <a:pt x="6042065" y="239141"/>
                  </a:lnTo>
                  <a:lnTo>
                    <a:pt x="6042065" y="239141"/>
                  </a:lnTo>
                  <a:lnTo>
                    <a:pt x="6036592" y="239141"/>
                  </a:lnTo>
                  <a:lnTo>
                    <a:pt x="6036592" y="239141"/>
                  </a:lnTo>
                  <a:lnTo>
                    <a:pt x="6031119" y="239141"/>
                  </a:lnTo>
                  <a:lnTo>
                    <a:pt x="6031119" y="239141"/>
                  </a:lnTo>
                  <a:lnTo>
                    <a:pt x="6025646" y="239141"/>
                  </a:lnTo>
                  <a:lnTo>
                    <a:pt x="6025646" y="239141"/>
                  </a:lnTo>
                  <a:lnTo>
                    <a:pt x="6020173" y="239141"/>
                  </a:lnTo>
                  <a:lnTo>
                    <a:pt x="6020173" y="239141"/>
                  </a:lnTo>
                  <a:lnTo>
                    <a:pt x="6014701" y="239141"/>
                  </a:lnTo>
                  <a:lnTo>
                    <a:pt x="6014701" y="239141"/>
                  </a:lnTo>
                  <a:lnTo>
                    <a:pt x="6009228" y="239141"/>
                  </a:lnTo>
                  <a:lnTo>
                    <a:pt x="6009228" y="239141"/>
                  </a:lnTo>
                  <a:lnTo>
                    <a:pt x="6003755" y="239141"/>
                  </a:lnTo>
                  <a:lnTo>
                    <a:pt x="6003755" y="239141"/>
                  </a:lnTo>
                  <a:lnTo>
                    <a:pt x="5998282" y="239141"/>
                  </a:lnTo>
                  <a:lnTo>
                    <a:pt x="5998282" y="239141"/>
                  </a:lnTo>
                  <a:lnTo>
                    <a:pt x="5992809" y="239141"/>
                  </a:lnTo>
                  <a:lnTo>
                    <a:pt x="5992809" y="239141"/>
                  </a:lnTo>
                  <a:lnTo>
                    <a:pt x="5987336" y="239141"/>
                  </a:lnTo>
                  <a:lnTo>
                    <a:pt x="5987336" y="239141"/>
                  </a:lnTo>
                  <a:lnTo>
                    <a:pt x="5981863" y="239141"/>
                  </a:lnTo>
                  <a:lnTo>
                    <a:pt x="5981863" y="239141"/>
                  </a:lnTo>
                  <a:lnTo>
                    <a:pt x="5976390" y="239141"/>
                  </a:lnTo>
                  <a:lnTo>
                    <a:pt x="5976390" y="239141"/>
                  </a:lnTo>
                  <a:lnTo>
                    <a:pt x="5970918" y="239141"/>
                  </a:lnTo>
                  <a:lnTo>
                    <a:pt x="5970918" y="239141"/>
                  </a:lnTo>
                  <a:lnTo>
                    <a:pt x="5965445" y="239141"/>
                  </a:lnTo>
                  <a:lnTo>
                    <a:pt x="5965445" y="239141"/>
                  </a:lnTo>
                  <a:lnTo>
                    <a:pt x="5959972" y="239141"/>
                  </a:lnTo>
                  <a:lnTo>
                    <a:pt x="5959972" y="239141"/>
                  </a:lnTo>
                  <a:lnTo>
                    <a:pt x="5954499" y="239141"/>
                  </a:lnTo>
                  <a:lnTo>
                    <a:pt x="5954499" y="239141"/>
                  </a:lnTo>
                  <a:lnTo>
                    <a:pt x="5949026" y="239141"/>
                  </a:lnTo>
                  <a:lnTo>
                    <a:pt x="5949026" y="239141"/>
                  </a:lnTo>
                  <a:lnTo>
                    <a:pt x="5943553" y="239141"/>
                  </a:lnTo>
                  <a:lnTo>
                    <a:pt x="5943553" y="239141"/>
                  </a:lnTo>
                  <a:lnTo>
                    <a:pt x="5938080" y="239141"/>
                  </a:lnTo>
                  <a:lnTo>
                    <a:pt x="5938080" y="239141"/>
                  </a:lnTo>
                  <a:lnTo>
                    <a:pt x="5932607" y="239141"/>
                  </a:lnTo>
                  <a:lnTo>
                    <a:pt x="5932607" y="239141"/>
                  </a:lnTo>
                  <a:lnTo>
                    <a:pt x="5927134" y="239141"/>
                  </a:lnTo>
                  <a:lnTo>
                    <a:pt x="5927134" y="239141"/>
                  </a:lnTo>
                  <a:lnTo>
                    <a:pt x="5921662" y="239141"/>
                  </a:lnTo>
                  <a:lnTo>
                    <a:pt x="5921662" y="239141"/>
                  </a:lnTo>
                  <a:lnTo>
                    <a:pt x="5916189" y="239141"/>
                  </a:lnTo>
                  <a:lnTo>
                    <a:pt x="5916189" y="239141"/>
                  </a:lnTo>
                  <a:lnTo>
                    <a:pt x="5910716" y="239141"/>
                  </a:lnTo>
                  <a:lnTo>
                    <a:pt x="5910716" y="239141"/>
                  </a:lnTo>
                  <a:lnTo>
                    <a:pt x="5905243" y="239141"/>
                  </a:lnTo>
                  <a:lnTo>
                    <a:pt x="5905243" y="239141"/>
                  </a:lnTo>
                  <a:lnTo>
                    <a:pt x="5899770" y="239141"/>
                  </a:lnTo>
                  <a:lnTo>
                    <a:pt x="5899770" y="239141"/>
                  </a:lnTo>
                  <a:lnTo>
                    <a:pt x="5894297" y="239141"/>
                  </a:lnTo>
                  <a:lnTo>
                    <a:pt x="5894297" y="239141"/>
                  </a:lnTo>
                  <a:lnTo>
                    <a:pt x="5888824" y="239141"/>
                  </a:lnTo>
                  <a:lnTo>
                    <a:pt x="5888824" y="239141"/>
                  </a:lnTo>
                  <a:lnTo>
                    <a:pt x="5883351" y="239141"/>
                  </a:lnTo>
                  <a:lnTo>
                    <a:pt x="5883351" y="239141"/>
                  </a:lnTo>
                  <a:lnTo>
                    <a:pt x="5877878" y="239141"/>
                  </a:lnTo>
                  <a:lnTo>
                    <a:pt x="5877878" y="239141"/>
                  </a:lnTo>
                  <a:lnTo>
                    <a:pt x="5872406" y="239141"/>
                  </a:lnTo>
                  <a:lnTo>
                    <a:pt x="5872406" y="239141"/>
                  </a:lnTo>
                  <a:lnTo>
                    <a:pt x="5866933" y="239141"/>
                  </a:lnTo>
                  <a:lnTo>
                    <a:pt x="5866933" y="239141"/>
                  </a:lnTo>
                  <a:lnTo>
                    <a:pt x="5861460" y="239141"/>
                  </a:lnTo>
                  <a:lnTo>
                    <a:pt x="5861460" y="239141"/>
                  </a:lnTo>
                  <a:lnTo>
                    <a:pt x="5855987" y="239141"/>
                  </a:lnTo>
                  <a:lnTo>
                    <a:pt x="5855987" y="239141"/>
                  </a:lnTo>
                  <a:lnTo>
                    <a:pt x="5850514" y="239141"/>
                  </a:lnTo>
                  <a:lnTo>
                    <a:pt x="5850514" y="239141"/>
                  </a:lnTo>
                  <a:lnTo>
                    <a:pt x="5845041" y="239141"/>
                  </a:lnTo>
                  <a:lnTo>
                    <a:pt x="5845041" y="239141"/>
                  </a:lnTo>
                  <a:lnTo>
                    <a:pt x="5839568" y="239141"/>
                  </a:lnTo>
                  <a:lnTo>
                    <a:pt x="5839568" y="239141"/>
                  </a:lnTo>
                  <a:lnTo>
                    <a:pt x="5834095" y="239141"/>
                  </a:lnTo>
                  <a:lnTo>
                    <a:pt x="5834095" y="239141"/>
                  </a:lnTo>
                  <a:lnTo>
                    <a:pt x="5828622" y="239141"/>
                  </a:lnTo>
                  <a:lnTo>
                    <a:pt x="5828622" y="239141"/>
                  </a:lnTo>
                  <a:lnTo>
                    <a:pt x="5823150" y="239141"/>
                  </a:lnTo>
                  <a:lnTo>
                    <a:pt x="5823150" y="239141"/>
                  </a:lnTo>
                  <a:lnTo>
                    <a:pt x="5817677" y="239141"/>
                  </a:lnTo>
                  <a:lnTo>
                    <a:pt x="5817677" y="239141"/>
                  </a:lnTo>
                  <a:lnTo>
                    <a:pt x="5812204" y="239141"/>
                  </a:lnTo>
                  <a:lnTo>
                    <a:pt x="5812204" y="239141"/>
                  </a:lnTo>
                  <a:lnTo>
                    <a:pt x="5806731" y="239141"/>
                  </a:lnTo>
                  <a:lnTo>
                    <a:pt x="5806731" y="264393"/>
                  </a:lnTo>
                  <a:lnTo>
                    <a:pt x="5801258" y="264393"/>
                  </a:lnTo>
                  <a:lnTo>
                    <a:pt x="5801258" y="264393"/>
                  </a:lnTo>
                  <a:lnTo>
                    <a:pt x="5795785" y="264393"/>
                  </a:lnTo>
                  <a:lnTo>
                    <a:pt x="5795785" y="264393"/>
                  </a:lnTo>
                  <a:lnTo>
                    <a:pt x="5790312" y="264393"/>
                  </a:lnTo>
                  <a:lnTo>
                    <a:pt x="5790312" y="264393"/>
                  </a:lnTo>
                  <a:lnTo>
                    <a:pt x="5784839" y="264393"/>
                  </a:lnTo>
                  <a:lnTo>
                    <a:pt x="5784839" y="264393"/>
                  </a:lnTo>
                  <a:lnTo>
                    <a:pt x="5779367" y="264393"/>
                  </a:lnTo>
                  <a:lnTo>
                    <a:pt x="5779367" y="264393"/>
                  </a:lnTo>
                  <a:lnTo>
                    <a:pt x="5773894" y="264393"/>
                  </a:lnTo>
                  <a:lnTo>
                    <a:pt x="5773894" y="264393"/>
                  </a:lnTo>
                  <a:lnTo>
                    <a:pt x="5768421" y="264393"/>
                  </a:lnTo>
                  <a:lnTo>
                    <a:pt x="5768421" y="264393"/>
                  </a:lnTo>
                  <a:lnTo>
                    <a:pt x="5762948" y="264393"/>
                  </a:lnTo>
                  <a:lnTo>
                    <a:pt x="5762948" y="264393"/>
                  </a:lnTo>
                  <a:lnTo>
                    <a:pt x="5757475" y="264393"/>
                  </a:lnTo>
                  <a:lnTo>
                    <a:pt x="5757475" y="264393"/>
                  </a:lnTo>
                  <a:lnTo>
                    <a:pt x="5752002" y="264393"/>
                  </a:lnTo>
                  <a:lnTo>
                    <a:pt x="5752002" y="264393"/>
                  </a:lnTo>
                  <a:lnTo>
                    <a:pt x="5746529" y="264393"/>
                  </a:lnTo>
                  <a:lnTo>
                    <a:pt x="5746529" y="264393"/>
                  </a:lnTo>
                  <a:lnTo>
                    <a:pt x="5741056" y="264393"/>
                  </a:lnTo>
                  <a:lnTo>
                    <a:pt x="5741056" y="264393"/>
                  </a:lnTo>
                  <a:lnTo>
                    <a:pt x="5735583" y="264393"/>
                  </a:lnTo>
                  <a:lnTo>
                    <a:pt x="5735583" y="264393"/>
                  </a:lnTo>
                  <a:lnTo>
                    <a:pt x="5730111" y="264393"/>
                  </a:lnTo>
                  <a:lnTo>
                    <a:pt x="5730111" y="264393"/>
                  </a:lnTo>
                  <a:lnTo>
                    <a:pt x="5724638" y="264393"/>
                  </a:lnTo>
                  <a:lnTo>
                    <a:pt x="5724638" y="264393"/>
                  </a:lnTo>
                  <a:lnTo>
                    <a:pt x="5719165" y="264393"/>
                  </a:lnTo>
                  <a:lnTo>
                    <a:pt x="5719165" y="264393"/>
                  </a:lnTo>
                  <a:lnTo>
                    <a:pt x="5713692" y="264393"/>
                  </a:lnTo>
                  <a:lnTo>
                    <a:pt x="5713692" y="264393"/>
                  </a:lnTo>
                  <a:lnTo>
                    <a:pt x="5708219" y="264393"/>
                  </a:lnTo>
                  <a:lnTo>
                    <a:pt x="5708219" y="264393"/>
                  </a:lnTo>
                  <a:lnTo>
                    <a:pt x="5702746" y="264393"/>
                  </a:lnTo>
                  <a:lnTo>
                    <a:pt x="5702746" y="264393"/>
                  </a:lnTo>
                  <a:lnTo>
                    <a:pt x="5697273" y="264393"/>
                  </a:lnTo>
                  <a:lnTo>
                    <a:pt x="5697273" y="264393"/>
                  </a:lnTo>
                  <a:lnTo>
                    <a:pt x="5691800" y="264393"/>
                  </a:lnTo>
                  <a:lnTo>
                    <a:pt x="5691800" y="264393"/>
                  </a:lnTo>
                  <a:lnTo>
                    <a:pt x="5686327" y="264393"/>
                  </a:lnTo>
                  <a:lnTo>
                    <a:pt x="5686327" y="264393"/>
                  </a:lnTo>
                  <a:lnTo>
                    <a:pt x="5680855" y="264393"/>
                  </a:lnTo>
                  <a:lnTo>
                    <a:pt x="5680855" y="264393"/>
                  </a:lnTo>
                  <a:lnTo>
                    <a:pt x="5675382" y="264393"/>
                  </a:lnTo>
                  <a:lnTo>
                    <a:pt x="5675382" y="264393"/>
                  </a:lnTo>
                  <a:lnTo>
                    <a:pt x="5669909" y="264393"/>
                  </a:lnTo>
                  <a:lnTo>
                    <a:pt x="5669909" y="264393"/>
                  </a:lnTo>
                  <a:lnTo>
                    <a:pt x="5664436" y="264393"/>
                  </a:lnTo>
                  <a:lnTo>
                    <a:pt x="5664436" y="264393"/>
                  </a:lnTo>
                  <a:lnTo>
                    <a:pt x="5658963" y="264393"/>
                  </a:lnTo>
                  <a:lnTo>
                    <a:pt x="5658963" y="264393"/>
                  </a:lnTo>
                  <a:lnTo>
                    <a:pt x="5653490" y="264393"/>
                  </a:lnTo>
                  <a:lnTo>
                    <a:pt x="5653490" y="264393"/>
                  </a:lnTo>
                  <a:lnTo>
                    <a:pt x="5648017" y="264393"/>
                  </a:lnTo>
                  <a:lnTo>
                    <a:pt x="5648017" y="264393"/>
                  </a:lnTo>
                  <a:lnTo>
                    <a:pt x="5642544" y="264393"/>
                  </a:lnTo>
                  <a:lnTo>
                    <a:pt x="5642544" y="264393"/>
                  </a:lnTo>
                  <a:lnTo>
                    <a:pt x="5637071" y="264393"/>
                  </a:lnTo>
                  <a:lnTo>
                    <a:pt x="5637071" y="264393"/>
                  </a:lnTo>
                  <a:lnTo>
                    <a:pt x="5631599" y="264393"/>
                  </a:lnTo>
                  <a:lnTo>
                    <a:pt x="5631599" y="264393"/>
                  </a:lnTo>
                  <a:lnTo>
                    <a:pt x="5626126" y="264393"/>
                  </a:lnTo>
                  <a:lnTo>
                    <a:pt x="5626126" y="264393"/>
                  </a:lnTo>
                  <a:lnTo>
                    <a:pt x="5620653" y="264393"/>
                  </a:lnTo>
                  <a:lnTo>
                    <a:pt x="5620653" y="264393"/>
                  </a:lnTo>
                  <a:lnTo>
                    <a:pt x="5615180" y="264393"/>
                  </a:lnTo>
                  <a:lnTo>
                    <a:pt x="5615180" y="264393"/>
                  </a:lnTo>
                  <a:lnTo>
                    <a:pt x="5609707" y="264393"/>
                  </a:lnTo>
                  <a:lnTo>
                    <a:pt x="5609707" y="264393"/>
                  </a:lnTo>
                  <a:lnTo>
                    <a:pt x="5604234" y="264393"/>
                  </a:lnTo>
                  <a:lnTo>
                    <a:pt x="5604234" y="264393"/>
                  </a:lnTo>
                  <a:lnTo>
                    <a:pt x="5598761" y="264393"/>
                  </a:lnTo>
                  <a:lnTo>
                    <a:pt x="5598761" y="264393"/>
                  </a:lnTo>
                  <a:lnTo>
                    <a:pt x="5593288" y="264393"/>
                  </a:lnTo>
                  <a:lnTo>
                    <a:pt x="5593288" y="264393"/>
                  </a:lnTo>
                  <a:lnTo>
                    <a:pt x="5587816" y="264393"/>
                  </a:lnTo>
                  <a:lnTo>
                    <a:pt x="5587816" y="264393"/>
                  </a:lnTo>
                  <a:lnTo>
                    <a:pt x="5582343" y="264393"/>
                  </a:lnTo>
                  <a:lnTo>
                    <a:pt x="5582343" y="264393"/>
                  </a:lnTo>
                  <a:lnTo>
                    <a:pt x="5576870" y="264393"/>
                  </a:lnTo>
                  <a:lnTo>
                    <a:pt x="5576870" y="264393"/>
                  </a:lnTo>
                  <a:lnTo>
                    <a:pt x="5571397" y="264393"/>
                  </a:lnTo>
                  <a:lnTo>
                    <a:pt x="5571397" y="264393"/>
                  </a:lnTo>
                  <a:lnTo>
                    <a:pt x="5565924" y="264393"/>
                  </a:lnTo>
                  <a:lnTo>
                    <a:pt x="5565924" y="264393"/>
                  </a:lnTo>
                  <a:lnTo>
                    <a:pt x="5560451" y="264393"/>
                  </a:lnTo>
                  <a:lnTo>
                    <a:pt x="5560451" y="264393"/>
                  </a:lnTo>
                  <a:lnTo>
                    <a:pt x="5554978" y="264393"/>
                  </a:lnTo>
                  <a:lnTo>
                    <a:pt x="5554978" y="264393"/>
                  </a:lnTo>
                  <a:lnTo>
                    <a:pt x="5549505" y="264393"/>
                  </a:lnTo>
                  <a:lnTo>
                    <a:pt x="5549505" y="264393"/>
                  </a:lnTo>
                  <a:lnTo>
                    <a:pt x="5544032" y="264393"/>
                  </a:lnTo>
                  <a:lnTo>
                    <a:pt x="5544032" y="264393"/>
                  </a:lnTo>
                  <a:lnTo>
                    <a:pt x="5538560" y="264393"/>
                  </a:lnTo>
                  <a:lnTo>
                    <a:pt x="5538560" y="264393"/>
                  </a:lnTo>
                  <a:lnTo>
                    <a:pt x="5533087" y="264393"/>
                  </a:lnTo>
                  <a:lnTo>
                    <a:pt x="5533087" y="264393"/>
                  </a:lnTo>
                  <a:lnTo>
                    <a:pt x="5527614" y="264393"/>
                  </a:lnTo>
                  <a:lnTo>
                    <a:pt x="5527614" y="264393"/>
                  </a:lnTo>
                  <a:lnTo>
                    <a:pt x="5522141" y="264393"/>
                  </a:lnTo>
                  <a:lnTo>
                    <a:pt x="5522141" y="264393"/>
                  </a:lnTo>
                  <a:lnTo>
                    <a:pt x="5516668" y="264393"/>
                  </a:lnTo>
                  <a:lnTo>
                    <a:pt x="5516668" y="264393"/>
                  </a:lnTo>
                  <a:lnTo>
                    <a:pt x="5511195" y="264393"/>
                  </a:lnTo>
                  <a:lnTo>
                    <a:pt x="5511195" y="264393"/>
                  </a:lnTo>
                  <a:lnTo>
                    <a:pt x="5505722" y="264393"/>
                  </a:lnTo>
                  <a:lnTo>
                    <a:pt x="5505722" y="264393"/>
                  </a:lnTo>
                  <a:lnTo>
                    <a:pt x="5500249" y="264393"/>
                  </a:lnTo>
                  <a:lnTo>
                    <a:pt x="5500249" y="264393"/>
                  </a:lnTo>
                  <a:lnTo>
                    <a:pt x="5494776" y="264393"/>
                  </a:lnTo>
                  <a:lnTo>
                    <a:pt x="5494776" y="264393"/>
                  </a:lnTo>
                  <a:lnTo>
                    <a:pt x="5489304" y="264393"/>
                  </a:lnTo>
                  <a:lnTo>
                    <a:pt x="5489304" y="264393"/>
                  </a:lnTo>
                  <a:lnTo>
                    <a:pt x="5483831" y="264393"/>
                  </a:lnTo>
                  <a:lnTo>
                    <a:pt x="5483831" y="264393"/>
                  </a:lnTo>
                  <a:lnTo>
                    <a:pt x="5478358" y="264393"/>
                  </a:lnTo>
                  <a:lnTo>
                    <a:pt x="5478358" y="264393"/>
                  </a:lnTo>
                  <a:lnTo>
                    <a:pt x="5472885" y="264393"/>
                  </a:lnTo>
                  <a:lnTo>
                    <a:pt x="5472885" y="264393"/>
                  </a:lnTo>
                  <a:lnTo>
                    <a:pt x="5467412" y="264393"/>
                  </a:lnTo>
                  <a:lnTo>
                    <a:pt x="5467412" y="264393"/>
                  </a:lnTo>
                  <a:lnTo>
                    <a:pt x="5461939" y="264393"/>
                  </a:lnTo>
                  <a:lnTo>
                    <a:pt x="5461939" y="264393"/>
                  </a:lnTo>
                  <a:lnTo>
                    <a:pt x="5456466" y="264393"/>
                  </a:lnTo>
                  <a:lnTo>
                    <a:pt x="5456466" y="264393"/>
                  </a:lnTo>
                  <a:lnTo>
                    <a:pt x="5450993" y="264393"/>
                  </a:lnTo>
                  <a:lnTo>
                    <a:pt x="5450993" y="264393"/>
                  </a:lnTo>
                  <a:lnTo>
                    <a:pt x="5445520" y="264393"/>
                  </a:lnTo>
                  <a:lnTo>
                    <a:pt x="5445520" y="264393"/>
                  </a:lnTo>
                  <a:lnTo>
                    <a:pt x="5440048" y="264393"/>
                  </a:lnTo>
                  <a:lnTo>
                    <a:pt x="5440048" y="264393"/>
                  </a:lnTo>
                  <a:lnTo>
                    <a:pt x="5434575" y="264393"/>
                  </a:lnTo>
                  <a:lnTo>
                    <a:pt x="5434575" y="264393"/>
                  </a:lnTo>
                  <a:lnTo>
                    <a:pt x="5429102" y="264393"/>
                  </a:lnTo>
                  <a:lnTo>
                    <a:pt x="5429102" y="264393"/>
                  </a:lnTo>
                  <a:lnTo>
                    <a:pt x="5423629" y="264393"/>
                  </a:lnTo>
                  <a:lnTo>
                    <a:pt x="5423629" y="264393"/>
                  </a:lnTo>
                  <a:lnTo>
                    <a:pt x="5418156" y="264393"/>
                  </a:lnTo>
                  <a:lnTo>
                    <a:pt x="5418156" y="264393"/>
                  </a:lnTo>
                  <a:lnTo>
                    <a:pt x="5412683" y="264393"/>
                  </a:lnTo>
                  <a:lnTo>
                    <a:pt x="5412683" y="264393"/>
                  </a:lnTo>
                  <a:lnTo>
                    <a:pt x="5407210" y="264393"/>
                  </a:lnTo>
                  <a:lnTo>
                    <a:pt x="5407210" y="264393"/>
                  </a:lnTo>
                  <a:lnTo>
                    <a:pt x="5401737" y="264393"/>
                  </a:lnTo>
                  <a:lnTo>
                    <a:pt x="5401737" y="264393"/>
                  </a:lnTo>
                  <a:lnTo>
                    <a:pt x="5396265" y="264393"/>
                  </a:lnTo>
                  <a:lnTo>
                    <a:pt x="5396265" y="264393"/>
                  </a:lnTo>
                  <a:lnTo>
                    <a:pt x="5390792" y="264393"/>
                  </a:lnTo>
                  <a:lnTo>
                    <a:pt x="5390792" y="264393"/>
                  </a:lnTo>
                  <a:lnTo>
                    <a:pt x="5385319" y="264393"/>
                  </a:lnTo>
                  <a:lnTo>
                    <a:pt x="5385319" y="264393"/>
                  </a:lnTo>
                  <a:lnTo>
                    <a:pt x="5379846" y="264393"/>
                  </a:lnTo>
                  <a:lnTo>
                    <a:pt x="5379846" y="264393"/>
                  </a:lnTo>
                  <a:lnTo>
                    <a:pt x="5374373" y="264393"/>
                  </a:lnTo>
                  <a:lnTo>
                    <a:pt x="5374373" y="264393"/>
                  </a:lnTo>
                  <a:lnTo>
                    <a:pt x="5368900" y="264393"/>
                  </a:lnTo>
                  <a:lnTo>
                    <a:pt x="5368900" y="264393"/>
                  </a:lnTo>
                  <a:lnTo>
                    <a:pt x="5363427" y="264393"/>
                  </a:lnTo>
                  <a:lnTo>
                    <a:pt x="5363427" y="264393"/>
                  </a:lnTo>
                  <a:lnTo>
                    <a:pt x="5357954" y="264393"/>
                  </a:lnTo>
                  <a:lnTo>
                    <a:pt x="5357954" y="264393"/>
                  </a:lnTo>
                  <a:lnTo>
                    <a:pt x="5352481" y="264393"/>
                  </a:lnTo>
                  <a:lnTo>
                    <a:pt x="5352481" y="264393"/>
                  </a:lnTo>
                  <a:lnTo>
                    <a:pt x="5347009" y="264393"/>
                  </a:lnTo>
                  <a:lnTo>
                    <a:pt x="5347009" y="264393"/>
                  </a:lnTo>
                  <a:lnTo>
                    <a:pt x="5341536" y="264393"/>
                  </a:lnTo>
                  <a:lnTo>
                    <a:pt x="5341536" y="264393"/>
                  </a:lnTo>
                  <a:lnTo>
                    <a:pt x="5336063" y="264393"/>
                  </a:lnTo>
                  <a:lnTo>
                    <a:pt x="5336063" y="264393"/>
                  </a:lnTo>
                  <a:lnTo>
                    <a:pt x="5330590" y="264393"/>
                  </a:lnTo>
                  <a:lnTo>
                    <a:pt x="5330590" y="264393"/>
                  </a:lnTo>
                  <a:lnTo>
                    <a:pt x="5325117" y="264393"/>
                  </a:lnTo>
                  <a:lnTo>
                    <a:pt x="5325117" y="264393"/>
                  </a:lnTo>
                  <a:lnTo>
                    <a:pt x="5319644" y="264393"/>
                  </a:lnTo>
                  <a:lnTo>
                    <a:pt x="5319644" y="264393"/>
                  </a:lnTo>
                  <a:lnTo>
                    <a:pt x="5314171" y="264393"/>
                  </a:lnTo>
                  <a:lnTo>
                    <a:pt x="5314171" y="264393"/>
                  </a:lnTo>
                  <a:lnTo>
                    <a:pt x="5308698" y="264393"/>
                  </a:lnTo>
                  <a:lnTo>
                    <a:pt x="5308698" y="264393"/>
                  </a:lnTo>
                  <a:lnTo>
                    <a:pt x="5303225" y="264393"/>
                  </a:lnTo>
                  <a:lnTo>
                    <a:pt x="5303225" y="264393"/>
                  </a:lnTo>
                  <a:lnTo>
                    <a:pt x="5297753" y="264393"/>
                  </a:lnTo>
                  <a:lnTo>
                    <a:pt x="5297753" y="264393"/>
                  </a:lnTo>
                  <a:lnTo>
                    <a:pt x="5292280" y="264393"/>
                  </a:lnTo>
                  <a:lnTo>
                    <a:pt x="5292280" y="264393"/>
                  </a:lnTo>
                  <a:lnTo>
                    <a:pt x="5286807" y="264393"/>
                  </a:lnTo>
                  <a:lnTo>
                    <a:pt x="5286807" y="264393"/>
                  </a:lnTo>
                  <a:lnTo>
                    <a:pt x="5281334" y="264393"/>
                  </a:lnTo>
                  <a:lnTo>
                    <a:pt x="5281334" y="264393"/>
                  </a:lnTo>
                  <a:lnTo>
                    <a:pt x="5275861" y="264393"/>
                  </a:lnTo>
                  <a:lnTo>
                    <a:pt x="5275861" y="264393"/>
                  </a:lnTo>
                  <a:lnTo>
                    <a:pt x="5270388" y="264393"/>
                  </a:lnTo>
                  <a:lnTo>
                    <a:pt x="5270388" y="264393"/>
                  </a:lnTo>
                  <a:lnTo>
                    <a:pt x="5264915" y="264393"/>
                  </a:lnTo>
                  <a:lnTo>
                    <a:pt x="5264915" y="264393"/>
                  </a:lnTo>
                  <a:lnTo>
                    <a:pt x="5259442" y="264393"/>
                  </a:lnTo>
                  <a:lnTo>
                    <a:pt x="5259442" y="264393"/>
                  </a:lnTo>
                  <a:lnTo>
                    <a:pt x="5253970" y="264393"/>
                  </a:lnTo>
                  <a:lnTo>
                    <a:pt x="5253970" y="264393"/>
                  </a:lnTo>
                  <a:lnTo>
                    <a:pt x="5248497" y="264393"/>
                  </a:lnTo>
                  <a:lnTo>
                    <a:pt x="5248497" y="264393"/>
                  </a:lnTo>
                  <a:lnTo>
                    <a:pt x="5243024" y="264393"/>
                  </a:lnTo>
                  <a:lnTo>
                    <a:pt x="5243024" y="264393"/>
                  </a:lnTo>
                  <a:lnTo>
                    <a:pt x="5237551" y="264393"/>
                  </a:lnTo>
                  <a:lnTo>
                    <a:pt x="5237551" y="264393"/>
                  </a:lnTo>
                  <a:lnTo>
                    <a:pt x="5232078" y="264393"/>
                  </a:lnTo>
                  <a:lnTo>
                    <a:pt x="5232078" y="264393"/>
                  </a:lnTo>
                  <a:lnTo>
                    <a:pt x="5226605" y="264393"/>
                  </a:lnTo>
                  <a:lnTo>
                    <a:pt x="5226605" y="264393"/>
                  </a:lnTo>
                  <a:lnTo>
                    <a:pt x="5221132" y="264393"/>
                  </a:lnTo>
                  <a:lnTo>
                    <a:pt x="5221132" y="264393"/>
                  </a:lnTo>
                  <a:lnTo>
                    <a:pt x="5215659" y="264393"/>
                  </a:lnTo>
                  <a:lnTo>
                    <a:pt x="5215659" y="264393"/>
                  </a:lnTo>
                  <a:lnTo>
                    <a:pt x="5210186" y="264393"/>
                  </a:lnTo>
                  <a:lnTo>
                    <a:pt x="5210186" y="264393"/>
                  </a:lnTo>
                  <a:lnTo>
                    <a:pt x="5204714" y="264393"/>
                  </a:lnTo>
                  <a:lnTo>
                    <a:pt x="5204714" y="264393"/>
                  </a:lnTo>
                  <a:lnTo>
                    <a:pt x="5199241" y="264393"/>
                  </a:lnTo>
                  <a:lnTo>
                    <a:pt x="5199241" y="264393"/>
                  </a:lnTo>
                  <a:lnTo>
                    <a:pt x="5193768" y="264393"/>
                  </a:lnTo>
                  <a:lnTo>
                    <a:pt x="5193768" y="264393"/>
                  </a:lnTo>
                  <a:lnTo>
                    <a:pt x="5188295" y="264393"/>
                  </a:lnTo>
                  <a:lnTo>
                    <a:pt x="5188295" y="264393"/>
                  </a:lnTo>
                  <a:lnTo>
                    <a:pt x="5182822" y="264393"/>
                  </a:lnTo>
                  <a:lnTo>
                    <a:pt x="5182822" y="264393"/>
                  </a:lnTo>
                  <a:lnTo>
                    <a:pt x="5177349" y="264393"/>
                  </a:lnTo>
                  <a:lnTo>
                    <a:pt x="5177349" y="264393"/>
                  </a:lnTo>
                  <a:lnTo>
                    <a:pt x="5171876" y="264393"/>
                  </a:lnTo>
                  <a:lnTo>
                    <a:pt x="5171876" y="264393"/>
                  </a:lnTo>
                  <a:lnTo>
                    <a:pt x="5166403" y="264393"/>
                  </a:lnTo>
                  <a:lnTo>
                    <a:pt x="5166403" y="264393"/>
                  </a:lnTo>
                  <a:lnTo>
                    <a:pt x="5160930" y="264393"/>
                  </a:lnTo>
                  <a:lnTo>
                    <a:pt x="5160930" y="264393"/>
                  </a:lnTo>
                  <a:lnTo>
                    <a:pt x="5155458" y="264393"/>
                  </a:lnTo>
                  <a:lnTo>
                    <a:pt x="5155458" y="264393"/>
                  </a:lnTo>
                  <a:lnTo>
                    <a:pt x="5149985" y="264393"/>
                  </a:lnTo>
                  <a:lnTo>
                    <a:pt x="5149985" y="264393"/>
                  </a:lnTo>
                  <a:lnTo>
                    <a:pt x="5144512" y="264393"/>
                  </a:lnTo>
                  <a:lnTo>
                    <a:pt x="5144512" y="264393"/>
                  </a:lnTo>
                  <a:lnTo>
                    <a:pt x="5139039" y="264393"/>
                  </a:lnTo>
                  <a:lnTo>
                    <a:pt x="5139039" y="264393"/>
                  </a:lnTo>
                  <a:lnTo>
                    <a:pt x="5133566" y="264393"/>
                  </a:lnTo>
                  <a:lnTo>
                    <a:pt x="5133566" y="264393"/>
                  </a:lnTo>
                  <a:lnTo>
                    <a:pt x="5128093" y="264393"/>
                  </a:lnTo>
                  <a:lnTo>
                    <a:pt x="5128093" y="264393"/>
                  </a:lnTo>
                  <a:lnTo>
                    <a:pt x="5122620" y="264393"/>
                  </a:lnTo>
                  <a:lnTo>
                    <a:pt x="5122620" y="264393"/>
                  </a:lnTo>
                  <a:lnTo>
                    <a:pt x="5117147" y="264393"/>
                  </a:lnTo>
                  <a:lnTo>
                    <a:pt x="5117147" y="264393"/>
                  </a:lnTo>
                  <a:lnTo>
                    <a:pt x="5111674" y="264393"/>
                  </a:lnTo>
                  <a:lnTo>
                    <a:pt x="5111674" y="264393"/>
                  </a:lnTo>
                  <a:lnTo>
                    <a:pt x="5106202" y="264393"/>
                  </a:lnTo>
                  <a:lnTo>
                    <a:pt x="5106202" y="264393"/>
                  </a:lnTo>
                  <a:lnTo>
                    <a:pt x="5100729" y="264393"/>
                  </a:lnTo>
                  <a:lnTo>
                    <a:pt x="5100729" y="264393"/>
                  </a:lnTo>
                  <a:lnTo>
                    <a:pt x="5095256" y="264393"/>
                  </a:lnTo>
                  <a:lnTo>
                    <a:pt x="5095256" y="264393"/>
                  </a:lnTo>
                  <a:lnTo>
                    <a:pt x="5089783" y="264393"/>
                  </a:lnTo>
                  <a:lnTo>
                    <a:pt x="5089783" y="264393"/>
                  </a:lnTo>
                  <a:lnTo>
                    <a:pt x="5084310" y="264393"/>
                  </a:lnTo>
                  <a:lnTo>
                    <a:pt x="5084310" y="264393"/>
                  </a:lnTo>
                  <a:lnTo>
                    <a:pt x="5078837" y="264393"/>
                  </a:lnTo>
                  <a:lnTo>
                    <a:pt x="5078837" y="264393"/>
                  </a:lnTo>
                  <a:lnTo>
                    <a:pt x="5073364" y="264393"/>
                  </a:lnTo>
                  <a:lnTo>
                    <a:pt x="5073364" y="264393"/>
                  </a:lnTo>
                  <a:lnTo>
                    <a:pt x="5067891" y="264393"/>
                  </a:lnTo>
                  <a:lnTo>
                    <a:pt x="5067891" y="264393"/>
                  </a:lnTo>
                  <a:lnTo>
                    <a:pt x="5062419" y="264393"/>
                  </a:lnTo>
                  <a:lnTo>
                    <a:pt x="5062419" y="264393"/>
                  </a:lnTo>
                  <a:lnTo>
                    <a:pt x="5056946" y="264393"/>
                  </a:lnTo>
                  <a:lnTo>
                    <a:pt x="5056946" y="264393"/>
                  </a:lnTo>
                  <a:lnTo>
                    <a:pt x="5051473" y="264393"/>
                  </a:lnTo>
                  <a:lnTo>
                    <a:pt x="5051473" y="264393"/>
                  </a:lnTo>
                  <a:lnTo>
                    <a:pt x="5046000" y="264393"/>
                  </a:lnTo>
                  <a:lnTo>
                    <a:pt x="5046000" y="264393"/>
                  </a:lnTo>
                  <a:lnTo>
                    <a:pt x="5040527" y="264393"/>
                  </a:lnTo>
                  <a:lnTo>
                    <a:pt x="5040527" y="264393"/>
                  </a:lnTo>
                  <a:lnTo>
                    <a:pt x="5035054" y="264393"/>
                  </a:lnTo>
                  <a:lnTo>
                    <a:pt x="5035054" y="264393"/>
                  </a:lnTo>
                  <a:lnTo>
                    <a:pt x="5029581" y="264393"/>
                  </a:lnTo>
                  <a:lnTo>
                    <a:pt x="5029581" y="264393"/>
                  </a:lnTo>
                  <a:lnTo>
                    <a:pt x="5024108" y="264393"/>
                  </a:lnTo>
                  <a:lnTo>
                    <a:pt x="5024108" y="264393"/>
                  </a:lnTo>
                  <a:lnTo>
                    <a:pt x="5018635" y="264393"/>
                  </a:lnTo>
                  <a:lnTo>
                    <a:pt x="5018635" y="264393"/>
                  </a:lnTo>
                  <a:lnTo>
                    <a:pt x="5013163" y="264393"/>
                  </a:lnTo>
                  <a:lnTo>
                    <a:pt x="5013163" y="264393"/>
                  </a:lnTo>
                  <a:lnTo>
                    <a:pt x="5007690" y="264393"/>
                  </a:lnTo>
                  <a:lnTo>
                    <a:pt x="5007690" y="264393"/>
                  </a:lnTo>
                  <a:lnTo>
                    <a:pt x="5002217" y="264393"/>
                  </a:lnTo>
                  <a:lnTo>
                    <a:pt x="5002217" y="264393"/>
                  </a:lnTo>
                  <a:lnTo>
                    <a:pt x="4996744" y="264393"/>
                  </a:lnTo>
                  <a:lnTo>
                    <a:pt x="4996744" y="286122"/>
                  </a:lnTo>
                  <a:lnTo>
                    <a:pt x="4991271" y="286122"/>
                  </a:lnTo>
                  <a:lnTo>
                    <a:pt x="4991271" y="286122"/>
                  </a:lnTo>
                  <a:lnTo>
                    <a:pt x="4985798" y="286122"/>
                  </a:lnTo>
                  <a:lnTo>
                    <a:pt x="4985798" y="286122"/>
                  </a:lnTo>
                  <a:lnTo>
                    <a:pt x="4980325" y="286122"/>
                  </a:lnTo>
                  <a:lnTo>
                    <a:pt x="4980325" y="286122"/>
                  </a:lnTo>
                  <a:lnTo>
                    <a:pt x="4974852" y="286122"/>
                  </a:lnTo>
                  <a:lnTo>
                    <a:pt x="4974852" y="286122"/>
                  </a:lnTo>
                  <a:lnTo>
                    <a:pt x="4969379" y="286122"/>
                  </a:lnTo>
                  <a:lnTo>
                    <a:pt x="4969379" y="286122"/>
                  </a:lnTo>
                  <a:lnTo>
                    <a:pt x="4963907" y="286122"/>
                  </a:lnTo>
                  <a:lnTo>
                    <a:pt x="4963907" y="286122"/>
                  </a:lnTo>
                  <a:lnTo>
                    <a:pt x="4958434" y="286122"/>
                  </a:lnTo>
                  <a:lnTo>
                    <a:pt x="4958434" y="286122"/>
                  </a:lnTo>
                  <a:lnTo>
                    <a:pt x="4952961" y="286122"/>
                  </a:lnTo>
                  <a:lnTo>
                    <a:pt x="4952961" y="286122"/>
                  </a:lnTo>
                  <a:lnTo>
                    <a:pt x="4947488" y="286122"/>
                  </a:lnTo>
                  <a:lnTo>
                    <a:pt x="4947488" y="286122"/>
                  </a:lnTo>
                  <a:lnTo>
                    <a:pt x="4942015" y="286122"/>
                  </a:lnTo>
                  <a:lnTo>
                    <a:pt x="4942015" y="286122"/>
                  </a:lnTo>
                  <a:lnTo>
                    <a:pt x="4936542" y="286122"/>
                  </a:lnTo>
                  <a:lnTo>
                    <a:pt x="4936542" y="286122"/>
                  </a:lnTo>
                  <a:lnTo>
                    <a:pt x="4931069" y="286122"/>
                  </a:lnTo>
                  <a:lnTo>
                    <a:pt x="4931069" y="286122"/>
                  </a:lnTo>
                  <a:lnTo>
                    <a:pt x="4925596" y="286122"/>
                  </a:lnTo>
                  <a:lnTo>
                    <a:pt x="4925596" y="307714"/>
                  </a:lnTo>
                  <a:lnTo>
                    <a:pt x="4920123" y="307714"/>
                  </a:lnTo>
                  <a:lnTo>
                    <a:pt x="4920123" y="307714"/>
                  </a:lnTo>
                  <a:lnTo>
                    <a:pt x="4914651" y="307714"/>
                  </a:lnTo>
                  <a:lnTo>
                    <a:pt x="4914651" y="307714"/>
                  </a:lnTo>
                  <a:lnTo>
                    <a:pt x="4909178" y="307714"/>
                  </a:lnTo>
                  <a:lnTo>
                    <a:pt x="4909178" y="329273"/>
                  </a:lnTo>
                  <a:lnTo>
                    <a:pt x="4903705" y="329273"/>
                  </a:lnTo>
                  <a:lnTo>
                    <a:pt x="4903705" y="329273"/>
                  </a:lnTo>
                  <a:lnTo>
                    <a:pt x="4898232" y="329273"/>
                  </a:lnTo>
                  <a:lnTo>
                    <a:pt x="4898232" y="329273"/>
                  </a:lnTo>
                  <a:lnTo>
                    <a:pt x="4892759" y="329273"/>
                  </a:lnTo>
                  <a:lnTo>
                    <a:pt x="4892759" y="329273"/>
                  </a:lnTo>
                  <a:lnTo>
                    <a:pt x="4887286" y="329273"/>
                  </a:lnTo>
                  <a:lnTo>
                    <a:pt x="4887286" y="329273"/>
                  </a:lnTo>
                  <a:lnTo>
                    <a:pt x="4881813" y="329273"/>
                  </a:lnTo>
                  <a:lnTo>
                    <a:pt x="4881813" y="329273"/>
                  </a:lnTo>
                  <a:lnTo>
                    <a:pt x="4876340" y="329273"/>
                  </a:lnTo>
                  <a:lnTo>
                    <a:pt x="4876340" y="329273"/>
                  </a:lnTo>
                  <a:lnTo>
                    <a:pt x="4870868" y="329273"/>
                  </a:lnTo>
                  <a:lnTo>
                    <a:pt x="4870868" y="329273"/>
                  </a:lnTo>
                  <a:lnTo>
                    <a:pt x="4865395" y="329273"/>
                  </a:lnTo>
                  <a:lnTo>
                    <a:pt x="4865395" y="329273"/>
                  </a:lnTo>
                  <a:lnTo>
                    <a:pt x="4859922" y="329273"/>
                  </a:lnTo>
                  <a:lnTo>
                    <a:pt x="4859922" y="329273"/>
                  </a:lnTo>
                  <a:lnTo>
                    <a:pt x="4854449" y="329273"/>
                  </a:lnTo>
                  <a:lnTo>
                    <a:pt x="4854449" y="329273"/>
                  </a:lnTo>
                  <a:lnTo>
                    <a:pt x="4848976" y="329273"/>
                  </a:lnTo>
                  <a:lnTo>
                    <a:pt x="4848976" y="329273"/>
                  </a:lnTo>
                  <a:lnTo>
                    <a:pt x="4843503" y="329273"/>
                  </a:lnTo>
                  <a:lnTo>
                    <a:pt x="4843503" y="329273"/>
                  </a:lnTo>
                  <a:lnTo>
                    <a:pt x="4838030" y="329273"/>
                  </a:lnTo>
                  <a:lnTo>
                    <a:pt x="4838030" y="329273"/>
                  </a:lnTo>
                  <a:lnTo>
                    <a:pt x="4832557" y="329273"/>
                  </a:lnTo>
                  <a:lnTo>
                    <a:pt x="4832557" y="329273"/>
                  </a:lnTo>
                  <a:lnTo>
                    <a:pt x="4827084" y="329273"/>
                  </a:lnTo>
                  <a:lnTo>
                    <a:pt x="4827084" y="329273"/>
                  </a:lnTo>
                  <a:lnTo>
                    <a:pt x="4821612" y="329273"/>
                  </a:lnTo>
                  <a:lnTo>
                    <a:pt x="4821612" y="329273"/>
                  </a:lnTo>
                  <a:lnTo>
                    <a:pt x="4816139" y="329273"/>
                  </a:lnTo>
                  <a:lnTo>
                    <a:pt x="4816139" y="350544"/>
                  </a:lnTo>
                  <a:lnTo>
                    <a:pt x="4810666" y="350544"/>
                  </a:lnTo>
                  <a:lnTo>
                    <a:pt x="4810666" y="350544"/>
                  </a:lnTo>
                  <a:lnTo>
                    <a:pt x="4805193" y="350544"/>
                  </a:lnTo>
                  <a:lnTo>
                    <a:pt x="4805193" y="350544"/>
                  </a:lnTo>
                  <a:lnTo>
                    <a:pt x="4799720" y="350544"/>
                  </a:lnTo>
                  <a:lnTo>
                    <a:pt x="4799720" y="350544"/>
                  </a:lnTo>
                  <a:lnTo>
                    <a:pt x="4794247" y="350544"/>
                  </a:lnTo>
                  <a:lnTo>
                    <a:pt x="4794247" y="350544"/>
                  </a:lnTo>
                  <a:lnTo>
                    <a:pt x="4788774" y="350544"/>
                  </a:lnTo>
                  <a:lnTo>
                    <a:pt x="4788774" y="350544"/>
                  </a:lnTo>
                  <a:lnTo>
                    <a:pt x="4783301" y="350544"/>
                  </a:lnTo>
                  <a:lnTo>
                    <a:pt x="4783301" y="350544"/>
                  </a:lnTo>
                  <a:lnTo>
                    <a:pt x="4777828" y="350544"/>
                  </a:lnTo>
                  <a:lnTo>
                    <a:pt x="4777828" y="350544"/>
                  </a:lnTo>
                  <a:lnTo>
                    <a:pt x="4772356" y="350544"/>
                  </a:lnTo>
                  <a:lnTo>
                    <a:pt x="4772356" y="350544"/>
                  </a:lnTo>
                  <a:lnTo>
                    <a:pt x="4766883" y="350544"/>
                  </a:lnTo>
                  <a:lnTo>
                    <a:pt x="4766883" y="350544"/>
                  </a:lnTo>
                  <a:lnTo>
                    <a:pt x="4761410" y="350544"/>
                  </a:lnTo>
                  <a:lnTo>
                    <a:pt x="4761410" y="350544"/>
                  </a:lnTo>
                  <a:lnTo>
                    <a:pt x="4755937" y="350544"/>
                  </a:lnTo>
                  <a:lnTo>
                    <a:pt x="4755937" y="350544"/>
                  </a:lnTo>
                  <a:lnTo>
                    <a:pt x="4750464" y="350544"/>
                  </a:lnTo>
                  <a:lnTo>
                    <a:pt x="4750464" y="350544"/>
                  </a:lnTo>
                  <a:lnTo>
                    <a:pt x="4744991" y="350544"/>
                  </a:lnTo>
                  <a:lnTo>
                    <a:pt x="4744991" y="350544"/>
                  </a:lnTo>
                  <a:lnTo>
                    <a:pt x="4739518" y="350544"/>
                  </a:lnTo>
                  <a:lnTo>
                    <a:pt x="4739518" y="350544"/>
                  </a:lnTo>
                  <a:lnTo>
                    <a:pt x="4734045" y="350544"/>
                  </a:lnTo>
                  <a:lnTo>
                    <a:pt x="4734045" y="350544"/>
                  </a:lnTo>
                  <a:lnTo>
                    <a:pt x="4728573" y="350544"/>
                  </a:lnTo>
                  <a:lnTo>
                    <a:pt x="4728573" y="350544"/>
                  </a:lnTo>
                  <a:lnTo>
                    <a:pt x="4723100" y="350544"/>
                  </a:lnTo>
                  <a:lnTo>
                    <a:pt x="4723100" y="350544"/>
                  </a:lnTo>
                  <a:lnTo>
                    <a:pt x="4717627" y="350544"/>
                  </a:lnTo>
                  <a:lnTo>
                    <a:pt x="4717627" y="350544"/>
                  </a:lnTo>
                  <a:lnTo>
                    <a:pt x="4712154" y="350544"/>
                  </a:lnTo>
                  <a:lnTo>
                    <a:pt x="4712154" y="350544"/>
                  </a:lnTo>
                  <a:lnTo>
                    <a:pt x="4706681" y="350544"/>
                  </a:lnTo>
                  <a:lnTo>
                    <a:pt x="4706681" y="350544"/>
                  </a:lnTo>
                  <a:lnTo>
                    <a:pt x="4701208" y="350544"/>
                  </a:lnTo>
                  <a:lnTo>
                    <a:pt x="4701208" y="350544"/>
                  </a:lnTo>
                  <a:lnTo>
                    <a:pt x="4695735" y="350544"/>
                  </a:lnTo>
                  <a:lnTo>
                    <a:pt x="4695735" y="350544"/>
                  </a:lnTo>
                  <a:lnTo>
                    <a:pt x="4690262" y="350544"/>
                  </a:lnTo>
                  <a:lnTo>
                    <a:pt x="4690262" y="350544"/>
                  </a:lnTo>
                  <a:lnTo>
                    <a:pt x="4684789" y="350544"/>
                  </a:lnTo>
                  <a:lnTo>
                    <a:pt x="4684789" y="350544"/>
                  </a:lnTo>
                  <a:lnTo>
                    <a:pt x="4679317" y="350544"/>
                  </a:lnTo>
                  <a:lnTo>
                    <a:pt x="4679317" y="350544"/>
                  </a:lnTo>
                  <a:lnTo>
                    <a:pt x="4673844" y="350544"/>
                  </a:lnTo>
                  <a:lnTo>
                    <a:pt x="4673844" y="350544"/>
                  </a:lnTo>
                  <a:lnTo>
                    <a:pt x="4668371" y="350544"/>
                  </a:lnTo>
                  <a:lnTo>
                    <a:pt x="4668371" y="350544"/>
                  </a:lnTo>
                  <a:lnTo>
                    <a:pt x="4662898" y="350544"/>
                  </a:lnTo>
                  <a:lnTo>
                    <a:pt x="4662898" y="350544"/>
                  </a:lnTo>
                  <a:lnTo>
                    <a:pt x="4657425" y="350544"/>
                  </a:lnTo>
                  <a:lnTo>
                    <a:pt x="4657425" y="350544"/>
                  </a:lnTo>
                  <a:lnTo>
                    <a:pt x="4651952" y="350544"/>
                  </a:lnTo>
                  <a:lnTo>
                    <a:pt x="4651952" y="350544"/>
                  </a:lnTo>
                  <a:lnTo>
                    <a:pt x="4646479" y="350544"/>
                  </a:lnTo>
                  <a:lnTo>
                    <a:pt x="4646479" y="350544"/>
                  </a:lnTo>
                  <a:lnTo>
                    <a:pt x="4641006" y="350544"/>
                  </a:lnTo>
                  <a:lnTo>
                    <a:pt x="4641006" y="350544"/>
                  </a:lnTo>
                  <a:lnTo>
                    <a:pt x="4635533" y="350544"/>
                  </a:lnTo>
                  <a:lnTo>
                    <a:pt x="4635533" y="350544"/>
                  </a:lnTo>
                  <a:lnTo>
                    <a:pt x="4630061" y="350544"/>
                  </a:lnTo>
                  <a:lnTo>
                    <a:pt x="4630061" y="350544"/>
                  </a:lnTo>
                  <a:lnTo>
                    <a:pt x="4624588" y="350544"/>
                  </a:lnTo>
                  <a:lnTo>
                    <a:pt x="4624588" y="350544"/>
                  </a:lnTo>
                  <a:lnTo>
                    <a:pt x="4619115" y="350544"/>
                  </a:lnTo>
                  <a:lnTo>
                    <a:pt x="4619115" y="350544"/>
                  </a:lnTo>
                  <a:lnTo>
                    <a:pt x="4613642" y="350544"/>
                  </a:lnTo>
                  <a:lnTo>
                    <a:pt x="4613642" y="350544"/>
                  </a:lnTo>
                  <a:lnTo>
                    <a:pt x="4608169" y="350544"/>
                  </a:lnTo>
                  <a:lnTo>
                    <a:pt x="4608169" y="350544"/>
                  </a:lnTo>
                  <a:lnTo>
                    <a:pt x="4602696" y="350544"/>
                  </a:lnTo>
                  <a:lnTo>
                    <a:pt x="4602696" y="350544"/>
                  </a:lnTo>
                  <a:lnTo>
                    <a:pt x="4597223" y="350544"/>
                  </a:lnTo>
                  <a:lnTo>
                    <a:pt x="4597223" y="350544"/>
                  </a:lnTo>
                  <a:lnTo>
                    <a:pt x="4591750" y="350544"/>
                  </a:lnTo>
                  <a:lnTo>
                    <a:pt x="4591750" y="350544"/>
                  </a:lnTo>
                  <a:lnTo>
                    <a:pt x="4586277" y="350544"/>
                  </a:lnTo>
                  <a:lnTo>
                    <a:pt x="4586277" y="350544"/>
                  </a:lnTo>
                  <a:lnTo>
                    <a:pt x="4580805" y="350544"/>
                  </a:lnTo>
                  <a:lnTo>
                    <a:pt x="4580805" y="350544"/>
                  </a:lnTo>
                  <a:lnTo>
                    <a:pt x="4575332" y="350544"/>
                  </a:lnTo>
                  <a:lnTo>
                    <a:pt x="4575332" y="350544"/>
                  </a:lnTo>
                  <a:lnTo>
                    <a:pt x="4569859" y="350544"/>
                  </a:lnTo>
                  <a:lnTo>
                    <a:pt x="4569859" y="350544"/>
                  </a:lnTo>
                  <a:lnTo>
                    <a:pt x="4564386" y="350544"/>
                  </a:lnTo>
                  <a:lnTo>
                    <a:pt x="4564386" y="350544"/>
                  </a:lnTo>
                  <a:lnTo>
                    <a:pt x="4558913" y="350544"/>
                  </a:lnTo>
                  <a:lnTo>
                    <a:pt x="4558913" y="350544"/>
                  </a:lnTo>
                  <a:lnTo>
                    <a:pt x="4553440" y="350544"/>
                  </a:lnTo>
                  <a:lnTo>
                    <a:pt x="4553440" y="350544"/>
                  </a:lnTo>
                  <a:lnTo>
                    <a:pt x="4547967" y="350544"/>
                  </a:lnTo>
                  <a:lnTo>
                    <a:pt x="4547967" y="350544"/>
                  </a:lnTo>
                  <a:lnTo>
                    <a:pt x="4542494" y="350544"/>
                  </a:lnTo>
                  <a:lnTo>
                    <a:pt x="4542494" y="350544"/>
                  </a:lnTo>
                  <a:lnTo>
                    <a:pt x="4537022" y="350544"/>
                  </a:lnTo>
                  <a:lnTo>
                    <a:pt x="4537022" y="350544"/>
                  </a:lnTo>
                  <a:lnTo>
                    <a:pt x="4531549" y="350544"/>
                  </a:lnTo>
                  <a:lnTo>
                    <a:pt x="4531549" y="350544"/>
                  </a:lnTo>
                  <a:lnTo>
                    <a:pt x="4526076" y="350544"/>
                  </a:lnTo>
                  <a:lnTo>
                    <a:pt x="4526076" y="350544"/>
                  </a:lnTo>
                  <a:lnTo>
                    <a:pt x="4520603" y="350544"/>
                  </a:lnTo>
                  <a:lnTo>
                    <a:pt x="4520603" y="370757"/>
                  </a:lnTo>
                  <a:lnTo>
                    <a:pt x="4515130" y="370757"/>
                  </a:lnTo>
                  <a:lnTo>
                    <a:pt x="4515130" y="370757"/>
                  </a:lnTo>
                  <a:lnTo>
                    <a:pt x="4509657" y="370757"/>
                  </a:lnTo>
                  <a:lnTo>
                    <a:pt x="4509657" y="370757"/>
                  </a:lnTo>
                  <a:lnTo>
                    <a:pt x="4504184" y="370757"/>
                  </a:lnTo>
                  <a:lnTo>
                    <a:pt x="4504184" y="390902"/>
                  </a:lnTo>
                  <a:lnTo>
                    <a:pt x="4498711" y="390902"/>
                  </a:lnTo>
                  <a:lnTo>
                    <a:pt x="4498711" y="390902"/>
                  </a:lnTo>
                  <a:lnTo>
                    <a:pt x="4493238" y="390902"/>
                  </a:lnTo>
                  <a:lnTo>
                    <a:pt x="4493238" y="390902"/>
                  </a:lnTo>
                  <a:lnTo>
                    <a:pt x="4487766" y="390902"/>
                  </a:lnTo>
                  <a:lnTo>
                    <a:pt x="4487766" y="390902"/>
                  </a:lnTo>
                  <a:lnTo>
                    <a:pt x="4482293" y="390902"/>
                  </a:lnTo>
                  <a:lnTo>
                    <a:pt x="4482293" y="390902"/>
                  </a:lnTo>
                  <a:lnTo>
                    <a:pt x="4476820" y="390902"/>
                  </a:lnTo>
                  <a:lnTo>
                    <a:pt x="4476820" y="390902"/>
                  </a:lnTo>
                  <a:lnTo>
                    <a:pt x="4471347" y="390902"/>
                  </a:lnTo>
                  <a:lnTo>
                    <a:pt x="4471347" y="390902"/>
                  </a:lnTo>
                  <a:lnTo>
                    <a:pt x="4465874" y="390902"/>
                  </a:lnTo>
                  <a:lnTo>
                    <a:pt x="4465874" y="390902"/>
                  </a:lnTo>
                  <a:lnTo>
                    <a:pt x="4460401" y="390902"/>
                  </a:lnTo>
                  <a:lnTo>
                    <a:pt x="4460401" y="390902"/>
                  </a:lnTo>
                  <a:lnTo>
                    <a:pt x="4454928" y="390902"/>
                  </a:lnTo>
                  <a:lnTo>
                    <a:pt x="4454928" y="390902"/>
                  </a:lnTo>
                  <a:lnTo>
                    <a:pt x="4449455" y="390902"/>
                  </a:lnTo>
                  <a:lnTo>
                    <a:pt x="4449455" y="390902"/>
                  </a:lnTo>
                  <a:lnTo>
                    <a:pt x="4443982" y="390902"/>
                  </a:lnTo>
                  <a:lnTo>
                    <a:pt x="4443982" y="390902"/>
                  </a:lnTo>
                  <a:lnTo>
                    <a:pt x="4438510" y="390902"/>
                  </a:lnTo>
                  <a:lnTo>
                    <a:pt x="4438510" y="390902"/>
                  </a:lnTo>
                  <a:lnTo>
                    <a:pt x="4433037" y="390902"/>
                  </a:lnTo>
                  <a:lnTo>
                    <a:pt x="4433037" y="390902"/>
                  </a:lnTo>
                  <a:lnTo>
                    <a:pt x="4427564" y="390902"/>
                  </a:lnTo>
                  <a:lnTo>
                    <a:pt x="4427564" y="390902"/>
                  </a:lnTo>
                  <a:lnTo>
                    <a:pt x="4422091" y="390902"/>
                  </a:lnTo>
                  <a:lnTo>
                    <a:pt x="4422091" y="390902"/>
                  </a:lnTo>
                  <a:lnTo>
                    <a:pt x="4416618" y="390902"/>
                  </a:lnTo>
                  <a:lnTo>
                    <a:pt x="4416618" y="390902"/>
                  </a:lnTo>
                  <a:lnTo>
                    <a:pt x="4411145" y="390902"/>
                  </a:lnTo>
                  <a:lnTo>
                    <a:pt x="4411145" y="390902"/>
                  </a:lnTo>
                  <a:lnTo>
                    <a:pt x="4405672" y="390902"/>
                  </a:lnTo>
                  <a:lnTo>
                    <a:pt x="4405672" y="390902"/>
                  </a:lnTo>
                  <a:lnTo>
                    <a:pt x="4400199" y="390902"/>
                  </a:lnTo>
                  <a:lnTo>
                    <a:pt x="4400199" y="390902"/>
                  </a:lnTo>
                  <a:lnTo>
                    <a:pt x="4394726" y="390902"/>
                  </a:lnTo>
                  <a:lnTo>
                    <a:pt x="4394726" y="390902"/>
                  </a:lnTo>
                  <a:lnTo>
                    <a:pt x="4389254" y="390902"/>
                  </a:lnTo>
                  <a:lnTo>
                    <a:pt x="4389254" y="410527"/>
                  </a:lnTo>
                  <a:lnTo>
                    <a:pt x="4383781" y="410527"/>
                  </a:lnTo>
                  <a:lnTo>
                    <a:pt x="4383781" y="410527"/>
                  </a:lnTo>
                  <a:lnTo>
                    <a:pt x="4378308" y="410527"/>
                  </a:lnTo>
                  <a:lnTo>
                    <a:pt x="4378308" y="430128"/>
                  </a:lnTo>
                  <a:lnTo>
                    <a:pt x="4372835" y="430128"/>
                  </a:lnTo>
                  <a:lnTo>
                    <a:pt x="4372835" y="430128"/>
                  </a:lnTo>
                  <a:lnTo>
                    <a:pt x="4367362" y="430128"/>
                  </a:lnTo>
                  <a:lnTo>
                    <a:pt x="4367362" y="430128"/>
                  </a:lnTo>
                  <a:lnTo>
                    <a:pt x="4361889" y="430128"/>
                  </a:lnTo>
                  <a:lnTo>
                    <a:pt x="4361889" y="430128"/>
                  </a:lnTo>
                  <a:lnTo>
                    <a:pt x="4356416" y="430128"/>
                  </a:lnTo>
                  <a:lnTo>
                    <a:pt x="4356416" y="430128"/>
                  </a:lnTo>
                  <a:lnTo>
                    <a:pt x="4350943" y="430128"/>
                  </a:lnTo>
                  <a:lnTo>
                    <a:pt x="4350943" y="430128"/>
                  </a:lnTo>
                  <a:lnTo>
                    <a:pt x="4345471" y="430128"/>
                  </a:lnTo>
                  <a:lnTo>
                    <a:pt x="4345471" y="430128"/>
                  </a:lnTo>
                  <a:lnTo>
                    <a:pt x="4339998" y="430128"/>
                  </a:lnTo>
                  <a:lnTo>
                    <a:pt x="4339998" y="430128"/>
                  </a:lnTo>
                  <a:lnTo>
                    <a:pt x="4334525" y="430128"/>
                  </a:lnTo>
                  <a:lnTo>
                    <a:pt x="4334525" y="430128"/>
                  </a:lnTo>
                  <a:lnTo>
                    <a:pt x="4329052" y="430128"/>
                  </a:lnTo>
                  <a:lnTo>
                    <a:pt x="4329052" y="430128"/>
                  </a:lnTo>
                  <a:lnTo>
                    <a:pt x="4323579" y="430128"/>
                  </a:lnTo>
                  <a:lnTo>
                    <a:pt x="4323579" y="430128"/>
                  </a:lnTo>
                  <a:lnTo>
                    <a:pt x="4318106" y="430128"/>
                  </a:lnTo>
                  <a:lnTo>
                    <a:pt x="4318106" y="430128"/>
                  </a:lnTo>
                  <a:lnTo>
                    <a:pt x="4312633" y="430128"/>
                  </a:lnTo>
                  <a:lnTo>
                    <a:pt x="4312633" y="430128"/>
                  </a:lnTo>
                  <a:lnTo>
                    <a:pt x="4307160" y="430128"/>
                  </a:lnTo>
                  <a:lnTo>
                    <a:pt x="4307160" y="430128"/>
                  </a:lnTo>
                  <a:lnTo>
                    <a:pt x="4301687" y="430128"/>
                  </a:lnTo>
                  <a:lnTo>
                    <a:pt x="4301687" y="430128"/>
                  </a:lnTo>
                  <a:lnTo>
                    <a:pt x="4296215" y="430128"/>
                  </a:lnTo>
                  <a:lnTo>
                    <a:pt x="4296215" y="430128"/>
                  </a:lnTo>
                  <a:lnTo>
                    <a:pt x="4290742" y="430128"/>
                  </a:lnTo>
                  <a:lnTo>
                    <a:pt x="4290742" y="430128"/>
                  </a:lnTo>
                  <a:lnTo>
                    <a:pt x="4285269" y="430128"/>
                  </a:lnTo>
                  <a:lnTo>
                    <a:pt x="4285269" y="430128"/>
                  </a:lnTo>
                  <a:lnTo>
                    <a:pt x="4279796" y="430128"/>
                  </a:lnTo>
                  <a:lnTo>
                    <a:pt x="4279796" y="430128"/>
                  </a:lnTo>
                  <a:lnTo>
                    <a:pt x="4274323" y="430128"/>
                  </a:lnTo>
                  <a:lnTo>
                    <a:pt x="4274323" y="430128"/>
                  </a:lnTo>
                  <a:lnTo>
                    <a:pt x="4268850" y="430128"/>
                  </a:lnTo>
                  <a:lnTo>
                    <a:pt x="4268850" y="430128"/>
                  </a:lnTo>
                  <a:lnTo>
                    <a:pt x="4263377" y="430128"/>
                  </a:lnTo>
                  <a:lnTo>
                    <a:pt x="4263377" y="430128"/>
                  </a:lnTo>
                  <a:lnTo>
                    <a:pt x="4257904" y="430128"/>
                  </a:lnTo>
                  <a:lnTo>
                    <a:pt x="4257904" y="430128"/>
                  </a:lnTo>
                  <a:lnTo>
                    <a:pt x="4252431" y="430128"/>
                  </a:lnTo>
                  <a:lnTo>
                    <a:pt x="4252431" y="430128"/>
                  </a:lnTo>
                  <a:lnTo>
                    <a:pt x="4246959" y="430128"/>
                  </a:lnTo>
                  <a:lnTo>
                    <a:pt x="4246959" y="430128"/>
                  </a:lnTo>
                  <a:lnTo>
                    <a:pt x="4241486" y="430128"/>
                  </a:lnTo>
                  <a:lnTo>
                    <a:pt x="4241486" y="430128"/>
                  </a:lnTo>
                  <a:lnTo>
                    <a:pt x="4236013" y="430128"/>
                  </a:lnTo>
                  <a:lnTo>
                    <a:pt x="4236013" y="430128"/>
                  </a:lnTo>
                  <a:lnTo>
                    <a:pt x="4230540" y="430128"/>
                  </a:lnTo>
                  <a:lnTo>
                    <a:pt x="4230540" y="430128"/>
                  </a:lnTo>
                  <a:lnTo>
                    <a:pt x="4225067" y="430128"/>
                  </a:lnTo>
                  <a:lnTo>
                    <a:pt x="4225067" y="430128"/>
                  </a:lnTo>
                  <a:lnTo>
                    <a:pt x="4219594" y="430128"/>
                  </a:lnTo>
                  <a:lnTo>
                    <a:pt x="4219594" y="430128"/>
                  </a:lnTo>
                  <a:lnTo>
                    <a:pt x="4214121" y="430128"/>
                  </a:lnTo>
                  <a:lnTo>
                    <a:pt x="4214121" y="430128"/>
                  </a:lnTo>
                  <a:lnTo>
                    <a:pt x="4208648" y="430128"/>
                  </a:lnTo>
                  <a:lnTo>
                    <a:pt x="4208648" y="430128"/>
                  </a:lnTo>
                  <a:lnTo>
                    <a:pt x="4203176" y="430128"/>
                  </a:lnTo>
                  <a:lnTo>
                    <a:pt x="4203176" y="430128"/>
                  </a:lnTo>
                  <a:lnTo>
                    <a:pt x="4197703" y="430128"/>
                  </a:lnTo>
                  <a:lnTo>
                    <a:pt x="4197703" y="430128"/>
                  </a:lnTo>
                  <a:lnTo>
                    <a:pt x="4192230" y="430128"/>
                  </a:lnTo>
                  <a:lnTo>
                    <a:pt x="4192230" y="430128"/>
                  </a:lnTo>
                  <a:lnTo>
                    <a:pt x="4186757" y="430128"/>
                  </a:lnTo>
                  <a:lnTo>
                    <a:pt x="4186757" y="430128"/>
                  </a:lnTo>
                  <a:lnTo>
                    <a:pt x="4181284" y="430128"/>
                  </a:lnTo>
                  <a:lnTo>
                    <a:pt x="4181284" y="430128"/>
                  </a:lnTo>
                  <a:lnTo>
                    <a:pt x="4175811" y="430128"/>
                  </a:lnTo>
                  <a:lnTo>
                    <a:pt x="4175811" y="430128"/>
                  </a:lnTo>
                  <a:lnTo>
                    <a:pt x="4170338" y="430128"/>
                  </a:lnTo>
                  <a:lnTo>
                    <a:pt x="4170338" y="430128"/>
                  </a:lnTo>
                  <a:lnTo>
                    <a:pt x="4164865" y="430128"/>
                  </a:lnTo>
                  <a:lnTo>
                    <a:pt x="4164865" y="430128"/>
                  </a:lnTo>
                  <a:lnTo>
                    <a:pt x="4159392" y="430128"/>
                  </a:lnTo>
                  <a:lnTo>
                    <a:pt x="4159392" y="430128"/>
                  </a:lnTo>
                  <a:lnTo>
                    <a:pt x="4153920" y="430128"/>
                  </a:lnTo>
                  <a:lnTo>
                    <a:pt x="4153920" y="430128"/>
                  </a:lnTo>
                  <a:lnTo>
                    <a:pt x="4148447" y="430128"/>
                  </a:lnTo>
                  <a:lnTo>
                    <a:pt x="4148447" y="430128"/>
                  </a:lnTo>
                  <a:lnTo>
                    <a:pt x="4142974" y="430128"/>
                  </a:lnTo>
                  <a:lnTo>
                    <a:pt x="4142974" y="430128"/>
                  </a:lnTo>
                  <a:lnTo>
                    <a:pt x="4137501" y="430128"/>
                  </a:lnTo>
                  <a:lnTo>
                    <a:pt x="4137501" y="430128"/>
                  </a:lnTo>
                  <a:lnTo>
                    <a:pt x="4132028" y="430128"/>
                  </a:lnTo>
                  <a:lnTo>
                    <a:pt x="4132028" y="430128"/>
                  </a:lnTo>
                  <a:lnTo>
                    <a:pt x="4126555" y="430128"/>
                  </a:lnTo>
                  <a:lnTo>
                    <a:pt x="4126555" y="430128"/>
                  </a:lnTo>
                  <a:lnTo>
                    <a:pt x="4121082" y="430128"/>
                  </a:lnTo>
                  <a:lnTo>
                    <a:pt x="4121082" y="430128"/>
                  </a:lnTo>
                  <a:lnTo>
                    <a:pt x="4115609" y="430128"/>
                  </a:lnTo>
                  <a:lnTo>
                    <a:pt x="4115609" y="430128"/>
                  </a:lnTo>
                  <a:lnTo>
                    <a:pt x="4110136" y="430128"/>
                  </a:lnTo>
                  <a:lnTo>
                    <a:pt x="4110136" y="430128"/>
                  </a:lnTo>
                  <a:lnTo>
                    <a:pt x="4104664" y="430128"/>
                  </a:lnTo>
                  <a:lnTo>
                    <a:pt x="4104664" y="430128"/>
                  </a:lnTo>
                  <a:lnTo>
                    <a:pt x="4099191" y="430128"/>
                  </a:lnTo>
                  <a:lnTo>
                    <a:pt x="4099191" y="430128"/>
                  </a:lnTo>
                  <a:lnTo>
                    <a:pt x="4093718" y="430128"/>
                  </a:lnTo>
                  <a:lnTo>
                    <a:pt x="4093718" y="430128"/>
                  </a:lnTo>
                  <a:lnTo>
                    <a:pt x="4088245" y="430128"/>
                  </a:lnTo>
                  <a:lnTo>
                    <a:pt x="4088245" y="430128"/>
                  </a:lnTo>
                  <a:lnTo>
                    <a:pt x="4082772" y="430128"/>
                  </a:lnTo>
                  <a:lnTo>
                    <a:pt x="4082772" y="448787"/>
                  </a:lnTo>
                  <a:lnTo>
                    <a:pt x="4077299" y="448787"/>
                  </a:lnTo>
                  <a:lnTo>
                    <a:pt x="4077299" y="448787"/>
                  </a:lnTo>
                  <a:lnTo>
                    <a:pt x="4071826" y="448787"/>
                  </a:lnTo>
                  <a:lnTo>
                    <a:pt x="4071826" y="448787"/>
                  </a:lnTo>
                  <a:lnTo>
                    <a:pt x="4066353" y="448787"/>
                  </a:lnTo>
                  <a:lnTo>
                    <a:pt x="4066353" y="448787"/>
                  </a:lnTo>
                  <a:lnTo>
                    <a:pt x="4060880" y="448787"/>
                  </a:lnTo>
                  <a:lnTo>
                    <a:pt x="4060880" y="448787"/>
                  </a:lnTo>
                  <a:lnTo>
                    <a:pt x="4055408" y="448787"/>
                  </a:lnTo>
                  <a:lnTo>
                    <a:pt x="4055408" y="448787"/>
                  </a:lnTo>
                  <a:lnTo>
                    <a:pt x="4049935" y="448787"/>
                  </a:lnTo>
                  <a:lnTo>
                    <a:pt x="4049935" y="448787"/>
                  </a:lnTo>
                  <a:lnTo>
                    <a:pt x="4044462" y="448787"/>
                  </a:lnTo>
                  <a:lnTo>
                    <a:pt x="4044462" y="448787"/>
                  </a:lnTo>
                  <a:lnTo>
                    <a:pt x="4038989" y="448787"/>
                  </a:lnTo>
                  <a:lnTo>
                    <a:pt x="4038989" y="448787"/>
                  </a:lnTo>
                  <a:lnTo>
                    <a:pt x="4033516" y="448787"/>
                  </a:lnTo>
                  <a:lnTo>
                    <a:pt x="4033516" y="448787"/>
                  </a:lnTo>
                  <a:lnTo>
                    <a:pt x="4028043" y="448787"/>
                  </a:lnTo>
                  <a:lnTo>
                    <a:pt x="4028043" y="448787"/>
                  </a:lnTo>
                  <a:lnTo>
                    <a:pt x="4022570" y="448787"/>
                  </a:lnTo>
                  <a:lnTo>
                    <a:pt x="4022570" y="448787"/>
                  </a:lnTo>
                  <a:lnTo>
                    <a:pt x="4017097" y="448787"/>
                  </a:lnTo>
                  <a:lnTo>
                    <a:pt x="4017097" y="448787"/>
                  </a:lnTo>
                  <a:lnTo>
                    <a:pt x="4011625" y="448787"/>
                  </a:lnTo>
                  <a:lnTo>
                    <a:pt x="4011625" y="448787"/>
                  </a:lnTo>
                  <a:lnTo>
                    <a:pt x="4006152" y="448787"/>
                  </a:lnTo>
                  <a:lnTo>
                    <a:pt x="4006152" y="448787"/>
                  </a:lnTo>
                  <a:lnTo>
                    <a:pt x="4000679" y="448787"/>
                  </a:lnTo>
                  <a:lnTo>
                    <a:pt x="4000679" y="448787"/>
                  </a:lnTo>
                  <a:lnTo>
                    <a:pt x="3995206" y="448787"/>
                  </a:lnTo>
                  <a:lnTo>
                    <a:pt x="3995206" y="448787"/>
                  </a:lnTo>
                  <a:lnTo>
                    <a:pt x="3989733" y="448787"/>
                  </a:lnTo>
                  <a:lnTo>
                    <a:pt x="3989733" y="467095"/>
                  </a:lnTo>
                  <a:lnTo>
                    <a:pt x="3984260" y="467095"/>
                  </a:lnTo>
                  <a:lnTo>
                    <a:pt x="3984260" y="467095"/>
                  </a:lnTo>
                  <a:lnTo>
                    <a:pt x="3978787" y="467095"/>
                  </a:lnTo>
                  <a:lnTo>
                    <a:pt x="3978787" y="467095"/>
                  </a:lnTo>
                  <a:lnTo>
                    <a:pt x="3973314" y="467095"/>
                  </a:lnTo>
                  <a:lnTo>
                    <a:pt x="3973314" y="467095"/>
                  </a:lnTo>
                  <a:lnTo>
                    <a:pt x="3967841" y="467095"/>
                  </a:lnTo>
                  <a:lnTo>
                    <a:pt x="3967841" y="467095"/>
                  </a:lnTo>
                  <a:lnTo>
                    <a:pt x="3962369" y="467095"/>
                  </a:lnTo>
                  <a:lnTo>
                    <a:pt x="3962369" y="467095"/>
                  </a:lnTo>
                  <a:lnTo>
                    <a:pt x="3956896" y="467095"/>
                  </a:lnTo>
                  <a:lnTo>
                    <a:pt x="3956896" y="467095"/>
                  </a:lnTo>
                  <a:lnTo>
                    <a:pt x="3951423" y="467095"/>
                  </a:lnTo>
                  <a:lnTo>
                    <a:pt x="3951423" y="467095"/>
                  </a:lnTo>
                  <a:lnTo>
                    <a:pt x="3945950" y="467095"/>
                  </a:lnTo>
                  <a:lnTo>
                    <a:pt x="3945950" y="467095"/>
                  </a:lnTo>
                  <a:lnTo>
                    <a:pt x="3940477" y="467095"/>
                  </a:lnTo>
                  <a:lnTo>
                    <a:pt x="3940477" y="485193"/>
                  </a:lnTo>
                  <a:lnTo>
                    <a:pt x="3935004" y="485193"/>
                  </a:lnTo>
                  <a:lnTo>
                    <a:pt x="3935004" y="485193"/>
                  </a:lnTo>
                  <a:lnTo>
                    <a:pt x="3929531" y="485193"/>
                  </a:lnTo>
                  <a:lnTo>
                    <a:pt x="3929531" y="485193"/>
                  </a:lnTo>
                  <a:lnTo>
                    <a:pt x="3924058" y="485193"/>
                  </a:lnTo>
                  <a:lnTo>
                    <a:pt x="3924058" y="485193"/>
                  </a:lnTo>
                  <a:lnTo>
                    <a:pt x="3918585" y="485193"/>
                  </a:lnTo>
                  <a:lnTo>
                    <a:pt x="3918585" y="485193"/>
                  </a:lnTo>
                  <a:lnTo>
                    <a:pt x="3913113" y="485193"/>
                  </a:lnTo>
                  <a:lnTo>
                    <a:pt x="3913113" y="485193"/>
                  </a:lnTo>
                  <a:lnTo>
                    <a:pt x="3907640" y="485193"/>
                  </a:lnTo>
                  <a:lnTo>
                    <a:pt x="3907640" y="485193"/>
                  </a:lnTo>
                  <a:lnTo>
                    <a:pt x="3902167" y="485193"/>
                  </a:lnTo>
                  <a:lnTo>
                    <a:pt x="3902167" y="485193"/>
                  </a:lnTo>
                  <a:lnTo>
                    <a:pt x="3896694" y="485193"/>
                  </a:lnTo>
                  <a:lnTo>
                    <a:pt x="3896694" y="485193"/>
                  </a:lnTo>
                  <a:lnTo>
                    <a:pt x="3891221" y="485193"/>
                  </a:lnTo>
                  <a:lnTo>
                    <a:pt x="3891221" y="485193"/>
                  </a:lnTo>
                  <a:lnTo>
                    <a:pt x="3885748" y="485193"/>
                  </a:lnTo>
                  <a:lnTo>
                    <a:pt x="3885748" y="485193"/>
                  </a:lnTo>
                  <a:lnTo>
                    <a:pt x="3880275" y="485193"/>
                  </a:lnTo>
                  <a:lnTo>
                    <a:pt x="3880275" y="485193"/>
                  </a:lnTo>
                  <a:lnTo>
                    <a:pt x="3874802" y="485193"/>
                  </a:lnTo>
                  <a:lnTo>
                    <a:pt x="3874802" y="485193"/>
                  </a:lnTo>
                  <a:lnTo>
                    <a:pt x="3869329" y="485193"/>
                  </a:lnTo>
                  <a:lnTo>
                    <a:pt x="3869329" y="485193"/>
                  </a:lnTo>
                  <a:lnTo>
                    <a:pt x="3863857" y="485193"/>
                  </a:lnTo>
                  <a:lnTo>
                    <a:pt x="3863857" y="485193"/>
                  </a:lnTo>
                  <a:lnTo>
                    <a:pt x="3858384" y="485193"/>
                  </a:lnTo>
                  <a:lnTo>
                    <a:pt x="3858384" y="485193"/>
                  </a:lnTo>
                  <a:lnTo>
                    <a:pt x="3852911" y="485193"/>
                  </a:lnTo>
                  <a:lnTo>
                    <a:pt x="3852911" y="485193"/>
                  </a:lnTo>
                  <a:lnTo>
                    <a:pt x="3847438" y="485193"/>
                  </a:lnTo>
                  <a:lnTo>
                    <a:pt x="3847438" y="485193"/>
                  </a:lnTo>
                  <a:lnTo>
                    <a:pt x="3841965" y="485193"/>
                  </a:lnTo>
                  <a:lnTo>
                    <a:pt x="3841965" y="485193"/>
                  </a:lnTo>
                  <a:lnTo>
                    <a:pt x="3836492" y="485193"/>
                  </a:lnTo>
                  <a:lnTo>
                    <a:pt x="3836492" y="485193"/>
                  </a:lnTo>
                  <a:lnTo>
                    <a:pt x="3831019" y="485193"/>
                  </a:lnTo>
                  <a:lnTo>
                    <a:pt x="3831019" y="485193"/>
                  </a:lnTo>
                  <a:lnTo>
                    <a:pt x="3825546" y="485193"/>
                  </a:lnTo>
                  <a:lnTo>
                    <a:pt x="3825546" y="485193"/>
                  </a:lnTo>
                  <a:lnTo>
                    <a:pt x="3820074" y="485193"/>
                  </a:lnTo>
                  <a:lnTo>
                    <a:pt x="3820074" y="485193"/>
                  </a:lnTo>
                  <a:lnTo>
                    <a:pt x="3814601" y="485193"/>
                  </a:lnTo>
                  <a:lnTo>
                    <a:pt x="3814601" y="485193"/>
                  </a:lnTo>
                  <a:lnTo>
                    <a:pt x="3809128" y="485193"/>
                  </a:lnTo>
                  <a:lnTo>
                    <a:pt x="3809128" y="485193"/>
                  </a:lnTo>
                  <a:lnTo>
                    <a:pt x="3803655" y="485193"/>
                  </a:lnTo>
                  <a:lnTo>
                    <a:pt x="3803655" y="485193"/>
                  </a:lnTo>
                  <a:lnTo>
                    <a:pt x="3798182" y="485193"/>
                  </a:lnTo>
                  <a:lnTo>
                    <a:pt x="3798182" y="485193"/>
                  </a:lnTo>
                  <a:lnTo>
                    <a:pt x="3792709" y="485193"/>
                  </a:lnTo>
                  <a:lnTo>
                    <a:pt x="3792709" y="485193"/>
                  </a:lnTo>
                  <a:lnTo>
                    <a:pt x="3787236" y="485193"/>
                  </a:lnTo>
                  <a:lnTo>
                    <a:pt x="3787236" y="485193"/>
                  </a:lnTo>
                  <a:lnTo>
                    <a:pt x="3781763" y="485193"/>
                  </a:lnTo>
                  <a:lnTo>
                    <a:pt x="3781763" y="485193"/>
                  </a:lnTo>
                  <a:lnTo>
                    <a:pt x="3776290" y="485193"/>
                  </a:lnTo>
                  <a:lnTo>
                    <a:pt x="3776290" y="485193"/>
                  </a:lnTo>
                  <a:lnTo>
                    <a:pt x="3770818" y="485193"/>
                  </a:lnTo>
                  <a:lnTo>
                    <a:pt x="3770818" y="485193"/>
                  </a:lnTo>
                  <a:lnTo>
                    <a:pt x="3765345" y="485193"/>
                  </a:lnTo>
                  <a:lnTo>
                    <a:pt x="3765345" y="485193"/>
                  </a:lnTo>
                  <a:lnTo>
                    <a:pt x="3759872" y="485193"/>
                  </a:lnTo>
                  <a:lnTo>
                    <a:pt x="3759872" y="485193"/>
                  </a:lnTo>
                  <a:lnTo>
                    <a:pt x="3754399" y="485193"/>
                  </a:lnTo>
                  <a:lnTo>
                    <a:pt x="3754399" y="485193"/>
                  </a:lnTo>
                  <a:lnTo>
                    <a:pt x="3748926" y="485193"/>
                  </a:lnTo>
                  <a:lnTo>
                    <a:pt x="3748926" y="485193"/>
                  </a:lnTo>
                  <a:lnTo>
                    <a:pt x="3743453" y="485193"/>
                  </a:lnTo>
                  <a:lnTo>
                    <a:pt x="3743453" y="485193"/>
                  </a:lnTo>
                  <a:lnTo>
                    <a:pt x="3737980" y="485193"/>
                  </a:lnTo>
                  <a:lnTo>
                    <a:pt x="3737980" y="485193"/>
                  </a:lnTo>
                  <a:lnTo>
                    <a:pt x="3732507" y="485193"/>
                  </a:lnTo>
                  <a:lnTo>
                    <a:pt x="3732507" y="485193"/>
                  </a:lnTo>
                  <a:lnTo>
                    <a:pt x="3727034" y="485193"/>
                  </a:lnTo>
                  <a:lnTo>
                    <a:pt x="3727034" y="485193"/>
                  </a:lnTo>
                  <a:lnTo>
                    <a:pt x="3721562" y="485193"/>
                  </a:lnTo>
                  <a:lnTo>
                    <a:pt x="3721562" y="485193"/>
                  </a:lnTo>
                  <a:lnTo>
                    <a:pt x="3716089" y="485193"/>
                  </a:lnTo>
                  <a:lnTo>
                    <a:pt x="3716089" y="485193"/>
                  </a:lnTo>
                  <a:lnTo>
                    <a:pt x="3710616" y="485193"/>
                  </a:lnTo>
                  <a:lnTo>
                    <a:pt x="3710616" y="485193"/>
                  </a:lnTo>
                  <a:lnTo>
                    <a:pt x="3705143" y="485193"/>
                  </a:lnTo>
                  <a:lnTo>
                    <a:pt x="3705143" y="485193"/>
                  </a:lnTo>
                  <a:lnTo>
                    <a:pt x="3699670" y="485193"/>
                  </a:lnTo>
                  <a:lnTo>
                    <a:pt x="3699670" y="502161"/>
                  </a:lnTo>
                  <a:lnTo>
                    <a:pt x="3694197" y="502161"/>
                  </a:lnTo>
                  <a:lnTo>
                    <a:pt x="3694197" y="502161"/>
                  </a:lnTo>
                  <a:lnTo>
                    <a:pt x="3688724" y="502161"/>
                  </a:lnTo>
                  <a:lnTo>
                    <a:pt x="3688724" y="502161"/>
                  </a:lnTo>
                  <a:lnTo>
                    <a:pt x="3683251" y="502161"/>
                  </a:lnTo>
                  <a:lnTo>
                    <a:pt x="3683251" y="502161"/>
                  </a:lnTo>
                  <a:lnTo>
                    <a:pt x="3677779" y="502161"/>
                  </a:lnTo>
                  <a:lnTo>
                    <a:pt x="3677779" y="502161"/>
                  </a:lnTo>
                  <a:lnTo>
                    <a:pt x="3672306" y="502161"/>
                  </a:lnTo>
                  <a:lnTo>
                    <a:pt x="3672306" y="502161"/>
                  </a:lnTo>
                  <a:lnTo>
                    <a:pt x="3666833" y="502161"/>
                  </a:lnTo>
                  <a:lnTo>
                    <a:pt x="3666833" y="502161"/>
                  </a:lnTo>
                  <a:lnTo>
                    <a:pt x="3661360" y="502161"/>
                  </a:lnTo>
                  <a:lnTo>
                    <a:pt x="3661360" y="502161"/>
                  </a:lnTo>
                  <a:lnTo>
                    <a:pt x="3655887" y="502161"/>
                  </a:lnTo>
                  <a:lnTo>
                    <a:pt x="3655887" y="502161"/>
                  </a:lnTo>
                  <a:lnTo>
                    <a:pt x="3650414" y="502161"/>
                  </a:lnTo>
                  <a:lnTo>
                    <a:pt x="3650414" y="502161"/>
                  </a:lnTo>
                  <a:lnTo>
                    <a:pt x="3644941" y="502161"/>
                  </a:lnTo>
                  <a:lnTo>
                    <a:pt x="3644941" y="502161"/>
                  </a:lnTo>
                  <a:lnTo>
                    <a:pt x="3639468" y="502161"/>
                  </a:lnTo>
                  <a:lnTo>
                    <a:pt x="3639468" y="502161"/>
                  </a:lnTo>
                  <a:lnTo>
                    <a:pt x="3633995" y="502161"/>
                  </a:lnTo>
                  <a:lnTo>
                    <a:pt x="3633995" y="502161"/>
                  </a:lnTo>
                  <a:lnTo>
                    <a:pt x="3628523" y="502161"/>
                  </a:lnTo>
                  <a:lnTo>
                    <a:pt x="3628523" y="502161"/>
                  </a:lnTo>
                  <a:lnTo>
                    <a:pt x="3623050" y="502161"/>
                  </a:lnTo>
                  <a:lnTo>
                    <a:pt x="3623050" y="502161"/>
                  </a:lnTo>
                  <a:lnTo>
                    <a:pt x="3617577" y="502161"/>
                  </a:lnTo>
                  <a:lnTo>
                    <a:pt x="3617577" y="502161"/>
                  </a:lnTo>
                  <a:lnTo>
                    <a:pt x="3612104" y="502161"/>
                  </a:lnTo>
                  <a:lnTo>
                    <a:pt x="3612104" y="502161"/>
                  </a:lnTo>
                  <a:lnTo>
                    <a:pt x="3606631" y="502161"/>
                  </a:lnTo>
                  <a:lnTo>
                    <a:pt x="3606631" y="502161"/>
                  </a:lnTo>
                  <a:lnTo>
                    <a:pt x="3601158" y="502161"/>
                  </a:lnTo>
                  <a:lnTo>
                    <a:pt x="3601158" y="502161"/>
                  </a:lnTo>
                  <a:lnTo>
                    <a:pt x="3595685" y="502161"/>
                  </a:lnTo>
                  <a:lnTo>
                    <a:pt x="3595685" y="502161"/>
                  </a:lnTo>
                  <a:lnTo>
                    <a:pt x="3590212" y="502161"/>
                  </a:lnTo>
                  <a:lnTo>
                    <a:pt x="3590212" y="502161"/>
                  </a:lnTo>
                  <a:lnTo>
                    <a:pt x="3584739" y="502161"/>
                  </a:lnTo>
                  <a:lnTo>
                    <a:pt x="3584739" y="502161"/>
                  </a:lnTo>
                  <a:lnTo>
                    <a:pt x="3579267" y="502161"/>
                  </a:lnTo>
                  <a:lnTo>
                    <a:pt x="3579267" y="502161"/>
                  </a:lnTo>
                  <a:lnTo>
                    <a:pt x="3573794" y="502161"/>
                  </a:lnTo>
                  <a:lnTo>
                    <a:pt x="3573794" y="518685"/>
                  </a:lnTo>
                  <a:lnTo>
                    <a:pt x="3568321" y="518685"/>
                  </a:lnTo>
                  <a:lnTo>
                    <a:pt x="3568321" y="518685"/>
                  </a:lnTo>
                  <a:lnTo>
                    <a:pt x="3562848" y="518685"/>
                  </a:lnTo>
                  <a:lnTo>
                    <a:pt x="3562848" y="518685"/>
                  </a:lnTo>
                  <a:lnTo>
                    <a:pt x="3557375" y="518685"/>
                  </a:lnTo>
                  <a:lnTo>
                    <a:pt x="3557375" y="518685"/>
                  </a:lnTo>
                  <a:lnTo>
                    <a:pt x="3551902" y="518685"/>
                  </a:lnTo>
                  <a:lnTo>
                    <a:pt x="3551902" y="518685"/>
                  </a:lnTo>
                  <a:lnTo>
                    <a:pt x="3546429" y="518685"/>
                  </a:lnTo>
                  <a:lnTo>
                    <a:pt x="3546429" y="518685"/>
                  </a:lnTo>
                  <a:lnTo>
                    <a:pt x="3540956" y="518685"/>
                  </a:lnTo>
                  <a:lnTo>
                    <a:pt x="3540956" y="518685"/>
                  </a:lnTo>
                  <a:lnTo>
                    <a:pt x="3535483" y="518685"/>
                  </a:lnTo>
                  <a:lnTo>
                    <a:pt x="3535483" y="518685"/>
                  </a:lnTo>
                  <a:lnTo>
                    <a:pt x="3530011" y="518685"/>
                  </a:lnTo>
                  <a:lnTo>
                    <a:pt x="3530011" y="518685"/>
                  </a:lnTo>
                  <a:lnTo>
                    <a:pt x="3524538" y="518685"/>
                  </a:lnTo>
                  <a:lnTo>
                    <a:pt x="3524538" y="518685"/>
                  </a:lnTo>
                  <a:lnTo>
                    <a:pt x="3519065" y="518685"/>
                  </a:lnTo>
                  <a:lnTo>
                    <a:pt x="3519065" y="518685"/>
                  </a:lnTo>
                  <a:lnTo>
                    <a:pt x="3513592" y="518685"/>
                  </a:lnTo>
                  <a:lnTo>
                    <a:pt x="3513592" y="535100"/>
                  </a:lnTo>
                  <a:lnTo>
                    <a:pt x="3508119" y="535100"/>
                  </a:lnTo>
                  <a:lnTo>
                    <a:pt x="3508119" y="535100"/>
                  </a:lnTo>
                  <a:lnTo>
                    <a:pt x="3502646" y="535100"/>
                  </a:lnTo>
                  <a:lnTo>
                    <a:pt x="3502646" y="535100"/>
                  </a:lnTo>
                  <a:lnTo>
                    <a:pt x="3497173" y="535100"/>
                  </a:lnTo>
                  <a:lnTo>
                    <a:pt x="3497173" y="535100"/>
                  </a:lnTo>
                  <a:lnTo>
                    <a:pt x="3491700" y="535100"/>
                  </a:lnTo>
                  <a:lnTo>
                    <a:pt x="3491700" y="535100"/>
                  </a:lnTo>
                  <a:lnTo>
                    <a:pt x="3486228" y="535100"/>
                  </a:lnTo>
                  <a:lnTo>
                    <a:pt x="3486228" y="535100"/>
                  </a:lnTo>
                  <a:lnTo>
                    <a:pt x="3480755" y="535100"/>
                  </a:lnTo>
                  <a:lnTo>
                    <a:pt x="3480755" y="535100"/>
                  </a:lnTo>
                  <a:lnTo>
                    <a:pt x="3475282" y="535100"/>
                  </a:lnTo>
                  <a:lnTo>
                    <a:pt x="3475282" y="551409"/>
                  </a:lnTo>
                  <a:lnTo>
                    <a:pt x="3469809" y="551409"/>
                  </a:lnTo>
                  <a:lnTo>
                    <a:pt x="3469809" y="551409"/>
                  </a:lnTo>
                  <a:lnTo>
                    <a:pt x="3464336" y="551409"/>
                  </a:lnTo>
                  <a:lnTo>
                    <a:pt x="3464336" y="551409"/>
                  </a:lnTo>
                  <a:lnTo>
                    <a:pt x="3458863" y="551409"/>
                  </a:lnTo>
                  <a:lnTo>
                    <a:pt x="3458863" y="551409"/>
                  </a:lnTo>
                  <a:lnTo>
                    <a:pt x="3453390" y="551409"/>
                  </a:lnTo>
                  <a:lnTo>
                    <a:pt x="3453390" y="551409"/>
                  </a:lnTo>
                  <a:lnTo>
                    <a:pt x="3447917" y="551409"/>
                  </a:lnTo>
                  <a:lnTo>
                    <a:pt x="3447917" y="551409"/>
                  </a:lnTo>
                  <a:lnTo>
                    <a:pt x="3442444" y="551409"/>
                  </a:lnTo>
                  <a:lnTo>
                    <a:pt x="3442444" y="551409"/>
                  </a:lnTo>
                  <a:lnTo>
                    <a:pt x="3436972" y="551409"/>
                  </a:lnTo>
                  <a:lnTo>
                    <a:pt x="3436972" y="551409"/>
                  </a:lnTo>
                  <a:lnTo>
                    <a:pt x="3431499" y="551409"/>
                  </a:lnTo>
                  <a:lnTo>
                    <a:pt x="3431499" y="551409"/>
                  </a:lnTo>
                  <a:lnTo>
                    <a:pt x="3426026" y="551409"/>
                  </a:lnTo>
                  <a:lnTo>
                    <a:pt x="3426026" y="567659"/>
                  </a:lnTo>
                  <a:lnTo>
                    <a:pt x="3420553" y="567659"/>
                  </a:lnTo>
                  <a:lnTo>
                    <a:pt x="3420553" y="567659"/>
                  </a:lnTo>
                  <a:lnTo>
                    <a:pt x="3415080" y="567659"/>
                  </a:lnTo>
                  <a:lnTo>
                    <a:pt x="3415080" y="567659"/>
                  </a:lnTo>
                  <a:lnTo>
                    <a:pt x="3409607" y="567659"/>
                  </a:lnTo>
                  <a:lnTo>
                    <a:pt x="3409607" y="567659"/>
                  </a:lnTo>
                  <a:lnTo>
                    <a:pt x="3404134" y="567659"/>
                  </a:lnTo>
                  <a:lnTo>
                    <a:pt x="3404134" y="567659"/>
                  </a:lnTo>
                  <a:lnTo>
                    <a:pt x="3398661" y="567659"/>
                  </a:lnTo>
                  <a:lnTo>
                    <a:pt x="3398661" y="567659"/>
                  </a:lnTo>
                  <a:lnTo>
                    <a:pt x="3393188" y="567659"/>
                  </a:lnTo>
                  <a:lnTo>
                    <a:pt x="3393188" y="583830"/>
                  </a:lnTo>
                  <a:lnTo>
                    <a:pt x="3387716" y="583830"/>
                  </a:lnTo>
                  <a:lnTo>
                    <a:pt x="3387716" y="583830"/>
                  </a:lnTo>
                  <a:lnTo>
                    <a:pt x="3382243" y="583830"/>
                  </a:lnTo>
                  <a:lnTo>
                    <a:pt x="3382243" y="583830"/>
                  </a:lnTo>
                  <a:lnTo>
                    <a:pt x="3376770" y="583830"/>
                  </a:lnTo>
                  <a:lnTo>
                    <a:pt x="3376770" y="583830"/>
                  </a:lnTo>
                  <a:lnTo>
                    <a:pt x="3371297" y="583830"/>
                  </a:lnTo>
                  <a:lnTo>
                    <a:pt x="3371297" y="583830"/>
                  </a:lnTo>
                  <a:lnTo>
                    <a:pt x="3365824" y="583830"/>
                  </a:lnTo>
                  <a:lnTo>
                    <a:pt x="3365824" y="583830"/>
                  </a:lnTo>
                  <a:lnTo>
                    <a:pt x="3360351" y="583830"/>
                  </a:lnTo>
                  <a:lnTo>
                    <a:pt x="3360351" y="583830"/>
                  </a:lnTo>
                  <a:lnTo>
                    <a:pt x="3354878" y="583830"/>
                  </a:lnTo>
                  <a:lnTo>
                    <a:pt x="3354878" y="583830"/>
                  </a:lnTo>
                  <a:lnTo>
                    <a:pt x="3349405" y="583830"/>
                  </a:lnTo>
                  <a:lnTo>
                    <a:pt x="3349405" y="583830"/>
                  </a:lnTo>
                  <a:lnTo>
                    <a:pt x="3343932" y="583830"/>
                  </a:lnTo>
                  <a:lnTo>
                    <a:pt x="3343932" y="583830"/>
                  </a:lnTo>
                  <a:lnTo>
                    <a:pt x="3338460" y="583830"/>
                  </a:lnTo>
                  <a:lnTo>
                    <a:pt x="3338460" y="583830"/>
                  </a:lnTo>
                  <a:lnTo>
                    <a:pt x="3332987" y="583830"/>
                  </a:lnTo>
                  <a:lnTo>
                    <a:pt x="3332987" y="583830"/>
                  </a:lnTo>
                  <a:lnTo>
                    <a:pt x="3327514" y="583830"/>
                  </a:lnTo>
                  <a:lnTo>
                    <a:pt x="3327514" y="583830"/>
                  </a:lnTo>
                  <a:lnTo>
                    <a:pt x="3322041" y="583830"/>
                  </a:lnTo>
                  <a:lnTo>
                    <a:pt x="3322041" y="583830"/>
                  </a:lnTo>
                  <a:lnTo>
                    <a:pt x="3316568" y="583830"/>
                  </a:lnTo>
                  <a:lnTo>
                    <a:pt x="3316568" y="583830"/>
                  </a:lnTo>
                  <a:lnTo>
                    <a:pt x="3311095" y="583830"/>
                  </a:lnTo>
                  <a:lnTo>
                    <a:pt x="3311095" y="583830"/>
                  </a:lnTo>
                  <a:lnTo>
                    <a:pt x="3305622" y="583830"/>
                  </a:lnTo>
                  <a:lnTo>
                    <a:pt x="3305622" y="583830"/>
                  </a:lnTo>
                  <a:lnTo>
                    <a:pt x="3300149" y="583830"/>
                  </a:lnTo>
                  <a:lnTo>
                    <a:pt x="3300149" y="583830"/>
                  </a:lnTo>
                  <a:lnTo>
                    <a:pt x="3294677" y="583830"/>
                  </a:lnTo>
                  <a:lnTo>
                    <a:pt x="3294677" y="583830"/>
                  </a:lnTo>
                  <a:lnTo>
                    <a:pt x="3289204" y="583830"/>
                  </a:lnTo>
                  <a:lnTo>
                    <a:pt x="3289204" y="583830"/>
                  </a:lnTo>
                  <a:lnTo>
                    <a:pt x="3283731" y="583830"/>
                  </a:lnTo>
                  <a:lnTo>
                    <a:pt x="3283731" y="583830"/>
                  </a:lnTo>
                  <a:lnTo>
                    <a:pt x="3278258" y="583830"/>
                  </a:lnTo>
                  <a:lnTo>
                    <a:pt x="3278258" y="583830"/>
                  </a:lnTo>
                  <a:lnTo>
                    <a:pt x="3272785" y="583830"/>
                  </a:lnTo>
                  <a:lnTo>
                    <a:pt x="3272785" y="583830"/>
                  </a:lnTo>
                  <a:lnTo>
                    <a:pt x="3267312" y="583830"/>
                  </a:lnTo>
                  <a:lnTo>
                    <a:pt x="3267312" y="583830"/>
                  </a:lnTo>
                  <a:lnTo>
                    <a:pt x="3261839" y="583830"/>
                  </a:lnTo>
                  <a:lnTo>
                    <a:pt x="3261839" y="583830"/>
                  </a:lnTo>
                  <a:lnTo>
                    <a:pt x="3256366" y="583830"/>
                  </a:lnTo>
                  <a:lnTo>
                    <a:pt x="3256366" y="583830"/>
                  </a:lnTo>
                  <a:lnTo>
                    <a:pt x="3250893" y="583830"/>
                  </a:lnTo>
                  <a:lnTo>
                    <a:pt x="3250893" y="583830"/>
                  </a:lnTo>
                  <a:lnTo>
                    <a:pt x="3245421" y="583830"/>
                  </a:lnTo>
                  <a:lnTo>
                    <a:pt x="3245421" y="583830"/>
                  </a:lnTo>
                  <a:lnTo>
                    <a:pt x="3239948" y="583830"/>
                  </a:lnTo>
                  <a:lnTo>
                    <a:pt x="3239948" y="599686"/>
                  </a:lnTo>
                  <a:lnTo>
                    <a:pt x="3234475" y="599686"/>
                  </a:lnTo>
                  <a:lnTo>
                    <a:pt x="3234475" y="615531"/>
                  </a:lnTo>
                  <a:lnTo>
                    <a:pt x="3229002" y="615531"/>
                  </a:lnTo>
                  <a:lnTo>
                    <a:pt x="3229002" y="615531"/>
                  </a:lnTo>
                  <a:lnTo>
                    <a:pt x="3223529" y="615531"/>
                  </a:lnTo>
                  <a:lnTo>
                    <a:pt x="3223529" y="615531"/>
                  </a:lnTo>
                  <a:lnTo>
                    <a:pt x="3218056" y="615531"/>
                  </a:lnTo>
                  <a:lnTo>
                    <a:pt x="3218056" y="615531"/>
                  </a:lnTo>
                  <a:lnTo>
                    <a:pt x="3212583" y="615531"/>
                  </a:lnTo>
                  <a:lnTo>
                    <a:pt x="3212583" y="615531"/>
                  </a:lnTo>
                  <a:lnTo>
                    <a:pt x="3207110" y="615531"/>
                  </a:lnTo>
                  <a:lnTo>
                    <a:pt x="3207110" y="615531"/>
                  </a:lnTo>
                  <a:lnTo>
                    <a:pt x="3201637" y="615531"/>
                  </a:lnTo>
                  <a:lnTo>
                    <a:pt x="3201637" y="615531"/>
                  </a:lnTo>
                  <a:lnTo>
                    <a:pt x="3196165" y="615531"/>
                  </a:lnTo>
                  <a:lnTo>
                    <a:pt x="3196165" y="615531"/>
                  </a:lnTo>
                  <a:lnTo>
                    <a:pt x="3190692" y="615531"/>
                  </a:lnTo>
                  <a:lnTo>
                    <a:pt x="3190692" y="615531"/>
                  </a:lnTo>
                  <a:lnTo>
                    <a:pt x="3185219" y="615531"/>
                  </a:lnTo>
                  <a:lnTo>
                    <a:pt x="3185219" y="615531"/>
                  </a:lnTo>
                  <a:lnTo>
                    <a:pt x="3179746" y="615531"/>
                  </a:lnTo>
                  <a:lnTo>
                    <a:pt x="3179746" y="615531"/>
                  </a:lnTo>
                  <a:lnTo>
                    <a:pt x="3174273" y="615531"/>
                  </a:lnTo>
                  <a:lnTo>
                    <a:pt x="3174273" y="615531"/>
                  </a:lnTo>
                  <a:lnTo>
                    <a:pt x="3168800" y="615531"/>
                  </a:lnTo>
                  <a:lnTo>
                    <a:pt x="3168800" y="615531"/>
                  </a:lnTo>
                  <a:lnTo>
                    <a:pt x="3163327" y="615531"/>
                  </a:lnTo>
                  <a:lnTo>
                    <a:pt x="3163327" y="615531"/>
                  </a:lnTo>
                  <a:lnTo>
                    <a:pt x="3157854" y="615531"/>
                  </a:lnTo>
                  <a:lnTo>
                    <a:pt x="3157854" y="615531"/>
                  </a:lnTo>
                  <a:lnTo>
                    <a:pt x="3152382" y="615531"/>
                  </a:lnTo>
                  <a:lnTo>
                    <a:pt x="3152382" y="615531"/>
                  </a:lnTo>
                  <a:lnTo>
                    <a:pt x="3146909" y="615531"/>
                  </a:lnTo>
                  <a:lnTo>
                    <a:pt x="3146909" y="615531"/>
                  </a:lnTo>
                  <a:lnTo>
                    <a:pt x="3141436" y="615531"/>
                  </a:lnTo>
                  <a:lnTo>
                    <a:pt x="3141436" y="615531"/>
                  </a:lnTo>
                  <a:lnTo>
                    <a:pt x="3135963" y="615531"/>
                  </a:lnTo>
                  <a:lnTo>
                    <a:pt x="3135963" y="615531"/>
                  </a:lnTo>
                  <a:lnTo>
                    <a:pt x="3130490" y="615531"/>
                  </a:lnTo>
                  <a:lnTo>
                    <a:pt x="3130490" y="615531"/>
                  </a:lnTo>
                  <a:lnTo>
                    <a:pt x="3125017" y="615531"/>
                  </a:lnTo>
                  <a:lnTo>
                    <a:pt x="3125017" y="615531"/>
                  </a:lnTo>
                  <a:lnTo>
                    <a:pt x="3119544" y="615531"/>
                  </a:lnTo>
                  <a:lnTo>
                    <a:pt x="3119544" y="615531"/>
                  </a:lnTo>
                  <a:lnTo>
                    <a:pt x="3114071" y="615531"/>
                  </a:lnTo>
                  <a:lnTo>
                    <a:pt x="3114071" y="615531"/>
                  </a:lnTo>
                  <a:lnTo>
                    <a:pt x="3108598" y="615531"/>
                  </a:lnTo>
                  <a:lnTo>
                    <a:pt x="3108598" y="615531"/>
                  </a:lnTo>
                  <a:lnTo>
                    <a:pt x="3103126" y="615531"/>
                  </a:lnTo>
                  <a:lnTo>
                    <a:pt x="3103126" y="615531"/>
                  </a:lnTo>
                  <a:lnTo>
                    <a:pt x="3097653" y="615531"/>
                  </a:lnTo>
                  <a:lnTo>
                    <a:pt x="3097653" y="615531"/>
                  </a:lnTo>
                  <a:lnTo>
                    <a:pt x="3092180" y="615531"/>
                  </a:lnTo>
                  <a:lnTo>
                    <a:pt x="3092180" y="615531"/>
                  </a:lnTo>
                  <a:lnTo>
                    <a:pt x="3086707" y="615531"/>
                  </a:lnTo>
                  <a:lnTo>
                    <a:pt x="3086707" y="615531"/>
                  </a:lnTo>
                  <a:lnTo>
                    <a:pt x="3081234" y="615531"/>
                  </a:lnTo>
                  <a:lnTo>
                    <a:pt x="3081234" y="615531"/>
                  </a:lnTo>
                  <a:lnTo>
                    <a:pt x="3075761" y="615531"/>
                  </a:lnTo>
                  <a:lnTo>
                    <a:pt x="3075761" y="615531"/>
                  </a:lnTo>
                  <a:lnTo>
                    <a:pt x="3070288" y="615531"/>
                  </a:lnTo>
                  <a:lnTo>
                    <a:pt x="3070288" y="615531"/>
                  </a:lnTo>
                  <a:lnTo>
                    <a:pt x="3064815" y="615531"/>
                  </a:lnTo>
                  <a:lnTo>
                    <a:pt x="3064815" y="615531"/>
                  </a:lnTo>
                  <a:lnTo>
                    <a:pt x="3059342" y="615531"/>
                  </a:lnTo>
                  <a:lnTo>
                    <a:pt x="3059342" y="615531"/>
                  </a:lnTo>
                  <a:lnTo>
                    <a:pt x="3053870" y="615531"/>
                  </a:lnTo>
                  <a:lnTo>
                    <a:pt x="3053870" y="615531"/>
                  </a:lnTo>
                  <a:lnTo>
                    <a:pt x="3048397" y="615531"/>
                  </a:lnTo>
                  <a:lnTo>
                    <a:pt x="3048397" y="615531"/>
                  </a:lnTo>
                  <a:lnTo>
                    <a:pt x="3042924" y="615531"/>
                  </a:lnTo>
                  <a:lnTo>
                    <a:pt x="3042924" y="615531"/>
                  </a:lnTo>
                  <a:lnTo>
                    <a:pt x="3037451" y="615531"/>
                  </a:lnTo>
                  <a:lnTo>
                    <a:pt x="3037451" y="615531"/>
                  </a:lnTo>
                  <a:lnTo>
                    <a:pt x="3031978" y="615531"/>
                  </a:lnTo>
                  <a:lnTo>
                    <a:pt x="3031978" y="615531"/>
                  </a:lnTo>
                  <a:lnTo>
                    <a:pt x="3026505" y="615531"/>
                  </a:lnTo>
                  <a:lnTo>
                    <a:pt x="3026505" y="615531"/>
                  </a:lnTo>
                  <a:lnTo>
                    <a:pt x="3021032" y="615531"/>
                  </a:lnTo>
                  <a:lnTo>
                    <a:pt x="3021032" y="615531"/>
                  </a:lnTo>
                  <a:lnTo>
                    <a:pt x="3015559" y="615531"/>
                  </a:lnTo>
                  <a:lnTo>
                    <a:pt x="3015559" y="615531"/>
                  </a:lnTo>
                  <a:lnTo>
                    <a:pt x="3010086" y="615531"/>
                  </a:lnTo>
                  <a:lnTo>
                    <a:pt x="3010086" y="615531"/>
                  </a:lnTo>
                  <a:lnTo>
                    <a:pt x="3004614" y="615531"/>
                  </a:lnTo>
                  <a:lnTo>
                    <a:pt x="3004614" y="630954"/>
                  </a:lnTo>
                  <a:lnTo>
                    <a:pt x="2999141" y="630954"/>
                  </a:lnTo>
                  <a:lnTo>
                    <a:pt x="2999141" y="630954"/>
                  </a:lnTo>
                  <a:lnTo>
                    <a:pt x="2993668" y="630954"/>
                  </a:lnTo>
                  <a:lnTo>
                    <a:pt x="2993668" y="630954"/>
                  </a:lnTo>
                  <a:lnTo>
                    <a:pt x="2988195" y="630954"/>
                  </a:lnTo>
                  <a:lnTo>
                    <a:pt x="2988195" y="630954"/>
                  </a:lnTo>
                  <a:lnTo>
                    <a:pt x="2982722" y="630954"/>
                  </a:lnTo>
                  <a:lnTo>
                    <a:pt x="2982722" y="630954"/>
                  </a:lnTo>
                  <a:lnTo>
                    <a:pt x="2977249" y="630954"/>
                  </a:lnTo>
                  <a:lnTo>
                    <a:pt x="2977249" y="630954"/>
                  </a:lnTo>
                  <a:lnTo>
                    <a:pt x="2971776" y="630954"/>
                  </a:lnTo>
                  <a:lnTo>
                    <a:pt x="2971776" y="630954"/>
                  </a:lnTo>
                  <a:lnTo>
                    <a:pt x="2966303" y="630954"/>
                  </a:lnTo>
                  <a:lnTo>
                    <a:pt x="2966303" y="630954"/>
                  </a:lnTo>
                  <a:lnTo>
                    <a:pt x="2960831" y="630954"/>
                  </a:lnTo>
                  <a:lnTo>
                    <a:pt x="2960831" y="630954"/>
                  </a:lnTo>
                  <a:lnTo>
                    <a:pt x="2955358" y="630954"/>
                  </a:lnTo>
                  <a:lnTo>
                    <a:pt x="2955358" y="630954"/>
                  </a:lnTo>
                  <a:lnTo>
                    <a:pt x="2949885" y="630954"/>
                  </a:lnTo>
                  <a:lnTo>
                    <a:pt x="2949885" y="630954"/>
                  </a:lnTo>
                  <a:lnTo>
                    <a:pt x="2944412" y="630954"/>
                  </a:lnTo>
                  <a:lnTo>
                    <a:pt x="2944412" y="630954"/>
                  </a:lnTo>
                  <a:lnTo>
                    <a:pt x="2938939" y="630954"/>
                  </a:lnTo>
                  <a:lnTo>
                    <a:pt x="2938939" y="630954"/>
                  </a:lnTo>
                  <a:lnTo>
                    <a:pt x="2933466" y="630954"/>
                  </a:lnTo>
                  <a:lnTo>
                    <a:pt x="2933466" y="630954"/>
                  </a:lnTo>
                  <a:lnTo>
                    <a:pt x="2927993" y="630954"/>
                  </a:lnTo>
                  <a:lnTo>
                    <a:pt x="2927993" y="630954"/>
                  </a:lnTo>
                  <a:lnTo>
                    <a:pt x="2922520" y="630954"/>
                  </a:lnTo>
                  <a:lnTo>
                    <a:pt x="2922520" y="630954"/>
                  </a:lnTo>
                  <a:lnTo>
                    <a:pt x="2917047" y="630954"/>
                  </a:lnTo>
                  <a:lnTo>
                    <a:pt x="2917047" y="646293"/>
                  </a:lnTo>
                  <a:lnTo>
                    <a:pt x="2911575" y="646293"/>
                  </a:lnTo>
                  <a:lnTo>
                    <a:pt x="2911575" y="661604"/>
                  </a:lnTo>
                  <a:lnTo>
                    <a:pt x="2906102" y="661604"/>
                  </a:lnTo>
                  <a:lnTo>
                    <a:pt x="2906102" y="661604"/>
                  </a:lnTo>
                  <a:lnTo>
                    <a:pt x="2900629" y="661604"/>
                  </a:lnTo>
                  <a:lnTo>
                    <a:pt x="2900629" y="661604"/>
                  </a:lnTo>
                  <a:lnTo>
                    <a:pt x="2895156" y="661604"/>
                  </a:lnTo>
                  <a:lnTo>
                    <a:pt x="2895156" y="676869"/>
                  </a:lnTo>
                  <a:lnTo>
                    <a:pt x="2889683" y="676869"/>
                  </a:lnTo>
                  <a:lnTo>
                    <a:pt x="2889683" y="676869"/>
                  </a:lnTo>
                  <a:lnTo>
                    <a:pt x="2884210" y="676869"/>
                  </a:lnTo>
                  <a:lnTo>
                    <a:pt x="2884210" y="676869"/>
                  </a:lnTo>
                  <a:lnTo>
                    <a:pt x="2878737" y="676869"/>
                  </a:lnTo>
                  <a:lnTo>
                    <a:pt x="2878737" y="676869"/>
                  </a:lnTo>
                  <a:lnTo>
                    <a:pt x="2873264" y="676869"/>
                  </a:lnTo>
                  <a:lnTo>
                    <a:pt x="2873264" y="676869"/>
                  </a:lnTo>
                  <a:lnTo>
                    <a:pt x="2867791" y="676869"/>
                  </a:lnTo>
                  <a:lnTo>
                    <a:pt x="2867791" y="676869"/>
                  </a:lnTo>
                  <a:lnTo>
                    <a:pt x="2862319" y="676869"/>
                  </a:lnTo>
                  <a:lnTo>
                    <a:pt x="2862319" y="692088"/>
                  </a:lnTo>
                  <a:lnTo>
                    <a:pt x="2856846" y="692088"/>
                  </a:lnTo>
                  <a:lnTo>
                    <a:pt x="2856846" y="692088"/>
                  </a:lnTo>
                  <a:lnTo>
                    <a:pt x="2851373" y="692088"/>
                  </a:lnTo>
                  <a:lnTo>
                    <a:pt x="2851373" y="692088"/>
                  </a:lnTo>
                  <a:lnTo>
                    <a:pt x="2845900" y="692088"/>
                  </a:lnTo>
                  <a:lnTo>
                    <a:pt x="2845900" y="692088"/>
                  </a:lnTo>
                  <a:lnTo>
                    <a:pt x="2840427" y="692088"/>
                  </a:lnTo>
                  <a:lnTo>
                    <a:pt x="2840427" y="692088"/>
                  </a:lnTo>
                  <a:lnTo>
                    <a:pt x="2834954" y="692088"/>
                  </a:lnTo>
                  <a:lnTo>
                    <a:pt x="2834954" y="692088"/>
                  </a:lnTo>
                  <a:lnTo>
                    <a:pt x="2829481" y="692088"/>
                  </a:lnTo>
                  <a:lnTo>
                    <a:pt x="2829481" y="692088"/>
                  </a:lnTo>
                  <a:lnTo>
                    <a:pt x="2824008" y="692088"/>
                  </a:lnTo>
                  <a:lnTo>
                    <a:pt x="2824008" y="692088"/>
                  </a:lnTo>
                  <a:lnTo>
                    <a:pt x="2818535" y="692088"/>
                  </a:lnTo>
                  <a:lnTo>
                    <a:pt x="2818535" y="722391"/>
                  </a:lnTo>
                  <a:lnTo>
                    <a:pt x="2813063" y="722391"/>
                  </a:lnTo>
                  <a:lnTo>
                    <a:pt x="2813063" y="722391"/>
                  </a:lnTo>
                  <a:lnTo>
                    <a:pt x="2807590" y="722391"/>
                  </a:lnTo>
                  <a:lnTo>
                    <a:pt x="2807590" y="722391"/>
                  </a:lnTo>
                  <a:lnTo>
                    <a:pt x="2802117" y="722391"/>
                  </a:lnTo>
                  <a:lnTo>
                    <a:pt x="2802117" y="722391"/>
                  </a:lnTo>
                  <a:lnTo>
                    <a:pt x="2796644" y="722391"/>
                  </a:lnTo>
                  <a:lnTo>
                    <a:pt x="2796644" y="722391"/>
                  </a:lnTo>
                  <a:lnTo>
                    <a:pt x="2791171" y="722391"/>
                  </a:lnTo>
                  <a:lnTo>
                    <a:pt x="2791171" y="722391"/>
                  </a:lnTo>
                  <a:lnTo>
                    <a:pt x="2785698" y="722391"/>
                  </a:lnTo>
                  <a:lnTo>
                    <a:pt x="2785698" y="722391"/>
                  </a:lnTo>
                  <a:lnTo>
                    <a:pt x="2780225" y="722391"/>
                  </a:lnTo>
                  <a:lnTo>
                    <a:pt x="2780225" y="722391"/>
                  </a:lnTo>
                  <a:lnTo>
                    <a:pt x="2774752" y="722391"/>
                  </a:lnTo>
                  <a:lnTo>
                    <a:pt x="2774752" y="722391"/>
                  </a:lnTo>
                  <a:lnTo>
                    <a:pt x="2769280" y="722391"/>
                  </a:lnTo>
                  <a:lnTo>
                    <a:pt x="2769280" y="722391"/>
                  </a:lnTo>
                  <a:lnTo>
                    <a:pt x="2763807" y="722391"/>
                  </a:lnTo>
                  <a:lnTo>
                    <a:pt x="2763807" y="722391"/>
                  </a:lnTo>
                  <a:lnTo>
                    <a:pt x="2758334" y="722391"/>
                  </a:lnTo>
                  <a:lnTo>
                    <a:pt x="2758334" y="722391"/>
                  </a:lnTo>
                  <a:lnTo>
                    <a:pt x="2752861" y="722391"/>
                  </a:lnTo>
                  <a:lnTo>
                    <a:pt x="2752861" y="722391"/>
                  </a:lnTo>
                  <a:lnTo>
                    <a:pt x="2747388" y="722391"/>
                  </a:lnTo>
                  <a:lnTo>
                    <a:pt x="2747388" y="722391"/>
                  </a:lnTo>
                  <a:lnTo>
                    <a:pt x="2741915" y="722391"/>
                  </a:lnTo>
                  <a:lnTo>
                    <a:pt x="2741915" y="722391"/>
                  </a:lnTo>
                  <a:lnTo>
                    <a:pt x="2736442" y="722391"/>
                  </a:lnTo>
                  <a:lnTo>
                    <a:pt x="2736442" y="722391"/>
                  </a:lnTo>
                  <a:lnTo>
                    <a:pt x="2730969" y="722391"/>
                  </a:lnTo>
                  <a:lnTo>
                    <a:pt x="2730969" y="722391"/>
                  </a:lnTo>
                  <a:lnTo>
                    <a:pt x="2725496" y="722391"/>
                  </a:lnTo>
                  <a:lnTo>
                    <a:pt x="2725496" y="737510"/>
                  </a:lnTo>
                  <a:lnTo>
                    <a:pt x="2720024" y="737510"/>
                  </a:lnTo>
                  <a:lnTo>
                    <a:pt x="2720024" y="752618"/>
                  </a:lnTo>
                  <a:lnTo>
                    <a:pt x="2714551" y="752618"/>
                  </a:lnTo>
                  <a:lnTo>
                    <a:pt x="2714551" y="752618"/>
                  </a:lnTo>
                  <a:lnTo>
                    <a:pt x="2709078" y="752618"/>
                  </a:lnTo>
                  <a:lnTo>
                    <a:pt x="2709078" y="752618"/>
                  </a:lnTo>
                  <a:lnTo>
                    <a:pt x="2703605" y="752618"/>
                  </a:lnTo>
                  <a:lnTo>
                    <a:pt x="2703605" y="752618"/>
                  </a:lnTo>
                  <a:lnTo>
                    <a:pt x="2698132" y="752618"/>
                  </a:lnTo>
                  <a:lnTo>
                    <a:pt x="2698132" y="752618"/>
                  </a:lnTo>
                  <a:lnTo>
                    <a:pt x="2692659" y="752618"/>
                  </a:lnTo>
                  <a:lnTo>
                    <a:pt x="2692659" y="752618"/>
                  </a:lnTo>
                  <a:lnTo>
                    <a:pt x="2687186" y="752618"/>
                  </a:lnTo>
                  <a:lnTo>
                    <a:pt x="2687186" y="752618"/>
                  </a:lnTo>
                  <a:lnTo>
                    <a:pt x="2681713" y="752618"/>
                  </a:lnTo>
                  <a:lnTo>
                    <a:pt x="2681713" y="752618"/>
                  </a:lnTo>
                  <a:lnTo>
                    <a:pt x="2676240" y="752618"/>
                  </a:lnTo>
                  <a:lnTo>
                    <a:pt x="2676240" y="767682"/>
                  </a:lnTo>
                  <a:lnTo>
                    <a:pt x="2670768" y="767682"/>
                  </a:lnTo>
                  <a:lnTo>
                    <a:pt x="2670768" y="767682"/>
                  </a:lnTo>
                  <a:lnTo>
                    <a:pt x="2665295" y="767682"/>
                  </a:lnTo>
                  <a:lnTo>
                    <a:pt x="2665295" y="767682"/>
                  </a:lnTo>
                  <a:lnTo>
                    <a:pt x="2659822" y="767682"/>
                  </a:lnTo>
                  <a:lnTo>
                    <a:pt x="2659822" y="767682"/>
                  </a:lnTo>
                  <a:lnTo>
                    <a:pt x="2654349" y="767682"/>
                  </a:lnTo>
                  <a:lnTo>
                    <a:pt x="2654349" y="767682"/>
                  </a:lnTo>
                  <a:lnTo>
                    <a:pt x="2648876" y="767682"/>
                  </a:lnTo>
                  <a:lnTo>
                    <a:pt x="2648876" y="767682"/>
                  </a:lnTo>
                  <a:lnTo>
                    <a:pt x="2643403" y="767682"/>
                  </a:lnTo>
                  <a:lnTo>
                    <a:pt x="2643403" y="767682"/>
                  </a:lnTo>
                  <a:lnTo>
                    <a:pt x="2637930" y="767682"/>
                  </a:lnTo>
                  <a:lnTo>
                    <a:pt x="2637930" y="767682"/>
                  </a:lnTo>
                  <a:lnTo>
                    <a:pt x="2632457" y="767682"/>
                  </a:lnTo>
                  <a:lnTo>
                    <a:pt x="2632457" y="767682"/>
                  </a:lnTo>
                  <a:lnTo>
                    <a:pt x="2626985" y="767682"/>
                  </a:lnTo>
                  <a:lnTo>
                    <a:pt x="2626985" y="767682"/>
                  </a:lnTo>
                  <a:lnTo>
                    <a:pt x="2621512" y="767682"/>
                  </a:lnTo>
                  <a:lnTo>
                    <a:pt x="2621512" y="767682"/>
                  </a:lnTo>
                  <a:lnTo>
                    <a:pt x="2616039" y="767682"/>
                  </a:lnTo>
                  <a:lnTo>
                    <a:pt x="2616039" y="767682"/>
                  </a:lnTo>
                  <a:lnTo>
                    <a:pt x="2610566" y="767682"/>
                  </a:lnTo>
                  <a:lnTo>
                    <a:pt x="2610566" y="767682"/>
                  </a:lnTo>
                  <a:lnTo>
                    <a:pt x="2605093" y="767682"/>
                  </a:lnTo>
                  <a:lnTo>
                    <a:pt x="2605093" y="767682"/>
                  </a:lnTo>
                  <a:lnTo>
                    <a:pt x="2599620" y="767682"/>
                  </a:lnTo>
                  <a:lnTo>
                    <a:pt x="2599620" y="767682"/>
                  </a:lnTo>
                  <a:lnTo>
                    <a:pt x="2594147" y="767682"/>
                  </a:lnTo>
                  <a:lnTo>
                    <a:pt x="2594147" y="767682"/>
                  </a:lnTo>
                  <a:lnTo>
                    <a:pt x="2588674" y="767682"/>
                  </a:lnTo>
                  <a:lnTo>
                    <a:pt x="2588674" y="767682"/>
                  </a:lnTo>
                  <a:lnTo>
                    <a:pt x="2583201" y="767682"/>
                  </a:lnTo>
                  <a:lnTo>
                    <a:pt x="2583201" y="767682"/>
                  </a:lnTo>
                  <a:lnTo>
                    <a:pt x="2577729" y="767682"/>
                  </a:lnTo>
                  <a:lnTo>
                    <a:pt x="2577729" y="767682"/>
                  </a:lnTo>
                  <a:lnTo>
                    <a:pt x="2572256" y="767682"/>
                  </a:lnTo>
                  <a:lnTo>
                    <a:pt x="2572256" y="767682"/>
                  </a:lnTo>
                  <a:lnTo>
                    <a:pt x="2566783" y="767682"/>
                  </a:lnTo>
                  <a:lnTo>
                    <a:pt x="2566783" y="782688"/>
                  </a:lnTo>
                  <a:lnTo>
                    <a:pt x="2561310" y="782688"/>
                  </a:lnTo>
                  <a:lnTo>
                    <a:pt x="2561310" y="782688"/>
                  </a:lnTo>
                  <a:lnTo>
                    <a:pt x="2555837" y="782688"/>
                  </a:lnTo>
                  <a:lnTo>
                    <a:pt x="2555837" y="782688"/>
                  </a:lnTo>
                  <a:lnTo>
                    <a:pt x="2550364" y="782688"/>
                  </a:lnTo>
                  <a:lnTo>
                    <a:pt x="2550364" y="782688"/>
                  </a:lnTo>
                  <a:lnTo>
                    <a:pt x="2544891" y="782688"/>
                  </a:lnTo>
                  <a:lnTo>
                    <a:pt x="2544891" y="782688"/>
                  </a:lnTo>
                  <a:lnTo>
                    <a:pt x="2539418" y="782688"/>
                  </a:lnTo>
                  <a:lnTo>
                    <a:pt x="2539418" y="782688"/>
                  </a:lnTo>
                  <a:lnTo>
                    <a:pt x="2533945" y="782688"/>
                  </a:lnTo>
                  <a:lnTo>
                    <a:pt x="2533945" y="782688"/>
                  </a:lnTo>
                  <a:lnTo>
                    <a:pt x="2528473" y="782688"/>
                  </a:lnTo>
                  <a:lnTo>
                    <a:pt x="2528473" y="797653"/>
                  </a:lnTo>
                  <a:lnTo>
                    <a:pt x="2523000" y="797653"/>
                  </a:lnTo>
                  <a:lnTo>
                    <a:pt x="2523000" y="797653"/>
                  </a:lnTo>
                  <a:lnTo>
                    <a:pt x="2517527" y="797653"/>
                  </a:lnTo>
                  <a:lnTo>
                    <a:pt x="2517527" y="797653"/>
                  </a:lnTo>
                  <a:lnTo>
                    <a:pt x="2512054" y="797653"/>
                  </a:lnTo>
                  <a:lnTo>
                    <a:pt x="2512054" y="812590"/>
                  </a:lnTo>
                  <a:lnTo>
                    <a:pt x="2506581" y="812590"/>
                  </a:lnTo>
                  <a:lnTo>
                    <a:pt x="2506581" y="812590"/>
                  </a:lnTo>
                  <a:lnTo>
                    <a:pt x="2501108" y="812590"/>
                  </a:lnTo>
                  <a:lnTo>
                    <a:pt x="2501108" y="812590"/>
                  </a:lnTo>
                  <a:lnTo>
                    <a:pt x="2495635" y="812590"/>
                  </a:lnTo>
                  <a:lnTo>
                    <a:pt x="2495635" y="812590"/>
                  </a:lnTo>
                  <a:lnTo>
                    <a:pt x="2490162" y="812590"/>
                  </a:lnTo>
                  <a:lnTo>
                    <a:pt x="2490162" y="812590"/>
                  </a:lnTo>
                  <a:lnTo>
                    <a:pt x="2484689" y="812590"/>
                  </a:lnTo>
                  <a:lnTo>
                    <a:pt x="2484689" y="812590"/>
                  </a:lnTo>
                  <a:lnTo>
                    <a:pt x="2479217" y="812590"/>
                  </a:lnTo>
                  <a:lnTo>
                    <a:pt x="2479217" y="827516"/>
                  </a:lnTo>
                  <a:lnTo>
                    <a:pt x="2473744" y="827516"/>
                  </a:lnTo>
                  <a:lnTo>
                    <a:pt x="2473744" y="827516"/>
                  </a:lnTo>
                  <a:lnTo>
                    <a:pt x="2468271" y="827516"/>
                  </a:lnTo>
                  <a:lnTo>
                    <a:pt x="2468271" y="827516"/>
                  </a:lnTo>
                  <a:lnTo>
                    <a:pt x="2462798" y="827516"/>
                  </a:lnTo>
                  <a:lnTo>
                    <a:pt x="2462798" y="827516"/>
                  </a:lnTo>
                  <a:lnTo>
                    <a:pt x="2457325" y="827516"/>
                  </a:lnTo>
                  <a:lnTo>
                    <a:pt x="2457325" y="827516"/>
                  </a:lnTo>
                  <a:lnTo>
                    <a:pt x="2451852" y="827516"/>
                  </a:lnTo>
                  <a:lnTo>
                    <a:pt x="2451852" y="827516"/>
                  </a:lnTo>
                  <a:lnTo>
                    <a:pt x="2446379" y="827516"/>
                  </a:lnTo>
                  <a:lnTo>
                    <a:pt x="2446379" y="827516"/>
                  </a:lnTo>
                  <a:lnTo>
                    <a:pt x="2440906" y="827516"/>
                  </a:lnTo>
                  <a:lnTo>
                    <a:pt x="2440906" y="827516"/>
                  </a:lnTo>
                  <a:lnTo>
                    <a:pt x="2435434" y="827516"/>
                  </a:lnTo>
                  <a:lnTo>
                    <a:pt x="2435434" y="842356"/>
                  </a:lnTo>
                  <a:lnTo>
                    <a:pt x="2429961" y="842356"/>
                  </a:lnTo>
                  <a:lnTo>
                    <a:pt x="2429961" y="842356"/>
                  </a:lnTo>
                  <a:lnTo>
                    <a:pt x="2424488" y="842356"/>
                  </a:lnTo>
                  <a:lnTo>
                    <a:pt x="2424488" y="842356"/>
                  </a:lnTo>
                  <a:lnTo>
                    <a:pt x="2419015" y="842356"/>
                  </a:lnTo>
                  <a:lnTo>
                    <a:pt x="2419015" y="842356"/>
                  </a:lnTo>
                  <a:lnTo>
                    <a:pt x="2413542" y="842356"/>
                  </a:lnTo>
                  <a:lnTo>
                    <a:pt x="2413542" y="857185"/>
                  </a:lnTo>
                  <a:lnTo>
                    <a:pt x="2408069" y="857185"/>
                  </a:lnTo>
                  <a:lnTo>
                    <a:pt x="2408069" y="857185"/>
                  </a:lnTo>
                  <a:lnTo>
                    <a:pt x="2402596" y="857185"/>
                  </a:lnTo>
                  <a:lnTo>
                    <a:pt x="2402596" y="857185"/>
                  </a:lnTo>
                  <a:lnTo>
                    <a:pt x="2397123" y="857185"/>
                  </a:lnTo>
                  <a:lnTo>
                    <a:pt x="2397123" y="871973"/>
                  </a:lnTo>
                  <a:lnTo>
                    <a:pt x="2391650" y="871973"/>
                  </a:lnTo>
                  <a:lnTo>
                    <a:pt x="2391650" y="871973"/>
                  </a:lnTo>
                  <a:lnTo>
                    <a:pt x="2386178" y="871973"/>
                  </a:lnTo>
                  <a:lnTo>
                    <a:pt x="2386178" y="871973"/>
                  </a:lnTo>
                  <a:lnTo>
                    <a:pt x="2380705" y="871973"/>
                  </a:lnTo>
                  <a:lnTo>
                    <a:pt x="2380705" y="871973"/>
                  </a:lnTo>
                  <a:lnTo>
                    <a:pt x="2375232" y="871973"/>
                  </a:lnTo>
                  <a:lnTo>
                    <a:pt x="2375232" y="871973"/>
                  </a:lnTo>
                  <a:lnTo>
                    <a:pt x="2369759" y="871973"/>
                  </a:lnTo>
                  <a:lnTo>
                    <a:pt x="2369759" y="871973"/>
                  </a:lnTo>
                  <a:lnTo>
                    <a:pt x="2364286" y="871973"/>
                  </a:lnTo>
                  <a:lnTo>
                    <a:pt x="2364286" y="871973"/>
                  </a:lnTo>
                  <a:lnTo>
                    <a:pt x="2358813" y="871973"/>
                  </a:lnTo>
                  <a:lnTo>
                    <a:pt x="2358813" y="886734"/>
                  </a:lnTo>
                  <a:lnTo>
                    <a:pt x="2353340" y="886734"/>
                  </a:lnTo>
                  <a:lnTo>
                    <a:pt x="2353340" y="901483"/>
                  </a:lnTo>
                  <a:lnTo>
                    <a:pt x="2347867" y="901483"/>
                  </a:lnTo>
                  <a:lnTo>
                    <a:pt x="2347867" y="916219"/>
                  </a:lnTo>
                  <a:lnTo>
                    <a:pt x="2342394" y="916219"/>
                  </a:lnTo>
                  <a:lnTo>
                    <a:pt x="2342394" y="916219"/>
                  </a:lnTo>
                  <a:lnTo>
                    <a:pt x="2336922" y="916219"/>
                  </a:lnTo>
                  <a:lnTo>
                    <a:pt x="2336922" y="916219"/>
                  </a:lnTo>
                  <a:lnTo>
                    <a:pt x="2331449" y="916219"/>
                  </a:lnTo>
                  <a:lnTo>
                    <a:pt x="2331449" y="916219"/>
                  </a:lnTo>
                  <a:lnTo>
                    <a:pt x="2325976" y="916219"/>
                  </a:lnTo>
                  <a:lnTo>
                    <a:pt x="2325976" y="916219"/>
                  </a:lnTo>
                  <a:lnTo>
                    <a:pt x="2320503" y="916219"/>
                  </a:lnTo>
                  <a:lnTo>
                    <a:pt x="2320503" y="916219"/>
                  </a:lnTo>
                  <a:lnTo>
                    <a:pt x="2315030" y="916219"/>
                  </a:lnTo>
                  <a:lnTo>
                    <a:pt x="2315030" y="916219"/>
                  </a:lnTo>
                  <a:lnTo>
                    <a:pt x="2309557" y="916219"/>
                  </a:lnTo>
                  <a:lnTo>
                    <a:pt x="2309557" y="916219"/>
                  </a:lnTo>
                  <a:lnTo>
                    <a:pt x="2304084" y="916219"/>
                  </a:lnTo>
                  <a:lnTo>
                    <a:pt x="2304084" y="916219"/>
                  </a:lnTo>
                  <a:lnTo>
                    <a:pt x="2298611" y="916219"/>
                  </a:lnTo>
                  <a:lnTo>
                    <a:pt x="2298611" y="916219"/>
                  </a:lnTo>
                  <a:lnTo>
                    <a:pt x="2293138" y="916219"/>
                  </a:lnTo>
                  <a:lnTo>
                    <a:pt x="2293138" y="916219"/>
                  </a:lnTo>
                  <a:lnTo>
                    <a:pt x="2287666" y="916219"/>
                  </a:lnTo>
                  <a:lnTo>
                    <a:pt x="2287666" y="916219"/>
                  </a:lnTo>
                  <a:lnTo>
                    <a:pt x="2282193" y="916219"/>
                  </a:lnTo>
                  <a:lnTo>
                    <a:pt x="2282193" y="916219"/>
                  </a:lnTo>
                  <a:lnTo>
                    <a:pt x="2276720" y="916219"/>
                  </a:lnTo>
                  <a:lnTo>
                    <a:pt x="2276720" y="916219"/>
                  </a:lnTo>
                  <a:lnTo>
                    <a:pt x="2271247" y="916219"/>
                  </a:lnTo>
                  <a:lnTo>
                    <a:pt x="2271247" y="916219"/>
                  </a:lnTo>
                  <a:lnTo>
                    <a:pt x="2265774" y="916219"/>
                  </a:lnTo>
                  <a:lnTo>
                    <a:pt x="2265774" y="916219"/>
                  </a:lnTo>
                  <a:lnTo>
                    <a:pt x="2260301" y="916219"/>
                  </a:lnTo>
                  <a:lnTo>
                    <a:pt x="2260301" y="916219"/>
                  </a:lnTo>
                  <a:lnTo>
                    <a:pt x="2254828" y="916219"/>
                  </a:lnTo>
                  <a:lnTo>
                    <a:pt x="2254828" y="916219"/>
                  </a:lnTo>
                  <a:lnTo>
                    <a:pt x="2249355" y="916219"/>
                  </a:lnTo>
                  <a:lnTo>
                    <a:pt x="2249355" y="945572"/>
                  </a:lnTo>
                  <a:lnTo>
                    <a:pt x="2243883" y="945572"/>
                  </a:lnTo>
                  <a:lnTo>
                    <a:pt x="2243883" y="960228"/>
                  </a:lnTo>
                  <a:lnTo>
                    <a:pt x="2238410" y="960228"/>
                  </a:lnTo>
                  <a:lnTo>
                    <a:pt x="2238410" y="960228"/>
                  </a:lnTo>
                  <a:lnTo>
                    <a:pt x="2232937" y="960228"/>
                  </a:lnTo>
                  <a:lnTo>
                    <a:pt x="2232937" y="960228"/>
                  </a:lnTo>
                  <a:lnTo>
                    <a:pt x="2227464" y="960228"/>
                  </a:lnTo>
                  <a:lnTo>
                    <a:pt x="2227464" y="960228"/>
                  </a:lnTo>
                  <a:lnTo>
                    <a:pt x="2221991" y="960228"/>
                  </a:lnTo>
                  <a:lnTo>
                    <a:pt x="2221991" y="960228"/>
                  </a:lnTo>
                  <a:lnTo>
                    <a:pt x="2216518" y="960228"/>
                  </a:lnTo>
                  <a:lnTo>
                    <a:pt x="2216518" y="960228"/>
                  </a:lnTo>
                  <a:lnTo>
                    <a:pt x="2211045" y="960228"/>
                  </a:lnTo>
                  <a:lnTo>
                    <a:pt x="2211045" y="960228"/>
                  </a:lnTo>
                  <a:lnTo>
                    <a:pt x="2205572" y="960228"/>
                  </a:lnTo>
                  <a:lnTo>
                    <a:pt x="2205572" y="960228"/>
                  </a:lnTo>
                  <a:lnTo>
                    <a:pt x="2200099" y="960228"/>
                  </a:lnTo>
                  <a:lnTo>
                    <a:pt x="2200099" y="960228"/>
                  </a:lnTo>
                  <a:lnTo>
                    <a:pt x="2194627" y="960228"/>
                  </a:lnTo>
                  <a:lnTo>
                    <a:pt x="2194627" y="960228"/>
                  </a:lnTo>
                  <a:lnTo>
                    <a:pt x="2189154" y="960228"/>
                  </a:lnTo>
                  <a:lnTo>
                    <a:pt x="2189154" y="960228"/>
                  </a:lnTo>
                  <a:lnTo>
                    <a:pt x="2183681" y="960228"/>
                  </a:lnTo>
                  <a:lnTo>
                    <a:pt x="2183681" y="960228"/>
                  </a:lnTo>
                  <a:lnTo>
                    <a:pt x="2178208" y="960228"/>
                  </a:lnTo>
                  <a:lnTo>
                    <a:pt x="2178208" y="974818"/>
                  </a:lnTo>
                  <a:lnTo>
                    <a:pt x="2172735" y="974818"/>
                  </a:lnTo>
                  <a:lnTo>
                    <a:pt x="2172735" y="974818"/>
                  </a:lnTo>
                  <a:lnTo>
                    <a:pt x="2167262" y="974818"/>
                  </a:lnTo>
                  <a:lnTo>
                    <a:pt x="2167262" y="989370"/>
                  </a:lnTo>
                  <a:lnTo>
                    <a:pt x="2161789" y="989370"/>
                  </a:lnTo>
                  <a:lnTo>
                    <a:pt x="2161789" y="989370"/>
                  </a:lnTo>
                  <a:lnTo>
                    <a:pt x="2156316" y="989370"/>
                  </a:lnTo>
                  <a:lnTo>
                    <a:pt x="2156316" y="989370"/>
                  </a:lnTo>
                  <a:lnTo>
                    <a:pt x="2150843" y="989370"/>
                  </a:lnTo>
                  <a:lnTo>
                    <a:pt x="2150843" y="989370"/>
                  </a:lnTo>
                  <a:lnTo>
                    <a:pt x="2145371" y="989370"/>
                  </a:lnTo>
                  <a:lnTo>
                    <a:pt x="2145371" y="1003907"/>
                  </a:lnTo>
                  <a:lnTo>
                    <a:pt x="2139898" y="1003907"/>
                  </a:lnTo>
                  <a:lnTo>
                    <a:pt x="2139898" y="1003907"/>
                  </a:lnTo>
                  <a:lnTo>
                    <a:pt x="2134425" y="1003907"/>
                  </a:lnTo>
                  <a:lnTo>
                    <a:pt x="2134425" y="1003907"/>
                  </a:lnTo>
                  <a:lnTo>
                    <a:pt x="2128952" y="1003907"/>
                  </a:lnTo>
                  <a:lnTo>
                    <a:pt x="2128952" y="1018431"/>
                  </a:lnTo>
                  <a:lnTo>
                    <a:pt x="2123479" y="1018431"/>
                  </a:lnTo>
                  <a:lnTo>
                    <a:pt x="2123479" y="1018431"/>
                  </a:lnTo>
                  <a:lnTo>
                    <a:pt x="2118006" y="1018431"/>
                  </a:lnTo>
                  <a:lnTo>
                    <a:pt x="2118006" y="1032940"/>
                  </a:lnTo>
                  <a:lnTo>
                    <a:pt x="2112533" y="1032940"/>
                  </a:lnTo>
                  <a:lnTo>
                    <a:pt x="2112533" y="1032940"/>
                  </a:lnTo>
                  <a:lnTo>
                    <a:pt x="2107060" y="1032940"/>
                  </a:lnTo>
                  <a:lnTo>
                    <a:pt x="2107060" y="1032940"/>
                  </a:lnTo>
                  <a:lnTo>
                    <a:pt x="2101588" y="1032940"/>
                  </a:lnTo>
                  <a:lnTo>
                    <a:pt x="2101588" y="1032940"/>
                  </a:lnTo>
                  <a:lnTo>
                    <a:pt x="2096115" y="1032940"/>
                  </a:lnTo>
                  <a:lnTo>
                    <a:pt x="2096115" y="1047434"/>
                  </a:lnTo>
                  <a:lnTo>
                    <a:pt x="2090642" y="1047434"/>
                  </a:lnTo>
                  <a:lnTo>
                    <a:pt x="2090642" y="1061913"/>
                  </a:lnTo>
                  <a:lnTo>
                    <a:pt x="2085169" y="1061913"/>
                  </a:lnTo>
                  <a:lnTo>
                    <a:pt x="2085169" y="1061913"/>
                  </a:lnTo>
                  <a:lnTo>
                    <a:pt x="2079696" y="1061913"/>
                  </a:lnTo>
                  <a:lnTo>
                    <a:pt x="2079696" y="1076377"/>
                  </a:lnTo>
                  <a:lnTo>
                    <a:pt x="2074223" y="1076377"/>
                  </a:lnTo>
                  <a:lnTo>
                    <a:pt x="2074223" y="1076377"/>
                  </a:lnTo>
                  <a:lnTo>
                    <a:pt x="2068750" y="1076377"/>
                  </a:lnTo>
                  <a:lnTo>
                    <a:pt x="2068750" y="1076377"/>
                  </a:lnTo>
                  <a:lnTo>
                    <a:pt x="2063277" y="1076377"/>
                  </a:lnTo>
                  <a:lnTo>
                    <a:pt x="2063277" y="1076377"/>
                  </a:lnTo>
                  <a:lnTo>
                    <a:pt x="2057804" y="1076377"/>
                  </a:lnTo>
                  <a:lnTo>
                    <a:pt x="2057804" y="1076377"/>
                  </a:lnTo>
                  <a:lnTo>
                    <a:pt x="2052332" y="1076377"/>
                  </a:lnTo>
                  <a:lnTo>
                    <a:pt x="2052332" y="1076377"/>
                  </a:lnTo>
                  <a:lnTo>
                    <a:pt x="2046859" y="1076377"/>
                  </a:lnTo>
                  <a:lnTo>
                    <a:pt x="2046859" y="1076377"/>
                  </a:lnTo>
                  <a:lnTo>
                    <a:pt x="2041386" y="1076377"/>
                  </a:lnTo>
                  <a:lnTo>
                    <a:pt x="2041386" y="1076377"/>
                  </a:lnTo>
                  <a:lnTo>
                    <a:pt x="2035913" y="1076377"/>
                  </a:lnTo>
                  <a:lnTo>
                    <a:pt x="2035913" y="1076377"/>
                  </a:lnTo>
                  <a:lnTo>
                    <a:pt x="2030440" y="1076377"/>
                  </a:lnTo>
                  <a:lnTo>
                    <a:pt x="2030440" y="1076377"/>
                  </a:lnTo>
                  <a:lnTo>
                    <a:pt x="2024967" y="1076377"/>
                  </a:lnTo>
                  <a:lnTo>
                    <a:pt x="2024967" y="1076377"/>
                  </a:lnTo>
                  <a:lnTo>
                    <a:pt x="2019494" y="1076377"/>
                  </a:lnTo>
                  <a:lnTo>
                    <a:pt x="2019494" y="1076377"/>
                  </a:lnTo>
                  <a:lnTo>
                    <a:pt x="2014021" y="1076377"/>
                  </a:lnTo>
                  <a:lnTo>
                    <a:pt x="2014021" y="1076377"/>
                  </a:lnTo>
                  <a:lnTo>
                    <a:pt x="2008548" y="1076377"/>
                  </a:lnTo>
                  <a:lnTo>
                    <a:pt x="2008548" y="1076377"/>
                  </a:lnTo>
                  <a:lnTo>
                    <a:pt x="2003076" y="1076377"/>
                  </a:lnTo>
                  <a:lnTo>
                    <a:pt x="2003076" y="1076377"/>
                  </a:lnTo>
                  <a:lnTo>
                    <a:pt x="1997603" y="1076377"/>
                  </a:lnTo>
                  <a:lnTo>
                    <a:pt x="1997603" y="1076377"/>
                  </a:lnTo>
                  <a:lnTo>
                    <a:pt x="1992130" y="1076377"/>
                  </a:lnTo>
                  <a:lnTo>
                    <a:pt x="1992130" y="1076377"/>
                  </a:lnTo>
                  <a:lnTo>
                    <a:pt x="1986657" y="1076377"/>
                  </a:lnTo>
                  <a:lnTo>
                    <a:pt x="1986657" y="1076377"/>
                  </a:lnTo>
                  <a:lnTo>
                    <a:pt x="1981184" y="1076377"/>
                  </a:lnTo>
                  <a:lnTo>
                    <a:pt x="1981184" y="1076377"/>
                  </a:lnTo>
                  <a:lnTo>
                    <a:pt x="1975711" y="1076377"/>
                  </a:lnTo>
                  <a:lnTo>
                    <a:pt x="1975711" y="1076377"/>
                  </a:lnTo>
                  <a:lnTo>
                    <a:pt x="1970238" y="1076377"/>
                  </a:lnTo>
                  <a:lnTo>
                    <a:pt x="1970238" y="1090707"/>
                  </a:lnTo>
                  <a:lnTo>
                    <a:pt x="1964765" y="1090707"/>
                  </a:lnTo>
                  <a:lnTo>
                    <a:pt x="1964765" y="1090707"/>
                  </a:lnTo>
                  <a:lnTo>
                    <a:pt x="1959292" y="1090707"/>
                  </a:lnTo>
                  <a:lnTo>
                    <a:pt x="1959292" y="1090707"/>
                  </a:lnTo>
                  <a:lnTo>
                    <a:pt x="1953820" y="1090707"/>
                  </a:lnTo>
                  <a:lnTo>
                    <a:pt x="1953820" y="1090707"/>
                  </a:lnTo>
                  <a:lnTo>
                    <a:pt x="1948347" y="1090707"/>
                  </a:lnTo>
                  <a:lnTo>
                    <a:pt x="1948347" y="1090707"/>
                  </a:lnTo>
                  <a:lnTo>
                    <a:pt x="1942874" y="1090707"/>
                  </a:lnTo>
                  <a:lnTo>
                    <a:pt x="1942874" y="1090707"/>
                  </a:lnTo>
                  <a:lnTo>
                    <a:pt x="1937401" y="1090707"/>
                  </a:lnTo>
                  <a:lnTo>
                    <a:pt x="1937401" y="1133531"/>
                  </a:lnTo>
                  <a:lnTo>
                    <a:pt x="1931928" y="1133531"/>
                  </a:lnTo>
                  <a:lnTo>
                    <a:pt x="1931928" y="1133531"/>
                  </a:lnTo>
                  <a:lnTo>
                    <a:pt x="1926455" y="1133531"/>
                  </a:lnTo>
                  <a:lnTo>
                    <a:pt x="1926455" y="1133531"/>
                  </a:lnTo>
                  <a:lnTo>
                    <a:pt x="1920982" y="1133531"/>
                  </a:lnTo>
                  <a:lnTo>
                    <a:pt x="1920982" y="1133531"/>
                  </a:lnTo>
                  <a:lnTo>
                    <a:pt x="1915509" y="1133531"/>
                  </a:lnTo>
                  <a:lnTo>
                    <a:pt x="1915509" y="1133531"/>
                  </a:lnTo>
                  <a:lnTo>
                    <a:pt x="1910037" y="1133531"/>
                  </a:lnTo>
                  <a:lnTo>
                    <a:pt x="1910037" y="1133531"/>
                  </a:lnTo>
                  <a:lnTo>
                    <a:pt x="1904564" y="1133531"/>
                  </a:lnTo>
                  <a:lnTo>
                    <a:pt x="1904564" y="1133531"/>
                  </a:lnTo>
                  <a:lnTo>
                    <a:pt x="1899091" y="1133531"/>
                  </a:lnTo>
                  <a:lnTo>
                    <a:pt x="1899091" y="1147740"/>
                  </a:lnTo>
                  <a:lnTo>
                    <a:pt x="1893618" y="1147740"/>
                  </a:lnTo>
                  <a:lnTo>
                    <a:pt x="1893618" y="1147740"/>
                  </a:lnTo>
                  <a:lnTo>
                    <a:pt x="1888145" y="1147740"/>
                  </a:lnTo>
                  <a:lnTo>
                    <a:pt x="1888145" y="1147740"/>
                  </a:lnTo>
                  <a:lnTo>
                    <a:pt x="1882672" y="1147740"/>
                  </a:lnTo>
                  <a:lnTo>
                    <a:pt x="1882672" y="1161910"/>
                  </a:lnTo>
                  <a:lnTo>
                    <a:pt x="1877199" y="1161910"/>
                  </a:lnTo>
                  <a:lnTo>
                    <a:pt x="1877199" y="1161910"/>
                  </a:lnTo>
                  <a:lnTo>
                    <a:pt x="1871726" y="1161910"/>
                  </a:lnTo>
                  <a:lnTo>
                    <a:pt x="1871726" y="1161910"/>
                  </a:lnTo>
                  <a:lnTo>
                    <a:pt x="1866253" y="1161910"/>
                  </a:lnTo>
                  <a:lnTo>
                    <a:pt x="1866253" y="1161910"/>
                  </a:lnTo>
                  <a:lnTo>
                    <a:pt x="1860781" y="1161910"/>
                  </a:lnTo>
                  <a:lnTo>
                    <a:pt x="1860781" y="1161910"/>
                  </a:lnTo>
                  <a:lnTo>
                    <a:pt x="1855308" y="1161910"/>
                  </a:lnTo>
                  <a:lnTo>
                    <a:pt x="1855308" y="1161910"/>
                  </a:lnTo>
                  <a:lnTo>
                    <a:pt x="1849835" y="1161910"/>
                  </a:lnTo>
                  <a:lnTo>
                    <a:pt x="1849835" y="1161910"/>
                  </a:lnTo>
                  <a:lnTo>
                    <a:pt x="1844362" y="1161910"/>
                  </a:lnTo>
                  <a:lnTo>
                    <a:pt x="1844362" y="1161910"/>
                  </a:lnTo>
                  <a:lnTo>
                    <a:pt x="1838889" y="1161910"/>
                  </a:lnTo>
                  <a:lnTo>
                    <a:pt x="1838889" y="1161910"/>
                  </a:lnTo>
                  <a:lnTo>
                    <a:pt x="1833416" y="1161910"/>
                  </a:lnTo>
                  <a:lnTo>
                    <a:pt x="1833416" y="1161910"/>
                  </a:lnTo>
                  <a:lnTo>
                    <a:pt x="1827943" y="1161910"/>
                  </a:lnTo>
                  <a:lnTo>
                    <a:pt x="1827943" y="1161910"/>
                  </a:lnTo>
                  <a:lnTo>
                    <a:pt x="1822470" y="1161910"/>
                  </a:lnTo>
                  <a:lnTo>
                    <a:pt x="1822470" y="1161910"/>
                  </a:lnTo>
                  <a:lnTo>
                    <a:pt x="1816997" y="1161910"/>
                  </a:lnTo>
                  <a:lnTo>
                    <a:pt x="1816997" y="1176008"/>
                  </a:lnTo>
                  <a:lnTo>
                    <a:pt x="1811525" y="1176008"/>
                  </a:lnTo>
                  <a:lnTo>
                    <a:pt x="1811525" y="1176008"/>
                  </a:lnTo>
                  <a:lnTo>
                    <a:pt x="1806052" y="1176008"/>
                  </a:lnTo>
                  <a:lnTo>
                    <a:pt x="1806052" y="1176008"/>
                  </a:lnTo>
                  <a:lnTo>
                    <a:pt x="1800579" y="1176008"/>
                  </a:lnTo>
                  <a:lnTo>
                    <a:pt x="1800579" y="1176008"/>
                  </a:lnTo>
                  <a:lnTo>
                    <a:pt x="1795106" y="1176008"/>
                  </a:lnTo>
                  <a:lnTo>
                    <a:pt x="1795106" y="1176008"/>
                  </a:lnTo>
                  <a:lnTo>
                    <a:pt x="1789633" y="1176008"/>
                  </a:lnTo>
                  <a:lnTo>
                    <a:pt x="1789633" y="1176008"/>
                  </a:lnTo>
                  <a:lnTo>
                    <a:pt x="1784160" y="1176008"/>
                  </a:lnTo>
                  <a:lnTo>
                    <a:pt x="1784160" y="1190067"/>
                  </a:lnTo>
                  <a:lnTo>
                    <a:pt x="1778687" y="1190067"/>
                  </a:lnTo>
                  <a:lnTo>
                    <a:pt x="1778687" y="1190067"/>
                  </a:lnTo>
                  <a:lnTo>
                    <a:pt x="1773214" y="1190067"/>
                  </a:lnTo>
                  <a:lnTo>
                    <a:pt x="1773214" y="1204109"/>
                  </a:lnTo>
                  <a:lnTo>
                    <a:pt x="1767741" y="1204109"/>
                  </a:lnTo>
                  <a:lnTo>
                    <a:pt x="1767741" y="1204109"/>
                  </a:lnTo>
                  <a:lnTo>
                    <a:pt x="1762269" y="1204109"/>
                  </a:lnTo>
                  <a:lnTo>
                    <a:pt x="1762269" y="1218134"/>
                  </a:lnTo>
                  <a:lnTo>
                    <a:pt x="1756796" y="1218134"/>
                  </a:lnTo>
                  <a:lnTo>
                    <a:pt x="1756796" y="1232140"/>
                  </a:lnTo>
                  <a:lnTo>
                    <a:pt x="1751323" y="1232140"/>
                  </a:lnTo>
                  <a:lnTo>
                    <a:pt x="1751323" y="1232140"/>
                  </a:lnTo>
                  <a:lnTo>
                    <a:pt x="1745850" y="1232140"/>
                  </a:lnTo>
                  <a:lnTo>
                    <a:pt x="1745850" y="1232140"/>
                  </a:lnTo>
                  <a:lnTo>
                    <a:pt x="1740377" y="1232140"/>
                  </a:lnTo>
                  <a:lnTo>
                    <a:pt x="1740377" y="1232140"/>
                  </a:lnTo>
                  <a:lnTo>
                    <a:pt x="1734904" y="1232140"/>
                  </a:lnTo>
                  <a:lnTo>
                    <a:pt x="1734904" y="1232140"/>
                  </a:lnTo>
                  <a:lnTo>
                    <a:pt x="1729431" y="1232140"/>
                  </a:lnTo>
                  <a:lnTo>
                    <a:pt x="1729431" y="1232140"/>
                  </a:lnTo>
                  <a:lnTo>
                    <a:pt x="1723958" y="1232140"/>
                  </a:lnTo>
                  <a:lnTo>
                    <a:pt x="1723958" y="1232140"/>
                  </a:lnTo>
                  <a:lnTo>
                    <a:pt x="1718486" y="1232140"/>
                  </a:lnTo>
                  <a:lnTo>
                    <a:pt x="1718486" y="1232140"/>
                  </a:lnTo>
                  <a:lnTo>
                    <a:pt x="1713013" y="1232140"/>
                  </a:lnTo>
                  <a:lnTo>
                    <a:pt x="1713013" y="1232140"/>
                  </a:lnTo>
                  <a:lnTo>
                    <a:pt x="1707540" y="1232140"/>
                  </a:lnTo>
                  <a:lnTo>
                    <a:pt x="1707540" y="1232140"/>
                  </a:lnTo>
                  <a:lnTo>
                    <a:pt x="1702067" y="1232140"/>
                  </a:lnTo>
                  <a:lnTo>
                    <a:pt x="1702067" y="1232140"/>
                  </a:lnTo>
                  <a:lnTo>
                    <a:pt x="1696594" y="1232140"/>
                  </a:lnTo>
                  <a:lnTo>
                    <a:pt x="1696594" y="1232140"/>
                  </a:lnTo>
                  <a:lnTo>
                    <a:pt x="1691121" y="1232140"/>
                  </a:lnTo>
                  <a:lnTo>
                    <a:pt x="1691121" y="1232140"/>
                  </a:lnTo>
                  <a:lnTo>
                    <a:pt x="1685648" y="1232140"/>
                  </a:lnTo>
                  <a:lnTo>
                    <a:pt x="1685648" y="1232140"/>
                  </a:lnTo>
                  <a:lnTo>
                    <a:pt x="1680175" y="1232140"/>
                  </a:lnTo>
                  <a:lnTo>
                    <a:pt x="1680175" y="1232140"/>
                  </a:lnTo>
                  <a:lnTo>
                    <a:pt x="1674702" y="1232140"/>
                  </a:lnTo>
                  <a:lnTo>
                    <a:pt x="1674702" y="1246097"/>
                  </a:lnTo>
                  <a:lnTo>
                    <a:pt x="1669230" y="1246097"/>
                  </a:lnTo>
                  <a:lnTo>
                    <a:pt x="1669230" y="1246097"/>
                  </a:lnTo>
                  <a:lnTo>
                    <a:pt x="1663757" y="1246097"/>
                  </a:lnTo>
                  <a:lnTo>
                    <a:pt x="1663757" y="1246097"/>
                  </a:lnTo>
                  <a:lnTo>
                    <a:pt x="1658284" y="1246097"/>
                  </a:lnTo>
                  <a:lnTo>
                    <a:pt x="1658284" y="1246097"/>
                  </a:lnTo>
                  <a:lnTo>
                    <a:pt x="1652811" y="1246097"/>
                  </a:lnTo>
                  <a:lnTo>
                    <a:pt x="1652811" y="1246097"/>
                  </a:lnTo>
                  <a:lnTo>
                    <a:pt x="1647338" y="1246097"/>
                  </a:lnTo>
                  <a:lnTo>
                    <a:pt x="1647338" y="1246097"/>
                  </a:lnTo>
                  <a:lnTo>
                    <a:pt x="1641865" y="1246097"/>
                  </a:lnTo>
                  <a:lnTo>
                    <a:pt x="1641865" y="1246097"/>
                  </a:lnTo>
                  <a:lnTo>
                    <a:pt x="1636392" y="1246097"/>
                  </a:lnTo>
                  <a:lnTo>
                    <a:pt x="1636392" y="1246097"/>
                  </a:lnTo>
                  <a:lnTo>
                    <a:pt x="1630919" y="1246097"/>
                  </a:lnTo>
                  <a:lnTo>
                    <a:pt x="1630919" y="1260015"/>
                  </a:lnTo>
                  <a:lnTo>
                    <a:pt x="1625446" y="1260015"/>
                  </a:lnTo>
                  <a:lnTo>
                    <a:pt x="1625446" y="1260015"/>
                  </a:lnTo>
                  <a:lnTo>
                    <a:pt x="1619974" y="1260015"/>
                  </a:lnTo>
                  <a:lnTo>
                    <a:pt x="1619974" y="1273913"/>
                  </a:lnTo>
                  <a:lnTo>
                    <a:pt x="1614501" y="1273913"/>
                  </a:lnTo>
                  <a:lnTo>
                    <a:pt x="1614501" y="1273913"/>
                  </a:lnTo>
                  <a:lnTo>
                    <a:pt x="1609028" y="1273913"/>
                  </a:lnTo>
                  <a:lnTo>
                    <a:pt x="1609028" y="1273913"/>
                  </a:lnTo>
                  <a:lnTo>
                    <a:pt x="1603555" y="1273913"/>
                  </a:lnTo>
                  <a:lnTo>
                    <a:pt x="1603555" y="1273913"/>
                  </a:lnTo>
                  <a:lnTo>
                    <a:pt x="1598082" y="1273913"/>
                  </a:lnTo>
                  <a:lnTo>
                    <a:pt x="1598082" y="1273913"/>
                  </a:lnTo>
                  <a:lnTo>
                    <a:pt x="1592609" y="1273913"/>
                  </a:lnTo>
                  <a:lnTo>
                    <a:pt x="1592609" y="1287762"/>
                  </a:lnTo>
                  <a:lnTo>
                    <a:pt x="1587136" y="1287762"/>
                  </a:lnTo>
                  <a:lnTo>
                    <a:pt x="1587136" y="1287762"/>
                  </a:lnTo>
                  <a:lnTo>
                    <a:pt x="1581663" y="1287762"/>
                  </a:lnTo>
                  <a:lnTo>
                    <a:pt x="1581663" y="1301582"/>
                  </a:lnTo>
                  <a:lnTo>
                    <a:pt x="1576191" y="1301582"/>
                  </a:lnTo>
                  <a:lnTo>
                    <a:pt x="1576191" y="1301582"/>
                  </a:lnTo>
                  <a:lnTo>
                    <a:pt x="1570718" y="1301582"/>
                  </a:lnTo>
                  <a:lnTo>
                    <a:pt x="1570718" y="1301582"/>
                  </a:lnTo>
                  <a:lnTo>
                    <a:pt x="1565245" y="1301582"/>
                  </a:lnTo>
                  <a:lnTo>
                    <a:pt x="1565245" y="1301582"/>
                  </a:lnTo>
                  <a:lnTo>
                    <a:pt x="1559772" y="1301582"/>
                  </a:lnTo>
                  <a:lnTo>
                    <a:pt x="1559772" y="1301582"/>
                  </a:lnTo>
                  <a:lnTo>
                    <a:pt x="1554299" y="1301582"/>
                  </a:lnTo>
                  <a:lnTo>
                    <a:pt x="1554299" y="1329158"/>
                  </a:lnTo>
                  <a:lnTo>
                    <a:pt x="1548826" y="1329158"/>
                  </a:lnTo>
                  <a:lnTo>
                    <a:pt x="1548826" y="1329158"/>
                  </a:lnTo>
                  <a:lnTo>
                    <a:pt x="1543353" y="1329158"/>
                  </a:lnTo>
                  <a:lnTo>
                    <a:pt x="1543353" y="1329158"/>
                  </a:lnTo>
                  <a:lnTo>
                    <a:pt x="1537880" y="1329158"/>
                  </a:lnTo>
                  <a:lnTo>
                    <a:pt x="1537880" y="1342914"/>
                  </a:lnTo>
                  <a:lnTo>
                    <a:pt x="1532407" y="1342914"/>
                  </a:lnTo>
                  <a:lnTo>
                    <a:pt x="1532407" y="1342914"/>
                  </a:lnTo>
                  <a:lnTo>
                    <a:pt x="1526935" y="1342914"/>
                  </a:lnTo>
                  <a:lnTo>
                    <a:pt x="1526935" y="1342914"/>
                  </a:lnTo>
                  <a:lnTo>
                    <a:pt x="1521462" y="1342914"/>
                  </a:lnTo>
                  <a:lnTo>
                    <a:pt x="1521462" y="1342914"/>
                  </a:lnTo>
                  <a:lnTo>
                    <a:pt x="1515989" y="1342914"/>
                  </a:lnTo>
                  <a:lnTo>
                    <a:pt x="1515989" y="1356647"/>
                  </a:lnTo>
                  <a:lnTo>
                    <a:pt x="1510516" y="1356647"/>
                  </a:lnTo>
                  <a:lnTo>
                    <a:pt x="1510516" y="1356647"/>
                  </a:lnTo>
                  <a:lnTo>
                    <a:pt x="1505043" y="1356647"/>
                  </a:lnTo>
                  <a:lnTo>
                    <a:pt x="1505043" y="1356647"/>
                  </a:lnTo>
                  <a:lnTo>
                    <a:pt x="1499570" y="1356647"/>
                  </a:lnTo>
                  <a:lnTo>
                    <a:pt x="1499570" y="1356647"/>
                  </a:lnTo>
                  <a:lnTo>
                    <a:pt x="1494097" y="1356647"/>
                  </a:lnTo>
                  <a:lnTo>
                    <a:pt x="1494097" y="1356647"/>
                  </a:lnTo>
                  <a:lnTo>
                    <a:pt x="1488624" y="1356647"/>
                  </a:lnTo>
                  <a:lnTo>
                    <a:pt x="1488624" y="1370349"/>
                  </a:lnTo>
                  <a:lnTo>
                    <a:pt x="1483151" y="1370349"/>
                  </a:lnTo>
                  <a:lnTo>
                    <a:pt x="1483151" y="1370349"/>
                  </a:lnTo>
                  <a:lnTo>
                    <a:pt x="1477679" y="1370349"/>
                  </a:lnTo>
                  <a:lnTo>
                    <a:pt x="1477679" y="1370349"/>
                  </a:lnTo>
                  <a:lnTo>
                    <a:pt x="1472206" y="1370349"/>
                  </a:lnTo>
                  <a:lnTo>
                    <a:pt x="1472206" y="1370349"/>
                  </a:lnTo>
                  <a:lnTo>
                    <a:pt x="1466733" y="1370349"/>
                  </a:lnTo>
                  <a:lnTo>
                    <a:pt x="1466733" y="1370349"/>
                  </a:lnTo>
                  <a:lnTo>
                    <a:pt x="1461260" y="1370349"/>
                  </a:lnTo>
                  <a:lnTo>
                    <a:pt x="1461260" y="1370349"/>
                  </a:lnTo>
                  <a:lnTo>
                    <a:pt x="1455787" y="1370349"/>
                  </a:lnTo>
                  <a:lnTo>
                    <a:pt x="1455787" y="1370349"/>
                  </a:lnTo>
                  <a:lnTo>
                    <a:pt x="1450314" y="1370349"/>
                  </a:lnTo>
                  <a:lnTo>
                    <a:pt x="1450314" y="1370349"/>
                  </a:lnTo>
                  <a:lnTo>
                    <a:pt x="1444841" y="1370349"/>
                  </a:lnTo>
                  <a:lnTo>
                    <a:pt x="1444841" y="1370349"/>
                  </a:lnTo>
                  <a:lnTo>
                    <a:pt x="1439368" y="1370349"/>
                  </a:lnTo>
                  <a:lnTo>
                    <a:pt x="1439368" y="1383973"/>
                  </a:lnTo>
                  <a:lnTo>
                    <a:pt x="1433895" y="1383973"/>
                  </a:lnTo>
                  <a:lnTo>
                    <a:pt x="1433895" y="1397564"/>
                  </a:lnTo>
                  <a:lnTo>
                    <a:pt x="1428423" y="1397564"/>
                  </a:lnTo>
                  <a:lnTo>
                    <a:pt x="1428423" y="1411130"/>
                  </a:lnTo>
                  <a:lnTo>
                    <a:pt x="1422950" y="1411130"/>
                  </a:lnTo>
                  <a:lnTo>
                    <a:pt x="1422950" y="1411130"/>
                  </a:lnTo>
                  <a:lnTo>
                    <a:pt x="1417477" y="1411130"/>
                  </a:lnTo>
                  <a:lnTo>
                    <a:pt x="1417477" y="1411130"/>
                  </a:lnTo>
                  <a:lnTo>
                    <a:pt x="1412004" y="1411130"/>
                  </a:lnTo>
                  <a:lnTo>
                    <a:pt x="1412004" y="1411130"/>
                  </a:lnTo>
                  <a:lnTo>
                    <a:pt x="1406531" y="1411130"/>
                  </a:lnTo>
                  <a:lnTo>
                    <a:pt x="1406531" y="1424653"/>
                  </a:lnTo>
                  <a:lnTo>
                    <a:pt x="1401058" y="1424653"/>
                  </a:lnTo>
                  <a:lnTo>
                    <a:pt x="1401058" y="1438151"/>
                  </a:lnTo>
                  <a:lnTo>
                    <a:pt x="1395585" y="1438151"/>
                  </a:lnTo>
                  <a:lnTo>
                    <a:pt x="1395585" y="1438151"/>
                  </a:lnTo>
                  <a:lnTo>
                    <a:pt x="1390112" y="1438151"/>
                  </a:lnTo>
                  <a:lnTo>
                    <a:pt x="1390112" y="1438151"/>
                  </a:lnTo>
                  <a:lnTo>
                    <a:pt x="1384640" y="1438151"/>
                  </a:lnTo>
                  <a:lnTo>
                    <a:pt x="1384640" y="1438151"/>
                  </a:lnTo>
                  <a:lnTo>
                    <a:pt x="1379167" y="1438151"/>
                  </a:lnTo>
                  <a:lnTo>
                    <a:pt x="1379167" y="1438151"/>
                  </a:lnTo>
                  <a:lnTo>
                    <a:pt x="1373694" y="1438151"/>
                  </a:lnTo>
                  <a:lnTo>
                    <a:pt x="1373694" y="1438151"/>
                  </a:lnTo>
                  <a:lnTo>
                    <a:pt x="1368221" y="1438151"/>
                  </a:lnTo>
                  <a:lnTo>
                    <a:pt x="1368221" y="1465046"/>
                  </a:lnTo>
                  <a:lnTo>
                    <a:pt x="1362748" y="1465046"/>
                  </a:lnTo>
                  <a:lnTo>
                    <a:pt x="1362748" y="1465046"/>
                  </a:lnTo>
                  <a:lnTo>
                    <a:pt x="1357275" y="1465046"/>
                  </a:lnTo>
                  <a:lnTo>
                    <a:pt x="1357275" y="1465046"/>
                  </a:lnTo>
                  <a:lnTo>
                    <a:pt x="1351802" y="1465046"/>
                  </a:lnTo>
                  <a:lnTo>
                    <a:pt x="1351802" y="1465046"/>
                  </a:lnTo>
                  <a:lnTo>
                    <a:pt x="1346329" y="1465046"/>
                  </a:lnTo>
                  <a:lnTo>
                    <a:pt x="1346329" y="1465046"/>
                  </a:lnTo>
                  <a:lnTo>
                    <a:pt x="1340856" y="1465046"/>
                  </a:lnTo>
                  <a:lnTo>
                    <a:pt x="1340856" y="1465046"/>
                  </a:lnTo>
                  <a:lnTo>
                    <a:pt x="1335384" y="1465046"/>
                  </a:lnTo>
                  <a:lnTo>
                    <a:pt x="1335384" y="1465046"/>
                  </a:lnTo>
                  <a:lnTo>
                    <a:pt x="1329911" y="1465046"/>
                  </a:lnTo>
                  <a:lnTo>
                    <a:pt x="1329911" y="1465046"/>
                  </a:lnTo>
                  <a:lnTo>
                    <a:pt x="1324438" y="1465046"/>
                  </a:lnTo>
                  <a:lnTo>
                    <a:pt x="1324438" y="1465046"/>
                  </a:lnTo>
                  <a:lnTo>
                    <a:pt x="1318965" y="1465046"/>
                  </a:lnTo>
                  <a:lnTo>
                    <a:pt x="1318965" y="1465046"/>
                  </a:lnTo>
                  <a:lnTo>
                    <a:pt x="1313492" y="1465046"/>
                  </a:lnTo>
                  <a:lnTo>
                    <a:pt x="1313492" y="1465046"/>
                  </a:lnTo>
                  <a:lnTo>
                    <a:pt x="1308019" y="1465046"/>
                  </a:lnTo>
                  <a:lnTo>
                    <a:pt x="1308019" y="1465046"/>
                  </a:lnTo>
                  <a:lnTo>
                    <a:pt x="1302546" y="1465046"/>
                  </a:lnTo>
                  <a:lnTo>
                    <a:pt x="1302546" y="1465046"/>
                  </a:lnTo>
                  <a:lnTo>
                    <a:pt x="1297073" y="1465046"/>
                  </a:lnTo>
                  <a:lnTo>
                    <a:pt x="1297073" y="1465046"/>
                  </a:lnTo>
                  <a:lnTo>
                    <a:pt x="1291600" y="1465046"/>
                  </a:lnTo>
                  <a:lnTo>
                    <a:pt x="1291600" y="1478443"/>
                  </a:lnTo>
                  <a:lnTo>
                    <a:pt x="1286128" y="1478443"/>
                  </a:lnTo>
                  <a:lnTo>
                    <a:pt x="1286128" y="1478443"/>
                  </a:lnTo>
                  <a:lnTo>
                    <a:pt x="1280655" y="1478443"/>
                  </a:lnTo>
                  <a:lnTo>
                    <a:pt x="1280655" y="1505114"/>
                  </a:lnTo>
                  <a:lnTo>
                    <a:pt x="1275182" y="1505114"/>
                  </a:lnTo>
                  <a:lnTo>
                    <a:pt x="1275182" y="1505114"/>
                  </a:lnTo>
                  <a:lnTo>
                    <a:pt x="1269709" y="1505114"/>
                  </a:lnTo>
                  <a:lnTo>
                    <a:pt x="1269709" y="1518394"/>
                  </a:lnTo>
                  <a:lnTo>
                    <a:pt x="1264236" y="1518394"/>
                  </a:lnTo>
                  <a:lnTo>
                    <a:pt x="1264236" y="1518394"/>
                  </a:lnTo>
                  <a:lnTo>
                    <a:pt x="1258763" y="1518394"/>
                  </a:lnTo>
                  <a:lnTo>
                    <a:pt x="1258763" y="1518394"/>
                  </a:lnTo>
                  <a:lnTo>
                    <a:pt x="1253290" y="1518394"/>
                  </a:lnTo>
                  <a:lnTo>
                    <a:pt x="1253290" y="1518394"/>
                  </a:lnTo>
                  <a:lnTo>
                    <a:pt x="1247817" y="1518394"/>
                  </a:lnTo>
                  <a:lnTo>
                    <a:pt x="1247817" y="1518394"/>
                  </a:lnTo>
                  <a:lnTo>
                    <a:pt x="1242344" y="1518394"/>
                  </a:lnTo>
                  <a:lnTo>
                    <a:pt x="1242344" y="1531618"/>
                  </a:lnTo>
                  <a:lnTo>
                    <a:pt x="1236872" y="1531618"/>
                  </a:lnTo>
                  <a:lnTo>
                    <a:pt x="1236872" y="1531618"/>
                  </a:lnTo>
                  <a:lnTo>
                    <a:pt x="1231399" y="1531618"/>
                  </a:lnTo>
                  <a:lnTo>
                    <a:pt x="1231399" y="1531618"/>
                  </a:lnTo>
                  <a:lnTo>
                    <a:pt x="1225926" y="1531618"/>
                  </a:lnTo>
                  <a:lnTo>
                    <a:pt x="1225926" y="1544808"/>
                  </a:lnTo>
                  <a:lnTo>
                    <a:pt x="1220453" y="1544808"/>
                  </a:lnTo>
                  <a:lnTo>
                    <a:pt x="1220453" y="1544808"/>
                  </a:lnTo>
                  <a:lnTo>
                    <a:pt x="1214980" y="1544808"/>
                  </a:lnTo>
                  <a:lnTo>
                    <a:pt x="1214980" y="1544808"/>
                  </a:lnTo>
                  <a:lnTo>
                    <a:pt x="1209507" y="1544808"/>
                  </a:lnTo>
                  <a:lnTo>
                    <a:pt x="1209507" y="1557946"/>
                  </a:lnTo>
                  <a:lnTo>
                    <a:pt x="1204034" y="1557946"/>
                  </a:lnTo>
                  <a:lnTo>
                    <a:pt x="1204034" y="1557946"/>
                  </a:lnTo>
                  <a:lnTo>
                    <a:pt x="1198561" y="1557946"/>
                  </a:lnTo>
                  <a:lnTo>
                    <a:pt x="1198561" y="1557946"/>
                  </a:lnTo>
                  <a:lnTo>
                    <a:pt x="1193089" y="1557946"/>
                  </a:lnTo>
                  <a:lnTo>
                    <a:pt x="1193089" y="1557946"/>
                  </a:lnTo>
                  <a:lnTo>
                    <a:pt x="1187616" y="1557946"/>
                  </a:lnTo>
                  <a:lnTo>
                    <a:pt x="1187616" y="1557946"/>
                  </a:lnTo>
                  <a:lnTo>
                    <a:pt x="1182143" y="1557946"/>
                  </a:lnTo>
                  <a:lnTo>
                    <a:pt x="1182143" y="1571049"/>
                  </a:lnTo>
                  <a:lnTo>
                    <a:pt x="1176670" y="1571049"/>
                  </a:lnTo>
                  <a:lnTo>
                    <a:pt x="1176670" y="1571049"/>
                  </a:lnTo>
                  <a:lnTo>
                    <a:pt x="1171197" y="1571049"/>
                  </a:lnTo>
                  <a:lnTo>
                    <a:pt x="1171197" y="1571049"/>
                  </a:lnTo>
                  <a:lnTo>
                    <a:pt x="1165724" y="1571049"/>
                  </a:lnTo>
                  <a:lnTo>
                    <a:pt x="1165724" y="1571049"/>
                  </a:lnTo>
                  <a:lnTo>
                    <a:pt x="1160251" y="1571049"/>
                  </a:lnTo>
                  <a:lnTo>
                    <a:pt x="1160251" y="1571049"/>
                  </a:lnTo>
                  <a:lnTo>
                    <a:pt x="1154778" y="1571049"/>
                  </a:lnTo>
                  <a:lnTo>
                    <a:pt x="1154778" y="1571049"/>
                  </a:lnTo>
                  <a:lnTo>
                    <a:pt x="1149305" y="1571049"/>
                  </a:lnTo>
                  <a:lnTo>
                    <a:pt x="1149305" y="1571049"/>
                  </a:lnTo>
                  <a:lnTo>
                    <a:pt x="1143833" y="1571049"/>
                  </a:lnTo>
                  <a:lnTo>
                    <a:pt x="1143833" y="1571049"/>
                  </a:lnTo>
                  <a:lnTo>
                    <a:pt x="1138360" y="1571049"/>
                  </a:lnTo>
                  <a:lnTo>
                    <a:pt x="1138360" y="1597108"/>
                  </a:lnTo>
                  <a:lnTo>
                    <a:pt x="1132887" y="1597108"/>
                  </a:lnTo>
                  <a:lnTo>
                    <a:pt x="1132887" y="1623001"/>
                  </a:lnTo>
                  <a:lnTo>
                    <a:pt x="1127414" y="1623001"/>
                  </a:lnTo>
                  <a:lnTo>
                    <a:pt x="1127414" y="1623001"/>
                  </a:lnTo>
                  <a:lnTo>
                    <a:pt x="1121941" y="1623001"/>
                  </a:lnTo>
                  <a:lnTo>
                    <a:pt x="1121941" y="1623001"/>
                  </a:lnTo>
                  <a:lnTo>
                    <a:pt x="1116468" y="1623001"/>
                  </a:lnTo>
                  <a:lnTo>
                    <a:pt x="1116468" y="1623001"/>
                  </a:lnTo>
                  <a:lnTo>
                    <a:pt x="1110995" y="1623001"/>
                  </a:lnTo>
                  <a:lnTo>
                    <a:pt x="1110995" y="1623001"/>
                  </a:lnTo>
                  <a:lnTo>
                    <a:pt x="1105522" y="1623001"/>
                  </a:lnTo>
                  <a:lnTo>
                    <a:pt x="1105522" y="1623001"/>
                  </a:lnTo>
                  <a:lnTo>
                    <a:pt x="1100049" y="1623001"/>
                  </a:lnTo>
                  <a:lnTo>
                    <a:pt x="1100049" y="1623001"/>
                  </a:lnTo>
                  <a:lnTo>
                    <a:pt x="1094577" y="1623001"/>
                  </a:lnTo>
                  <a:lnTo>
                    <a:pt x="1094577" y="1635853"/>
                  </a:lnTo>
                  <a:lnTo>
                    <a:pt x="1089104" y="1635853"/>
                  </a:lnTo>
                  <a:lnTo>
                    <a:pt x="1089104" y="1635853"/>
                  </a:lnTo>
                  <a:lnTo>
                    <a:pt x="1083631" y="1635853"/>
                  </a:lnTo>
                  <a:lnTo>
                    <a:pt x="1083631" y="1635853"/>
                  </a:lnTo>
                  <a:lnTo>
                    <a:pt x="1078158" y="1635853"/>
                  </a:lnTo>
                  <a:lnTo>
                    <a:pt x="1078158" y="1635853"/>
                  </a:lnTo>
                  <a:lnTo>
                    <a:pt x="1072685" y="1635853"/>
                  </a:lnTo>
                  <a:lnTo>
                    <a:pt x="1072685" y="1635853"/>
                  </a:lnTo>
                  <a:lnTo>
                    <a:pt x="1067212" y="1635853"/>
                  </a:lnTo>
                  <a:lnTo>
                    <a:pt x="1067212" y="1635853"/>
                  </a:lnTo>
                  <a:lnTo>
                    <a:pt x="1061739" y="1635853"/>
                  </a:lnTo>
                  <a:lnTo>
                    <a:pt x="1061739" y="1635853"/>
                  </a:lnTo>
                  <a:lnTo>
                    <a:pt x="1056266" y="1635853"/>
                  </a:lnTo>
                  <a:lnTo>
                    <a:pt x="1056266" y="1648609"/>
                  </a:lnTo>
                  <a:lnTo>
                    <a:pt x="1050794" y="1648609"/>
                  </a:lnTo>
                  <a:lnTo>
                    <a:pt x="1050794" y="1648609"/>
                  </a:lnTo>
                  <a:lnTo>
                    <a:pt x="1045321" y="1648609"/>
                  </a:lnTo>
                  <a:lnTo>
                    <a:pt x="1045321" y="1648609"/>
                  </a:lnTo>
                  <a:lnTo>
                    <a:pt x="1039848" y="1648609"/>
                  </a:lnTo>
                  <a:lnTo>
                    <a:pt x="1039848" y="1673972"/>
                  </a:lnTo>
                  <a:lnTo>
                    <a:pt x="1034375" y="1673972"/>
                  </a:lnTo>
                  <a:lnTo>
                    <a:pt x="1034375" y="1673972"/>
                  </a:lnTo>
                  <a:lnTo>
                    <a:pt x="1028902" y="1673972"/>
                  </a:lnTo>
                  <a:lnTo>
                    <a:pt x="1028902" y="1673972"/>
                  </a:lnTo>
                  <a:lnTo>
                    <a:pt x="1023429" y="1673972"/>
                  </a:lnTo>
                  <a:lnTo>
                    <a:pt x="1023429" y="1673972"/>
                  </a:lnTo>
                  <a:lnTo>
                    <a:pt x="1017956" y="1673972"/>
                  </a:lnTo>
                  <a:lnTo>
                    <a:pt x="1017956" y="1673972"/>
                  </a:lnTo>
                  <a:lnTo>
                    <a:pt x="1012483" y="1673972"/>
                  </a:lnTo>
                  <a:lnTo>
                    <a:pt x="1012483" y="1673972"/>
                  </a:lnTo>
                  <a:lnTo>
                    <a:pt x="1007010" y="1673972"/>
                  </a:lnTo>
                  <a:lnTo>
                    <a:pt x="1007010" y="1673972"/>
                  </a:lnTo>
                  <a:lnTo>
                    <a:pt x="1001538" y="1673972"/>
                  </a:lnTo>
                  <a:lnTo>
                    <a:pt x="1001538" y="1686541"/>
                  </a:lnTo>
                  <a:lnTo>
                    <a:pt x="996065" y="1686541"/>
                  </a:lnTo>
                  <a:lnTo>
                    <a:pt x="996065" y="1686541"/>
                  </a:lnTo>
                  <a:lnTo>
                    <a:pt x="990592" y="1686541"/>
                  </a:lnTo>
                  <a:lnTo>
                    <a:pt x="990592" y="1686541"/>
                  </a:lnTo>
                  <a:lnTo>
                    <a:pt x="985119" y="1686541"/>
                  </a:lnTo>
                  <a:lnTo>
                    <a:pt x="985119" y="1686541"/>
                  </a:lnTo>
                  <a:lnTo>
                    <a:pt x="979646" y="1686541"/>
                  </a:lnTo>
                  <a:lnTo>
                    <a:pt x="979646" y="1686541"/>
                  </a:lnTo>
                  <a:lnTo>
                    <a:pt x="974173" y="1686541"/>
                  </a:lnTo>
                  <a:lnTo>
                    <a:pt x="974173" y="1686541"/>
                  </a:lnTo>
                  <a:lnTo>
                    <a:pt x="968700" y="1686541"/>
                  </a:lnTo>
                  <a:lnTo>
                    <a:pt x="968700" y="1686541"/>
                  </a:lnTo>
                  <a:lnTo>
                    <a:pt x="963227" y="1686541"/>
                  </a:lnTo>
                  <a:lnTo>
                    <a:pt x="963227" y="1699021"/>
                  </a:lnTo>
                  <a:lnTo>
                    <a:pt x="957754" y="1699021"/>
                  </a:lnTo>
                  <a:lnTo>
                    <a:pt x="957754" y="1699021"/>
                  </a:lnTo>
                  <a:lnTo>
                    <a:pt x="952282" y="1699021"/>
                  </a:lnTo>
                  <a:lnTo>
                    <a:pt x="952282" y="1699021"/>
                  </a:lnTo>
                  <a:lnTo>
                    <a:pt x="946809" y="1699021"/>
                  </a:lnTo>
                  <a:lnTo>
                    <a:pt x="946809" y="1699021"/>
                  </a:lnTo>
                  <a:lnTo>
                    <a:pt x="941336" y="1699021"/>
                  </a:lnTo>
                  <a:lnTo>
                    <a:pt x="941336" y="1699021"/>
                  </a:lnTo>
                  <a:lnTo>
                    <a:pt x="935863" y="1699021"/>
                  </a:lnTo>
                  <a:lnTo>
                    <a:pt x="935863" y="1711424"/>
                  </a:lnTo>
                  <a:lnTo>
                    <a:pt x="930390" y="1711424"/>
                  </a:lnTo>
                  <a:lnTo>
                    <a:pt x="930390" y="1711424"/>
                  </a:lnTo>
                  <a:lnTo>
                    <a:pt x="924917" y="1711424"/>
                  </a:lnTo>
                  <a:lnTo>
                    <a:pt x="924917" y="1711424"/>
                  </a:lnTo>
                  <a:lnTo>
                    <a:pt x="919444" y="1711424"/>
                  </a:lnTo>
                  <a:lnTo>
                    <a:pt x="919444" y="1711424"/>
                  </a:lnTo>
                  <a:lnTo>
                    <a:pt x="913971" y="1711424"/>
                  </a:lnTo>
                  <a:lnTo>
                    <a:pt x="913971" y="1711424"/>
                  </a:lnTo>
                  <a:lnTo>
                    <a:pt x="908498" y="1711424"/>
                  </a:lnTo>
                  <a:lnTo>
                    <a:pt x="908498" y="1711424"/>
                  </a:lnTo>
                  <a:lnTo>
                    <a:pt x="903026" y="1711424"/>
                  </a:lnTo>
                  <a:lnTo>
                    <a:pt x="903026" y="1711424"/>
                  </a:lnTo>
                  <a:lnTo>
                    <a:pt x="897553" y="1711424"/>
                  </a:lnTo>
                  <a:lnTo>
                    <a:pt x="897553" y="1711424"/>
                  </a:lnTo>
                  <a:lnTo>
                    <a:pt x="892080" y="1711424"/>
                  </a:lnTo>
                  <a:lnTo>
                    <a:pt x="892080" y="1711424"/>
                  </a:lnTo>
                  <a:lnTo>
                    <a:pt x="886607" y="1711424"/>
                  </a:lnTo>
                  <a:lnTo>
                    <a:pt x="886607" y="1711424"/>
                  </a:lnTo>
                  <a:lnTo>
                    <a:pt x="881134" y="1711424"/>
                  </a:lnTo>
                  <a:lnTo>
                    <a:pt x="881134" y="1711424"/>
                  </a:lnTo>
                  <a:lnTo>
                    <a:pt x="875661" y="1711424"/>
                  </a:lnTo>
                  <a:lnTo>
                    <a:pt x="875661" y="1711424"/>
                  </a:lnTo>
                  <a:lnTo>
                    <a:pt x="870188" y="1711424"/>
                  </a:lnTo>
                  <a:lnTo>
                    <a:pt x="870188" y="1711424"/>
                  </a:lnTo>
                  <a:lnTo>
                    <a:pt x="864715" y="1711424"/>
                  </a:lnTo>
                  <a:lnTo>
                    <a:pt x="864715" y="1711424"/>
                  </a:lnTo>
                  <a:lnTo>
                    <a:pt x="859243" y="1711424"/>
                  </a:lnTo>
                  <a:lnTo>
                    <a:pt x="859243" y="1711424"/>
                  </a:lnTo>
                  <a:lnTo>
                    <a:pt x="853770" y="1711424"/>
                  </a:lnTo>
                  <a:lnTo>
                    <a:pt x="853770" y="1711424"/>
                  </a:lnTo>
                  <a:lnTo>
                    <a:pt x="848297" y="1711424"/>
                  </a:lnTo>
                  <a:lnTo>
                    <a:pt x="848297" y="1711424"/>
                  </a:lnTo>
                  <a:lnTo>
                    <a:pt x="842824" y="1711424"/>
                  </a:lnTo>
                  <a:lnTo>
                    <a:pt x="842824" y="1711424"/>
                  </a:lnTo>
                  <a:lnTo>
                    <a:pt x="837351" y="1711424"/>
                  </a:lnTo>
                  <a:lnTo>
                    <a:pt x="837351" y="1711424"/>
                  </a:lnTo>
                  <a:lnTo>
                    <a:pt x="831878" y="1711424"/>
                  </a:lnTo>
                  <a:lnTo>
                    <a:pt x="831878" y="1711424"/>
                  </a:lnTo>
                  <a:lnTo>
                    <a:pt x="826405" y="1711424"/>
                  </a:lnTo>
                  <a:lnTo>
                    <a:pt x="826405" y="1723686"/>
                  </a:lnTo>
                  <a:lnTo>
                    <a:pt x="820932" y="1723686"/>
                  </a:lnTo>
                  <a:lnTo>
                    <a:pt x="820932" y="1723686"/>
                  </a:lnTo>
                  <a:lnTo>
                    <a:pt x="815459" y="1723686"/>
                  </a:lnTo>
                  <a:lnTo>
                    <a:pt x="815459" y="1723686"/>
                  </a:lnTo>
                  <a:lnTo>
                    <a:pt x="809987" y="1723686"/>
                  </a:lnTo>
                  <a:lnTo>
                    <a:pt x="809987" y="1723686"/>
                  </a:lnTo>
                  <a:lnTo>
                    <a:pt x="804514" y="1723686"/>
                  </a:lnTo>
                  <a:lnTo>
                    <a:pt x="804514" y="1723686"/>
                  </a:lnTo>
                  <a:lnTo>
                    <a:pt x="799041" y="1723686"/>
                  </a:lnTo>
                  <a:lnTo>
                    <a:pt x="799041" y="1723686"/>
                  </a:lnTo>
                  <a:lnTo>
                    <a:pt x="793568" y="1723686"/>
                  </a:lnTo>
                  <a:lnTo>
                    <a:pt x="793568" y="1723686"/>
                  </a:lnTo>
                  <a:lnTo>
                    <a:pt x="788095" y="1723686"/>
                  </a:lnTo>
                  <a:lnTo>
                    <a:pt x="788095" y="1735832"/>
                  </a:lnTo>
                  <a:lnTo>
                    <a:pt x="782622" y="1735832"/>
                  </a:lnTo>
                  <a:lnTo>
                    <a:pt x="782622" y="1735832"/>
                  </a:lnTo>
                  <a:lnTo>
                    <a:pt x="777149" y="1735832"/>
                  </a:lnTo>
                  <a:lnTo>
                    <a:pt x="777149" y="1747910"/>
                  </a:lnTo>
                  <a:lnTo>
                    <a:pt x="771676" y="1747910"/>
                  </a:lnTo>
                  <a:lnTo>
                    <a:pt x="771676" y="1747910"/>
                  </a:lnTo>
                  <a:lnTo>
                    <a:pt x="766203" y="1747910"/>
                  </a:lnTo>
                  <a:lnTo>
                    <a:pt x="766203" y="1747910"/>
                  </a:lnTo>
                  <a:lnTo>
                    <a:pt x="760731" y="1747910"/>
                  </a:lnTo>
                  <a:lnTo>
                    <a:pt x="760731" y="1747910"/>
                  </a:lnTo>
                  <a:lnTo>
                    <a:pt x="755258" y="1747910"/>
                  </a:lnTo>
                  <a:lnTo>
                    <a:pt x="755258" y="1747910"/>
                  </a:lnTo>
                  <a:lnTo>
                    <a:pt x="749785" y="1747910"/>
                  </a:lnTo>
                  <a:lnTo>
                    <a:pt x="749785" y="1747910"/>
                  </a:lnTo>
                  <a:lnTo>
                    <a:pt x="744312" y="1747910"/>
                  </a:lnTo>
                  <a:lnTo>
                    <a:pt x="744312" y="1747910"/>
                  </a:lnTo>
                  <a:lnTo>
                    <a:pt x="738839" y="1747910"/>
                  </a:lnTo>
                  <a:lnTo>
                    <a:pt x="738839" y="1747910"/>
                  </a:lnTo>
                  <a:lnTo>
                    <a:pt x="733366" y="1747910"/>
                  </a:lnTo>
                  <a:lnTo>
                    <a:pt x="733366" y="1747910"/>
                  </a:lnTo>
                  <a:lnTo>
                    <a:pt x="727893" y="1747910"/>
                  </a:lnTo>
                  <a:lnTo>
                    <a:pt x="727893" y="1747910"/>
                  </a:lnTo>
                  <a:lnTo>
                    <a:pt x="722420" y="1747910"/>
                  </a:lnTo>
                  <a:lnTo>
                    <a:pt x="722420" y="1747910"/>
                  </a:lnTo>
                  <a:lnTo>
                    <a:pt x="716947" y="1747910"/>
                  </a:lnTo>
                  <a:lnTo>
                    <a:pt x="716947" y="1747910"/>
                  </a:lnTo>
                  <a:lnTo>
                    <a:pt x="711475" y="1747910"/>
                  </a:lnTo>
                  <a:lnTo>
                    <a:pt x="711475" y="1771750"/>
                  </a:lnTo>
                  <a:lnTo>
                    <a:pt x="706002" y="1771750"/>
                  </a:lnTo>
                  <a:lnTo>
                    <a:pt x="706002" y="1783551"/>
                  </a:lnTo>
                  <a:lnTo>
                    <a:pt x="700529" y="1783551"/>
                  </a:lnTo>
                  <a:lnTo>
                    <a:pt x="700529" y="1783551"/>
                  </a:lnTo>
                  <a:lnTo>
                    <a:pt x="695056" y="1783551"/>
                  </a:lnTo>
                  <a:lnTo>
                    <a:pt x="695056" y="1783551"/>
                  </a:lnTo>
                  <a:lnTo>
                    <a:pt x="689583" y="1783551"/>
                  </a:lnTo>
                  <a:lnTo>
                    <a:pt x="689583" y="1795255"/>
                  </a:lnTo>
                  <a:lnTo>
                    <a:pt x="684110" y="1795255"/>
                  </a:lnTo>
                  <a:lnTo>
                    <a:pt x="684110" y="1795255"/>
                  </a:lnTo>
                  <a:lnTo>
                    <a:pt x="678637" y="1795255"/>
                  </a:lnTo>
                  <a:lnTo>
                    <a:pt x="678637" y="1795255"/>
                  </a:lnTo>
                  <a:lnTo>
                    <a:pt x="673164" y="1795255"/>
                  </a:lnTo>
                  <a:lnTo>
                    <a:pt x="673164" y="1795255"/>
                  </a:lnTo>
                  <a:lnTo>
                    <a:pt x="667692" y="1795255"/>
                  </a:lnTo>
                  <a:lnTo>
                    <a:pt x="667692" y="1795255"/>
                  </a:lnTo>
                  <a:lnTo>
                    <a:pt x="662219" y="1795255"/>
                  </a:lnTo>
                  <a:lnTo>
                    <a:pt x="662219" y="1795255"/>
                  </a:lnTo>
                  <a:lnTo>
                    <a:pt x="656746" y="1795255"/>
                  </a:lnTo>
                  <a:lnTo>
                    <a:pt x="656746" y="1795255"/>
                  </a:lnTo>
                  <a:lnTo>
                    <a:pt x="651273" y="1795255"/>
                  </a:lnTo>
                  <a:lnTo>
                    <a:pt x="651273" y="1795255"/>
                  </a:lnTo>
                  <a:lnTo>
                    <a:pt x="645800" y="1795255"/>
                  </a:lnTo>
                  <a:lnTo>
                    <a:pt x="645800" y="1795255"/>
                  </a:lnTo>
                  <a:lnTo>
                    <a:pt x="640327" y="1795255"/>
                  </a:lnTo>
                  <a:lnTo>
                    <a:pt x="640327" y="1795255"/>
                  </a:lnTo>
                  <a:lnTo>
                    <a:pt x="634854" y="1795255"/>
                  </a:lnTo>
                  <a:lnTo>
                    <a:pt x="634854" y="1795255"/>
                  </a:lnTo>
                  <a:lnTo>
                    <a:pt x="629381" y="1795255"/>
                  </a:lnTo>
                  <a:lnTo>
                    <a:pt x="629381" y="1806826"/>
                  </a:lnTo>
                  <a:lnTo>
                    <a:pt x="623908" y="1806826"/>
                  </a:lnTo>
                  <a:lnTo>
                    <a:pt x="623908" y="1806826"/>
                  </a:lnTo>
                  <a:lnTo>
                    <a:pt x="618436" y="1806826"/>
                  </a:lnTo>
                  <a:lnTo>
                    <a:pt x="618436" y="1806826"/>
                  </a:lnTo>
                  <a:lnTo>
                    <a:pt x="612963" y="1806826"/>
                  </a:lnTo>
                  <a:lnTo>
                    <a:pt x="612963" y="1806826"/>
                  </a:lnTo>
                  <a:lnTo>
                    <a:pt x="607490" y="1806826"/>
                  </a:lnTo>
                  <a:lnTo>
                    <a:pt x="607490" y="1806826"/>
                  </a:lnTo>
                  <a:lnTo>
                    <a:pt x="602017" y="1806826"/>
                  </a:lnTo>
                  <a:lnTo>
                    <a:pt x="602017" y="1806826"/>
                  </a:lnTo>
                  <a:lnTo>
                    <a:pt x="596544" y="1806826"/>
                  </a:lnTo>
                  <a:lnTo>
                    <a:pt x="596544" y="1818273"/>
                  </a:lnTo>
                  <a:lnTo>
                    <a:pt x="591071" y="1818273"/>
                  </a:lnTo>
                  <a:lnTo>
                    <a:pt x="591071" y="1818273"/>
                  </a:lnTo>
                  <a:lnTo>
                    <a:pt x="585598" y="1818273"/>
                  </a:lnTo>
                  <a:lnTo>
                    <a:pt x="585598" y="1818273"/>
                  </a:lnTo>
                  <a:lnTo>
                    <a:pt x="580125" y="1818273"/>
                  </a:lnTo>
                  <a:lnTo>
                    <a:pt x="580125" y="1818273"/>
                  </a:lnTo>
                  <a:lnTo>
                    <a:pt x="574652" y="1818273"/>
                  </a:lnTo>
                  <a:lnTo>
                    <a:pt x="574652" y="1829611"/>
                  </a:lnTo>
                  <a:lnTo>
                    <a:pt x="569180" y="1829611"/>
                  </a:lnTo>
                  <a:lnTo>
                    <a:pt x="569180" y="1829611"/>
                  </a:lnTo>
                  <a:lnTo>
                    <a:pt x="563707" y="1829611"/>
                  </a:lnTo>
                  <a:lnTo>
                    <a:pt x="563707" y="1840827"/>
                  </a:lnTo>
                  <a:lnTo>
                    <a:pt x="558234" y="1840827"/>
                  </a:lnTo>
                  <a:lnTo>
                    <a:pt x="558234" y="1840827"/>
                  </a:lnTo>
                  <a:lnTo>
                    <a:pt x="552761" y="1840827"/>
                  </a:lnTo>
                  <a:lnTo>
                    <a:pt x="552761" y="1840827"/>
                  </a:lnTo>
                  <a:lnTo>
                    <a:pt x="547288" y="1840827"/>
                  </a:lnTo>
                  <a:lnTo>
                    <a:pt x="547288" y="1840827"/>
                  </a:lnTo>
                  <a:lnTo>
                    <a:pt x="541815" y="1840827"/>
                  </a:lnTo>
                  <a:lnTo>
                    <a:pt x="541815" y="1840827"/>
                  </a:lnTo>
                  <a:lnTo>
                    <a:pt x="536342" y="1840827"/>
                  </a:lnTo>
                  <a:lnTo>
                    <a:pt x="536342" y="1840827"/>
                  </a:lnTo>
                  <a:lnTo>
                    <a:pt x="530869" y="1840827"/>
                  </a:lnTo>
                  <a:lnTo>
                    <a:pt x="530869" y="1840827"/>
                  </a:lnTo>
                  <a:lnTo>
                    <a:pt x="525397" y="1840827"/>
                  </a:lnTo>
                  <a:lnTo>
                    <a:pt x="525397" y="1840827"/>
                  </a:lnTo>
                  <a:lnTo>
                    <a:pt x="519924" y="1840827"/>
                  </a:lnTo>
                  <a:lnTo>
                    <a:pt x="519924" y="1840827"/>
                  </a:lnTo>
                  <a:lnTo>
                    <a:pt x="514451" y="1840827"/>
                  </a:lnTo>
                  <a:lnTo>
                    <a:pt x="514451" y="1840827"/>
                  </a:lnTo>
                  <a:lnTo>
                    <a:pt x="508978" y="1840827"/>
                  </a:lnTo>
                  <a:lnTo>
                    <a:pt x="508978" y="1840827"/>
                  </a:lnTo>
                  <a:lnTo>
                    <a:pt x="503505" y="1840827"/>
                  </a:lnTo>
                  <a:lnTo>
                    <a:pt x="503505" y="1840827"/>
                  </a:lnTo>
                  <a:lnTo>
                    <a:pt x="498032" y="1840827"/>
                  </a:lnTo>
                  <a:lnTo>
                    <a:pt x="498032" y="1840827"/>
                  </a:lnTo>
                  <a:lnTo>
                    <a:pt x="492559" y="1840827"/>
                  </a:lnTo>
                  <a:lnTo>
                    <a:pt x="492559" y="1840827"/>
                  </a:lnTo>
                  <a:lnTo>
                    <a:pt x="487086" y="1840827"/>
                  </a:lnTo>
                  <a:lnTo>
                    <a:pt x="487086" y="1840827"/>
                  </a:lnTo>
                  <a:lnTo>
                    <a:pt x="481613" y="1840827"/>
                  </a:lnTo>
                  <a:lnTo>
                    <a:pt x="481613" y="1851843"/>
                  </a:lnTo>
                  <a:lnTo>
                    <a:pt x="476141" y="1851843"/>
                  </a:lnTo>
                  <a:lnTo>
                    <a:pt x="476141" y="1851843"/>
                  </a:lnTo>
                  <a:lnTo>
                    <a:pt x="470668" y="1851843"/>
                  </a:lnTo>
                  <a:lnTo>
                    <a:pt x="470668" y="1851843"/>
                  </a:lnTo>
                  <a:lnTo>
                    <a:pt x="465195" y="1851843"/>
                  </a:lnTo>
                  <a:lnTo>
                    <a:pt x="465195" y="1851843"/>
                  </a:lnTo>
                  <a:lnTo>
                    <a:pt x="459722" y="1851843"/>
                  </a:lnTo>
                  <a:lnTo>
                    <a:pt x="459722" y="1851843"/>
                  </a:lnTo>
                  <a:lnTo>
                    <a:pt x="454249" y="1851843"/>
                  </a:lnTo>
                  <a:lnTo>
                    <a:pt x="454249" y="1851843"/>
                  </a:lnTo>
                  <a:lnTo>
                    <a:pt x="448776" y="1851843"/>
                  </a:lnTo>
                  <a:lnTo>
                    <a:pt x="448776" y="1851843"/>
                  </a:lnTo>
                  <a:lnTo>
                    <a:pt x="443303" y="1851843"/>
                  </a:lnTo>
                  <a:lnTo>
                    <a:pt x="443303" y="1862687"/>
                  </a:lnTo>
                  <a:lnTo>
                    <a:pt x="437830" y="1862687"/>
                  </a:lnTo>
                  <a:lnTo>
                    <a:pt x="437830" y="1862687"/>
                  </a:lnTo>
                  <a:lnTo>
                    <a:pt x="432357" y="1862687"/>
                  </a:lnTo>
                  <a:lnTo>
                    <a:pt x="432357" y="1862687"/>
                  </a:lnTo>
                  <a:lnTo>
                    <a:pt x="426885" y="1862687"/>
                  </a:lnTo>
                  <a:lnTo>
                    <a:pt x="426885" y="1862687"/>
                  </a:lnTo>
                  <a:lnTo>
                    <a:pt x="421412" y="1862687"/>
                  </a:lnTo>
                  <a:lnTo>
                    <a:pt x="421412" y="1862687"/>
                  </a:lnTo>
                  <a:lnTo>
                    <a:pt x="415939" y="1862687"/>
                  </a:lnTo>
                  <a:lnTo>
                    <a:pt x="415939" y="1862687"/>
                  </a:lnTo>
                  <a:lnTo>
                    <a:pt x="410466" y="1862687"/>
                  </a:lnTo>
                  <a:lnTo>
                    <a:pt x="410466" y="1873337"/>
                  </a:lnTo>
                  <a:lnTo>
                    <a:pt x="404993" y="1873337"/>
                  </a:lnTo>
                  <a:lnTo>
                    <a:pt x="404993" y="1873337"/>
                  </a:lnTo>
                  <a:lnTo>
                    <a:pt x="399520" y="1873337"/>
                  </a:lnTo>
                  <a:lnTo>
                    <a:pt x="399520" y="1873337"/>
                  </a:lnTo>
                  <a:lnTo>
                    <a:pt x="394047" y="1873337"/>
                  </a:lnTo>
                  <a:lnTo>
                    <a:pt x="394047" y="1883804"/>
                  </a:lnTo>
                  <a:lnTo>
                    <a:pt x="388574" y="1883804"/>
                  </a:lnTo>
                  <a:lnTo>
                    <a:pt x="388574" y="1883804"/>
                  </a:lnTo>
                  <a:lnTo>
                    <a:pt x="383101" y="1883804"/>
                  </a:lnTo>
                  <a:lnTo>
                    <a:pt x="383101" y="1883804"/>
                  </a:lnTo>
                  <a:lnTo>
                    <a:pt x="377629" y="1883804"/>
                  </a:lnTo>
                  <a:lnTo>
                    <a:pt x="377629" y="1883804"/>
                  </a:lnTo>
                  <a:lnTo>
                    <a:pt x="372156" y="1883804"/>
                  </a:lnTo>
                  <a:lnTo>
                    <a:pt x="372156" y="1883804"/>
                  </a:lnTo>
                  <a:lnTo>
                    <a:pt x="366683" y="1883804"/>
                  </a:lnTo>
                  <a:lnTo>
                    <a:pt x="366683" y="1883804"/>
                  </a:lnTo>
                  <a:lnTo>
                    <a:pt x="361210" y="1883804"/>
                  </a:lnTo>
                  <a:lnTo>
                    <a:pt x="361210" y="1883804"/>
                  </a:lnTo>
                  <a:lnTo>
                    <a:pt x="355737" y="1883804"/>
                  </a:lnTo>
                  <a:lnTo>
                    <a:pt x="355737" y="1883804"/>
                  </a:lnTo>
                  <a:lnTo>
                    <a:pt x="350264" y="1883804"/>
                  </a:lnTo>
                  <a:lnTo>
                    <a:pt x="350264" y="1883804"/>
                  </a:lnTo>
                  <a:lnTo>
                    <a:pt x="344791" y="1883804"/>
                  </a:lnTo>
                  <a:lnTo>
                    <a:pt x="344791" y="1883804"/>
                  </a:lnTo>
                  <a:lnTo>
                    <a:pt x="339318" y="1883804"/>
                  </a:lnTo>
                  <a:lnTo>
                    <a:pt x="339318" y="1883804"/>
                  </a:lnTo>
                  <a:lnTo>
                    <a:pt x="333846" y="1883804"/>
                  </a:lnTo>
                  <a:lnTo>
                    <a:pt x="333846" y="1883804"/>
                  </a:lnTo>
                  <a:lnTo>
                    <a:pt x="328373" y="1883804"/>
                  </a:lnTo>
                  <a:lnTo>
                    <a:pt x="328373" y="1883804"/>
                  </a:lnTo>
                  <a:lnTo>
                    <a:pt x="322900" y="1883804"/>
                  </a:lnTo>
                  <a:lnTo>
                    <a:pt x="322900" y="1883804"/>
                  </a:lnTo>
                  <a:lnTo>
                    <a:pt x="317427" y="1883804"/>
                  </a:lnTo>
                  <a:lnTo>
                    <a:pt x="317427" y="1883804"/>
                  </a:lnTo>
                  <a:lnTo>
                    <a:pt x="311954" y="1883804"/>
                  </a:lnTo>
                  <a:lnTo>
                    <a:pt x="311954" y="1883804"/>
                  </a:lnTo>
                  <a:lnTo>
                    <a:pt x="306481" y="1883804"/>
                  </a:lnTo>
                  <a:lnTo>
                    <a:pt x="306481" y="1883804"/>
                  </a:lnTo>
                  <a:lnTo>
                    <a:pt x="301008" y="1883804"/>
                  </a:lnTo>
                  <a:lnTo>
                    <a:pt x="301008" y="1883804"/>
                  </a:lnTo>
                  <a:lnTo>
                    <a:pt x="295535" y="1883804"/>
                  </a:lnTo>
                  <a:lnTo>
                    <a:pt x="295535" y="1883804"/>
                  </a:lnTo>
                  <a:lnTo>
                    <a:pt x="290062" y="1883804"/>
                  </a:lnTo>
                  <a:lnTo>
                    <a:pt x="290062" y="1893999"/>
                  </a:lnTo>
                  <a:lnTo>
                    <a:pt x="284590" y="1893999"/>
                  </a:lnTo>
                  <a:lnTo>
                    <a:pt x="284590" y="1893999"/>
                  </a:lnTo>
                  <a:lnTo>
                    <a:pt x="279117" y="1893999"/>
                  </a:lnTo>
                  <a:lnTo>
                    <a:pt x="279117" y="1893999"/>
                  </a:lnTo>
                  <a:lnTo>
                    <a:pt x="273644" y="1893999"/>
                  </a:lnTo>
                  <a:lnTo>
                    <a:pt x="273644" y="1893999"/>
                  </a:lnTo>
                  <a:lnTo>
                    <a:pt x="268171" y="1893999"/>
                  </a:lnTo>
                  <a:lnTo>
                    <a:pt x="268171" y="1893999"/>
                  </a:lnTo>
                  <a:lnTo>
                    <a:pt x="262698" y="1893999"/>
                  </a:lnTo>
                  <a:lnTo>
                    <a:pt x="262698" y="1893999"/>
                  </a:lnTo>
                  <a:lnTo>
                    <a:pt x="257225" y="1893999"/>
                  </a:lnTo>
                  <a:lnTo>
                    <a:pt x="257225" y="1893999"/>
                  </a:lnTo>
                  <a:lnTo>
                    <a:pt x="251752" y="1893999"/>
                  </a:lnTo>
                  <a:lnTo>
                    <a:pt x="251752" y="1893999"/>
                  </a:lnTo>
                  <a:lnTo>
                    <a:pt x="246279" y="1893999"/>
                  </a:lnTo>
                  <a:lnTo>
                    <a:pt x="246279" y="1893999"/>
                  </a:lnTo>
                  <a:lnTo>
                    <a:pt x="240806" y="1893999"/>
                  </a:lnTo>
                  <a:lnTo>
                    <a:pt x="240806" y="1893999"/>
                  </a:lnTo>
                  <a:lnTo>
                    <a:pt x="235334" y="1893999"/>
                  </a:lnTo>
                  <a:lnTo>
                    <a:pt x="235334" y="1893999"/>
                  </a:lnTo>
                  <a:lnTo>
                    <a:pt x="229861" y="1893999"/>
                  </a:lnTo>
                  <a:lnTo>
                    <a:pt x="229861" y="1893999"/>
                  </a:lnTo>
                  <a:lnTo>
                    <a:pt x="224388" y="1893999"/>
                  </a:lnTo>
                  <a:lnTo>
                    <a:pt x="224388" y="1893999"/>
                  </a:lnTo>
                  <a:lnTo>
                    <a:pt x="218915" y="1893999"/>
                  </a:lnTo>
                  <a:lnTo>
                    <a:pt x="218915" y="1893999"/>
                  </a:lnTo>
                  <a:lnTo>
                    <a:pt x="213442" y="1893999"/>
                  </a:lnTo>
                  <a:lnTo>
                    <a:pt x="213442" y="1903925"/>
                  </a:lnTo>
                  <a:lnTo>
                    <a:pt x="207969" y="1903925"/>
                  </a:lnTo>
                  <a:lnTo>
                    <a:pt x="207969" y="1903925"/>
                  </a:lnTo>
                  <a:lnTo>
                    <a:pt x="202496" y="1903925"/>
                  </a:lnTo>
                  <a:lnTo>
                    <a:pt x="202496" y="1903925"/>
                  </a:lnTo>
                  <a:lnTo>
                    <a:pt x="197023" y="1903925"/>
                  </a:lnTo>
                  <a:lnTo>
                    <a:pt x="197023" y="1903925"/>
                  </a:lnTo>
                  <a:lnTo>
                    <a:pt x="191550" y="1903925"/>
                  </a:lnTo>
                  <a:lnTo>
                    <a:pt x="191550" y="1903925"/>
                  </a:lnTo>
                  <a:lnTo>
                    <a:pt x="186078" y="1903925"/>
                  </a:lnTo>
                  <a:lnTo>
                    <a:pt x="186078" y="1903925"/>
                  </a:lnTo>
                  <a:lnTo>
                    <a:pt x="180605" y="1903925"/>
                  </a:lnTo>
                  <a:lnTo>
                    <a:pt x="180605" y="1903925"/>
                  </a:lnTo>
                  <a:lnTo>
                    <a:pt x="175132" y="1903925"/>
                  </a:lnTo>
                  <a:lnTo>
                    <a:pt x="175132" y="1903925"/>
                  </a:lnTo>
                  <a:lnTo>
                    <a:pt x="169659" y="1903925"/>
                  </a:lnTo>
                  <a:lnTo>
                    <a:pt x="169659" y="1903925"/>
                  </a:lnTo>
                  <a:lnTo>
                    <a:pt x="164186" y="1903925"/>
                  </a:lnTo>
                  <a:lnTo>
                    <a:pt x="164186" y="1903925"/>
                  </a:lnTo>
                  <a:lnTo>
                    <a:pt x="158713" y="1903925"/>
                  </a:lnTo>
                  <a:lnTo>
                    <a:pt x="158713" y="1903925"/>
                  </a:lnTo>
                  <a:lnTo>
                    <a:pt x="153240" y="1903925"/>
                  </a:lnTo>
                  <a:lnTo>
                    <a:pt x="153240" y="1903925"/>
                  </a:lnTo>
                  <a:lnTo>
                    <a:pt x="147767" y="1903925"/>
                  </a:lnTo>
                  <a:lnTo>
                    <a:pt x="147767" y="1903925"/>
                  </a:lnTo>
                  <a:lnTo>
                    <a:pt x="142295" y="1903925"/>
                  </a:lnTo>
                  <a:lnTo>
                    <a:pt x="142295" y="1903925"/>
                  </a:lnTo>
                  <a:lnTo>
                    <a:pt x="136822" y="1903925"/>
                  </a:lnTo>
                  <a:lnTo>
                    <a:pt x="136822" y="1913560"/>
                  </a:lnTo>
                  <a:lnTo>
                    <a:pt x="131349" y="1913560"/>
                  </a:lnTo>
                  <a:lnTo>
                    <a:pt x="131349" y="1913560"/>
                  </a:lnTo>
                  <a:lnTo>
                    <a:pt x="125876" y="1913560"/>
                  </a:lnTo>
                  <a:lnTo>
                    <a:pt x="125876" y="1913560"/>
                  </a:lnTo>
                  <a:lnTo>
                    <a:pt x="120403" y="1913560"/>
                  </a:lnTo>
                  <a:lnTo>
                    <a:pt x="120403" y="1913560"/>
                  </a:lnTo>
                  <a:lnTo>
                    <a:pt x="114930" y="1913560"/>
                  </a:lnTo>
                  <a:lnTo>
                    <a:pt x="114930" y="1913560"/>
                  </a:lnTo>
                  <a:lnTo>
                    <a:pt x="109457" y="1913560"/>
                  </a:lnTo>
                  <a:lnTo>
                    <a:pt x="109457" y="1913560"/>
                  </a:lnTo>
                  <a:lnTo>
                    <a:pt x="103984" y="1913560"/>
                  </a:lnTo>
                  <a:lnTo>
                    <a:pt x="103984" y="1913560"/>
                  </a:lnTo>
                  <a:lnTo>
                    <a:pt x="98511" y="1913560"/>
                  </a:lnTo>
                  <a:lnTo>
                    <a:pt x="98511" y="1913560"/>
                  </a:lnTo>
                  <a:lnTo>
                    <a:pt x="93039" y="1913560"/>
                  </a:lnTo>
                  <a:lnTo>
                    <a:pt x="93039" y="1913560"/>
                  </a:lnTo>
                  <a:lnTo>
                    <a:pt x="87566" y="1913560"/>
                  </a:lnTo>
                  <a:lnTo>
                    <a:pt x="87566" y="1913560"/>
                  </a:lnTo>
                  <a:lnTo>
                    <a:pt x="82093" y="1913560"/>
                  </a:lnTo>
                  <a:lnTo>
                    <a:pt x="82093" y="1913560"/>
                  </a:lnTo>
                  <a:lnTo>
                    <a:pt x="76620" y="1913560"/>
                  </a:lnTo>
                  <a:lnTo>
                    <a:pt x="76620" y="1913560"/>
                  </a:lnTo>
                  <a:lnTo>
                    <a:pt x="71147" y="1913560"/>
                  </a:lnTo>
                  <a:lnTo>
                    <a:pt x="71147" y="1922851"/>
                  </a:lnTo>
                  <a:lnTo>
                    <a:pt x="65674" y="1922851"/>
                  </a:lnTo>
                  <a:lnTo>
                    <a:pt x="65674" y="1931805"/>
                  </a:lnTo>
                  <a:lnTo>
                    <a:pt x="60201" y="1931805"/>
                  </a:lnTo>
                  <a:lnTo>
                    <a:pt x="60201" y="1940334"/>
                  </a:lnTo>
                  <a:lnTo>
                    <a:pt x="54728" y="1940334"/>
                  </a:lnTo>
                  <a:lnTo>
                    <a:pt x="54728" y="1948329"/>
                  </a:lnTo>
                  <a:lnTo>
                    <a:pt x="49255" y="1948329"/>
                  </a:lnTo>
                  <a:lnTo>
                    <a:pt x="49255" y="1948329"/>
                  </a:lnTo>
                  <a:lnTo>
                    <a:pt x="43783" y="1948329"/>
                  </a:lnTo>
                  <a:lnTo>
                    <a:pt x="43783" y="1948329"/>
                  </a:lnTo>
                  <a:lnTo>
                    <a:pt x="38310" y="1948329"/>
                  </a:lnTo>
                  <a:lnTo>
                    <a:pt x="38310" y="1955616"/>
                  </a:lnTo>
                  <a:lnTo>
                    <a:pt x="32837" y="1955616"/>
                  </a:lnTo>
                  <a:lnTo>
                    <a:pt x="32837" y="1955616"/>
                  </a:lnTo>
                  <a:lnTo>
                    <a:pt x="27364" y="1955616"/>
                  </a:lnTo>
                  <a:lnTo>
                    <a:pt x="27364" y="1966500"/>
                  </a:lnTo>
                  <a:lnTo>
                    <a:pt x="21891" y="1966500"/>
                  </a:lnTo>
                  <a:lnTo>
                    <a:pt x="21891" y="1966500"/>
                  </a:lnTo>
                  <a:lnTo>
                    <a:pt x="16418" y="1966500"/>
                  </a:lnTo>
                  <a:lnTo>
                    <a:pt x="16418" y="1966500"/>
                  </a:lnTo>
                  <a:lnTo>
                    <a:pt x="10945" y="1966500"/>
                  </a:lnTo>
                  <a:lnTo>
                    <a:pt x="10945" y="1966500"/>
                  </a:lnTo>
                  <a:lnTo>
                    <a:pt x="5472" y="1966500"/>
                  </a:lnTo>
                  <a:lnTo>
                    <a:pt x="5472" y="1966500"/>
                  </a:lnTo>
                  <a:lnTo>
                    <a:pt x="0" y="19665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1009709" y="883368"/>
              <a:ext cx="9922341" cy="5206961"/>
            </a:xfrm>
            <a:custGeom>
              <a:avLst/>
              <a:pathLst>
                <a:path w="9922341" h="5206961">
                  <a:moveTo>
                    <a:pt x="0" y="5089084"/>
                  </a:moveTo>
                  <a:lnTo>
                    <a:pt x="5472" y="5089084"/>
                  </a:lnTo>
                  <a:lnTo>
                    <a:pt x="10945" y="5089084"/>
                  </a:lnTo>
                  <a:lnTo>
                    <a:pt x="16418" y="5089084"/>
                  </a:lnTo>
                  <a:lnTo>
                    <a:pt x="21891" y="5089084"/>
                  </a:lnTo>
                  <a:lnTo>
                    <a:pt x="27364" y="5089084"/>
                  </a:lnTo>
                  <a:lnTo>
                    <a:pt x="32837" y="5089084"/>
                  </a:lnTo>
                  <a:lnTo>
                    <a:pt x="38310" y="5089084"/>
                  </a:lnTo>
                  <a:lnTo>
                    <a:pt x="43783" y="5089084"/>
                  </a:lnTo>
                  <a:lnTo>
                    <a:pt x="49255" y="5089084"/>
                  </a:lnTo>
                  <a:lnTo>
                    <a:pt x="49255" y="5012512"/>
                  </a:lnTo>
                  <a:lnTo>
                    <a:pt x="54728" y="5012512"/>
                  </a:lnTo>
                  <a:lnTo>
                    <a:pt x="60201" y="5012512"/>
                  </a:lnTo>
                  <a:lnTo>
                    <a:pt x="65674" y="5012512"/>
                  </a:lnTo>
                  <a:lnTo>
                    <a:pt x="71147" y="5012512"/>
                  </a:lnTo>
                  <a:lnTo>
                    <a:pt x="76620" y="5012512"/>
                  </a:lnTo>
                  <a:lnTo>
                    <a:pt x="82093" y="5012512"/>
                  </a:lnTo>
                  <a:lnTo>
                    <a:pt x="87566" y="5012512"/>
                  </a:lnTo>
                  <a:lnTo>
                    <a:pt x="87566" y="4987952"/>
                  </a:lnTo>
                  <a:lnTo>
                    <a:pt x="93039" y="4987952"/>
                  </a:lnTo>
                  <a:lnTo>
                    <a:pt x="98511" y="4987952"/>
                  </a:lnTo>
                  <a:lnTo>
                    <a:pt x="103984" y="4987952"/>
                  </a:lnTo>
                  <a:lnTo>
                    <a:pt x="109457" y="4987952"/>
                  </a:lnTo>
                  <a:lnTo>
                    <a:pt x="114930" y="4987952"/>
                  </a:lnTo>
                  <a:lnTo>
                    <a:pt x="120403" y="4987952"/>
                  </a:lnTo>
                  <a:lnTo>
                    <a:pt x="120403" y="4963746"/>
                  </a:lnTo>
                  <a:lnTo>
                    <a:pt x="125876" y="4963746"/>
                  </a:lnTo>
                  <a:lnTo>
                    <a:pt x="125876" y="4939907"/>
                  </a:lnTo>
                  <a:lnTo>
                    <a:pt x="131349" y="4939907"/>
                  </a:lnTo>
                  <a:lnTo>
                    <a:pt x="136822" y="4939907"/>
                  </a:lnTo>
                  <a:lnTo>
                    <a:pt x="142295" y="4939907"/>
                  </a:lnTo>
                  <a:lnTo>
                    <a:pt x="147767" y="4939907"/>
                  </a:lnTo>
                  <a:lnTo>
                    <a:pt x="153240" y="4939907"/>
                  </a:lnTo>
                  <a:lnTo>
                    <a:pt x="153240" y="4916346"/>
                  </a:lnTo>
                  <a:lnTo>
                    <a:pt x="158713" y="4916346"/>
                  </a:lnTo>
                  <a:lnTo>
                    <a:pt x="164186" y="4916346"/>
                  </a:lnTo>
                  <a:lnTo>
                    <a:pt x="164186" y="4893055"/>
                  </a:lnTo>
                  <a:lnTo>
                    <a:pt x="169659" y="4893055"/>
                  </a:lnTo>
                  <a:lnTo>
                    <a:pt x="175132" y="4893055"/>
                  </a:lnTo>
                  <a:lnTo>
                    <a:pt x="180605" y="4893055"/>
                  </a:lnTo>
                  <a:lnTo>
                    <a:pt x="186078" y="4893055"/>
                  </a:lnTo>
                  <a:lnTo>
                    <a:pt x="191550" y="4893055"/>
                  </a:lnTo>
                  <a:lnTo>
                    <a:pt x="191550" y="4869857"/>
                  </a:lnTo>
                  <a:lnTo>
                    <a:pt x="197023" y="4869857"/>
                  </a:lnTo>
                  <a:lnTo>
                    <a:pt x="197023" y="4846858"/>
                  </a:lnTo>
                  <a:lnTo>
                    <a:pt x="202496" y="4846858"/>
                  </a:lnTo>
                  <a:lnTo>
                    <a:pt x="207969" y="4846858"/>
                  </a:lnTo>
                  <a:lnTo>
                    <a:pt x="213442" y="4846858"/>
                  </a:lnTo>
                  <a:lnTo>
                    <a:pt x="218915" y="4846858"/>
                  </a:lnTo>
                  <a:lnTo>
                    <a:pt x="224388" y="4846858"/>
                  </a:lnTo>
                  <a:lnTo>
                    <a:pt x="224388" y="4824050"/>
                  </a:lnTo>
                  <a:lnTo>
                    <a:pt x="229861" y="4824050"/>
                  </a:lnTo>
                  <a:lnTo>
                    <a:pt x="235334" y="4824050"/>
                  </a:lnTo>
                  <a:lnTo>
                    <a:pt x="235334" y="4801398"/>
                  </a:lnTo>
                  <a:lnTo>
                    <a:pt x="240806" y="4801398"/>
                  </a:lnTo>
                  <a:lnTo>
                    <a:pt x="240806" y="4778902"/>
                  </a:lnTo>
                  <a:lnTo>
                    <a:pt x="246279" y="4778902"/>
                  </a:lnTo>
                  <a:lnTo>
                    <a:pt x="251752" y="4778902"/>
                  </a:lnTo>
                  <a:lnTo>
                    <a:pt x="257225" y="4778902"/>
                  </a:lnTo>
                  <a:lnTo>
                    <a:pt x="262698" y="4778902"/>
                  </a:lnTo>
                  <a:lnTo>
                    <a:pt x="268171" y="4778902"/>
                  </a:lnTo>
                  <a:lnTo>
                    <a:pt x="273644" y="4778902"/>
                  </a:lnTo>
                  <a:lnTo>
                    <a:pt x="279117" y="4778902"/>
                  </a:lnTo>
                  <a:lnTo>
                    <a:pt x="284590" y="4778902"/>
                  </a:lnTo>
                  <a:lnTo>
                    <a:pt x="290062" y="4778902"/>
                  </a:lnTo>
                  <a:lnTo>
                    <a:pt x="290062" y="4756423"/>
                  </a:lnTo>
                  <a:lnTo>
                    <a:pt x="295535" y="4756423"/>
                  </a:lnTo>
                  <a:lnTo>
                    <a:pt x="301008" y="4756423"/>
                  </a:lnTo>
                  <a:lnTo>
                    <a:pt x="306481" y="4756423"/>
                  </a:lnTo>
                  <a:lnTo>
                    <a:pt x="311954" y="4756423"/>
                  </a:lnTo>
                  <a:lnTo>
                    <a:pt x="317427" y="4756423"/>
                  </a:lnTo>
                  <a:lnTo>
                    <a:pt x="317427" y="4711819"/>
                  </a:lnTo>
                  <a:lnTo>
                    <a:pt x="322900" y="4711819"/>
                  </a:lnTo>
                  <a:lnTo>
                    <a:pt x="322900" y="4689675"/>
                  </a:lnTo>
                  <a:lnTo>
                    <a:pt x="328373" y="4689675"/>
                  </a:lnTo>
                  <a:lnTo>
                    <a:pt x="333846" y="4689675"/>
                  </a:lnTo>
                  <a:lnTo>
                    <a:pt x="333846" y="4667619"/>
                  </a:lnTo>
                  <a:lnTo>
                    <a:pt x="339318" y="4667619"/>
                  </a:lnTo>
                  <a:lnTo>
                    <a:pt x="344791" y="4667619"/>
                  </a:lnTo>
                  <a:lnTo>
                    <a:pt x="350264" y="4667619"/>
                  </a:lnTo>
                  <a:lnTo>
                    <a:pt x="355737" y="4667619"/>
                  </a:lnTo>
                  <a:lnTo>
                    <a:pt x="355737" y="4645644"/>
                  </a:lnTo>
                  <a:lnTo>
                    <a:pt x="361210" y="4645644"/>
                  </a:lnTo>
                  <a:lnTo>
                    <a:pt x="366683" y="4645644"/>
                  </a:lnTo>
                  <a:lnTo>
                    <a:pt x="372156" y="4645644"/>
                  </a:lnTo>
                  <a:lnTo>
                    <a:pt x="377629" y="4645644"/>
                  </a:lnTo>
                  <a:lnTo>
                    <a:pt x="377629" y="4623760"/>
                  </a:lnTo>
                  <a:lnTo>
                    <a:pt x="383101" y="4623760"/>
                  </a:lnTo>
                  <a:lnTo>
                    <a:pt x="388574" y="4623760"/>
                  </a:lnTo>
                  <a:lnTo>
                    <a:pt x="394047" y="4623760"/>
                  </a:lnTo>
                  <a:lnTo>
                    <a:pt x="394047" y="4515284"/>
                  </a:lnTo>
                  <a:lnTo>
                    <a:pt x="399520" y="4515284"/>
                  </a:lnTo>
                  <a:lnTo>
                    <a:pt x="404993" y="4515284"/>
                  </a:lnTo>
                  <a:lnTo>
                    <a:pt x="410466" y="4515284"/>
                  </a:lnTo>
                  <a:lnTo>
                    <a:pt x="415939" y="4515284"/>
                  </a:lnTo>
                  <a:lnTo>
                    <a:pt x="421412" y="4515284"/>
                  </a:lnTo>
                  <a:lnTo>
                    <a:pt x="426885" y="4515284"/>
                  </a:lnTo>
                  <a:lnTo>
                    <a:pt x="432357" y="4515284"/>
                  </a:lnTo>
                  <a:lnTo>
                    <a:pt x="437830" y="4515284"/>
                  </a:lnTo>
                  <a:lnTo>
                    <a:pt x="443303" y="4515284"/>
                  </a:lnTo>
                  <a:lnTo>
                    <a:pt x="448776" y="4515284"/>
                  </a:lnTo>
                  <a:lnTo>
                    <a:pt x="454249" y="4515284"/>
                  </a:lnTo>
                  <a:lnTo>
                    <a:pt x="459722" y="4515284"/>
                  </a:lnTo>
                  <a:lnTo>
                    <a:pt x="465195" y="4515284"/>
                  </a:lnTo>
                  <a:lnTo>
                    <a:pt x="470668" y="4515284"/>
                  </a:lnTo>
                  <a:lnTo>
                    <a:pt x="476141" y="4515284"/>
                  </a:lnTo>
                  <a:lnTo>
                    <a:pt x="481613" y="4515284"/>
                  </a:lnTo>
                  <a:lnTo>
                    <a:pt x="487086" y="4515284"/>
                  </a:lnTo>
                  <a:lnTo>
                    <a:pt x="487086" y="4493720"/>
                  </a:lnTo>
                  <a:lnTo>
                    <a:pt x="492559" y="4493720"/>
                  </a:lnTo>
                  <a:lnTo>
                    <a:pt x="498032" y="4493720"/>
                  </a:lnTo>
                  <a:lnTo>
                    <a:pt x="503505" y="4493720"/>
                  </a:lnTo>
                  <a:lnTo>
                    <a:pt x="508978" y="4493720"/>
                  </a:lnTo>
                  <a:lnTo>
                    <a:pt x="508978" y="4472171"/>
                  </a:lnTo>
                  <a:lnTo>
                    <a:pt x="514451" y="4472171"/>
                  </a:lnTo>
                  <a:lnTo>
                    <a:pt x="519924" y="4472171"/>
                  </a:lnTo>
                  <a:lnTo>
                    <a:pt x="525397" y="4472171"/>
                  </a:lnTo>
                  <a:lnTo>
                    <a:pt x="530869" y="4472171"/>
                  </a:lnTo>
                  <a:lnTo>
                    <a:pt x="536342" y="4472171"/>
                  </a:lnTo>
                  <a:lnTo>
                    <a:pt x="541815" y="4472171"/>
                  </a:lnTo>
                  <a:lnTo>
                    <a:pt x="541815" y="4429126"/>
                  </a:lnTo>
                  <a:lnTo>
                    <a:pt x="547288" y="4429126"/>
                  </a:lnTo>
                  <a:lnTo>
                    <a:pt x="552761" y="4429126"/>
                  </a:lnTo>
                  <a:lnTo>
                    <a:pt x="558234" y="4429126"/>
                  </a:lnTo>
                  <a:lnTo>
                    <a:pt x="563707" y="4429126"/>
                  </a:lnTo>
                  <a:lnTo>
                    <a:pt x="569180" y="4429126"/>
                  </a:lnTo>
                  <a:lnTo>
                    <a:pt x="574652" y="4429126"/>
                  </a:lnTo>
                  <a:lnTo>
                    <a:pt x="580125" y="4429126"/>
                  </a:lnTo>
                  <a:lnTo>
                    <a:pt x="585598" y="4429126"/>
                  </a:lnTo>
                  <a:lnTo>
                    <a:pt x="591071" y="4429126"/>
                  </a:lnTo>
                  <a:lnTo>
                    <a:pt x="596544" y="4429126"/>
                  </a:lnTo>
                  <a:lnTo>
                    <a:pt x="602017" y="4429126"/>
                  </a:lnTo>
                  <a:lnTo>
                    <a:pt x="607490" y="4429126"/>
                  </a:lnTo>
                  <a:lnTo>
                    <a:pt x="607490" y="4407624"/>
                  </a:lnTo>
                  <a:lnTo>
                    <a:pt x="612963" y="4407624"/>
                  </a:lnTo>
                  <a:lnTo>
                    <a:pt x="618436" y="4407624"/>
                  </a:lnTo>
                  <a:lnTo>
                    <a:pt x="623908" y="4407624"/>
                  </a:lnTo>
                  <a:lnTo>
                    <a:pt x="623908" y="4364741"/>
                  </a:lnTo>
                  <a:lnTo>
                    <a:pt x="629381" y="4364741"/>
                  </a:lnTo>
                  <a:lnTo>
                    <a:pt x="629381" y="4343341"/>
                  </a:lnTo>
                  <a:lnTo>
                    <a:pt x="634854" y="4343341"/>
                  </a:lnTo>
                  <a:lnTo>
                    <a:pt x="640327" y="4343341"/>
                  </a:lnTo>
                  <a:lnTo>
                    <a:pt x="645800" y="4343341"/>
                  </a:lnTo>
                  <a:lnTo>
                    <a:pt x="651273" y="4343341"/>
                  </a:lnTo>
                  <a:lnTo>
                    <a:pt x="656746" y="4343341"/>
                  </a:lnTo>
                  <a:lnTo>
                    <a:pt x="656746" y="4321941"/>
                  </a:lnTo>
                  <a:lnTo>
                    <a:pt x="662219" y="4321941"/>
                  </a:lnTo>
                  <a:lnTo>
                    <a:pt x="667692" y="4321941"/>
                  </a:lnTo>
                  <a:lnTo>
                    <a:pt x="667692" y="4279148"/>
                  </a:lnTo>
                  <a:lnTo>
                    <a:pt x="673164" y="4279148"/>
                  </a:lnTo>
                  <a:lnTo>
                    <a:pt x="678637" y="4279148"/>
                  </a:lnTo>
                  <a:lnTo>
                    <a:pt x="684110" y="4279148"/>
                  </a:lnTo>
                  <a:lnTo>
                    <a:pt x="684110" y="4257799"/>
                  </a:lnTo>
                  <a:lnTo>
                    <a:pt x="689583" y="4257799"/>
                  </a:lnTo>
                  <a:lnTo>
                    <a:pt x="689583" y="4236489"/>
                  </a:lnTo>
                  <a:lnTo>
                    <a:pt x="695056" y="4236489"/>
                  </a:lnTo>
                  <a:lnTo>
                    <a:pt x="695056" y="4215217"/>
                  </a:lnTo>
                  <a:lnTo>
                    <a:pt x="700529" y="4215217"/>
                  </a:lnTo>
                  <a:lnTo>
                    <a:pt x="706002" y="4215217"/>
                  </a:lnTo>
                  <a:lnTo>
                    <a:pt x="711475" y="4215217"/>
                  </a:lnTo>
                  <a:lnTo>
                    <a:pt x="711475" y="4193966"/>
                  </a:lnTo>
                  <a:lnTo>
                    <a:pt x="716947" y="4193966"/>
                  </a:lnTo>
                  <a:lnTo>
                    <a:pt x="722420" y="4193966"/>
                  </a:lnTo>
                  <a:lnTo>
                    <a:pt x="727893" y="4193966"/>
                  </a:lnTo>
                  <a:lnTo>
                    <a:pt x="733366" y="4193966"/>
                  </a:lnTo>
                  <a:lnTo>
                    <a:pt x="738839" y="4193966"/>
                  </a:lnTo>
                  <a:lnTo>
                    <a:pt x="738839" y="4151538"/>
                  </a:lnTo>
                  <a:lnTo>
                    <a:pt x="744312" y="4151538"/>
                  </a:lnTo>
                  <a:lnTo>
                    <a:pt x="749785" y="4151538"/>
                  </a:lnTo>
                  <a:lnTo>
                    <a:pt x="749785" y="4130374"/>
                  </a:lnTo>
                  <a:lnTo>
                    <a:pt x="755258" y="4130374"/>
                  </a:lnTo>
                  <a:lnTo>
                    <a:pt x="760731" y="4130374"/>
                  </a:lnTo>
                  <a:lnTo>
                    <a:pt x="760731" y="4109242"/>
                  </a:lnTo>
                  <a:lnTo>
                    <a:pt x="766203" y="4109242"/>
                  </a:lnTo>
                  <a:lnTo>
                    <a:pt x="771676" y="4109242"/>
                  </a:lnTo>
                  <a:lnTo>
                    <a:pt x="771676" y="4088141"/>
                  </a:lnTo>
                  <a:lnTo>
                    <a:pt x="777149" y="4088141"/>
                  </a:lnTo>
                  <a:lnTo>
                    <a:pt x="777149" y="4067069"/>
                  </a:lnTo>
                  <a:lnTo>
                    <a:pt x="782622" y="4067069"/>
                  </a:lnTo>
                  <a:lnTo>
                    <a:pt x="788095" y="4067069"/>
                  </a:lnTo>
                  <a:lnTo>
                    <a:pt x="793568" y="4067069"/>
                  </a:lnTo>
                  <a:lnTo>
                    <a:pt x="799041" y="4067069"/>
                  </a:lnTo>
                  <a:lnTo>
                    <a:pt x="804514" y="4067069"/>
                  </a:lnTo>
                  <a:lnTo>
                    <a:pt x="809987" y="4067069"/>
                  </a:lnTo>
                  <a:lnTo>
                    <a:pt x="815459" y="4067069"/>
                  </a:lnTo>
                  <a:lnTo>
                    <a:pt x="820932" y="4067069"/>
                  </a:lnTo>
                  <a:lnTo>
                    <a:pt x="826405" y="4067069"/>
                  </a:lnTo>
                  <a:lnTo>
                    <a:pt x="831878" y="4067069"/>
                  </a:lnTo>
                  <a:lnTo>
                    <a:pt x="831878" y="4045981"/>
                  </a:lnTo>
                  <a:lnTo>
                    <a:pt x="837351" y="4045981"/>
                  </a:lnTo>
                  <a:lnTo>
                    <a:pt x="842824" y="4045981"/>
                  </a:lnTo>
                  <a:lnTo>
                    <a:pt x="842824" y="4024921"/>
                  </a:lnTo>
                  <a:lnTo>
                    <a:pt x="848297" y="4024921"/>
                  </a:lnTo>
                  <a:lnTo>
                    <a:pt x="853770" y="4024921"/>
                  </a:lnTo>
                  <a:lnTo>
                    <a:pt x="853770" y="3961902"/>
                  </a:lnTo>
                  <a:lnTo>
                    <a:pt x="859243" y="3961902"/>
                  </a:lnTo>
                  <a:lnTo>
                    <a:pt x="859243" y="3940947"/>
                  </a:lnTo>
                  <a:lnTo>
                    <a:pt x="864715" y="3940947"/>
                  </a:lnTo>
                  <a:lnTo>
                    <a:pt x="870188" y="3940947"/>
                  </a:lnTo>
                  <a:lnTo>
                    <a:pt x="875661" y="3940947"/>
                  </a:lnTo>
                  <a:lnTo>
                    <a:pt x="881134" y="3940947"/>
                  </a:lnTo>
                  <a:lnTo>
                    <a:pt x="881134" y="3920016"/>
                  </a:lnTo>
                  <a:lnTo>
                    <a:pt x="886607" y="3920016"/>
                  </a:lnTo>
                  <a:lnTo>
                    <a:pt x="892080" y="3920016"/>
                  </a:lnTo>
                  <a:lnTo>
                    <a:pt x="897553" y="3920016"/>
                  </a:lnTo>
                  <a:lnTo>
                    <a:pt x="903026" y="3920016"/>
                  </a:lnTo>
                  <a:lnTo>
                    <a:pt x="908498" y="3920016"/>
                  </a:lnTo>
                  <a:lnTo>
                    <a:pt x="913971" y="3920016"/>
                  </a:lnTo>
                  <a:lnTo>
                    <a:pt x="919444" y="3920016"/>
                  </a:lnTo>
                  <a:lnTo>
                    <a:pt x="919444" y="3899063"/>
                  </a:lnTo>
                  <a:lnTo>
                    <a:pt x="924917" y="3899063"/>
                  </a:lnTo>
                  <a:lnTo>
                    <a:pt x="930390" y="3899063"/>
                  </a:lnTo>
                  <a:lnTo>
                    <a:pt x="930390" y="3857194"/>
                  </a:lnTo>
                  <a:lnTo>
                    <a:pt x="935863" y="3857194"/>
                  </a:lnTo>
                  <a:lnTo>
                    <a:pt x="935863" y="3836277"/>
                  </a:lnTo>
                  <a:lnTo>
                    <a:pt x="941336" y="3836277"/>
                  </a:lnTo>
                  <a:lnTo>
                    <a:pt x="946809" y="3836277"/>
                  </a:lnTo>
                  <a:lnTo>
                    <a:pt x="952282" y="3836277"/>
                  </a:lnTo>
                  <a:lnTo>
                    <a:pt x="957754" y="3836277"/>
                  </a:lnTo>
                  <a:lnTo>
                    <a:pt x="963227" y="3836277"/>
                  </a:lnTo>
                  <a:lnTo>
                    <a:pt x="968700" y="3836277"/>
                  </a:lnTo>
                  <a:lnTo>
                    <a:pt x="974173" y="3836277"/>
                  </a:lnTo>
                  <a:lnTo>
                    <a:pt x="979646" y="3836277"/>
                  </a:lnTo>
                  <a:lnTo>
                    <a:pt x="985119" y="3836277"/>
                  </a:lnTo>
                  <a:lnTo>
                    <a:pt x="990592" y="3836277"/>
                  </a:lnTo>
                  <a:lnTo>
                    <a:pt x="990592" y="3815351"/>
                  </a:lnTo>
                  <a:lnTo>
                    <a:pt x="996065" y="3815351"/>
                  </a:lnTo>
                  <a:lnTo>
                    <a:pt x="1001538" y="3815351"/>
                  </a:lnTo>
                  <a:lnTo>
                    <a:pt x="1007010" y="3815351"/>
                  </a:lnTo>
                  <a:lnTo>
                    <a:pt x="1007010" y="3794446"/>
                  </a:lnTo>
                  <a:lnTo>
                    <a:pt x="1012483" y="3794446"/>
                  </a:lnTo>
                  <a:lnTo>
                    <a:pt x="1017956" y="3794446"/>
                  </a:lnTo>
                  <a:lnTo>
                    <a:pt x="1017956" y="3773561"/>
                  </a:lnTo>
                  <a:lnTo>
                    <a:pt x="1023429" y="3773561"/>
                  </a:lnTo>
                  <a:lnTo>
                    <a:pt x="1028902" y="3773561"/>
                  </a:lnTo>
                  <a:lnTo>
                    <a:pt x="1028902" y="3752698"/>
                  </a:lnTo>
                  <a:lnTo>
                    <a:pt x="1034375" y="3752698"/>
                  </a:lnTo>
                  <a:lnTo>
                    <a:pt x="1039848" y="3752698"/>
                  </a:lnTo>
                  <a:lnTo>
                    <a:pt x="1045321" y="3752698"/>
                  </a:lnTo>
                  <a:lnTo>
                    <a:pt x="1050794" y="3752698"/>
                  </a:lnTo>
                  <a:lnTo>
                    <a:pt x="1050794" y="3731821"/>
                  </a:lnTo>
                  <a:lnTo>
                    <a:pt x="1056266" y="3731821"/>
                  </a:lnTo>
                  <a:lnTo>
                    <a:pt x="1061739" y="3731821"/>
                  </a:lnTo>
                  <a:lnTo>
                    <a:pt x="1067212" y="3731821"/>
                  </a:lnTo>
                  <a:lnTo>
                    <a:pt x="1067212" y="3710965"/>
                  </a:lnTo>
                  <a:lnTo>
                    <a:pt x="1072685" y="3710965"/>
                  </a:lnTo>
                  <a:lnTo>
                    <a:pt x="1078158" y="3710965"/>
                  </a:lnTo>
                  <a:lnTo>
                    <a:pt x="1083631" y="3710965"/>
                  </a:lnTo>
                  <a:lnTo>
                    <a:pt x="1083631" y="3669308"/>
                  </a:lnTo>
                  <a:lnTo>
                    <a:pt x="1089104" y="3669308"/>
                  </a:lnTo>
                  <a:lnTo>
                    <a:pt x="1089104" y="3648507"/>
                  </a:lnTo>
                  <a:lnTo>
                    <a:pt x="1094577" y="3648507"/>
                  </a:lnTo>
                  <a:lnTo>
                    <a:pt x="1100049" y="3648507"/>
                  </a:lnTo>
                  <a:lnTo>
                    <a:pt x="1105522" y="3648507"/>
                  </a:lnTo>
                  <a:lnTo>
                    <a:pt x="1110995" y="3648507"/>
                  </a:lnTo>
                  <a:lnTo>
                    <a:pt x="1110995" y="3627708"/>
                  </a:lnTo>
                  <a:lnTo>
                    <a:pt x="1116468" y="3627708"/>
                  </a:lnTo>
                  <a:lnTo>
                    <a:pt x="1121941" y="3627708"/>
                  </a:lnTo>
                  <a:lnTo>
                    <a:pt x="1121941" y="3606910"/>
                  </a:lnTo>
                  <a:lnTo>
                    <a:pt x="1127414" y="3606910"/>
                  </a:lnTo>
                  <a:lnTo>
                    <a:pt x="1132887" y="3606910"/>
                  </a:lnTo>
                  <a:lnTo>
                    <a:pt x="1138360" y="3606910"/>
                  </a:lnTo>
                  <a:lnTo>
                    <a:pt x="1143833" y="3606910"/>
                  </a:lnTo>
                  <a:lnTo>
                    <a:pt x="1149305" y="3606910"/>
                  </a:lnTo>
                  <a:lnTo>
                    <a:pt x="1154778" y="3606910"/>
                  </a:lnTo>
                  <a:lnTo>
                    <a:pt x="1160251" y="3606910"/>
                  </a:lnTo>
                  <a:lnTo>
                    <a:pt x="1165724" y="3606910"/>
                  </a:lnTo>
                  <a:lnTo>
                    <a:pt x="1171197" y="3606910"/>
                  </a:lnTo>
                  <a:lnTo>
                    <a:pt x="1176670" y="3606910"/>
                  </a:lnTo>
                  <a:lnTo>
                    <a:pt x="1182143" y="3606910"/>
                  </a:lnTo>
                  <a:lnTo>
                    <a:pt x="1187616" y="3606910"/>
                  </a:lnTo>
                  <a:lnTo>
                    <a:pt x="1193089" y="3606910"/>
                  </a:lnTo>
                  <a:lnTo>
                    <a:pt x="1198561" y="3606910"/>
                  </a:lnTo>
                  <a:lnTo>
                    <a:pt x="1204034" y="3606910"/>
                  </a:lnTo>
                  <a:lnTo>
                    <a:pt x="1209507" y="3606910"/>
                  </a:lnTo>
                  <a:lnTo>
                    <a:pt x="1214980" y="3606910"/>
                  </a:lnTo>
                  <a:lnTo>
                    <a:pt x="1220453" y="3606910"/>
                  </a:lnTo>
                  <a:lnTo>
                    <a:pt x="1225926" y="3606910"/>
                  </a:lnTo>
                  <a:lnTo>
                    <a:pt x="1231399" y="3606910"/>
                  </a:lnTo>
                  <a:lnTo>
                    <a:pt x="1231399" y="3586032"/>
                  </a:lnTo>
                  <a:lnTo>
                    <a:pt x="1236872" y="3586032"/>
                  </a:lnTo>
                  <a:lnTo>
                    <a:pt x="1242344" y="3586032"/>
                  </a:lnTo>
                  <a:lnTo>
                    <a:pt x="1247817" y="3586032"/>
                  </a:lnTo>
                  <a:lnTo>
                    <a:pt x="1253290" y="3586032"/>
                  </a:lnTo>
                  <a:lnTo>
                    <a:pt x="1258763" y="3586032"/>
                  </a:lnTo>
                  <a:lnTo>
                    <a:pt x="1264236" y="3586032"/>
                  </a:lnTo>
                  <a:lnTo>
                    <a:pt x="1269709" y="3586032"/>
                  </a:lnTo>
                  <a:lnTo>
                    <a:pt x="1275182" y="3586032"/>
                  </a:lnTo>
                  <a:lnTo>
                    <a:pt x="1275182" y="3565121"/>
                  </a:lnTo>
                  <a:lnTo>
                    <a:pt x="1280655" y="3565121"/>
                  </a:lnTo>
                  <a:lnTo>
                    <a:pt x="1286128" y="3565121"/>
                  </a:lnTo>
                  <a:lnTo>
                    <a:pt x="1291600" y="3565121"/>
                  </a:lnTo>
                  <a:lnTo>
                    <a:pt x="1291600" y="3544177"/>
                  </a:lnTo>
                  <a:lnTo>
                    <a:pt x="1297073" y="3544177"/>
                  </a:lnTo>
                  <a:lnTo>
                    <a:pt x="1302546" y="3544177"/>
                  </a:lnTo>
                  <a:lnTo>
                    <a:pt x="1308019" y="3544177"/>
                  </a:lnTo>
                  <a:lnTo>
                    <a:pt x="1313492" y="3544177"/>
                  </a:lnTo>
                  <a:lnTo>
                    <a:pt x="1313492" y="3523250"/>
                  </a:lnTo>
                  <a:lnTo>
                    <a:pt x="1318965" y="3523250"/>
                  </a:lnTo>
                  <a:lnTo>
                    <a:pt x="1324438" y="3523250"/>
                  </a:lnTo>
                  <a:lnTo>
                    <a:pt x="1329911" y="3523250"/>
                  </a:lnTo>
                  <a:lnTo>
                    <a:pt x="1335384" y="3523250"/>
                  </a:lnTo>
                  <a:lnTo>
                    <a:pt x="1340856" y="3523250"/>
                  </a:lnTo>
                  <a:lnTo>
                    <a:pt x="1346329" y="3523250"/>
                  </a:lnTo>
                  <a:lnTo>
                    <a:pt x="1351802" y="3523250"/>
                  </a:lnTo>
                  <a:lnTo>
                    <a:pt x="1351802" y="3481411"/>
                  </a:lnTo>
                  <a:lnTo>
                    <a:pt x="1357275" y="3481411"/>
                  </a:lnTo>
                  <a:lnTo>
                    <a:pt x="1362748" y="3481411"/>
                  </a:lnTo>
                  <a:lnTo>
                    <a:pt x="1368221" y="3481411"/>
                  </a:lnTo>
                  <a:lnTo>
                    <a:pt x="1373694" y="3481411"/>
                  </a:lnTo>
                  <a:lnTo>
                    <a:pt x="1379167" y="3481411"/>
                  </a:lnTo>
                  <a:lnTo>
                    <a:pt x="1384640" y="3481411"/>
                  </a:lnTo>
                  <a:lnTo>
                    <a:pt x="1390112" y="3481411"/>
                  </a:lnTo>
                  <a:lnTo>
                    <a:pt x="1395585" y="3481411"/>
                  </a:lnTo>
                  <a:lnTo>
                    <a:pt x="1401058" y="3481411"/>
                  </a:lnTo>
                  <a:lnTo>
                    <a:pt x="1406531" y="3481411"/>
                  </a:lnTo>
                  <a:lnTo>
                    <a:pt x="1412004" y="3481411"/>
                  </a:lnTo>
                  <a:lnTo>
                    <a:pt x="1417477" y="3481411"/>
                  </a:lnTo>
                  <a:lnTo>
                    <a:pt x="1422950" y="3481411"/>
                  </a:lnTo>
                  <a:lnTo>
                    <a:pt x="1428423" y="3481411"/>
                  </a:lnTo>
                  <a:lnTo>
                    <a:pt x="1433895" y="3481411"/>
                  </a:lnTo>
                  <a:lnTo>
                    <a:pt x="1439368" y="3481411"/>
                  </a:lnTo>
                  <a:lnTo>
                    <a:pt x="1444841" y="3481411"/>
                  </a:lnTo>
                  <a:lnTo>
                    <a:pt x="1450314" y="3481411"/>
                  </a:lnTo>
                  <a:lnTo>
                    <a:pt x="1455787" y="3481411"/>
                  </a:lnTo>
                  <a:lnTo>
                    <a:pt x="1461260" y="3481411"/>
                  </a:lnTo>
                  <a:lnTo>
                    <a:pt x="1466733" y="3481411"/>
                  </a:lnTo>
                  <a:lnTo>
                    <a:pt x="1472206" y="3481411"/>
                  </a:lnTo>
                  <a:lnTo>
                    <a:pt x="1477679" y="3481411"/>
                  </a:lnTo>
                  <a:lnTo>
                    <a:pt x="1483151" y="3481411"/>
                  </a:lnTo>
                  <a:lnTo>
                    <a:pt x="1488624" y="3481411"/>
                  </a:lnTo>
                  <a:lnTo>
                    <a:pt x="1494097" y="3481411"/>
                  </a:lnTo>
                  <a:lnTo>
                    <a:pt x="1499570" y="3481411"/>
                  </a:lnTo>
                  <a:lnTo>
                    <a:pt x="1505043" y="3481411"/>
                  </a:lnTo>
                  <a:lnTo>
                    <a:pt x="1510516" y="3481411"/>
                  </a:lnTo>
                  <a:lnTo>
                    <a:pt x="1515989" y="3481411"/>
                  </a:lnTo>
                  <a:lnTo>
                    <a:pt x="1521462" y="3481411"/>
                  </a:lnTo>
                  <a:lnTo>
                    <a:pt x="1521462" y="3460411"/>
                  </a:lnTo>
                  <a:lnTo>
                    <a:pt x="1526935" y="3460411"/>
                  </a:lnTo>
                  <a:lnTo>
                    <a:pt x="1532407" y="3460411"/>
                  </a:lnTo>
                  <a:lnTo>
                    <a:pt x="1532407" y="3439410"/>
                  </a:lnTo>
                  <a:lnTo>
                    <a:pt x="1537880" y="3439410"/>
                  </a:lnTo>
                  <a:lnTo>
                    <a:pt x="1543353" y="3439410"/>
                  </a:lnTo>
                  <a:lnTo>
                    <a:pt x="1548826" y="3439410"/>
                  </a:lnTo>
                  <a:lnTo>
                    <a:pt x="1554299" y="3439410"/>
                  </a:lnTo>
                  <a:lnTo>
                    <a:pt x="1559772" y="3439410"/>
                  </a:lnTo>
                  <a:lnTo>
                    <a:pt x="1565245" y="3439410"/>
                  </a:lnTo>
                  <a:lnTo>
                    <a:pt x="1570718" y="3439410"/>
                  </a:lnTo>
                  <a:lnTo>
                    <a:pt x="1576191" y="3439410"/>
                  </a:lnTo>
                  <a:lnTo>
                    <a:pt x="1581663" y="3439410"/>
                  </a:lnTo>
                  <a:lnTo>
                    <a:pt x="1581663" y="3418371"/>
                  </a:lnTo>
                  <a:lnTo>
                    <a:pt x="1587136" y="3418371"/>
                  </a:lnTo>
                  <a:lnTo>
                    <a:pt x="1587136" y="3397347"/>
                  </a:lnTo>
                  <a:lnTo>
                    <a:pt x="1592609" y="3397347"/>
                  </a:lnTo>
                  <a:lnTo>
                    <a:pt x="1598082" y="3397347"/>
                  </a:lnTo>
                  <a:lnTo>
                    <a:pt x="1603555" y="3397347"/>
                  </a:lnTo>
                  <a:lnTo>
                    <a:pt x="1603555" y="3376339"/>
                  </a:lnTo>
                  <a:lnTo>
                    <a:pt x="1609028" y="3376339"/>
                  </a:lnTo>
                  <a:lnTo>
                    <a:pt x="1614501" y="3376339"/>
                  </a:lnTo>
                  <a:lnTo>
                    <a:pt x="1619974" y="3376339"/>
                  </a:lnTo>
                  <a:lnTo>
                    <a:pt x="1625446" y="3376339"/>
                  </a:lnTo>
                  <a:lnTo>
                    <a:pt x="1630919" y="3376339"/>
                  </a:lnTo>
                  <a:lnTo>
                    <a:pt x="1636392" y="3376339"/>
                  </a:lnTo>
                  <a:lnTo>
                    <a:pt x="1641865" y="3376339"/>
                  </a:lnTo>
                  <a:lnTo>
                    <a:pt x="1647338" y="3376339"/>
                  </a:lnTo>
                  <a:lnTo>
                    <a:pt x="1652811" y="3376339"/>
                  </a:lnTo>
                  <a:lnTo>
                    <a:pt x="1652811" y="3355327"/>
                  </a:lnTo>
                  <a:lnTo>
                    <a:pt x="1658284" y="3355327"/>
                  </a:lnTo>
                  <a:lnTo>
                    <a:pt x="1663757" y="3355327"/>
                  </a:lnTo>
                  <a:lnTo>
                    <a:pt x="1669230" y="3355327"/>
                  </a:lnTo>
                  <a:lnTo>
                    <a:pt x="1674702" y="3355327"/>
                  </a:lnTo>
                  <a:lnTo>
                    <a:pt x="1680175" y="3355327"/>
                  </a:lnTo>
                  <a:lnTo>
                    <a:pt x="1685648" y="3355327"/>
                  </a:lnTo>
                  <a:lnTo>
                    <a:pt x="1691121" y="3355327"/>
                  </a:lnTo>
                  <a:lnTo>
                    <a:pt x="1696594" y="3355327"/>
                  </a:lnTo>
                  <a:lnTo>
                    <a:pt x="1702067" y="3355327"/>
                  </a:lnTo>
                  <a:lnTo>
                    <a:pt x="1707540" y="3355327"/>
                  </a:lnTo>
                  <a:lnTo>
                    <a:pt x="1713013" y="3355327"/>
                  </a:lnTo>
                  <a:lnTo>
                    <a:pt x="1713013" y="3334330"/>
                  </a:lnTo>
                  <a:lnTo>
                    <a:pt x="1718486" y="3334330"/>
                  </a:lnTo>
                  <a:lnTo>
                    <a:pt x="1723958" y="3334330"/>
                  </a:lnTo>
                  <a:lnTo>
                    <a:pt x="1729431" y="3334330"/>
                  </a:lnTo>
                  <a:lnTo>
                    <a:pt x="1734904" y="3334330"/>
                  </a:lnTo>
                  <a:lnTo>
                    <a:pt x="1740377" y="3334330"/>
                  </a:lnTo>
                  <a:lnTo>
                    <a:pt x="1740377" y="3313292"/>
                  </a:lnTo>
                  <a:lnTo>
                    <a:pt x="1745850" y="3313292"/>
                  </a:lnTo>
                  <a:lnTo>
                    <a:pt x="1745850" y="3292269"/>
                  </a:lnTo>
                  <a:lnTo>
                    <a:pt x="1751323" y="3292269"/>
                  </a:lnTo>
                  <a:lnTo>
                    <a:pt x="1756796" y="3292269"/>
                  </a:lnTo>
                  <a:lnTo>
                    <a:pt x="1762269" y="3292269"/>
                  </a:lnTo>
                  <a:lnTo>
                    <a:pt x="1767741" y="3292269"/>
                  </a:lnTo>
                  <a:lnTo>
                    <a:pt x="1773214" y="3292269"/>
                  </a:lnTo>
                  <a:lnTo>
                    <a:pt x="1778687" y="3292269"/>
                  </a:lnTo>
                  <a:lnTo>
                    <a:pt x="1778687" y="3271241"/>
                  </a:lnTo>
                  <a:lnTo>
                    <a:pt x="1784160" y="3271241"/>
                  </a:lnTo>
                  <a:lnTo>
                    <a:pt x="1789633" y="3271241"/>
                  </a:lnTo>
                  <a:lnTo>
                    <a:pt x="1795106" y="3271241"/>
                  </a:lnTo>
                  <a:lnTo>
                    <a:pt x="1800579" y="3271241"/>
                  </a:lnTo>
                  <a:lnTo>
                    <a:pt x="1806052" y="3271241"/>
                  </a:lnTo>
                  <a:lnTo>
                    <a:pt x="1811525" y="3271241"/>
                  </a:lnTo>
                  <a:lnTo>
                    <a:pt x="1811525" y="3250227"/>
                  </a:lnTo>
                  <a:lnTo>
                    <a:pt x="1816997" y="3250227"/>
                  </a:lnTo>
                  <a:lnTo>
                    <a:pt x="1822470" y="3250227"/>
                  </a:lnTo>
                  <a:lnTo>
                    <a:pt x="1827943" y="3250227"/>
                  </a:lnTo>
                  <a:lnTo>
                    <a:pt x="1827943" y="3229226"/>
                  </a:lnTo>
                  <a:lnTo>
                    <a:pt x="1833416" y="3229226"/>
                  </a:lnTo>
                  <a:lnTo>
                    <a:pt x="1838889" y="3229226"/>
                  </a:lnTo>
                  <a:lnTo>
                    <a:pt x="1844362" y="3229226"/>
                  </a:lnTo>
                  <a:lnTo>
                    <a:pt x="1849835" y="3229226"/>
                  </a:lnTo>
                  <a:lnTo>
                    <a:pt x="1855308" y="3229226"/>
                  </a:lnTo>
                  <a:lnTo>
                    <a:pt x="1860781" y="3229226"/>
                  </a:lnTo>
                  <a:lnTo>
                    <a:pt x="1866253" y="3229226"/>
                  </a:lnTo>
                  <a:lnTo>
                    <a:pt x="1871726" y="3229226"/>
                  </a:lnTo>
                  <a:lnTo>
                    <a:pt x="1877199" y="3229226"/>
                  </a:lnTo>
                  <a:lnTo>
                    <a:pt x="1882672" y="3229226"/>
                  </a:lnTo>
                  <a:lnTo>
                    <a:pt x="1888145" y="3229226"/>
                  </a:lnTo>
                  <a:lnTo>
                    <a:pt x="1888145" y="3208183"/>
                  </a:lnTo>
                  <a:lnTo>
                    <a:pt x="1893618" y="3208183"/>
                  </a:lnTo>
                  <a:lnTo>
                    <a:pt x="1899091" y="3208183"/>
                  </a:lnTo>
                  <a:lnTo>
                    <a:pt x="1904564" y="3208183"/>
                  </a:lnTo>
                  <a:lnTo>
                    <a:pt x="1910037" y="3208183"/>
                  </a:lnTo>
                  <a:lnTo>
                    <a:pt x="1915509" y="3208183"/>
                  </a:lnTo>
                  <a:lnTo>
                    <a:pt x="1920982" y="3208183"/>
                  </a:lnTo>
                  <a:lnTo>
                    <a:pt x="1926455" y="3208183"/>
                  </a:lnTo>
                  <a:lnTo>
                    <a:pt x="1926455" y="3187115"/>
                  </a:lnTo>
                  <a:lnTo>
                    <a:pt x="1931928" y="3187115"/>
                  </a:lnTo>
                  <a:lnTo>
                    <a:pt x="1937401" y="3187115"/>
                  </a:lnTo>
                  <a:lnTo>
                    <a:pt x="1942874" y="3187115"/>
                  </a:lnTo>
                  <a:lnTo>
                    <a:pt x="1948347" y="3187115"/>
                  </a:lnTo>
                  <a:lnTo>
                    <a:pt x="1953820" y="3187115"/>
                  </a:lnTo>
                  <a:lnTo>
                    <a:pt x="1959292" y="3187115"/>
                  </a:lnTo>
                  <a:lnTo>
                    <a:pt x="1964765" y="3187115"/>
                  </a:lnTo>
                  <a:lnTo>
                    <a:pt x="1970238" y="3187115"/>
                  </a:lnTo>
                  <a:lnTo>
                    <a:pt x="1975711" y="3187115"/>
                  </a:lnTo>
                  <a:lnTo>
                    <a:pt x="1981184" y="3187115"/>
                  </a:lnTo>
                  <a:lnTo>
                    <a:pt x="1981184" y="3166041"/>
                  </a:lnTo>
                  <a:lnTo>
                    <a:pt x="1986657" y="3166041"/>
                  </a:lnTo>
                  <a:lnTo>
                    <a:pt x="1992130" y="3166041"/>
                  </a:lnTo>
                  <a:lnTo>
                    <a:pt x="1997603" y="3166041"/>
                  </a:lnTo>
                  <a:lnTo>
                    <a:pt x="2003076" y="3166041"/>
                  </a:lnTo>
                  <a:lnTo>
                    <a:pt x="2008548" y="3166041"/>
                  </a:lnTo>
                  <a:lnTo>
                    <a:pt x="2014021" y="3166041"/>
                  </a:lnTo>
                  <a:lnTo>
                    <a:pt x="2019494" y="3166041"/>
                  </a:lnTo>
                  <a:lnTo>
                    <a:pt x="2024967" y="3166041"/>
                  </a:lnTo>
                  <a:lnTo>
                    <a:pt x="2030440" y="3166041"/>
                  </a:lnTo>
                  <a:lnTo>
                    <a:pt x="2035913" y="3166041"/>
                  </a:lnTo>
                  <a:lnTo>
                    <a:pt x="2041386" y="3166041"/>
                  </a:lnTo>
                  <a:lnTo>
                    <a:pt x="2041386" y="3144903"/>
                  </a:lnTo>
                  <a:lnTo>
                    <a:pt x="2046859" y="3144903"/>
                  </a:lnTo>
                  <a:lnTo>
                    <a:pt x="2052332" y="3144903"/>
                  </a:lnTo>
                  <a:lnTo>
                    <a:pt x="2057804" y="3144903"/>
                  </a:lnTo>
                  <a:lnTo>
                    <a:pt x="2063277" y="3144903"/>
                  </a:lnTo>
                  <a:lnTo>
                    <a:pt x="2063277" y="3123777"/>
                  </a:lnTo>
                  <a:lnTo>
                    <a:pt x="2068750" y="3123777"/>
                  </a:lnTo>
                  <a:lnTo>
                    <a:pt x="2074223" y="3123777"/>
                  </a:lnTo>
                  <a:lnTo>
                    <a:pt x="2074223" y="3102665"/>
                  </a:lnTo>
                  <a:lnTo>
                    <a:pt x="2079696" y="3102665"/>
                  </a:lnTo>
                  <a:lnTo>
                    <a:pt x="2085169" y="3102665"/>
                  </a:lnTo>
                  <a:lnTo>
                    <a:pt x="2090642" y="3102665"/>
                  </a:lnTo>
                  <a:lnTo>
                    <a:pt x="2096115" y="3102665"/>
                  </a:lnTo>
                  <a:lnTo>
                    <a:pt x="2101588" y="3102665"/>
                  </a:lnTo>
                  <a:lnTo>
                    <a:pt x="2107060" y="3102665"/>
                  </a:lnTo>
                  <a:lnTo>
                    <a:pt x="2112533" y="3102665"/>
                  </a:lnTo>
                  <a:lnTo>
                    <a:pt x="2112533" y="3081564"/>
                  </a:lnTo>
                  <a:lnTo>
                    <a:pt x="2118006" y="3081564"/>
                  </a:lnTo>
                  <a:lnTo>
                    <a:pt x="2123479" y="3081564"/>
                  </a:lnTo>
                  <a:lnTo>
                    <a:pt x="2128952" y="3081564"/>
                  </a:lnTo>
                  <a:lnTo>
                    <a:pt x="2134425" y="3081564"/>
                  </a:lnTo>
                  <a:lnTo>
                    <a:pt x="2139898" y="3081564"/>
                  </a:lnTo>
                  <a:lnTo>
                    <a:pt x="2139898" y="3060456"/>
                  </a:lnTo>
                  <a:lnTo>
                    <a:pt x="2145371" y="3060456"/>
                  </a:lnTo>
                  <a:lnTo>
                    <a:pt x="2150843" y="3060456"/>
                  </a:lnTo>
                  <a:lnTo>
                    <a:pt x="2156316" y="3060456"/>
                  </a:lnTo>
                  <a:lnTo>
                    <a:pt x="2161789" y="3060456"/>
                  </a:lnTo>
                  <a:lnTo>
                    <a:pt x="2167262" y="3060456"/>
                  </a:lnTo>
                  <a:lnTo>
                    <a:pt x="2172735" y="3060456"/>
                  </a:lnTo>
                  <a:lnTo>
                    <a:pt x="2178208" y="3060456"/>
                  </a:lnTo>
                  <a:lnTo>
                    <a:pt x="2183681" y="3060456"/>
                  </a:lnTo>
                  <a:lnTo>
                    <a:pt x="2189154" y="3060456"/>
                  </a:lnTo>
                  <a:lnTo>
                    <a:pt x="2194627" y="3060456"/>
                  </a:lnTo>
                  <a:lnTo>
                    <a:pt x="2194627" y="3039341"/>
                  </a:lnTo>
                  <a:lnTo>
                    <a:pt x="2200099" y="3039341"/>
                  </a:lnTo>
                  <a:lnTo>
                    <a:pt x="2205572" y="3039341"/>
                  </a:lnTo>
                  <a:lnTo>
                    <a:pt x="2211045" y="3039341"/>
                  </a:lnTo>
                  <a:lnTo>
                    <a:pt x="2216518" y="3039341"/>
                  </a:lnTo>
                  <a:lnTo>
                    <a:pt x="2221991" y="3039341"/>
                  </a:lnTo>
                  <a:lnTo>
                    <a:pt x="2227464" y="3039341"/>
                  </a:lnTo>
                  <a:lnTo>
                    <a:pt x="2232937" y="3039341"/>
                  </a:lnTo>
                  <a:lnTo>
                    <a:pt x="2232937" y="3018237"/>
                  </a:lnTo>
                  <a:lnTo>
                    <a:pt x="2238410" y="3018237"/>
                  </a:lnTo>
                  <a:lnTo>
                    <a:pt x="2243883" y="3018237"/>
                  </a:lnTo>
                  <a:lnTo>
                    <a:pt x="2243883" y="2997145"/>
                  </a:lnTo>
                  <a:lnTo>
                    <a:pt x="2249355" y="2997145"/>
                  </a:lnTo>
                  <a:lnTo>
                    <a:pt x="2254828" y="2997145"/>
                  </a:lnTo>
                  <a:lnTo>
                    <a:pt x="2260301" y="2997145"/>
                  </a:lnTo>
                  <a:lnTo>
                    <a:pt x="2265774" y="2997145"/>
                  </a:lnTo>
                  <a:lnTo>
                    <a:pt x="2271247" y="2997145"/>
                  </a:lnTo>
                  <a:lnTo>
                    <a:pt x="2271247" y="2954955"/>
                  </a:lnTo>
                  <a:lnTo>
                    <a:pt x="2276720" y="2954955"/>
                  </a:lnTo>
                  <a:lnTo>
                    <a:pt x="2282193" y="2954955"/>
                  </a:lnTo>
                  <a:lnTo>
                    <a:pt x="2287666" y="2954955"/>
                  </a:lnTo>
                  <a:lnTo>
                    <a:pt x="2293138" y="2954955"/>
                  </a:lnTo>
                  <a:lnTo>
                    <a:pt x="2298611" y="2954955"/>
                  </a:lnTo>
                  <a:lnTo>
                    <a:pt x="2304084" y="2954955"/>
                  </a:lnTo>
                  <a:lnTo>
                    <a:pt x="2309557" y="2954955"/>
                  </a:lnTo>
                  <a:lnTo>
                    <a:pt x="2315030" y="2954955"/>
                  </a:lnTo>
                  <a:lnTo>
                    <a:pt x="2320503" y="2954955"/>
                  </a:lnTo>
                  <a:lnTo>
                    <a:pt x="2325976" y="2954955"/>
                  </a:lnTo>
                  <a:lnTo>
                    <a:pt x="2331449" y="2954955"/>
                  </a:lnTo>
                  <a:lnTo>
                    <a:pt x="2336922" y="2954955"/>
                  </a:lnTo>
                  <a:lnTo>
                    <a:pt x="2342394" y="2954955"/>
                  </a:lnTo>
                  <a:lnTo>
                    <a:pt x="2347867" y="2954955"/>
                  </a:lnTo>
                  <a:lnTo>
                    <a:pt x="2347867" y="2933857"/>
                  </a:lnTo>
                  <a:lnTo>
                    <a:pt x="2353340" y="2933857"/>
                  </a:lnTo>
                  <a:lnTo>
                    <a:pt x="2358813" y="2933857"/>
                  </a:lnTo>
                  <a:lnTo>
                    <a:pt x="2364286" y="2933857"/>
                  </a:lnTo>
                  <a:lnTo>
                    <a:pt x="2369759" y="2933857"/>
                  </a:lnTo>
                  <a:lnTo>
                    <a:pt x="2375232" y="2933857"/>
                  </a:lnTo>
                  <a:lnTo>
                    <a:pt x="2380705" y="2933857"/>
                  </a:lnTo>
                  <a:lnTo>
                    <a:pt x="2386178" y="2933857"/>
                  </a:lnTo>
                  <a:lnTo>
                    <a:pt x="2391650" y="2933857"/>
                  </a:lnTo>
                  <a:lnTo>
                    <a:pt x="2397123" y="2933857"/>
                  </a:lnTo>
                  <a:lnTo>
                    <a:pt x="2402596" y="2933857"/>
                  </a:lnTo>
                  <a:lnTo>
                    <a:pt x="2408069" y="2933857"/>
                  </a:lnTo>
                  <a:lnTo>
                    <a:pt x="2408069" y="2912687"/>
                  </a:lnTo>
                  <a:lnTo>
                    <a:pt x="2413542" y="2912687"/>
                  </a:lnTo>
                  <a:lnTo>
                    <a:pt x="2419015" y="2912687"/>
                  </a:lnTo>
                  <a:lnTo>
                    <a:pt x="2424488" y="2912687"/>
                  </a:lnTo>
                  <a:lnTo>
                    <a:pt x="2429961" y="2912687"/>
                  </a:lnTo>
                  <a:lnTo>
                    <a:pt x="2435434" y="2912687"/>
                  </a:lnTo>
                  <a:lnTo>
                    <a:pt x="2435434" y="2891485"/>
                  </a:lnTo>
                  <a:lnTo>
                    <a:pt x="2440906" y="2891485"/>
                  </a:lnTo>
                  <a:lnTo>
                    <a:pt x="2446379" y="2891485"/>
                  </a:lnTo>
                  <a:lnTo>
                    <a:pt x="2451852" y="2891485"/>
                  </a:lnTo>
                  <a:lnTo>
                    <a:pt x="2457325" y="2891485"/>
                  </a:lnTo>
                  <a:lnTo>
                    <a:pt x="2457325" y="2870296"/>
                  </a:lnTo>
                  <a:lnTo>
                    <a:pt x="2462798" y="2870296"/>
                  </a:lnTo>
                  <a:lnTo>
                    <a:pt x="2468271" y="2870296"/>
                  </a:lnTo>
                  <a:lnTo>
                    <a:pt x="2473744" y="2870296"/>
                  </a:lnTo>
                  <a:lnTo>
                    <a:pt x="2479217" y="2870296"/>
                  </a:lnTo>
                  <a:lnTo>
                    <a:pt x="2484689" y="2870296"/>
                  </a:lnTo>
                  <a:lnTo>
                    <a:pt x="2490162" y="2870296"/>
                  </a:lnTo>
                  <a:lnTo>
                    <a:pt x="2495635" y="2870296"/>
                  </a:lnTo>
                  <a:lnTo>
                    <a:pt x="2501108" y="2870296"/>
                  </a:lnTo>
                  <a:lnTo>
                    <a:pt x="2501108" y="2849116"/>
                  </a:lnTo>
                  <a:lnTo>
                    <a:pt x="2506581" y="2849116"/>
                  </a:lnTo>
                  <a:lnTo>
                    <a:pt x="2506581" y="2827927"/>
                  </a:lnTo>
                  <a:lnTo>
                    <a:pt x="2512054" y="2827927"/>
                  </a:lnTo>
                  <a:lnTo>
                    <a:pt x="2517527" y="2827927"/>
                  </a:lnTo>
                  <a:lnTo>
                    <a:pt x="2523000" y="2827927"/>
                  </a:lnTo>
                  <a:lnTo>
                    <a:pt x="2528473" y="2827927"/>
                  </a:lnTo>
                  <a:lnTo>
                    <a:pt x="2528473" y="2806747"/>
                  </a:lnTo>
                  <a:lnTo>
                    <a:pt x="2533945" y="2806747"/>
                  </a:lnTo>
                  <a:lnTo>
                    <a:pt x="2539418" y="2806747"/>
                  </a:lnTo>
                  <a:lnTo>
                    <a:pt x="2544891" y="2806747"/>
                  </a:lnTo>
                  <a:lnTo>
                    <a:pt x="2544891" y="2785578"/>
                  </a:lnTo>
                  <a:lnTo>
                    <a:pt x="2550364" y="2785578"/>
                  </a:lnTo>
                  <a:lnTo>
                    <a:pt x="2555837" y="2785578"/>
                  </a:lnTo>
                  <a:lnTo>
                    <a:pt x="2561310" y="2785578"/>
                  </a:lnTo>
                  <a:lnTo>
                    <a:pt x="2566783" y="2785578"/>
                  </a:lnTo>
                  <a:lnTo>
                    <a:pt x="2572256" y="2785578"/>
                  </a:lnTo>
                  <a:lnTo>
                    <a:pt x="2572256" y="2764420"/>
                  </a:lnTo>
                  <a:lnTo>
                    <a:pt x="2577729" y="2764420"/>
                  </a:lnTo>
                  <a:lnTo>
                    <a:pt x="2583201" y="2764420"/>
                  </a:lnTo>
                  <a:lnTo>
                    <a:pt x="2588674" y="2764420"/>
                  </a:lnTo>
                  <a:lnTo>
                    <a:pt x="2594147" y="2764420"/>
                  </a:lnTo>
                  <a:lnTo>
                    <a:pt x="2599620" y="2764420"/>
                  </a:lnTo>
                  <a:lnTo>
                    <a:pt x="2605093" y="2764420"/>
                  </a:lnTo>
                  <a:lnTo>
                    <a:pt x="2610566" y="2764420"/>
                  </a:lnTo>
                  <a:lnTo>
                    <a:pt x="2610566" y="2721959"/>
                  </a:lnTo>
                  <a:lnTo>
                    <a:pt x="2616039" y="2721959"/>
                  </a:lnTo>
                  <a:lnTo>
                    <a:pt x="2621512" y="2721959"/>
                  </a:lnTo>
                  <a:lnTo>
                    <a:pt x="2626985" y="2721959"/>
                  </a:lnTo>
                  <a:lnTo>
                    <a:pt x="2632457" y="2721959"/>
                  </a:lnTo>
                  <a:lnTo>
                    <a:pt x="2632457" y="2700721"/>
                  </a:lnTo>
                  <a:lnTo>
                    <a:pt x="2637930" y="2700721"/>
                  </a:lnTo>
                  <a:lnTo>
                    <a:pt x="2637930" y="2679494"/>
                  </a:lnTo>
                  <a:lnTo>
                    <a:pt x="2643403" y="2679494"/>
                  </a:lnTo>
                  <a:lnTo>
                    <a:pt x="2648876" y="2679494"/>
                  </a:lnTo>
                  <a:lnTo>
                    <a:pt x="2654349" y="2679494"/>
                  </a:lnTo>
                  <a:lnTo>
                    <a:pt x="2659822" y="2679494"/>
                  </a:lnTo>
                  <a:lnTo>
                    <a:pt x="2665295" y="2679494"/>
                  </a:lnTo>
                  <a:lnTo>
                    <a:pt x="2670768" y="2679494"/>
                  </a:lnTo>
                  <a:lnTo>
                    <a:pt x="2676240" y="2679494"/>
                  </a:lnTo>
                  <a:lnTo>
                    <a:pt x="2676240" y="2658254"/>
                  </a:lnTo>
                  <a:lnTo>
                    <a:pt x="2681713" y="2658254"/>
                  </a:lnTo>
                  <a:lnTo>
                    <a:pt x="2687186" y="2658254"/>
                  </a:lnTo>
                  <a:lnTo>
                    <a:pt x="2692659" y="2658254"/>
                  </a:lnTo>
                  <a:lnTo>
                    <a:pt x="2692659" y="2615803"/>
                  </a:lnTo>
                  <a:lnTo>
                    <a:pt x="2698132" y="2615803"/>
                  </a:lnTo>
                  <a:lnTo>
                    <a:pt x="2703605" y="2615803"/>
                  </a:lnTo>
                  <a:lnTo>
                    <a:pt x="2709078" y="2615803"/>
                  </a:lnTo>
                  <a:lnTo>
                    <a:pt x="2714551" y="2615803"/>
                  </a:lnTo>
                  <a:lnTo>
                    <a:pt x="2720024" y="2615803"/>
                  </a:lnTo>
                  <a:lnTo>
                    <a:pt x="2725496" y="2615803"/>
                  </a:lnTo>
                  <a:lnTo>
                    <a:pt x="2730969" y="2615803"/>
                  </a:lnTo>
                  <a:lnTo>
                    <a:pt x="2736442" y="2615803"/>
                  </a:lnTo>
                  <a:lnTo>
                    <a:pt x="2736442" y="2573346"/>
                  </a:lnTo>
                  <a:lnTo>
                    <a:pt x="2741915" y="2573346"/>
                  </a:lnTo>
                  <a:lnTo>
                    <a:pt x="2747388" y="2573346"/>
                  </a:lnTo>
                  <a:lnTo>
                    <a:pt x="2752861" y="2573346"/>
                  </a:lnTo>
                  <a:lnTo>
                    <a:pt x="2758334" y="2573346"/>
                  </a:lnTo>
                  <a:lnTo>
                    <a:pt x="2758334" y="2552108"/>
                  </a:lnTo>
                  <a:lnTo>
                    <a:pt x="2763807" y="2552108"/>
                  </a:lnTo>
                  <a:lnTo>
                    <a:pt x="2769280" y="2552108"/>
                  </a:lnTo>
                  <a:lnTo>
                    <a:pt x="2774752" y="2552108"/>
                  </a:lnTo>
                  <a:lnTo>
                    <a:pt x="2780225" y="2552108"/>
                  </a:lnTo>
                  <a:lnTo>
                    <a:pt x="2780225" y="2530880"/>
                  </a:lnTo>
                  <a:lnTo>
                    <a:pt x="2785698" y="2530880"/>
                  </a:lnTo>
                  <a:lnTo>
                    <a:pt x="2791171" y="2530880"/>
                  </a:lnTo>
                  <a:lnTo>
                    <a:pt x="2796644" y="2530880"/>
                  </a:lnTo>
                  <a:lnTo>
                    <a:pt x="2796644" y="2509638"/>
                  </a:lnTo>
                  <a:lnTo>
                    <a:pt x="2802117" y="2509638"/>
                  </a:lnTo>
                  <a:lnTo>
                    <a:pt x="2802117" y="2488405"/>
                  </a:lnTo>
                  <a:lnTo>
                    <a:pt x="2807590" y="2488405"/>
                  </a:lnTo>
                  <a:lnTo>
                    <a:pt x="2813063" y="2488405"/>
                  </a:lnTo>
                  <a:lnTo>
                    <a:pt x="2818535" y="2488405"/>
                  </a:lnTo>
                  <a:lnTo>
                    <a:pt x="2824008" y="2488405"/>
                  </a:lnTo>
                  <a:lnTo>
                    <a:pt x="2829481" y="2488405"/>
                  </a:lnTo>
                  <a:lnTo>
                    <a:pt x="2834954" y="2488405"/>
                  </a:lnTo>
                  <a:lnTo>
                    <a:pt x="2840427" y="2488405"/>
                  </a:lnTo>
                  <a:lnTo>
                    <a:pt x="2845900" y="2488405"/>
                  </a:lnTo>
                  <a:lnTo>
                    <a:pt x="2851373" y="2488405"/>
                  </a:lnTo>
                  <a:lnTo>
                    <a:pt x="2851373" y="2467088"/>
                  </a:lnTo>
                  <a:lnTo>
                    <a:pt x="2856846" y="2467088"/>
                  </a:lnTo>
                  <a:lnTo>
                    <a:pt x="2862319" y="2467088"/>
                  </a:lnTo>
                  <a:lnTo>
                    <a:pt x="2862319" y="2445780"/>
                  </a:lnTo>
                  <a:lnTo>
                    <a:pt x="2867791" y="2445780"/>
                  </a:lnTo>
                  <a:lnTo>
                    <a:pt x="2873264" y="2445780"/>
                  </a:lnTo>
                  <a:lnTo>
                    <a:pt x="2878737" y="2445780"/>
                  </a:lnTo>
                  <a:lnTo>
                    <a:pt x="2878737" y="2424480"/>
                  </a:lnTo>
                  <a:lnTo>
                    <a:pt x="2884210" y="2424480"/>
                  </a:lnTo>
                  <a:lnTo>
                    <a:pt x="2889683" y="2424480"/>
                  </a:lnTo>
                  <a:lnTo>
                    <a:pt x="2895156" y="2424480"/>
                  </a:lnTo>
                  <a:lnTo>
                    <a:pt x="2900629" y="2424480"/>
                  </a:lnTo>
                  <a:lnTo>
                    <a:pt x="2906102" y="2424480"/>
                  </a:lnTo>
                  <a:lnTo>
                    <a:pt x="2906102" y="2403166"/>
                  </a:lnTo>
                  <a:lnTo>
                    <a:pt x="2911575" y="2403166"/>
                  </a:lnTo>
                  <a:lnTo>
                    <a:pt x="2917047" y="2403166"/>
                  </a:lnTo>
                  <a:lnTo>
                    <a:pt x="2922520" y="2403166"/>
                  </a:lnTo>
                  <a:lnTo>
                    <a:pt x="2922520" y="2381837"/>
                  </a:lnTo>
                  <a:lnTo>
                    <a:pt x="2927993" y="2381837"/>
                  </a:lnTo>
                  <a:lnTo>
                    <a:pt x="2933466" y="2381837"/>
                  </a:lnTo>
                  <a:lnTo>
                    <a:pt x="2938939" y="2381837"/>
                  </a:lnTo>
                  <a:lnTo>
                    <a:pt x="2944412" y="2381837"/>
                  </a:lnTo>
                  <a:lnTo>
                    <a:pt x="2944412" y="2360493"/>
                  </a:lnTo>
                  <a:lnTo>
                    <a:pt x="2949885" y="2360493"/>
                  </a:lnTo>
                  <a:lnTo>
                    <a:pt x="2949885" y="2339157"/>
                  </a:lnTo>
                  <a:lnTo>
                    <a:pt x="2955358" y="2339157"/>
                  </a:lnTo>
                  <a:lnTo>
                    <a:pt x="2960831" y="2339157"/>
                  </a:lnTo>
                  <a:lnTo>
                    <a:pt x="2966303" y="2339157"/>
                  </a:lnTo>
                  <a:lnTo>
                    <a:pt x="2971776" y="2339157"/>
                  </a:lnTo>
                  <a:lnTo>
                    <a:pt x="2977249" y="2339157"/>
                  </a:lnTo>
                  <a:lnTo>
                    <a:pt x="2977249" y="2317806"/>
                  </a:lnTo>
                  <a:lnTo>
                    <a:pt x="2982722" y="2317806"/>
                  </a:lnTo>
                  <a:lnTo>
                    <a:pt x="2988195" y="2317806"/>
                  </a:lnTo>
                  <a:lnTo>
                    <a:pt x="2993668" y="2317806"/>
                  </a:lnTo>
                  <a:lnTo>
                    <a:pt x="2999141" y="2317806"/>
                  </a:lnTo>
                  <a:lnTo>
                    <a:pt x="3004614" y="2317806"/>
                  </a:lnTo>
                  <a:lnTo>
                    <a:pt x="3010086" y="2317806"/>
                  </a:lnTo>
                  <a:lnTo>
                    <a:pt x="3015559" y="2317806"/>
                  </a:lnTo>
                  <a:lnTo>
                    <a:pt x="3021032" y="2317806"/>
                  </a:lnTo>
                  <a:lnTo>
                    <a:pt x="3026505" y="2317806"/>
                  </a:lnTo>
                  <a:lnTo>
                    <a:pt x="3031978" y="2317806"/>
                  </a:lnTo>
                  <a:lnTo>
                    <a:pt x="3037451" y="2317806"/>
                  </a:lnTo>
                  <a:lnTo>
                    <a:pt x="3042924" y="2317806"/>
                  </a:lnTo>
                  <a:lnTo>
                    <a:pt x="3042924" y="2296415"/>
                  </a:lnTo>
                  <a:lnTo>
                    <a:pt x="3048397" y="2296415"/>
                  </a:lnTo>
                  <a:lnTo>
                    <a:pt x="3053870" y="2296415"/>
                  </a:lnTo>
                  <a:lnTo>
                    <a:pt x="3059342" y="2296415"/>
                  </a:lnTo>
                  <a:lnTo>
                    <a:pt x="3064815" y="2296415"/>
                  </a:lnTo>
                  <a:lnTo>
                    <a:pt x="3070288" y="2296415"/>
                  </a:lnTo>
                  <a:lnTo>
                    <a:pt x="3075761" y="2296415"/>
                  </a:lnTo>
                  <a:lnTo>
                    <a:pt x="3081234" y="2296415"/>
                  </a:lnTo>
                  <a:lnTo>
                    <a:pt x="3086707" y="2296415"/>
                  </a:lnTo>
                  <a:lnTo>
                    <a:pt x="3092180" y="2296415"/>
                  </a:lnTo>
                  <a:lnTo>
                    <a:pt x="3097653" y="2296415"/>
                  </a:lnTo>
                  <a:lnTo>
                    <a:pt x="3103126" y="2296415"/>
                  </a:lnTo>
                  <a:lnTo>
                    <a:pt x="3108598" y="2296415"/>
                  </a:lnTo>
                  <a:lnTo>
                    <a:pt x="3114071" y="2296415"/>
                  </a:lnTo>
                  <a:lnTo>
                    <a:pt x="3119544" y="2296415"/>
                  </a:lnTo>
                  <a:lnTo>
                    <a:pt x="3119544" y="2274983"/>
                  </a:lnTo>
                  <a:lnTo>
                    <a:pt x="3125017" y="2274983"/>
                  </a:lnTo>
                  <a:lnTo>
                    <a:pt x="3125017" y="2253535"/>
                  </a:lnTo>
                  <a:lnTo>
                    <a:pt x="3130490" y="2253535"/>
                  </a:lnTo>
                  <a:lnTo>
                    <a:pt x="3135963" y="2253535"/>
                  </a:lnTo>
                  <a:lnTo>
                    <a:pt x="3141436" y="2253535"/>
                  </a:lnTo>
                  <a:lnTo>
                    <a:pt x="3146909" y="2253535"/>
                  </a:lnTo>
                  <a:lnTo>
                    <a:pt x="3152382" y="2253535"/>
                  </a:lnTo>
                  <a:lnTo>
                    <a:pt x="3157854" y="2253535"/>
                  </a:lnTo>
                  <a:lnTo>
                    <a:pt x="3163327" y="2253535"/>
                  </a:lnTo>
                  <a:lnTo>
                    <a:pt x="3168800" y="2253535"/>
                  </a:lnTo>
                  <a:lnTo>
                    <a:pt x="3174273" y="2253535"/>
                  </a:lnTo>
                  <a:lnTo>
                    <a:pt x="3179746" y="2253535"/>
                  </a:lnTo>
                  <a:lnTo>
                    <a:pt x="3185219" y="2253535"/>
                  </a:lnTo>
                  <a:lnTo>
                    <a:pt x="3185219" y="2231870"/>
                  </a:lnTo>
                  <a:lnTo>
                    <a:pt x="3190692" y="2231870"/>
                  </a:lnTo>
                  <a:lnTo>
                    <a:pt x="3196165" y="2231870"/>
                  </a:lnTo>
                  <a:lnTo>
                    <a:pt x="3201637" y="2231870"/>
                  </a:lnTo>
                  <a:lnTo>
                    <a:pt x="3207110" y="2231870"/>
                  </a:lnTo>
                  <a:lnTo>
                    <a:pt x="3207110" y="2210086"/>
                  </a:lnTo>
                  <a:lnTo>
                    <a:pt x="3212583" y="2210086"/>
                  </a:lnTo>
                  <a:lnTo>
                    <a:pt x="3218056" y="2210086"/>
                  </a:lnTo>
                  <a:lnTo>
                    <a:pt x="3223529" y="2210086"/>
                  </a:lnTo>
                  <a:lnTo>
                    <a:pt x="3229002" y="2210086"/>
                  </a:lnTo>
                  <a:lnTo>
                    <a:pt x="3234475" y="2210086"/>
                  </a:lnTo>
                  <a:lnTo>
                    <a:pt x="3239948" y="2210086"/>
                  </a:lnTo>
                  <a:lnTo>
                    <a:pt x="3239948" y="2188259"/>
                  </a:lnTo>
                  <a:lnTo>
                    <a:pt x="3245421" y="2188259"/>
                  </a:lnTo>
                  <a:lnTo>
                    <a:pt x="3250893" y="2188259"/>
                  </a:lnTo>
                  <a:lnTo>
                    <a:pt x="3256366" y="2188259"/>
                  </a:lnTo>
                  <a:lnTo>
                    <a:pt x="3256366" y="2166388"/>
                  </a:lnTo>
                  <a:lnTo>
                    <a:pt x="3261839" y="2166388"/>
                  </a:lnTo>
                  <a:lnTo>
                    <a:pt x="3267312" y="2166388"/>
                  </a:lnTo>
                  <a:lnTo>
                    <a:pt x="3272785" y="2166388"/>
                  </a:lnTo>
                  <a:lnTo>
                    <a:pt x="3278258" y="2166388"/>
                  </a:lnTo>
                  <a:lnTo>
                    <a:pt x="3283731" y="2166388"/>
                  </a:lnTo>
                  <a:lnTo>
                    <a:pt x="3289204" y="2166388"/>
                  </a:lnTo>
                  <a:lnTo>
                    <a:pt x="3289204" y="2144419"/>
                  </a:lnTo>
                  <a:lnTo>
                    <a:pt x="3294677" y="2144419"/>
                  </a:lnTo>
                  <a:lnTo>
                    <a:pt x="3300149" y="2144419"/>
                  </a:lnTo>
                  <a:lnTo>
                    <a:pt x="3305622" y="2144419"/>
                  </a:lnTo>
                  <a:lnTo>
                    <a:pt x="3311095" y="2144419"/>
                  </a:lnTo>
                  <a:lnTo>
                    <a:pt x="3316568" y="2144419"/>
                  </a:lnTo>
                  <a:lnTo>
                    <a:pt x="3322041" y="2144419"/>
                  </a:lnTo>
                  <a:lnTo>
                    <a:pt x="3327514" y="2144419"/>
                  </a:lnTo>
                  <a:lnTo>
                    <a:pt x="3332987" y="2144419"/>
                  </a:lnTo>
                  <a:lnTo>
                    <a:pt x="3338460" y="2144419"/>
                  </a:lnTo>
                  <a:lnTo>
                    <a:pt x="3343932" y="2144419"/>
                  </a:lnTo>
                  <a:lnTo>
                    <a:pt x="3349405" y="2144419"/>
                  </a:lnTo>
                  <a:lnTo>
                    <a:pt x="3354878" y="2144419"/>
                  </a:lnTo>
                  <a:lnTo>
                    <a:pt x="3360351" y="2144419"/>
                  </a:lnTo>
                  <a:lnTo>
                    <a:pt x="3365824" y="2144419"/>
                  </a:lnTo>
                  <a:lnTo>
                    <a:pt x="3371297" y="2144419"/>
                  </a:lnTo>
                  <a:lnTo>
                    <a:pt x="3376770" y="2144419"/>
                  </a:lnTo>
                  <a:lnTo>
                    <a:pt x="3382243" y="2144419"/>
                  </a:lnTo>
                  <a:lnTo>
                    <a:pt x="3387716" y="2144419"/>
                  </a:lnTo>
                  <a:lnTo>
                    <a:pt x="3393188" y="2144419"/>
                  </a:lnTo>
                  <a:lnTo>
                    <a:pt x="3398661" y="2144419"/>
                  </a:lnTo>
                  <a:lnTo>
                    <a:pt x="3404134" y="2144419"/>
                  </a:lnTo>
                  <a:lnTo>
                    <a:pt x="3409607" y="2144419"/>
                  </a:lnTo>
                  <a:lnTo>
                    <a:pt x="3415080" y="2144419"/>
                  </a:lnTo>
                  <a:lnTo>
                    <a:pt x="3415080" y="2122187"/>
                  </a:lnTo>
                  <a:lnTo>
                    <a:pt x="3420553" y="2122187"/>
                  </a:lnTo>
                  <a:lnTo>
                    <a:pt x="3420553" y="2099936"/>
                  </a:lnTo>
                  <a:lnTo>
                    <a:pt x="3426026" y="2099936"/>
                  </a:lnTo>
                  <a:lnTo>
                    <a:pt x="3426026" y="2077667"/>
                  </a:lnTo>
                  <a:lnTo>
                    <a:pt x="3431499" y="2077667"/>
                  </a:lnTo>
                  <a:lnTo>
                    <a:pt x="3436972" y="2077667"/>
                  </a:lnTo>
                  <a:lnTo>
                    <a:pt x="3442444" y="2077667"/>
                  </a:lnTo>
                  <a:lnTo>
                    <a:pt x="3442444" y="2055406"/>
                  </a:lnTo>
                  <a:lnTo>
                    <a:pt x="3447917" y="2055406"/>
                  </a:lnTo>
                  <a:lnTo>
                    <a:pt x="3453390" y="2055406"/>
                  </a:lnTo>
                  <a:lnTo>
                    <a:pt x="3458863" y="2055406"/>
                  </a:lnTo>
                  <a:lnTo>
                    <a:pt x="3464336" y="2055406"/>
                  </a:lnTo>
                  <a:lnTo>
                    <a:pt x="3469809" y="2055406"/>
                  </a:lnTo>
                  <a:lnTo>
                    <a:pt x="3475282" y="2055406"/>
                  </a:lnTo>
                  <a:lnTo>
                    <a:pt x="3480755" y="2055406"/>
                  </a:lnTo>
                  <a:lnTo>
                    <a:pt x="3486228" y="2055406"/>
                  </a:lnTo>
                  <a:lnTo>
                    <a:pt x="3491700" y="2055406"/>
                  </a:lnTo>
                  <a:lnTo>
                    <a:pt x="3497173" y="2055406"/>
                  </a:lnTo>
                  <a:lnTo>
                    <a:pt x="3502646" y="2055406"/>
                  </a:lnTo>
                  <a:lnTo>
                    <a:pt x="3508119" y="2055406"/>
                  </a:lnTo>
                  <a:lnTo>
                    <a:pt x="3513592" y="2055406"/>
                  </a:lnTo>
                  <a:lnTo>
                    <a:pt x="3519065" y="2055406"/>
                  </a:lnTo>
                  <a:lnTo>
                    <a:pt x="3524538" y="2055406"/>
                  </a:lnTo>
                  <a:lnTo>
                    <a:pt x="3530011" y="2055406"/>
                  </a:lnTo>
                  <a:lnTo>
                    <a:pt x="3535483" y="2055406"/>
                  </a:lnTo>
                  <a:lnTo>
                    <a:pt x="3535483" y="2032780"/>
                  </a:lnTo>
                  <a:lnTo>
                    <a:pt x="3540956" y="2032780"/>
                  </a:lnTo>
                  <a:lnTo>
                    <a:pt x="3546429" y="2032780"/>
                  </a:lnTo>
                  <a:lnTo>
                    <a:pt x="3551902" y="2032780"/>
                  </a:lnTo>
                  <a:lnTo>
                    <a:pt x="3557375" y="2032780"/>
                  </a:lnTo>
                  <a:lnTo>
                    <a:pt x="3562848" y="2032780"/>
                  </a:lnTo>
                  <a:lnTo>
                    <a:pt x="3568321" y="2032780"/>
                  </a:lnTo>
                  <a:lnTo>
                    <a:pt x="3573794" y="2032780"/>
                  </a:lnTo>
                  <a:lnTo>
                    <a:pt x="3579267" y="2032780"/>
                  </a:lnTo>
                  <a:lnTo>
                    <a:pt x="3584739" y="2032780"/>
                  </a:lnTo>
                  <a:lnTo>
                    <a:pt x="3590212" y="2032780"/>
                  </a:lnTo>
                  <a:lnTo>
                    <a:pt x="3590212" y="2009956"/>
                  </a:lnTo>
                  <a:lnTo>
                    <a:pt x="3595685" y="2009956"/>
                  </a:lnTo>
                  <a:lnTo>
                    <a:pt x="3601158" y="2009956"/>
                  </a:lnTo>
                  <a:lnTo>
                    <a:pt x="3606631" y="2009956"/>
                  </a:lnTo>
                  <a:lnTo>
                    <a:pt x="3612104" y="2009956"/>
                  </a:lnTo>
                  <a:lnTo>
                    <a:pt x="3617577" y="2009956"/>
                  </a:lnTo>
                  <a:lnTo>
                    <a:pt x="3623050" y="2009956"/>
                  </a:lnTo>
                  <a:lnTo>
                    <a:pt x="3628523" y="2009956"/>
                  </a:lnTo>
                  <a:lnTo>
                    <a:pt x="3633995" y="2009956"/>
                  </a:lnTo>
                  <a:lnTo>
                    <a:pt x="3639468" y="2009956"/>
                  </a:lnTo>
                  <a:lnTo>
                    <a:pt x="3644941" y="2009956"/>
                  </a:lnTo>
                  <a:lnTo>
                    <a:pt x="3650414" y="2009956"/>
                  </a:lnTo>
                  <a:lnTo>
                    <a:pt x="3655887" y="2009956"/>
                  </a:lnTo>
                  <a:lnTo>
                    <a:pt x="3661360" y="2009956"/>
                  </a:lnTo>
                  <a:lnTo>
                    <a:pt x="3666833" y="2009956"/>
                  </a:lnTo>
                  <a:lnTo>
                    <a:pt x="3672306" y="2009956"/>
                  </a:lnTo>
                  <a:lnTo>
                    <a:pt x="3677779" y="2009956"/>
                  </a:lnTo>
                  <a:lnTo>
                    <a:pt x="3683251" y="2009956"/>
                  </a:lnTo>
                  <a:lnTo>
                    <a:pt x="3683251" y="1986989"/>
                  </a:lnTo>
                  <a:lnTo>
                    <a:pt x="3688724" y="1986989"/>
                  </a:lnTo>
                  <a:lnTo>
                    <a:pt x="3688724" y="1963971"/>
                  </a:lnTo>
                  <a:lnTo>
                    <a:pt x="3694197" y="1963971"/>
                  </a:lnTo>
                  <a:lnTo>
                    <a:pt x="3699670" y="1963971"/>
                  </a:lnTo>
                  <a:lnTo>
                    <a:pt x="3705143" y="1963971"/>
                  </a:lnTo>
                  <a:lnTo>
                    <a:pt x="3710616" y="1963971"/>
                  </a:lnTo>
                  <a:lnTo>
                    <a:pt x="3716089" y="1963971"/>
                  </a:lnTo>
                  <a:lnTo>
                    <a:pt x="3721562" y="1963971"/>
                  </a:lnTo>
                  <a:lnTo>
                    <a:pt x="3727034" y="1963971"/>
                  </a:lnTo>
                  <a:lnTo>
                    <a:pt x="3732507" y="1963971"/>
                  </a:lnTo>
                  <a:lnTo>
                    <a:pt x="3737980" y="1963971"/>
                  </a:lnTo>
                  <a:lnTo>
                    <a:pt x="3743453" y="1963971"/>
                  </a:lnTo>
                  <a:lnTo>
                    <a:pt x="3748926" y="1963971"/>
                  </a:lnTo>
                  <a:lnTo>
                    <a:pt x="3748926" y="1940806"/>
                  </a:lnTo>
                  <a:lnTo>
                    <a:pt x="3754399" y="1940806"/>
                  </a:lnTo>
                  <a:lnTo>
                    <a:pt x="3759872" y="1940806"/>
                  </a:lnTo>
                  <a:lnTo>
                    <a:pt x="3765345" y="1940806"/>
                  </a:lnTo>
                  <a:lnTo>
                    <a:pt x="3770818" y="1940806"/>
                  </a:lnTo>
                  <a:lnTo>
                    <a:pt x="3776290" y="1940806"/>
                  </a:lnTo>
                  <a:lnTo>
                    <a:pt x="3781763" y="1940806"/>
                  </a:lnTo>
                  <a:lnTo>
                    <a:pt x="3787236" y="1940806"/>
                  </a:lnTo>
                  <a:lnTo>
                    <a:pt x="3792709" y="1940806"/>
                  </a:lnTo>
                  <a:lnTo>
                    <a:pt x="3798182" y="1940806"/>
                  </a:lnTo>
                  <a:lnTo>
                    <a:pt x="3803655" y="1940806"/>
                  </a:lnTo>
                  <a:lnTo>
                    <a:pt x="3809128" y="1940806"/>
                  </a:lnTo>
                  <a:lnTo>
                    <a:pt x="3814601" y="1940806"/>
                  </a:lnTo>
                  <a:lnTo>
                    <a:pt x="3820074" y="1940806"/>
                  </a:lnTo>
                  <a:lnTo>
                    <a:pt x="3825546" y="1940806"/>
                  </a:lnTo>
                  <a:lnTo>
                    <a:pt x="3831019" y="1940806"/>
                  </a:lnTo>
                  <a:lnTo>
                    <a:pt x="3836492" y="1940806"/>
                  </a:lnTo>
                  <a:lnTo>
                    <a:pt x="3841965" y="1940806"/>
                  </a:lnTo>
                  <a:lnTo>
                    <a:pt x="3847438" y="1940806"/>
                  </a:lnTo>
                  <a:lnTo>
                    <a:pt x="3852911" y="1940806"/>
                  </a:lnTo>
                  <a:lnTo>
                    <a:pt x="3858384" y="1940806"/>
                  </a:lnTo>
                  <a:lnTo>
                    <a:pt x="3863857" y="1940806"/>
                  </a:lnTo>
                  <a:lnTo>
                    <a:pt x="3863857" y="1917232"/>
                  </a:lnTo>
                  <a:lnTo>
                    <a:pt x="3869329" y="1917232"/>
                  </a:lnTo>
                  <a:lnTo>
                    <a:pt x="3874802" y="1917232"/>
                  </a:lnTo>
                  <a:lnTo>
                    <a:pt x="3880275" y="1917232"/>
                  </a:lnTo>
                  <a:lnTo>
                    <a:pt x="3885748" y="1917232"/>
                  </a:lnTo>
                  <a:lnTo>
                    <a:pt x="3891221" y="1917232"/>
                  </a:lnTo>
                  <a:lnTo>
                    <a:pt x="3896694" y="1917232"/>
                  </a:lnTo>
                  <a:lnTo>
                    <a:pt x="3902167" y="1917232"/>
                  </a:lnTo>
                  <a:lnTo>
                    <a:pt x="3907640" y="1917232"/>
                  </a:lnTo>
                  <a:lnTo>
                    <a:pt x="3913113" y="1917232"/>
                  </a:lnTo>
                  <a:lnTo>
                    <a:pt x="3918585" y="1917232"/>
                  </a:lnTo>
                  <a:lnTo>
                    <a:pt x="3924058" y="1917232"/>
                  </a:lnTo>
                  <a:lnTo>
                    <a:pt x="3929531" y="1917232"/>
                  </a:lnTo>
                  <a:lnTo>
                    <a:pt x="3935004" y="1917232"/>
                  </a:lnTo>
                  <a:lnTo>
                    <a:pt x="3940477" y="1917232"/>
                  </a:lnTo>
                  <a:lnTo>
                    <a:pt x="3940477" y="1893601"/>
                  </a:lnTo>
                  <a:lnTo>
                    <a:pt x="3945950" y="1893601"/>
                  </a:lnTo>
                  <a:lnTo>
                    <a:pt x="3951423" y="1893601"/>
                  </a:lnTo>
                  <a:lnTo>
                    <a:pt x="3956896" y="1893601"/>
                  </a:lnTo>
                  <a:lnTo>
                    <a:pt x="3956896" y="1869914"/>
                  </a:lnTo>
                  <a:lnTo>
                    <a:pt x="3962369" y="1869914"/>
                  </a:lnTo>
                  <a:lnTo>
                    <a:pt x="3967841" y="1869914"/>
                  </a:lnTo>
                  <a:lnTo>
                    <a:pt x="3973314" y="1869914"/>
                  </a:lnTo>
                  <a:lnTo>
                    <a:pt x="3978787" y="1869914"/>
                  </a:lnTo>
                  <a:lnTo>
                    <a:pt x="3984260" y="1869914"/>
                  </a:lnTo>
                  <a:lnTo>
                    <a:pt x="3989733" y="1869914"/>
                  </a:lnTo>
                  <a:lnTo>
                    <a:pt x="3995206" y="1869914"/>
                  </a:lnTo>
                  <a:lnTo>
                    <a:pt x="4000679" y="1869914"/>
                  </a:lnTo>
                  <a:lnTo>
                    <a:pt x="4006152" y="1869914"/>
                  </a:lnTo>
                  <a:lnTo>
                    <a:pt x="4011625" y="1869914"/>
                  </a:lnTo>
                  <a:lnTo>
                    <a:pt x="4017097" y="1869914"/>
                  </a:lnTo>
                  <a:lnTo>
                    <a:pt x="4022570" y="1869914"/>
                  </a:lnTo>
                  <a:lnTo>
                    <a:pt x="4028043" y="1869914"/>
                  </a:lnTo>
                  <a:lnTo>
                    <a:pt x="4033516" y="1869914"/>
                  </a:lnTo>
                  <a:lnTo>
                    <a:pt x="4038989" y="1869914"/>
                  </a:lnTo>
                  <a:lnTo>
                    <a:pt x="4044462" y="1869914"/>
                  </a:lnTo>
                  <a:lnTo>
                    <a:pt x="4049935" y="1869914"/>
                  </a:lnTo>
                  <a:lnTo>
                    <a:pt x="4055408" y="1869914"/>
                  </a:lnTo>
                  <a:lnTo>
                    <a:pt x="4060880" y="1869914"/>
                  </a:lnTo>
                  <a:lnTo>
                    <a:pt x="4066353" y="1869914"/>
                  </a:lnTo>
                  <a:lnTo>
                    <a:pt x="4071826" y="1869914"/>
                  </a:lnTo>
                  <a:lnTo>
                    <a:pt x="4077299" y="1869914"/>
                  </a:lnTo>
                  <a:lnTo>
                    <a:pt x="4082772" y="1869914"/>
                  </a:lnTo>
                  <a:lnTo>
                    <a:pt x="4088245" y="1869914"/>
                  </a:lnTo>
                  <a:lnTo>
                    <a:pt x="4093718" y="1869914"/>
                  </a:lnTo>
                  <a:lnTo>
                    <a:pt x="4099191" y="1869914"/>
                  </a:lnTo>
                  <a:lnTo>
                    <a:pt x="4104664" y="1869914"/>
                  </a:lnTo>
                  <a:lnTo>
                    <a:pt x="4110136" y="1869914"/>
                  </a:lnTo>
                  <a:lnTo>
                    <a:pt x="4115609" y="1869914"/>
                  </a:lnTo>
                  <a:lnTo>
                    <a:pt x="4121082" y="1869914"/>
                  </a:lnTo>
                  <a:lnTo>
                    <a:pt x="4126555" y="1869914"/>
                  </a:lnTo>
                  <a:lnTo>
                    <a:pt x="4132028" y="1869914"/>
                  </a:lnTo>
                  <a:lnTo>
                    <a:pt x="4137501" y="1869914"/>
                  </a:lnTo>
                  <a:lnTo>
                    <a:pt x="4142974" y="1869914"/>
                  </a:lnTo>
                  <a:lnTo>
                    <a:pt x="4142974" y="1845712"/>
                  </a:lnTo>
                  <a:lnTo>
                    <a:pt x="4148447" y="1845712"/>
                  </a:lnTo>
                  <a:lnTo>
                    <a:pt x="4153920" y="1845712"/>
                  </a:lnTo>
                  <a:lnTo>
                    <a:pt x="4159392" y="1845712"/>
                  </a:lnTo>
                  <a:lnTo>
                    <a:pt x="4164865" y="1845712"/>
                  </a:lnTo>
                  <a:lnTo>
                    <a:pt x="4170338" y="1845712"/>
                  </a:lnTo>
                  <a:lnTo>
                    <a:pt x="4175811" y="1845712"/>
                  </a:lnTo>
                  <a:lnTo>
                    <a:pt x="4181284" y="1845712"/>
                  </a:lnTo>
                  <a:lnTo>
                    <a:pt x="4186757" y="1845712"/>
                  </a:lnTo>
                  <a:lnTo>
                    <a:pt x="4192230" y="1845712"/>
                  </a:lnTo>
                  <a:lnTo>
                    <a:pt x="4197703" y="1845712"/>
                  </a:lnTo>
                  <a:lnTo>
                    <a:pt x="4203176" y="1845712"/>
                  </a:lnTo>
                  <a:lnTo>
                    <a:pt x="4208648" y="1845712"/>
                  </a:lnTo>
                  <a:lnTo>
                    <a:pt x="4214121" y="1845712"/>
                  </a:lnTo>
                  <a:lnTo>
                    <a:pt x="4219594" y="1845712"/>
                  </a:lnTo>
                  <a:lnTo>
                    <a:pt x="4225067" y="1845712"/>
                  </a:lnTo>
                  <a:lnTo>
                    <a:pt x="4230540" y="1845712"/>
                  </a:lnTo>
                  <a:lnTo>
                    <a:pt x="4236013" y="1845712"/>
                  </a:lnTo>
                  <a:lnTo>
                    <a:pt x="4236013" y="1821265"/>
                  </a:lnTo>
                  <a:lnTo>
                    <a:pt x="4241486" y="1821265"/>
                  </a:lnTo>
                  <a:lnTo>
                    <a:pt x="4241486" y="1796830"/>
                  </a:lnTo>
                  <a:lnTo>
                    <a:pt x="4246959" y="1796830"/>
                  </a:lnTo>
                  <a:lnTo>
                    <a:pt x="4252431" y="1796830"/>
                  </a:lnTo>
                  <a:lnTo>
                    <a:pt x="4257904" y="1796830"/>
                  </a:lnTo>
                  <a:lnTo>
                    <a:pt x="4257904" y="1772406"/>
                  </a:lnTo>
                  <a:lnTo>
                    <a:pt x="4263377" y="1772406"/>
                  </a:lnTo>
                  <a:lnTo>
                    <a:pt x="4268850" y="1772406"/>
                  </a:lnTo>
                  <a:lnTo>
                    <a:pt x="4274323" y="1772406"/>
                  </a:lnTo>
                  <a:lnTo>
                    <a:pt x="4279796" y="1772406"/>
                  </a:lnTo>
                  <a:lnTo>
                    <a:pt x="4285269" y="1772406"/>
                  </a:lnTo>
                  <a:lnTo>
                    <a:pt x="4290742" y="1772406"/>
                  </a:lnTo>
                  <a:lnTo>
                    <a:pt x="4296215" y="1772406"/>
                  </a:lnTo>
                  <a:lnTo>
                    <a:pt x="4301687" y="1772406"/>
                  </a:lnTo>
                  <a:lnTo>
                    <a:pt x="4307160" y="1772406"/>
                  </a:lnTo>
                  <a:lnTo>
                    <a:pt x="4312633" y="1772406"/>
                  </a:lnTo>
                  <a:lnTo>
                    <a:pt x="4318106" y="1772406"/>
                  </a:lnTo>
                  <a:lnTo>
                    <a:pt x="4323579" y="1772406"/>
                  </a:lnTo>
                  <a:lnTo>
                    <a:pt x="4329052" y="1772406"/>
                  </a:lnTo>
                  <a:lnTo>
                    <a:pt x="4334525" y="1772406"/>
                  </a:lnTo>
                  <a:lnTo>
                    <a:pt x="4339998" y="1772406"/>
                  </a:lnTo>
                  <a:lnTo>
                    <a:pt x="4345471" y="1772406"/>
                  </a:lnTo>
                  <a:lnTo>
                    <a:pt x="4350943" y="1772406"/>
                  </a:lnTo>
                  <a:lnTo>
                    <a:pt x="4356416" y="1772406"/>
                  </a:lnTo>
                  <a:lnTo>
                    <a:pt x="4361889" y="1772406"/>
                  </a:lnTo>
                  <a:lnTo>
                    <a:pt x="4367362" y="1772406"/>
                  </a:lnTo>
                  <a:lnTo>
                    <a:pt x="4372835" y="1772406"/>
                  </a:lnTo>
                  <a:lnTo>
                    <a:pt x="4378308" y="1772406"/>
                  </a:lnTo>
                  <a:lnTo>
                    <a:pt x="4383781" y="1772406"/>
                  </a:lnTo>
                  <a:lnTo>
                    <a:pt x="4383781" y="1747371"/>
                  </a:lnTo>
                  <a:lnTo>
                    <a:pt x="4389254" y="1747371"/>
                  </a:lnTo>
                  <a:lnTo>
                    <a:pt x="4394726" y="1747371"/>
                  </a:lnTo>
                  <a:lnTo>
                    <a:pt x="4400199" y="1747371"/>
                  </a:lnTo>
                  <a:lnTo>
                    <a:pt x="4405672" y="1747371"/>
                  </a:lnTo>
                  <a:lnTo>
                    <a:pt x="4411145" y="1747371"/>
                  </a:lnTo>
                  <a:lnTo>
                    <a:pt x="4416618" y="1747371"/>
                  </a:lnTo>
                  <a:lnTo>
                    <a:pt x="4416618" y="1722268"/>
                  </a:lnTo>
                  <a:lnTo>
                    <a:pt x="4422091" y="1722268"/>
                  </a:lnTo>
                  <a:lnTo>
                    <a:pt x="4427564" y="1722268"/>
                  </a:lnTo>
                  <a:lnTo>
                    <a:pt x="4433037" y="1722268"/>
                  </a:lnTo>
                  <a:lnTo>
                    <a:pt x="4438510" y="1722268"/>
                  </a:lnTo>
                  <a:lnTo>
                    <a:pt x="4443982" y="1722268"/>
                  </a:lnTo>
                  <a:lnTo>
                    <a:pt x="4449455" y="1722268"/>
                  </a:lnTo>
                  <a:lnTo>
                    <a:pt x="4454928" y="1722268"/>
                  </a:lnTo>
                  <a:lnTo>
                    <a:pt x="4460401" y="1722268"/>
                  </a:lnTo>
                  <a:lnTo>
                    <a:pt x="4465874" y="1722268"/>
                  </a:lnTo>
                  <a:lnTo>
                    <a:pt x="4471347" y="1722268"/>
                  </a:lnTo>
                  <a:lnTo>
                    <a:pt x="4476820" y="1722268"/>
                  </a:lnTo>
                  <a:lnTo>
                    <a:pt x="4482293" y="1722268"/>
                  </a:lnTo>
                  <a:lnTo>
                    <a:pt x="4487766" y="1722268"/>
                  </a:lnTo>
                  <a:lnTo>
                    <a:pt x="4487766" y="1697013"/>
                  </a:lnTo>
                  <a:lnTo>
                    <a:pt x="4493238" y="1697013"/>
                  </a:lnTo>
                  <a:lnTo>
                    <a:pt x="4498711" y="1697013"/>
                  </a:lnTo>
                  <a:lnTo>
                    <a:pt x="4504184" y="1697013"/>
                  </a:lnTo>
                  <a:lnTo>
                    <a:pt x="4509657" y="1697013"/>
                  </a:lnTo>
                  <a:lnTo>
                    <a:pt x="4515130" y="1697013"/>
                  </a:lnTo>
                  <a:lnTo>
                    <a:pt x="4515130" y="1671728"/>
                  </a:lnTo>
                  <a:lnTo>
                    <a:pt x="4520603" y="1671728"/>
                  </a:lnTo>
                  <a:lnTo>
                    <a:pt x="4526076" y="1671728"/>
                  </a:lnTo>
                  <a:lnTo>
                    <a:pt x="4531549" y="1671728"/>
                  </a:lnTo>
                  <a:lnTo>
                    <a:pt x="4531549" y="1646456"/>
                  </a:lnTo>
                  <a:lnTo>
                    <a:pt x="4537022" y="1646456"/>
                  </a:lnTo>
                  <a:lnTo>
                    <a:pt x="4542494" y="1646456"/>
                  </a:lnTo>
                  <a:lnTo>
                    <a:pt x="4547967" y="1646456"/>
                  </a:lnTo>
                  <a:lnTo>
                    <a:pt x="4553440" y="1646456"/>
                  </a:lnTo>
                  <a:lnTo>
                    <a:pt x="4558913" y="1646456"/>
                  </a:lnTo>
                  <a:lnTo>
                    <a:pt x="4564386" y="1646456"/>
                  </a:lnTo>
                  <a:lnTo>
                    <a:pt x="4569859" y="1646456"/>
                  </a:lnTo>
                  <a:lnTo>
                    <a:pt x="4575332" y="1646456"/>
                  </a:lnTo>
                  <a:lnTo>
                    <a:pt x="4580805" y="1646456"/>
                  </a:lnTo>
                  <a:lnTo>
                    <a:pt x="4580805" y="1620896"/>
                  </a:lnTo>
                  <a:lnTo>
                    <a:pt x="4586277" y="1620896"/>
                  </a:lnTo>
                  <a:lnTo>
                    <a:pt x="4591750" y="1620896"/>
                  </a:lnTo>
                  <a:lnTo>
                    <a:pt x="4591750" y="1595348"/>
                  </a:lnTo>
                  <a:lnTo>
                    <a:pt x="4597223" y="1595348"/>
                  </a:lnTo>
                  <a:lnTo>
                    <a:pt x="4602696" y="1595348"/>
                  </a:lnTo>
                  <a:lnTo>
                    <a:pt x="4608169" y="1595348"/>
                  </a:lnTo>
                  <a:lnTo>
                    <a:pt x="4613642" y="1595348"/>
                  </a:lnTo>
                  <a:lnTo>
                    <a:pt x="4619115" y="1595348"/>
                  </a:lnTo>
                  <a:lnTo>
                    <a:pt x="4624588" y="1595348"/>
                  </a:lnTo>
                  <a:lnTo>
                    <a:pt x="4630061" y="1595348"/>
                  </a:lnTo>
                  <a:lnTo>
                    <a:pt x="4635533" y="1595348"/>
                  </a:lnTo>
                  <a:lnTo>
                    <a:pt x="4641006" y="1595348"/>
                  </a:lnTo>
                  <a:lnTo>
                    <a:pt x="4646479" y="1595348"/>
                  </a:lnTo>
                  <a:lnTo>
                    <a:pt x="4651952" y="1595348"/>
                  </a:lnTo>
                  <a:lnTo>
                    <a:pt x="4657425" y="1595348"/>
                  </a:lnTo>
                  <a:lnTo>
                    <a:pt x="4662898" y="1595348"/>
                  </a:lnTo>
                  <a:lnTo>
                    <a:pt x="4668371" y="1595348"/>
                  </a:lnTo>
                  <a:lnTo>
                    <a:pt x="4673844" y="1595348"/>
                  </a:lnTo>
                  <a:lnTo>
                    <a:pt x="4679317" y="1595348"/>
                  </a:lnTo>
                  <a:lnTo>
                    <a:pt x="4684789" y="1595348"/>
                  </a:lnTo>
                  <a:lnTo>
                    <a:pt x="4690262" y="1595348"/>
                  </a:lnTo>
                  <a:lnTo>
                    <a:pt x="4695735" y="1595348"/>
                  </a:lnTo>
                  <a:lnTo>
                    <a:pt x="4701208" y="1595348"/>
                  </a:lnTo>
                  <a:lnTo>
                    <a:pt x="4706681" y="1595348"/>
                  </a:lnTo>
                  <a:lnTo>
                    <a:pt x="4712154" y="1595348"/>
                  </a:lnTo>
                  <a:lnTo>
                    <a:pt x="4712154" y="1569636"/>
                  </a:lnTo>
                  <a:lnTo>
                    <a:pt x="4717627" y="1569636"/>
                  </a:lnTo>
                  <a:lnTo>
                    <a:pt x="4723100" y="1569636"/>
                  </a:lnTo>
                  <a:lnTo>
                    <a:pt x="4723100" y="1543891"/>
                  </a:lnTo>
                  <a:lnTo>
                    <a:pt x="4728573" y="1543891"/>
                  </a:lnTo>
                  <a:lnTo>
                    <a:pt x="4734045" y="1543891"/>
                  </a:lnTo>
                  <a:lnTo>
                    <a:pt x="4739518" y="1543891"/>
                  </a:lnTo>
                  <a:lnTo>
                    <a:pt x="4744991" y="1543891"/>
                  </a:lnTo>
                  <a:lnTo>
                    <a:pt x="4744991" y="1518160"/>
                  </a:lnTo>
                  <a:lnTo>
                    <a:pt x="4750464" y="1518160"/>
                  </a:lnTo>
                  <a:lnTo>
                    <a:pt x="4755937" y="1518160"/>
                  </a:lnTo>
                  <a:lnTo>
                    <a:pt x="4761410" y="1518160"/>
                  </a:lnTo>
                  <a:lnTo>
                    <a:pt x="4766883" y="1518160"/>
                  </a:lnTo>
                  <a:lnTo>
                    <a:pt x="4772356" y="1518160"/>
                  </a:lnTo>
                  <a:lnTo>
                    <a:pt x="4777828" y="1518160"/>
                  </a:lnTo>
                  <a:lnTo>
                    <a:pt x="4783301" y="1518160"/>
                  </a:lnTo>
                  <a:lnTo>
                    <a:pt x="4788774" y="1518160"/>
                  </a:lnTo>
                  <a:lnTo>
                    <a:pt x="4794247" y="1518160"/>
                  </a:lnTo>
                  <a:lnTo>
                    <a:pt x="4799720" y="1518160"/>
                  </a:lnTo>
                  <a:lnTo>
                    <a:pt x="4805193" y="1518160"/>
                  </a:lnTo>
                  <a:lnTo>
                    <a:pt x="4810666" y="1518160"/>
                  </a:lnTo>
                  <a:lnTo>
                    <a:pt x="4816139" y="1518160"/>
                  </a:lnTo>
                  <a:lnTo>
                    <a:pt x="4821612" y="1518160"/>
                  </a:lnTo>
                  <a:lnTo>
                    <a:pt x="4827084" y="1518160"/>
                  </a:lnTo>
                  <a:lnTo>
                    <a:pt x="4832557" y="1518160"/>
                  </a:lnTo>
                  <a:lnTo>
                    <a:pt x="4832557" y="1492304"/>
                  </a:lnTo>
                  <a:lnTo>
                    <a:pt x="4838030" y="1492304"/>
                  </a:lnTo>
                  <a:lnTo>
                    <a:pt x="4843503" y="1492304"/>
                  </a:lnTo>
                  <a:lnTo>
                    <a:pt x="4848976" y="1492304"/>
                  </a:lnTo>
                  <a:lnTo>
                    <a:pt x="4854449" y="1492304"/>
                  </a:lnTo>
                  <a:lnTo>
                    <a:pt x="4859922" y="1492304"/>
                  </a:lnTo>
                  <a:lnTo>
                    <a:pt x="4865395" y="1492304"/>
                  </a:lnTo>
                  <a:lnTo>
                    <a:pt x="4870868" y="1492304"/>
                  </a:lnTo>
                  <a:lnTo>
                    <a:pt x="4876340" y="1492304"/>
                  </a:lnTo>
                  <a:lnTo>
                    <a:pt x="4881813" y="1492304"/>
                  </a:lnTo>
                  <a:lnTo>
                    <a:pt x="4887286" y="1492304"/>
                  </a:lnTo>
                  <a:lnTo>
                    <a:pt x="4887286" y="1466042"/>
                  </a:lnTo>
                  <a:lnTo>
                    <a:pt x="4892759" y="1466042"/>
                  </a:lnTo>
                  <a:lnTo>
                    <a:pt x="4898232" y="1466042"/>
                  </a:lnTo>
                  <a:lnTo>
                    <a:pt x="4903705" y="1466042"/>
                  </a:lnTo>
                  <a:lnTo>
                    <a:pt x="4909178" y="1466042"/>
                  </a:lnTo>
                  <a:lnTo>
                    <a:pt x="4914651" y="1466042"/>
                  </a:lnTo>
                  <a:lnTo>
                    <a:pt x="4914651" y="1439648"/>
                  </a:lnTo>
                  <a:lnTo>
                    <a:pt x="4920123" y="1439648"/>
                  </a:lnTo>
                  <a:lnTo>
                    <a:pt x="4925596" y="1439648"/>
                  </a:lnTo>
                  <a:lnTo>
                    <a:pt x="4931069" y="1439648"/>
                  </a:lnTo>
                  <a:lnTo>
                    <a:pt x="4936542" y="1439648"/>
                  </a:lnTo>
                  <a:lnTo>
                    <a:pt x="4942015" y="1439648"/>
                  </a:lnTo>
                  <a:lnTo>
                    <a:pt x="4947488" y="1439648"/>
                  </a:lnTo>
                  <a:lnTo>
                    <a:pt x="4952961" y="1439648"/>
                  </a:lnTo>
                  <a:lnTo>
                    <a:pt x="4958434" y="1439648"/>
                  </a:lnTo>
                  <a:lnTo>
                    <a:pt x="4963907" y="1439648"/>
                  </a:lnTo>
                  <a:lnTo>
                    <a:pt x="4969379" y="1439648"/>
                  </a:lnTo>
                  <a:lnTo>
                    <a:pt x="4974852" y="1439648"/>
                  </a:lnTo>
                  <a:lnTo>
                    <a:pt x="4980325" y="1439648"/>
                  </a:lnTo>
                  <a:lnTo>
                    <a:pt x="4985798" y="1439648"/>
                  </a:lnTo>
                  <a:lnTo>
                    <a:pt x="4991271" y="1439648"/>
                  </a:lnTo>
                  <a:lnTo>
                    <a:pt x="4996744" y="1439648"/>
                  </a:lnTo>
                  <a:lnTo>
                    <a:pt x="5002217" y="1439648"/>
                  </a:lnTo>
                  <a:lnTo>
                    <a:pt x="5002217" y="1412773"/>
                  </a:lnTo>
                  <a:lnTo>
                    <a:pt x="5007690" y="1412773"/>
                  </a:lnTo>
                  <a:lnTo>
                    <a:pt x="5013163" y="1412773"/>
                  </a:lnTo>
                  <a:lnTo>
                    <a:pt x="5018635" y="1412773"/>
                  </a:lnTo>
                  <a:lnTo>
                    <a:pt x="5024108" y="1412773"/>
                  </a:lnTo>
                  <a:lnTo>
                    <a:pt x="5029581" y="1412773"/>
                  </a:lnTo>
                  <a:lnTo>
                    <a:pt x="5035054" y="1412773"/>
                  </a:lnTo>
                  <a:lnTo>
                    <a:pt x="5040527" y="1412773"/>
                  </a:lnTo>
                  <a:lnTo>
                    <a:pt x="5046000" y="1412773"/>
                  </a:lnTo>
                  <a:lnTo>
                    <a:pt x="5051473" y="1412773"/>
                  </a:lnTo>
                  <a:lnTo>
                    <a:pt x="5056946" y="1412773"/>
                  </a:lnTo>
                  <a:lnTo>
                    <a:pt x="5062419" y="1412773"/>
                  </a:lnTo>
                  <a:lnTo>
                    <a:pt x="5067891" y="1412773"/>
                  </a:lnTo>
                  <a:lnTo>
                    <a:pt x="5073364" y="1412773"/>
                  </a:lnTo>
                  <a:lnTo>
                    <a:pt x="5078837" y="1412773"/>
                  </a:lnTo>
                  <a:lnTo>
                    <a:pt x="5084310" y="1412773"/>
                  </a:lnTo>
                  <a:lnTo>
                    <a:pt x="5089783" y="1412773"/>
                  </a:lnTo>
                  <a:lnTo>
                    <a:pt x="5095256" y="1412773"/>
                  </a:lnTo>
                  <a:lnTo>
                    <a:pt x="5100729" y="1412773"/>
                  </a:lnTo>
                  <a:lnTo>
                    <a:pt x="5100729" y="1385656"/>
                  </a:lnTo>
                  <a:lnTo>
                    <a:pt x="5106202" y="1385656"/>
                  </a:lnTo>
                  <a:lnTo>
                    <a:pt x="5111674" y="1385656"/>
                  </a:lnTo>
                  <a:lnTo>
                    <a:pt x="5111674" y="1358502"/>
                  </a:lnTo>
                  <a:lnTo>
                    <a:pt x="5117147" y="1358502"/>
                  </a:lnTo>
                  <a:lnTo>
                    <a:pt x="5122620" y="1358502"/>
                  </a:lnTo>
                  <a:lnTo>
                    <a:pt x="5128093" y="1358502"/>
                  </a:lnTo>
                  <a:lnTo>
                    <a:pt x="5133566" y="1358502"/>
                  </a:lnTo>
                  <a:lnTo>
                    <a:pt x="5139039" y="1358502"/>
                  </a:lnTo>
                  <a:lnTo>
                    <a:pt x="5144512" y="1358502"/>
                  </a:lnTo>
                  <a:lnTo>
                    <a:pt x="5144512" y="1331362"/>
                  </a:lnTo>
                  <a:lnTo>
                    <a:pt x="5149985" y="1331362"/>
                  </a:lnTo>
                  <a:lnTo>
                    <a:pt x="5155458" y="1331362"/>
                  </a:lnTo>
                  <a:lnTo>
                    <a:pt x="5160930" y="1331362"/>
                  </a:lnTo>
                  <a:lnTo>
                    <a:pt x="5166403" y="1331362"/>
                  </a:lnTo>
                  <a:lnTo>
                    <a:pt x="5171876" y="1331362"/>
                  </a:lnTo>
                  <a:lnTo>
                    <a:pt x="5177349" y="1331362"/>
                  </a:lnTo>
                  <a:lnTo>
                    <a:pt x="5182822" y="1331362"/>
                  </a:lnTo>
                  <a:lnTo>
                    <a:pt x="5188295" y="1331362"/>
                  </a:lnTo>
                  <a:lnTo>
                    <a:pt x="5193768" y="1331362"/>
                  </a:lnTo>
                  <a:lnTo>
                    <a:pt x="5199241" y="1331362"/>
                  </a:lnTo>
                  <a:lnTo>
                    <a:pt x="5204714" y="1331362"/>
                  </a:lnTo>
                  <a:lnTo>
                    <a:pt x="5210186" y="1331362"/>
                  </a:lnTo>
                  <a:lnTo>
                    <a:pt x="5215659" y="1331362"/>
                  </a:lnTo>
                  <a:lnTo>
                    <a:pt x="5221132" y="1331362"/>
                  </a:lnTo>
                  <a:lnTo>
                    <a:pt x="5226605" y="1331362"/>
                  </a:lnTo>
                  <a:lnTo>
                    <a:pt x="5232078" y="1331362"/>
                  </a:lnTo>
                  <a:lnTo>
                    <a:pt x="5237551" y="1331362"/>
                  </a:lnTo>
                  <a:lnTo>
                    <a:pt x="5243024" y="1331362"/>
                  </a:lnTo>
                  <a:lnTo>
                    <a:pt x="5248497" y="1331362"/>
                  </a:lnTo>
                  <a:lnTo>
                    <a:pt x="5253970" y="1331362"/>
                  </a:lnTo>
                  <a:lnTo>
                    <a:pt x="5259442" y="1331362"/>
                  </a:lnTo>
                  <a:lnTo>
                    <a:pt x="5264915" y="1331362"/>
                  </a:lnTo>
                  <a:lnTo>
                    <a:pt x="5270388" y="1331362"/>
                  </a:lnTo>
                  <a:lnTo>
                    <a:pt x="5275861" y="1331362"/>
                  </a:lnTo>
                  <a:lnTo>
                    <a:pt x="5281334" y="1331362"/>
                  </a:lnTo>
                  <a:lnTo>
                    <a:pt x="5286807" y="1331362"/>
                  </a:lnTo>
                  <a:lnTo>
                    <a:pt x="5286807" y="1303807"/>
                  </a:lnTo>
                  <a:lnTo>
                    <a:pt x="5292280" y="1303807"/>
                  </a:lnTo>
                  <a:lnTo>
                    <a:pt x="5297753" y="1303807"/>
                  </a:lnTo>
                  <a:lnTo>
                    <a:pt x="5303225" y="1303807"/>
                  </a:lnTo>
                  <a:lnTo>
                    <a:pt x="5308698" y="1303807"/>
                  </a:lnTo>
                  <a:lnTo>
                    <a:pt x="5314171" y="1303807"/>
                  </a:lnTo>
                  <a:lnTo>
                    <a:pt x="5319644" y="1303807"/>
                  </a:lnTo>
                  <a:lnTo>
                    <a:pt x="5325117" y="1303807"/>
                  </a:lnTo>
                  <a:lnTo>
                    <a:pt x="5325117" y="1248740"/>
                  </a:lnTo>
                  <a:lnTo>
                    <a:pt x="5330590" y="1248740"/>
                  </a:lnTo>
                  <a:lnTo>
                    <a:pt x="5336063" y="1248740"/>
                  </a:lnTo>
                  <a:lnTo>
                    <a:pt x="5341536" y="1248740"/>
                  </a:lnTo>
                  <a:lnTo>
                    <a:pt x="5347009" y="1248740"/>
                  </a:lnTo>
                  <a:lnTo>
                    <a:pt x="5347009" y="1221173"/>
                  </a:lnTo>
                  <a:lnTo>
                    <a:pt x="5352481" y="1221173"/>
                  </a:lnTo>
                  <a:lnTo>
                    <a:pt x="5357954" y="1221173"/>
                  </a:lnTo>
                  <a:lnTo>
                    <a:pt x="5363427" y="1221173"/>
                  </a:lnTo>
                  <a:lnTo>
                    <a:pt x="5368900" y="1221173"/>
                  </a:lnTo>
                  <a:lnTo>
                    <a:pt x="5374373" y="1221173"/>
                  </a:lnTo>
                  <a:lnTo>
                    <a:pt x="5379846" y="1221173"/>
                  </a:lnTo>
                  <a:lnTo>
                    <a:pt x="5385319" y="1221173"/>
                  </a:lnTo>
                  <a:lnTo>
                    <a:pt x="5390792" y="1221173"/>
                  </a:lnTo>
                  <a:lnTo>
                    <a:pt x="5396265" y="1221173"/>
                  </a:lnTo>
                  <a:lnTo>
                    <a:pt x="5401737" y="1221173"/>
                  </a:lnTo>
                  <a:lnTo>
                    <a:pt x="5407210" y="1221173"/>
                  </a:lnTo>
                  <a:lnTo>
                    <a:pt x="5412683" y="1221173"/>
                  </a:lnTo>
                  <a:lnTo>
                    <a:pt x="5418156" y="1221173"/>
                  </a:lnTo>
                  <a:lnTo>
                    <a:pt x="5423629" y="1221173"/>
                  </a:lnTo>
                  <a:lnTo>
                    <a:pt x="5429102" y="1221173"/>
                  </a:lnTo>
                  <a:lnTo>
                    <a:pt x="5434575" y="1221173"/>
                  </a:lnTo>
                  <a:lnTo>
                    <a:pt x="5440048" y="1221173"/>
                  </a:lnTo>
                  <a:lnTo>
                    <a:pt x="5445520" y="1221173"/>
                  </a:lnTo>
                  <a:lnTo>
                    <a:pt x="5450993" y="1221173"/>
                  </a:lnTo>
                  <a:lnTo>
                    <a:pt x="5456466" y="1221173"/>
                  </a:lnTo>
                  <a:lnTo>
                    <a:pt x="5461939" y="1221173"/>
                  </a:lnTo>
                  <a:lnTo>
                    <a:pt x="5467412" y="1221173"/>
                  </a:lnTo>
                  <a:lnTo>
                    <a:pt x="5472885" y="1221173"/>
                  </a:lnTo>
                  <a:lnTo>
                    <a:pt x="5478358" y="1221173"/>
                  </a:lnTo>
                  <a:lnTo>
                    <a:pt x="5483831" y="1221173"/>
                  </a:lnTo>
                  <a:lnTo>
                    <a:pt x="5489304" y="1221173"/>
                  </a:lnTo>
                  <a:lnTo>
                    <a:pt x="5494776" y="1221173"/>
                  </a:lnTo>
                  <a:lnTo>
                    <a:pt x="5500249" y="1221173"/>
                  </a:lnTo>
                  <a:lnTo>
                    <a:pt x="5505722" y="1221173"/>
                  </a:lnTo>
                  <a:lnTo>
                    <a:pt x="5511195" y="1221173"/>
                  </a:lnTo>
                  <a:lnTo>
                    <a:pt x="5516668" y="1221173"/>
                  </a:lnTo>
                  <a:lnTo>
                    <a:pt x="5522141" y="1221173"/>
                  </a:lnTo>
                  <a:lnTo>
                    <a:pt x="5527614" y="1221173"/>
                  </a:lnTo>
                  <a:lnTo>
                    <a:pt x="5527614" y="1193276"/>
                  </a:lnTo>
                  <a:lnTo>
                    <a:pt x="5533087" y="1193276"/>
                  </a:lnTo>
                  <a:lnTo>
                    <a:pt x="5538560" y="1193276"/>
                  </a:lnTo>
                  <a:lnTo>
                    <a:pt x="5544032" y="1193276"/>
                  </a:lnTo>
                  <a:lnTo>
                    <a:pt x="5549505" y="1193276"/>
                  </a:lnTo>
                  <a:lnTo>
                    <a:pt x="5554978" y="1193276"/>
                  </a:lnTo>
                  <a:lnTo>
                    <a:pt x="5560451" y="1193276"/>
                  </a:lnTo>
                  <a:lnTo>
                    <a:pt x="5565924" y="1193276"/>
                  </a:lnTo>
                  <a:lnTo>
                    <a:pt x="5571397" y="1193276"/>
                  </a:lnTo>
                  <a:lnTo>
                    <a:pt x="5571397" y="1165215"/>
                  </a:lnTo>
                  <a:lnTo>
                    <a:pt x="5576870" y="1165215"/>
                  </a:lnTo>
                  <a:lnTo>
                    <a:pt x="5582343" y="1165215"/>
                  </a:lnTo>
                  <a:lnTo>
                    <a:pt x="5587816" y="1165215"/>
                  </a:lnTo>
                  <a:lnTo>
                    <a:pt x="5593288" y="1165215"/>
                  </a:lnTo>
                  <a:lnTo>
                    <a:pt x="5598761" y="1165215"/>
                  </a:lnTo>
                  <a:lnTo>
                    <a:pt x="5598761" y="1137050"/>
                  </a:lnTo>
                  <a:lnTo>
                    <a:pt x="5604234" y="1137050"/>
                  </a:lnTo>
                  <a:lnTo>
                    <a:pt x="5604234" y="1108839"/>
                  </a:lnTo>
                  <a:lnTo>
                    <a:pt x="5609707" y="1108839"/>
                  </a:lnTo>
                  <a:lnTo>
                    <a:pt x="5615180" y="1108839"/>
                  </a:lnTo>
                  <a:lnTo>
                    <a:pt x="5620653" y="1108839"/>
                  </a:lnTo>
                  <a:lnTo>
                    <a:pt x="5626126" y="1108839"/>
                  </a:lnTo>
                  <a:lnTo>
                    <a:pt x="5631599" y="1108839"/>
                  </a:lnTo>
                  <a:lnTo>
                    <a:pt x="5637071" y="1108839"/>
                  </a:lnTo>
                  <a:lnTo>
                    <a:pt x="5637071" y="1080582"/>
                  </a:lnTo>
                  <a:lnTo>
                    <a:pt x="5642544" y="1080582"/>
                  </a:lnTo>
                  <a:lnTo>
                    <a:pt x="5648017" y="1080582"/>
                  </a:lnTo>
                  <a:lnTo>
                    <a:pt x="5653490" y="1080582"/>
                  </a:lnTo>
                  <a:lnTo>
                    <a:pt x="5658963" y="1080582"/>
                  </a:lnTo>
                  <a:lnTo>
                    <a:pt x="5664436" y="1080582"/>
                  </a:lnTo>
                  <a:lnTo>
                    <a:pt x="5669909" y="1080582"/>
                  </a:lnTo>
                  <a:lnTo>
                    <a:pt x="5675382" y="1080582"/>
                  </a:lnTo>
                  <a:lnTo>
                    <a:pt x="5680855" y="1080582"/>
                  </a:lnTo>
                  <a:lnTo>
                    <a:pt x="5686327" y="1080582"/>
                  </a:lnTo>
                  <a:lnTo>
                    <a:pt x="5691800" y="1080582"/>
                  </a:lnTo>
                  <a:lnTo>
                    <a:pt x="5697273" y="1080582"/>
                  </a:lnTo>
                  <a:lnTo>
                    <a:pt x="5702746" y="1080582"/>
                  </a:lnTo>
                  <a:lnTo>
                    <a:pt x="5708219" y="1080582"/>
                  </a:lnTo>
                  <a:lnTo>
                    <a:pt x="5713692" y="1080582"/>
                  </a:lnTo>
                  <a:lnTo>
                    <a:pt x="5719165" y="1080582"/>
                  </a:lnTo>
                  <a:lnTo>
                    <a:pt x="5724638" y="1080582"/>
                  </a:lnTo>
                  <a:lnTo>
                    <a:pt x="5730111" y="1080582"/>
                  </a:lnTo>
                  <a:lnTo>
                    <a:pt x="5735583" y="1080582"/>
                  </a:lnTo>
                  <a:lnTo>
                    <a:pt x="5741056" y="1080582"/>
                  </a:lnTo>
                  <a:lnTo>
                    <a:pt x="5746529" y="1080582"/>
                  </a:lnTo>
                  <a:lnTo>
                    <a:pt x="5752002" y="1080582"/>
                  </a:lnTo>
                  <a:lnTo>
                    <a:pt x="5757475" y="1080582"/>
                  </a:lnTo>
                  <a:lnTo>
                    <a:pt x="5762948" y="1080582"/>
                  </a:lnTo>
                  <a:lnTo>
                    <a:pt x="5768421" y="1080582"/>
                  </a:lnTo>
                  <a:lnTo>
                    <a:pt x="5773894" y="1080582"/>
                  </a:lnTo>
                  <a:lnTo>
                    <a:pt x="5779367" y="1080582"/>
                  </a:lnTo>
                  <a:lnTo>
                    <a:pt x="5784839" y="1080582"/>
                  </a:lnTo>
                  <a:lnTo>
                    <a:pt x="5790312" y="1080582"/>
                  </a:lnTo>
                  <a:lnTo>
                    <a:pt x="5795785" y="1080582"/>
                  </a:lnTo>
                  <a:lnTo>
                    <a:pt x="5801258" y="1080582"/>
                  </a:lnTo>
                  <a:lnTo>
                    <a:pt x="5806731" y="1080582"/>
                  </a:lnTo>
                  <a:lnTo>
                    <a:pt x="5812204" y="1080582"/>
                  </a:lnTo>
                  <a:lnTo>
                    <a:pt x="5817677" y="1080582"/>
                  </a:lnTo>
                  <a:lnTo>
                    <a:pt x="5823150" y="1080582"/>
                  </a:lnTo>
                  <a:lnTo>
                    <a:pt x="5828622" y="1080582"/>
                  </a:lnTo>
                  <a:lnTo>
                    <a:pt x="5834095" y="1080582"/>
                  </a:lnTo>
                  <a:lnTo>
                    <a:pt x="5839568" y="1080582"/>
                  </a:lnTo>
                  <a:lnTo>
                    <a:pt x="5845041" y="1080582"/>
                  </a:lnTo>
                  <a:lnTo>
                    <a:pt x="5850514" y="1080582"/>
                  </a:lnTo>
                  <a:lnTo>
                    <a:pt x="5855987" y="1080582"/>
                  </a:lnTo>
                  <a:lnTo>
                    <a:pt x="5861460" y="1080582"/>
                  </a:lnTo>
                  <a:lnTo>
                    <a:pt x="5861460" y="1051316"/>
                  </a:lnTo>
                  <a:lnTo>
                    <a:pt x="5866933" y="1051316"/>
                  </a:lnTo>
                  <a:lnTo>
                    <a:pt x="5872406" y="1051316"/>
                  </a:lnTo>
                  <a:lnTo>
                    <a:pt x="5877878" y="1051316"/>
                  </a:lnTo>
                  <a:lnTo>
                    <a:pt x="5883351" y="1051316"/>
                  </a:lnTo>
                  <a:lnTo>
                    <a:pt x="5888824" y="1051316"/>
                  </a:lnTo>
                  <a:lnTo>
                    <a:pt x="5894297" y="1051316"/>
                  </a:lnTo>
                  <a:lnTo>
                    <a:pt x="5899770" y="1051316"/>
                  </a:lnTo>
                  <a:lnTo>
                    <a:pt x="5905243" y="1051316"/>
                  </a:lnTo>
                  <a:lnTo>
                    <a:pt x="5910716" y="1051316"/>
                  </a:lnTo>
                  <a:lnTo>
                    <a:pt x="5916189" y="1051316"/>
                  </a:lnTo>
                  <a:lnTo>
                    <a:pt x="5921662" y="1051316"/>
                  </a:lnTo>
                  <a:lnTo>
                    <a:pt x="5927134" y="1051316"/>
                  </a:lnTo>
                  <a:lnTo>
                    <a:pt x="5932607" y="1051316"/>
                  </a:lnTo>
                  <a:lnTo>
                    <a:pt x="5938080" y="1051316"/>
                  </a:lnTo>
                  <a:lnTo>
                    <a:pt x="5943553" y="1051316"/>
                  </a:lnTo>
                  <a:lnTo>
                    <a:pt x="5943553" y="1021795"/>
                  </a:lnTo>
                  <a:lnTo>
                    <a:pt x="5949026" y="1021795"/>
                  </a:lnTo>
                  <a:lnTo>
                    <a:pt x="5949026" y="992292"/>
                  </a:lnTo>
                  <a:lnTo>
                    <a:pt x="5954499" y="992292"/>
                  </a:lnTo>
                  <a:lnTo>
                    <a:pt x="5959972" y="992292"/>
                  </a:lnTo>
                  <a:lnTo>
                    <a:pt x="5965445" y="992292"/>
                  </a:lnTo>
                  <a:lnTo>
                    <a:pt x="5970918" y="992292"/>
                  </a:lnTo>
                  <a:lnTo>
                    <a:pt x="5970918" y="962667"/>
                  </a:lnTo>
                  <a:lnTo>
                    <a:pt x="5976390" y="962667"/>
                  </a:lnTo>
                  <a:lnTo>
                    <a:pt x="5981863" y="962667"/>
                  </a:lnTo>
                  <a:lnTo>
                    <a:pt x="5987336" y="962667"/>
                  </a:lnTo>
                  <a:lnTo>
                    <a:pt x="5992809" y="962667"/>
                  </a:lnTo>
                  <a:lnTo>
                    <a:pt x="5998282" y="962667"/>
                  </a:lnTo>
                  <a:lnTo>
                    <a:pt x="6003755" y="962667"/>
                  </a:lnTo>
                  <a:lnTo>
                    <a:pt x="6009228" y="962667"/>
                  </a:lnTo>
                  <a:lnTo>
                    <a:pt x="6009228" y="932920"/>
                  </a:lnTo>
                  <a:lnTo>
                    <a:pt x="6014701" y="932920"/>
                  </a:lnTo>
                  <a:lnTo>
                    <a:pt x="6020173" y="932920"/>
                  </a:lnTo>
                  <a:lnTo>
                    <a:pt x="6020173" y="903118"/>
                  </a:lnTo>
                  <a:lnTo>
                    <a:pt x="6025646" y="903118"/>
                  </a:lnTo>
                  <a:lnTo>
                    <a:pt x="6031119" y="903118"/>
                  </a:lnTo>
                  <a:lnTo>
                    <a:pt x="6036592" y="903118"/>
                  </a:lnTo>
                  <a:lnTo>
                    <a:pt x="6042065" y="903118"/>
                  </a:lnTo>
                  <a:lnTo>
                    <a:pt x="6042065" y="873192"/>
                  </a:lnTo>
                  <a:lnTo>
                    <a:pt x="6047538" y="873192"/>
                  </a:lnTo>
                  <a:lnTo>
                    <a:pt x="6053011" y="873192"/>
                  </a:lnTo>
                  <a:lnTo>
                    <a:pt x="6058484" y="873192"/>
                  </a:lnTo>
                  <a:lnTo>
                    <a:pt x="6063957" y="873192"/>
                  </a:lnTo>
                  <a:lnTo>
                    <a:pt x="6063957" y="843064"/>
                  </a:lnTo>
                  <a:lnTo>
                    <a:pt x="6069429" y="843064"/>
                  </a:lnTo>
                  <a:lnTo>
                    <a:pt x="6074902" y="843064"/>
                  </a:lnTo>
                  <a:lnTo>
                    <a:pt x="6080375" y="843064"/>
                  </a:lnTo>
                  <a:lnTo>
                    <a:pt x="6085848" y="843064"/>
                  </a:lnTo>
                  <a:lnTo>
                    <a:pt x="6091321" y="843064"/>
                  </a:lnTo>
                  <a:lnTo>
                    <a:pt x="6096794" y="843064"/>
                  </a:lnTo>
                  <a:lnTo>
                    <a:pt x="6102267" y="843064"/>
                  </a:lnTo>
                  <a:lnTo>
                    <a:pt x="6107740" y="843064"/>
                  </a:lnTo>
                  <a:lnTo>
                    <a:pt x="6113213" y="843064"/>
                  </a:lnTo>
                  <a:lnTo>
                    <a:pt x="6118685" y="843064"/>
                  </a:lnTo>
                  <a:lnTo>
                    <a:pt x="6124158" y="843064"/>
                  </a:lnTo>
                  <a:lnTo>
                    <a:pt x="6129631" y="843064"/>
                  </a:lnTo>
                  <a:lnTo>
                    <a:pt x="6135104" y="843064"/>
                  </a:lnTo>
                  <a:lnTo>
                    <a:pt x="6140577" y="843064"/>
                  </a:lnTo>
                  <a:lnTo>
                    <a:pt x="6146050" y="843064"/>
                  </a:lnTo>
                  <a:lnTo>
                    <a:pt x="6151523" y="843064"/>
                  </a:lnTo>
                  <a:lnTo>
                    <a:pt x="6156996" y="843064"/>
                  </a:lnTo>
                  <a:lnTo>
                    <a:pt x="6162468" y="843064"/>
                  </a:lnTo>
                  <a:lnTo>
                    <a:pt x="6167941" y="843064"/>
                  </a:lnTo>
                  <a:lnTo>
                    <a:pt x="6173414" y="843064"/>
                  </a:lnTo>
                  <a:lnTo>
                    <a:pt x="6178887" y="843064"/>
                  </a:lnTo>
                  <a:lnTo>
                    <a:pt x="6184360" y="843064"/>
                  </a:lnTo>
                  <a:lnTo>
                    <a:pt x="6189833" y="843064"/>
                  </a:lnTo>
                  <a:lnTo>
                    <a:pt x="6195306" y="843064"/>
                  </a:lnTo>
                  <a:lnTo>
                    <a:pt x="6200779" y="843064"/>
                  </a:lnTo>
                  <a:lnTo>
                    <a:pt x="6206252" y="843064"/>
                  </a:lnTo>
                  <a:lnTo>
                    <a:pt x="6211724" y="843064"/>
                  </a:lnTo>
                  <a:lnTo>
                    <a:pt x="6217197" y="843064"/>
                  </a:lnTo>
                  <a:lnTo>
                    <a:pt x="6222670" y="843064"/>
                  </a:lnTo>
                  <a:lnTo>
                    <a:pt x="6233616" y="843064"/>
                  </a:lnTo>
                  <a:lnTo>
                    <a:pt x="6239089" y="843064"/>
                  </a:lnTo>
                  <a:lnTo>
                    <a:pt x="6244562" y="843064"/>
                  </a:lnTo>
                  <a:lnTo>
                    <a:pt x="6250035" y="843064"/>
                  </a:lnTo>
                  <a:lnTo>
                    <a:pt x="6255508" y="843064"/>
                  </a:lnTo>
                  <a:lnTo>
                    <a:pt x="6260980" y="843064"/>
                  </a:lnTo>
                  <a:lnTo>
                    <a:pt x="6266453" y="843064"/>
                  </a:lnTo>
                  <a:lnTo>
                    <a:pt x="6271926" y="843064"/>
                  </a:lnTo>
                  <a:lnTo>
                    <a:pt x="6277399" y="843064"/>
                  </a:lnTo>
                  <a:lnTo>
                    <a:pt x="6282872" y="843064"/>
                  </a:lnTo>
                  <a:lnTo>
                    <a:pt x="6288345" y="843064"/>
                  </a:lnTo>
                  <a:lnTo>
                    <a:pt x="6293818" y="843064"/>
                  </a:lnTo>
                  <a:lnTo>
                    <a:pt x="6299291" y="843064"/>
                  </a:lnTo>
                  <a:lnTo>
                    <a:pt x="6304764" y="843064"/>
                  </a:lnTo>
                  <a:lnTo>
                    <a:pt x="6310236" y="843064"/>
                  </a:lnTo>
                  <a:lnTo>
                    <a:pt x="6315709" y="843064"/>
                  </a:lnTo>
                  <a:lnTo>
                    <a:pt x="6326655" y="843064"/>
                  </a:lnTo>
                  <a:lnTo>
                    <a:pt x="6332128" y="843064"/>
                  </a:lnTo>
                  <a:lnTo>
                    <a:pt x="6337601" y="843064"/>
                  </a:lnTo>
                  <a:lnTo>
                    <a:pt x="6343074" y="843064"/>
                  </a:lnTo>
                  <a:lnTo>
                    <a:pt x="6348547" y="843064"/>
                  </a:lnTo>
                  <a:lnTo>
                    <a:pt x="6354019" y="843064"/>
                  </a:lnTo>
                  <a:lnTo>
                    <a:pt x="6359492" y="843064"/>
                  </a:lnTo>
                  <a:lnTo>
                    <a:pt x="6364965" y="843064"/>
                  </a:lnTo>
                  <a:lnTo>
                    <a:pt x="6370438" y="843064"/>
                  </a:lnTo>
                  <a:lnTo>
                    <a:pt x="6375911" y="843064"/>
                  </a:lnTo>
                  <a:lnTo>
                    <a:pt x="6381384" y="843064"/>
                  </a:lnTo>
                  <a:lnTo>
                    <a:pt x="6386857" y="843064"/>
                  </a:lnTo>
                  <a:lnTo>
                    <a:pt x="6392330" y="843064"/>
                  </a:lnTo>
                  <a:lnTo>
                    <a:pt x="6392330" y="811807"/>
                  </a:lnTo>
                  <a:lnTo>
                    <a:pt x="6397803" y="811807"/>
                  </a:lnTo>
                  <a:lnTo>
                    <a:pt x="6403275" y="811807"/>
                  </a:lnTo>
                  <a:lnTo>
                    <a:pt x="6408748" y="811807"/>
                  </a:lnTo>
                  <a:lnTo>
                    <a:pt x="6414221" y="811807"/>
                  </a:lnTo>
                  <a:lnTo>
                    <a:pt x="6419694" y="811807"/>
                  </a:lnTo>
                  <a:lnTo>
                    <a:pt x="6425167" y="811807"/>
                  </a:lnTo>
                  <a:lnTo>
                    <a:pt x="6430640" y="811807"/>
                  </a:lnTo>
                  <a:lnTo>
                    <a:pt x="6436113" y="811807"/>
                  </a:lnTo>
                  <a:lnTo>
                    <a:pt x="6441586" y="811807"/>
                  </a:lnTo>
                  <a:lnTo>
                    <a:pt x="6447059" y="811807"/>
                  </a:lnTo>
                  <a:lnTo>
                    <a:pt x="6452531" y="811807"/>
                  </a:lnTo>
                  <a:lnTo>
                    <a:pt x="6458004" y="811807"/>
                  </a:lnTo>
                  <a:lnTo>
                    <a:pt x="6463477" y="811807"/>
                  </a:lnTo>
                  <a:lnTo>
                    <a:pt x="6468950" y="811807"/>
                  </a:lnTo>
                  <a:lnTo>
                    <a:pt x="6474423" y="811807"/>
                  </a:lnTo>
                  <a:lnTo>
                    <a:pt x="6479896" y="811807"/>
                  </a:lnTo>
                  <a:lnTo>
                    <a:pt x="6485369" y="811807"/>
                  </a:lnTo>
                  <a:lnTo>
                    <a:pt x="6490842" y="811807"/>
                  </a:lnTo>
                  <a:lnTo>
                    <a:pt x="6496315" y="811807"/>
                  </a:lnTo>
                  <a:lnTo>
                    <a:pt x="6501787" y="811807"/>
                  </a:lnTo>
                  <a:lnTo>
                    <a:pt x="6512733" y="811807"/>
                  </a:lnTo>
                  <a:lnTo>
                    <a:pt x="6523679" y="811807"/>
                  </a:lnTo>
                  <a:lnTo>
                    <a:pt x="6529152" y="811807"/>
                  </a:lnTo>
                  <a:lnTo>
                    <a:pt x="6534625" y="811807"/>
                  </a:lnTo>
                  <a:lnTo>
                    <a:pt x="6540098" y="811807"/>
                  </a:lnTo>
                  <a:lnTo>
                    <a:pt x="6545570" y="811807"/>
                  </a:lnTo>
                  <a:lnTo>
                    <a:pt x="6551043" y="811807"/>
                  </a:lnTo>
                  <a:lnTo>
                    <a:pt x="6556516" y="811807"/>
                  </a:lnTo>
                  <a:lnTo>
                    <a:pt x="6561989" y="811807"/>
                  </a:lnTo>
                  <a:lnTo>
                    <a:pt x="6567462" y="811807"/>
                  </a:lnTo>
                  <a:lnTo>
                    <a:pt x="6572935" y="811807"/>
                  </a:lnTo>
                  <a:lnTo>
                    <a:pt x="6578408" y="811807"/>
                  </a:lnTo>
                  <a:lnTo>
                    <a:pt x="6583881" y="811807"/>
                  </a:lnTo>
                  <a:lnTo>
                    <a:pt x="6589354" y="811807"/>
                  </a:lnTo>
                  <a:lnTo>
                    <a:pt x="6594826" y="811807"/>
                  </a:lnTo>
                  <a:lnTo>
                    <a:pt x="6600299" y="811807"/>
                  </a:lnTo>
                  <a:lnTo>
                    <a:pt x="6605772" y="811807"/>
                  </a:lnTo>
                  <a:lnTo>
                    <a:pt x="6611245" y="811807"/>
                  </a:lnTo>
                  <a:lnTo>
                    <a:pt x="6616718" y="811807"/>
                  </a:lnTo>
                  <a:lnTo>
                    <a:pt x="6622191" y="811807"/>
                  </a:lnTo>
                  <a:lnTo>
                    <a:pt x="6627664" y="811807"/>
                  </a:lnTo>
                  <a:lnTo>
                    <a:pt x="6633137" y="811807"/>
                  </a:lnTo>
                  <a:lnTo>
                    <a:pt x="6638610" y="811807"/>
                  </a:lnTo>
                  <a:lnTo>
                    <a:pt x="6644082" y="811807"/>
                  </a:lnTo>
                  <a:lnTo>
                    <a:pt x="6649555" y="811807"/>
                  </a:lnTo>
                  <a:lnTo>
                    <a:pt x="6655028" y="811807"/>
                  </a:lnTo>
                  <a:lnTo>
                    <a:pt x="6660501" y="811807"/>
                  </a:lnTo>
                  <a:lnTo>
                    <a:pt x="6665974" y="811807"/>
                  </a:lnTo>
                  <a:lnTo>
                    <a:pt x="6671447" y="811807"/>
                  </a:lnTo>
                  <a:lnTo>
                    <a:pt x="6676920" y="811807"/>
                  </a:lnTo>
                  <a:lnTo>
                    <a:pt x="6682393" y="811807"/>
                  </a:lnTo>
                  <a:lnTo>
                    <a:pt x="6687865" y="811807"/>
                  </a:lnTo>
                  <a:lnTo>
                    <a:pt x="6693338" y="811807"/>
                  </a:lnTo>
                  <a:lnTo>
                    <a:pt x="6698811" y="811807"/>
                  </a:lnTo>
                  <a:lnTo>
                    <a:pt x="6704284" y="811807"/>
                  </a:lnTo>
                  <a:lnTo>
                    <a:pt x="6709757" y="811807"/>
                  </a:lnTo>
                  <a:lnTo>
                    <a:pt x="6715230" y="811807"/>
                  </a:lnTo>
                  <a:lnTo>
                    <a:pt x="6720703" y="811807"/>
                  </a:lnTo>
                  <a:lnTo>
                    <a:pt x="6726176" y="811807"/>
                  </a:lnTo>
                  <a:lnTo>
                    <a:pt x="6731649" y="811807"/>
                  </a:lnTo>
                  <a:lnTo>
                    <a:pt x="6737121" y="811807"/>
                  </a:lnTo>
                  <a:lnTo>
                    <a:pt x="6742594" y="811807"/>
                  </a:lnTo>
                  <a:lnTo>
                    <a:pt x="6748067" y="811807"/>
                  </a:lnTo>
                  <a:lnTo>
                    <a:pt x="6753540" y="811807"/>
                  </a:lnTo>
                  <a:lnTo>
                    <a:pt x="6759013" y="811807"/>
                  </a:lnTo>
                  <a:lnTo>
                    <a:pt x="6764486" y="811807"/>
                  </a:lnTo>
                  <a:lnTo>
                    <a:pt x="6769959" y="811807"/>
                  </a:lnTo>
                  <a:lnTo>
                    <a:pt x="6780905" y="811807"/>
                  </a:lnTo>
                  <a:lnTo>
                    <a:pt x="6786377" y="811807"/>
                  </a:lnTo>
                  <a:lnTo>
                    <a:pt x="6791850" y="811807"/>
                  </a:lnTo>
                  <a:lnTo>
                    <a:pt x="6797323" y="811807"/>
                  </a:lnTo>
                  <a:lnTo>
                    <a:pt x="6802796" y="811807"/>
                  </a:lnTo>
                  <a:lnTo>
                    <a:pt x="6808269" y="811807"/>
                  </a:lnTo>
                  <a:lnTo>
                    <a:pt x="6813742" y="811807"/>
                  </a:lnTo>
                  <a:lnTo>
                    <a:pt x="6819215" y="811807"/>
                  </a:lnTo>
                  <a:lnTo>
                    <a:pt x="6824688" y="811807"/>
                  </a:lnTo>
                  <a:lnTo>
                    <a:pt x="6830161" y="811807"/>
                  </a:lnTo>
                  <a:lnTo>
                    <a:pt x="6830161" y="778442"/>
                  </a:lnTo>
                  <a:lnTo>
                    <a:pt x="6835633" y="778442"/>
                  </a:lnTo>
                  <a:lnTo>
                    <a:pt x="6841106" y="778442"/>
                  </a:lnTo>
                  <a:lnTo>
                    <a:pt x="6846579" y="778442"/>
                  </a:lnTo>
                  <a:lnTo>
                    <a:pt x="6852052" y="778442"/>
                  </a:lnTo>
                  <a:lnTo>
                    <a:pt x="6857525" y="778442"/>
                  </a:lnTo>
                  <a:lnTo>
                    <a:pt x="6862998" y="778442"/>
                  </a:lnTo>
                  <a:lnTo>
                    <a:pt x="6868471" y="778442"/>
                  </a:lnTo>
                  <a:lnTo>
                    <a:pt x="6873944" y="778442"/>
                  </a:lnTo>
                  <a:lnTo>
                    <a:pt x="6879416" y="778442"/>
                  </a:lnTo>
                  <a:lnTo>
                    <a:pt x="6884889" y="778442"/>
                  </a:lnTo>
                  <a:lnTo>
                    <a:pt x="6890362" y="778442"/>
                  </a:lnTo>
                  <a:lnTo>
                    <a:pt x="6895835" y="778442"/>
                  </a:lnTo>
                  <a:lnTo>
                    <a:pt x="6901308" y="778442"/>
                  </a:lnTo>
                  <a:lnTo>
                    <a:pt x="6906781" y="778442"/>
                  </a:lnTo>
                  <a:lnTo>
                    <a:pt x="6912254" y="778442"/>
                  </a:lnTo>
                  <a:lnTo>
                    <a:pt x="6917727" y="778442"/>
                  </a:lnTo>
                  <a:lnTo>
                    <a:pt x="6923200" y="778442"/>
                  </a:lnTo>
                  <a:lnTo>
                    <a:pt x="6928672" y="778442"/>
                  </a:lnTo>
                  <a:lnTo>
                    <a:pt x="6934145" y="778442"/>
                  </a:lnTo>
                  <a:lnTo>
                    <a:pt x="6939618" y="778442"/>
                  </a:lnTo>
                  <a:lnTo>
                    <a:pt x="6945091" y="778442"/>
                  </a:lnTo>
                  <a:lnTo>
                    <a:pt x="6945091" y="744713"/>
                  </a:lnTo>
                  <a:lnTo>
                    <a:pt x="6950564" y="744713"/>
                  </a:lnTo>
                  <a:lnTo>
                    <a:pt x="6956037" y="744713"/>
                  </a:lnTo>
                  <a:lnTo>
                    <a:pt x="6961510" y="744713"/>
                  </a:lnTo>
                  <a:lnTo>
                    <a:pt x="6966983" y="744713"/>
                  </a:lnTo>
                  <a:lnTo>
                    <a:pt x="6972456" y="744713"/>
                  </a:lnTo>
                  <a:lnTo>
                    <a:pt x="6977928" y="744713"/>
                  </a:lnTo>
                  <a:lnTo>
                    <a:pt x="6983401" y="744713"/>
                  </a:lnTo>
                  <a:lnTo>
                    <a:pt x="6988874" y="744713"/>
                  </a:lnTo>
                  <a:lnTo>
                    <a:pt x="6994347" y="744713"/>
                  </a:lnTo>
                  <a:lnTo>
                    <a:pt x="6999820" y="744713"/>
                  </a:lnTo>
                  <a:lnTo>
                    <a:pt x="7005293" y="744713"/>
                  </a:lnTo>
                  <a:lnTo>
                    <a:pt x="7010766" y="744713"/>
                  </a:lnTo>
                  <a:lnTo>
                    <a:pt x="7016239" y="744713"/>
                  </a:lnTo>
                  <a:lnTo>
                    <a:pt x="7021712" y="744713"/>
                  </a:lnTo>
                  <a:lnTo>
                    <a:pt x="7027184" y="744713"/>
                  </a:lnTo>
                  <a:lnTo>
                    <a:pt x="7032657" y="744713"/>
                  </a:lnTo>
                  <a:lnTo>
                    <a:pt x="7038130" y="744713"/>
                  </a:lnTo>
                  <a:lnTo>
                    <a:pt x="7043603" y="744713"/>
                  </a:lnTo>
                  <a:lnTo>
                    <a:pt x="7054549" y="744713"/>
                  </a:lnTo>
                  <a:lnTo>
                    <a:pt x="7060022" y="744713"/>
                  </a:lnTo>
                  <a:lnTo>
                    <a:pt x="7065495" y="744713"/>
                  </a:lnTo>
                  <a:lnTo>
                    <a:pt x="7070967" y="744713"/>
                  </a:lnTo>
                  <a:lnTo>
                    <a:pt x="7076440" y="744713"/>
                  </a:lnTo>
                  <a:lnTo>
                    <a:pt x="7081913" y="744713"/>
                  </a:lnTo>
                  <a:lnTo>
                    <a:pt x="7087386" y="744713"/>
                  </a:lnTo>
                  <a:lnTo>
                    <a:pt x="7092859" y="744713"/>
                  </a:lnTo>
                  <a:lnTo>
                    <a:pt x="7098332" y="744713"/>
                  </a:lnTo>
                  <a:lnTo>
                    <a:pt x="7103805" y="744713"/>
                  </a:lnTo>
                  <a:lnTo>
                    <a:pt x="7109278" y="744713"/>
                  </a:lnTo>
                  <a:lnTo>
                    <a:pt x="7114751" y="744713"/>
                  </a:lnTo>
                  <a:lnTo>
                    <a:pt x="7120223" y="744713"/>
                  </a:lnTo>
                  <a:lnTo>
                    <a:pt x="7125696" y="744713"/>
                  </a:lnTo>
                  <a:lnTo>
                    <a:pt x="7131169" y="744713"/>
                  </a:lnTo>
                  <a:lnTo>
                    <a:pt x="7136642" y="744713"/>
                  </a:lnTo>
                  <a:lnTo>
                    <a:pt x="7142115" y="744713"/>
                  </a:lnTo>
                  <a:lnTo>
                    <a:pt x="7147588" y="744713"/>
                  </a:lnTo>
                  <a:lnTo>
                    <a:pt x="7153061" y="744713"/>
                  </a:lnTo>
                  <a:lnTo>
                    <a:pt x="7158534" y="744713"/>
                  </a:lnTo>
                  <a:lnTo>
                    <a:pt x="7164007" y="744713"/>
                  </a:lnTo>
                  <a:lnTo>
                    <a:pt x="7169479" y="744713"/>
                  </a:lnTo>
                  <a:lnTo>
                    <a:pt x="7174952" y="744713"/>
                  </a:lnTo>
                  <a:lnTo>
                    <a:pt x="7180425" y="744713"/>
                  </a:lnTo>
                  <a:lnTo>
                    <a:pt x="7185898" y="744713"/>
                  </a:lnTo>
                  <a:lnTo>
                    <a:pt x="7191371" y="744713"/>
                  </a:lnTo>
                  <a:lnTo>
                    <a:pt x="7196844" y="744713"/>
                  </a:lnTo>
                  <a:lnTo>
                    <a:pt x="7202317" y="744713"/>
                  </a:lnTo>
                  <a:lnTo>
                    <a:pt x="7202317" y="709764"/>
                  </a:lnTo>
                  <a:lnTo>
                    <a:pt x="7213262" y="709764"/>
                  </a:lnTo>
                  <a:lnTo>
                    <a:pt x="7218735" y="709764"/>
                  </a:lnTo>
                  <a:lnTo>
                    <a:pt x="7224208" y="709764"/>
                  </a:lnTo>
                  <a:lnTo>
                    <a:pt x="7229681" y="709764"/>
                  </a:lnTo>
                  <a:lnTo>
                    <a:pt x="7235154" y="709764"/>
                  </a:lnTo>
                  <a:lnTo>
                    <a:pt x="7240627" y="709764"/>
                  </a:lnTo>
                  <a:lnTo>
                    <a:pt x="7246100" y="709764"/>
                  </a:lnTo>
                  <a:lnTo>
                    <a:pt x="7251573" y="709764"/>
                  </a:lnTo>
                  <a:lnTo>
                    <a:pt x="7257046" y="709764"/>
                  </a:lnTo>
                  <a:lnTo>
                    <a:pt x="7262518" y="709764"/>
                  </a:lnTo>
                  <a:lnTo>
                    <a:pt x="7267991" y="709764"/>
                  </a:lnTo>
                  <a:lnTo>
                    <a:pt x="7273464" y="709764"/>
                  </a:lnTo>
                  <a:lnTo>
                    <a:pt x="7278937" y="709764"/>
                  </a:lnTo>
                  <a:lnTo>
                    <a:pt x="7284410" y="709764"/>
                  </a:lnTo>
                  <a:lnTo>
                    <a:pt x="7289883" y="709764"/>
                  </a:lnTo>
                  <a:lnTo>
                    <a:pt x="7295356" y="709764"/>
                  </a:lnTo>
                  <a:lnTo>
                    <a:pt x="7300829" y="709764"/>
                  </a:lnTo>
                  <a:lnTo>
                    <a:pt x="7306302" y="709764"/>
                  </a:lnTo>
                  <a:lnTo>
                    <a:pt x="7311774" y="709764"/>
                  </a:lnTo>
                  <a:lnTo>
                    <a:pt x="7317247" y="709764"/>
                  </a:lnTo>
                  <a:lnTo>
                    <a:pt x="7322720" y="709764"/>
                  </a:lnTo>
                  <a:lnTo>
                    <a:pt x="7328193" y="709764"/>
                  </a:lnTo>
                  <a:lnTo>
                    <a:pt x="7333666" y="709764"/>
                  </a:lnTo>
                  <a:lnTo>
                    <a:pt x="7339139" y="709764"/>
                  </a:lnTo>
                  <a:lnTo>
                    <a:pt x="7344612" y="709764"/>
                  </a:lnTo>
                  <a:lnTo>
                    <a:pt x="7350085" y="709764"/>
                  </a:lnTo>
                  <a:lnTo>
                    <a:pt x="7355558" y="709764"/>
                  </a:lnTo>
                  <a:lnTo>
                    <a:pt x="7361030" y="709764"/>
                  </a:lnTo>
                  <a:lnTo>
                    <a:pt x="7366503" y="709764"/>
                  </a:lnTo>
                  <a:lnTo>
                    <a:pt x="7371976" y="709764"/>
                  </a:lnTo>
                  <a:lnTo>
                    <a:pt x="7377449" y="709764"/>
                  </a:lnTo>
                  <a:lnTo>
                    <a:pt x="7382922" y="709764"/>
                  </a:lnTo>
                  <a:lnTo>
                    <a:pt x="7388395" y="709764"/>
                  </a:lnTo>
                  <a:lnTo>
                    <a:pt x="7393868" y="709764"/>
                  </a:lnTo>
                  <a:lnTo>
                    <a:pt x="7399341" y="709764"/>
                  </a:lnTo>
                  <a:lnTo>
                    <a:pt x="7404813" y="709764"/>
                  </a:lnTo>
                  <a:lnTo>
                    <a:pt x="7410286" y="709764"/>
                  </a:lnTo>
                  <a:lnTo>
                    <a:pt x="7415759" y="709764"/>
                  </a:lnTo>
                  <a:lnTo>
                    <a:pt x="7421232" y="709764"/>
                  </a:lnTo>
                  <a:lnTo>
                    <a:pt x="7426705" y="709764"/>
                  </a:lnTo>
                  <a:lnTo>
                    <a:pt x="7432178" y="709764"/>
                  </a:lnTo>
                  <a:lnTo>
                    <a:pt x="7437651" y="709764"/>
                  </a:lnTo>
                  <a:lnTo>
                    <a:pt x="7443124" y="709764"/>
                  </a:lnTo>
                  <a:lnTo>
                    <a:pt x="7448597" y="709764"/>
                  </a:lnTo>
                  <a:lnTo>
                    <a:pt x="7454069" y="709764"/>
                  </a:lnTo>
                  <a:lnTo>
                    <a:pt x="7459542" y="709764"/>
                  </a:lnTo>
                  <a:lnTo>
                    <a:pt x="7465015" y="709764"/>
                  </a:lnTo>
                  <a:lnTo>
                    <a:pt x="7475961" y="709764"/>
                  </a:lnTo>
                  <a:lnTo>
                    <a:pt x="7481434" y="709764"/>
                  </a:lnTo>
                  <a:lnTo>
                    <a:pt x="7486907" y="709764"/>
                  </a:lnTo>
                  <a:lnTo>
                    <a:pt x="7492380" y="709764"/>
                  </a:lnTo>
                  <a:lnTo>
                    <a:pt x="7497853" y="709764"/>
                  </a:lnTo>
                  <a:lnTo>
                    <a:pt x="7503325" y="709764"/>
                  </a:lnTo>
                  <a:lnTo>
                    <a:pt x="7508798" y="709764"/>
                  </a:lnTo>
                  <a:lnTo>
                    <a:pt x="7514271" y="709764"/>
                  </a:lnTo>
                  <a:lnTo>
                    <a:pt x="7519744" y="709764"/>
                  </a:lnTo>
                  <a:lnTo>
                    <a:pt x="7530690" y="709764"/>
                  </a:lnTo>
                  <a:lnTo>
                    <a:pt x="7536163" y="709764"/>
                  </a:lnTo>
                  <a:lnTo>
                    <a:pt x="7541636" y="709764"/>
                  </a:lnTo>
                  <a:lnTo>
                    <a:pt x="7552581" y="709764"/>
                  </a:lnTo>
                  <a:lnTo>
                    <a:pt x="7558054" y="709764"/>
                  </a:lnTo>
                  <a:lnTo>
                    <a:pt x="7563527" y="709764"/>
                  </a:lnTo>
                  <a:lnTo>
                    <a:pt x="7574473" y="709764"/>
                  </a:lnTo>
                  <a:lnTo>
                    <a:pt x="7579946" y="709764"/>
                  </a:lnTo>
                  <a:lnTo>
                    <a:pt x="7585419" y="709764"/>
                  </a:lnTo>
                  <a:lnTo>
                    <a:pt x="7590892" y="709764"/>
                  </a:lnTo>
                  <a:lnTo>
                    <a:pt x="7596364" y="709764"/>
                  </a:lnTo>
                  <a:lnTo>
                    <a:pt x="7601837" y="709764"/>
                  </a:lnTo>
                  <a:lnTo>
                    <a:pt x="7607310" y="709764"/>
                  </a:lnTo>
                  <a:lnTo>
                    <a:pt x="7612783" y="709764"/>
                  </a:lnTo>
                  <a:lnTo>
                    <a:pt x="7618256" y="709764"/>
                  </a:lnTo>
                  <a:lnTo>
                    <a:pt x="7623729" y="709764"/>
                  </a:lnTo>
                  <a:lnTo>
                    <a:pt x="7629202" y="709764"/>
                  </a:lnTo>
                  <a:lnTo>
                    <a:pt x="7634675" y="709764"/>
                  </a:lnTo>
                  <a:lnTo>
                    <a:pt x="7640148" y="709764"/>
                  </a:lnTo>
                  <a:lnTo>
                    <a:pt x="7645620" y="709764"/>
                  </a:lnTo>
                  <a:lnTo>
                    <a:pt x="7651093" y="709764"/>
                  </a:lnTo>
                  <a:lnTo>
                    <a:pt x="7656566" y="709764"/>
                  </a:lnTo>
                  <a:lnTo>
                    <a:pt x="7662039" y="709764"/>
                  </a:lnTo>
                  <a:lnTo>
                    <a:pt x="7667512" y="709764"/>
                  </a:lnTo>
                  <a:lnTo>
                    <a:pt x="7672985" y="709764"/>
                  </a:lnTo>
                  <a:lnTo>
                    <a:pt x="7678458" y="709764"/>
                  </a:lnTo>
                  <a:lnTo>
                    <a:pt x="7683931" y="709764"/>
                  </a:lnTo>
                  <a:lnTo>
                    <a:pt x="7689404" y="709764"/>
                  </a:lnTo>
                  <a:lnTo>
                    <a:pt x="7689404" y="670644"/>
                  </a:lnTo>
                  <a:lnTo>
                    <a:pt x="7694876" y="670644"/>
                  </a:lnTo>
                  <a:lnTo>
                    <a:pt x="7694876" y="631570"/>
                  </a:lnTo>
                  <a:lnTo>
                    <a:pt x="7700349" y="631570"/>
                  </a:lnTo>
                  <a:lnTo>
                    <a:pt x="7705822" y="631570"/>
                  </a:lnTo>
                  <a:lnTo>
                    <a:pt x="7711295" y="631570"/>
                  </a:lnTo>
                  <a:lnTo>
                    <a:pt x="7716768" y="631570"/>
                  </a:lnTo>
                  <a:lnTo>
                    <a:pt x="7722241" y="631570"/>
                  </a:lnTo>
                  <a:lnTo>
                    <a:pt x="7727714" y="631570"/>
                  </a:lnTo>
                  <a:lnTo>
                    <a:pt x="7733187" y="631570"/>
                  </a:lnTo>
                  <a:lnTo>
                    <a:pt x="7738659" y="631570"/>
                  </a:lnTo>
                  <a:lnTo>
                    <a:pt x="7744132" y="631570"/>
                  </a:lnTo>
                  <a:lnTo>
                    <a:pt x="7760551" y="631570"/>
                  </a:lnTo>
                  <a:lnTo>
                    <a:pt x="7766024" y="631570"/>
                  </a:lnTo>
                  <a:lnTo>
                    <a:pt x="7771497" y="631570"/>
                  </a:lnTo>
                  <a:lnTo>
                    <a:pt x="7776970" y="631570"/>
                  </a:lnTo>
                  <a:lnTo>
                    <a:pt x="7782443" y="631570"/>
                  </a:lnTo>
                  <a:lnTo>
                    <a:pt x="7787915" y="631570"/>
                  </a:lnTo>
                  <a:lnTo>
                    <a:pt x="7787915" y="591825"/>
                  </a:lnTo>
                  <a:lnTo>
                    <a:pt x="7793388" y="591825"/>
                  </a:lnTo>
                  <a:lnTo>
                    <a:pt x="7798861" y="591825"/>
                  </a:lnTo>
                  <a:lnTo>
                    <a:pt x="7804334" y="591825"/>
                  </a:lnTo>
                  <a:lnTo>
                    <a:pt x="7815280" y="591825"/>
                  </a:lnTo>
                  <a:lnTo>
                    <a:pt x="7820753" y="591825"/>
                  </a:lnTo>
                  <a:lnTo>
                    <a:pt x="7826226" y="591825"/>
                  </a:lnTo>
                  <a:lnTo>
                    <a:pt x="7826226" y="551833"/>
                  </a:lnTo>
                  <a:lnTo>
                    <a:pt x="7831699" y="551833"/>
                  </a:lnTo>
                  <a:lnTo>
                    <a:pt x="7837171" y="551833"/>
                  </a:lnTo>
                  <a:lnTo>
                    <a:pt x="7842644" y="551833"/>
                  </a:lnTo>
                  <a:lnTo>
                    <a:pt x="7848117" y="551833"/>
                  </a:lnTo>
                  <a:lnTo>
                    <a:pt x="7853590" y="551833"/>
                  </a:lnTo>
                  <a:lnTo>
                    <a:pt x="7853590" y="511889"/>
                  </a:lnTo>
                  <a:lnTo>
                    <a:pt x="7859063" y="511889"/>
                  </a:lnTo>
                  <a:lnTo>
                    <a:pt x="7864536" y="511889"/>
                  </a:lnTo>
                  <a:lnTo>
                    <a:pt x="7870009" y="511889"/>
                  </a:lnTo>
                  <a:lnTo>
                    <a:pt x="7875482" y="511889"/>
                  </a:lnTo>
                  <a:lnTo>
                    <a:pt x="7880955" y="511889"/>
                  </a:lnTo>
                  <a:lnTo>
                    <a:pt x="7886427" y="511889"/>
                  </a:lnTo>
                  <a:lnTo>
                    <a:pt x="7891900" y="511889"/>
                  </a:lnTo>
                  <a:lnTo>
                    <a:pt x="7897373" y="511889"/>
                  </a:lnTo>
                  <a:lnTo>
                    <a:pt x="7902846" y="511889"/>
                  </a:lnTo>
                  <a:lnTo>
                    <a:pt x="7908319" y="511889"/>
                  </a:lnTo>
                  <a:lnTo>
                    <a:pt x="7913792" y="511889"/>
                  </a:lnTo>
                  <a:lnTo>
                    <a:pt x="7919265" y="511889"/>
                  </a:lnTo>
                  <a:lnTo>
                    <a:pt x="7924738" y="511889"/>
                  </a:lnTo>
                  <a:lnTo>
                    <a:pt x="7930210" y="511889"/>
                  </a:lnTo>
                  <a:lnTo>
                    <a:pt x="7941156" y="511889"/>
                  </a:lnTo>
                  <a:lnTo>
                    <a:pt x="7946629" y="511889"/>
                  </a:lnTo>
                  <a:lnTo>
                    <a:pt x="7952102" y="511889"/>
                  </a:lnTo>
                  <a:lnTo>
                    <a:pt x="7957575" y="511889"/>
                  </a:lnTo>
                  <a:lnTo>
                    <a:pt x="7968521" y="511889"/>
                  </a:lnTo>
                  <a:lnTo>
                    <a:pt x="7973994" y="511889"/>
                  </a:lnTo>
                  <a:lnTo>
                    <a:pt x="7979466" y="511889"/>
                  </a:lnTo>
                  <a:lnTo>
                    <a:pt x="7984939" y="511889"/>
                  </a:lnTo>
                  <a:lnTo>
                    <a:pt x="7990412" y="511889"/>
                  </a:lnTo>
                  <a:lnTo>
                    <a:pt x="7995885" y="511889"/>
                  </a:lnTo>
                  <a:lnTo>
                    <a:pt x="8006831" y="511889"/>
                  </a:lnTo>
                  <a:lnTo>
                    <a:pt x="8012304" y="511889"/>
                  </a:lnTo>
                  <a:lnTo>
                    <a:pt x="8017777" y="511889"/>
                  </a:lnTo>
                  <a:lnTo>
                    <a:pt x="8023250" y="511889"/>
                  </a:lnTo>
                  <a:lnTo>
                    <a:pt x="8028722" y="511889"/>
                  </a:lnTo>
                  <a:lnTo>
                    <a:pt x="8034195" y="511889"/>
                  </a:lnTo>
                  <a:lnTo>
                    <a:pt x="8039668" y="511889"/>
                  </a:lnTo>
                  <a:lnTo>
                    <a:pt x="8045141" y="511889"/>
                  </a:lnTo>
                  <a:lnTo>
                    <a:pt x="8050614" y="511889"/>
                  </a:lnTo>
                  <a:lnTo>
                    <a:pt x="8056087" y="511889"/>
                  </a:lnTo>
                  <a:lnTo>
                    <a:pt x="8061560" y="511889"/>
                  </a:lnTo>
                  <a:lnTo>
                    <a:pt x="8067033" y="511889"/>
                  </a:lnTo>
                  <a:lnTo>
                    <a:pt x="8072506" y="511889"/>
                  </a:lnTo>
                  <a:lnTo>
                    <a:pt x="8088924" y="511889"/>
                  </a:lnTo>
                  <a:lnTo>
                    <a:pt x="8094397" y="511889"/>
                  </a:lnTo>
                  <a:lnTo>
                    <a:pt x="8105343" y="511889"/>
                  </a:lnTo>
                  <a:lnTo>
                    <a:pt x="8110816" y="511889"/>
                  </a:lnTo>
                  <a:lnTo>
                    <a:pt x="8116289" y="511889"/>
                  </a:lnTo>
                  <a:lnTo>
                    <a:pt x="8121761" y="511889"/>
                  </a:lnTo>
                  <a:lnTo>
                    <a:pt x="8127234" y="511889"/>
                  </a:lnTo>
                  <a:lnTo>
                    <a:pt x="8132707" y="511889"/>
                  </a:lnTo>
                  <a:lnTo>
                    <a:pt x="8138180" y="511889"/>
                  </a:lnTo>
                  <a:lnTo>
                    <a:pt x="8143653" y="511889"/>
                  </a:lnTo>
                  <a:lnTo>
                    <a:pt x="8149126" y="511889"/>
                  </a:lnTo>
                  <a:lnTo>
                    <a:pt x="8154599" y="511889"/>
                  </a:lnTo>
                  <a:lnTo>
                    <a:pt x="8160072" y="511889"/>
                  </a:lnTo>
                  <a:lnTo>
                    <a:pt x="8160072" y="469934"/>
                  </a:lnTo>
                  <a:lnTo>
                    <a:pt x="8165545" y="469934"/>
                  </a:lnTo>
                  <a:lnTo>
                    <a:pt x="8171017" y="469934"/>
                  </a:lnTo>
                  <a:lnTo>
                    <a:pt x="8176490" y="469934"/>
                  </a:lnTo>
                  <a:lnTo>
                    <a:pt x="8181963" y="469934"/>
                  </a:lnTo>
                  <a:lnTo>
                    <a:pt x="8187436" y="469934"/>
                  </a:lnTo>
                  <a:lnTo>
                    <a:pt x="8192909" y="469934"/>
                  </a:lnTo>
                  <a:lnTo>
                    <a:pt x="8198382" y="469934"/>
                  </a:lnTo>
                  <a:lnTo>
                    <a:pt x="8203855" y="469934"/>
                  </a:lnTo>
                  <a:lnTo>
                    <a:pt x="8209328" y="469934"/>
                  </a:lnTo>
                  <a:lnTo>
                    <a:pt x="8214801" y="469934"/>
                  </a:lnTo>
                  <a:lnTo>
                    <a:pt x="8220273" y="469934"/>
                  </a:lnTo>
                  <a:lnTo>
                    <a:pt x="8225746" y="469934"/>
                  </a:lnTo>
                  <a:lnTo>
                    <a:pt x="8231219" y="469934"/>
                  </a:lnTo>
                  <a:lnTo>
                    <a:pt x="8231219" y="427866"/>
                  </a:lnTo>
                  <a:lnTo>
                    <a:pt x="8242165" y="427866"/>
                  </a:lnTo>
                  <a:lnTo>
                    <a:pt x="8247638" y="427866"/>
                  </a:lnTo>
                  <a:lnTo>
                    <a:pt x="8253111" y="427866"/>
                  </a:lnTo>
                  <a:lnTo>
                    <a:pt x="8258584" y="427866"/>
                  </a:lnTo>
                  <a:lnTo>
                    <a:pt x="8264056" y="427866"/>
                  </a:lnTo>
                  <a:lnTo>
                    <a:pt x="8269529" y="427866"/>
                  </a:lnTo>
                  <a:lnTo>
                    <a:pt x="8275002" y="427866"/>
                  </a:lnTo>
                  <a:lnTo>
                    <a:pt x="8280475" y="427866"/>
                  </a:lnTo>
                  <a:lnTo>
                    <a:pt x="8285948" y="427866"/>
                  </a:lnTo>
                  <a:lnTo>
                    <a:pt x="8291421" y="427866"/>
                  </a:lnTo>
                  <a:lnTo>
                    <a:pt x="8296894" y="427866"/>
                  </a:lnTo>
                  <a:lnTo>
                    <a:pt x="8302367" y="427866"/>
                  </a:lnTo>
                  <a:lnTo>
                    <a:pt x="8307840" y="427866"/>
                  </a:lnTo>
                  <a:lnTo>
                    <a:pt x="8313312" y="427866"/>
                  </a:lnTo>
                  <a:lnTo>
                    <a:pt x="8318785" y="427866"/>
                  </a:lnTo>
                  <a:lnTo>
                    <a:pt x="8324258" y="427866"/>
                  </a:lnTo>
                  <a:lnTo>
                    <a:pt x="8335204" y="427866"/>
                  </a:lnTo>
                  <a:lnTo>
                    <a:pt x="8340677" y="427866"/>
                  </a:lnTo>
                  <a:lnTo>
                    <a:pt x="8346150" y="427866"/>
                  </a:lnTo>
                  <a:lnTo>
                    <a:pt x="8351623" y="427866"/>
                  </a:lnTo>
                  <a:lnTo>
                    <a:pt x="8357096" y="427866"/>
                  </a:lnTo>
                  <a:lnTo>
                    <a:pt x="8362568" y="427866"/>
                  </a:lnTo>
                  <a:lnTo>
                    <a:pt x="8368041" y="427866"/>
                  </a:lnTo>
                  <a:lnTo>
                    <a:pt x="8373514" y="427866"/>
                  </a:lnTo>
                  <a:lnTo>
                    <a:pt x="8378987" y="427866"/>
                  </a:lnTo>
                  <a:lnTo>
                    <a:pt x="8384460" y="427866"/>
                  </a:lnTo>
                  <a:lnTo>
                    <a:pt x="8389933" y="427866"/>
                  </a:lnTo>
                  <a:lnTo>
                    <a:pt x="8395406" y="427866"/>
                  </a:lnTo>
                  <a:lnTo>
                    <a:pt x="8400879" y="427866"/>
                  </a:lnTo>
                  <a:lnTo>
                    <a:pt x="8406352" y="427866"/>
                  </a:lnTo>
                  <a:lnTo>
                    <a:pt x="8417297" y="427866"/>
                  </a:lnTo>
                  <a:lnTo>
                    <a:pt x="8422770" y="427866"/>
                  </a:lnTo>
                  <a:lnTo>
                    <a:pt x="8428243" y="427866"/>
                  </a:lnTo>
                  <a:lnTo>
                    <a:pt x="8433716" y="427866"/>
                  </a:lnTo>
                  <a:lnTo>
                    <a:pt x="8439189" y="427866"/>
                  </a:lnTo>
                  <a:lnTo>
                    <a:pt x="8444662" y="427866"/>
                  </a:lnTo>
                  <a:lnTo>
                    <a:pt x="8450135" y="427866"/>
                  </a:lnTo>
                  <a:lnTo>
                    <a:pt x="8461080" y="427866"/>
                  </a:lnTo>
                  <a:lnTo>
                    <a:pt x="8466553" y="427866"/>
                  </a:lnTo>
                  <a:lnTo>
                    <a:pt x="8472026" y="427866"/>
                  </a:lnTo>
                  <a:lnTo>
                    <a:pt x="8477499" y="427866"/>
                  </a:lnTo>
                  <a:lnTo>
                    <a:pt x="8482972" y="427866"/>
                  </a:lnTo>
                  <a:lnTo>
                    <a:pt x="8488445" y="427866"/>
                  </a:lnTo>
                  <a:lnTo>
                    <a:pt x="8493918" y="427866"/>
                  </a:lnTo>
                  <a:lnTo>
                    <a:pt x="8499391" y="427866"/>
                  </a:lnTo>
                  <a:lnTo>
                    <a:pt x="8499391" y="383321"/>
                  </a:lnTo>
                  <a:lnTo>
                    <a:pt x="8504863" y="383321"/>
                  </a:lnTo>
                  <a:lnTo>
                    <a:pt x="8510336" y="383321"/>
                  </a:lnTo>
                  <a:lnTo>
                    <a:pt x="8515809" y="383321"/>
                  </a:lnTo>
                  <a:lnTo>
                    <a:pt x="8521282" y="383321"/>
                  </a:lnTo>
                  <a:lnTo>
                    <a:pt x="8526755" y="383321"/>
                  </a:lnTo>
                  <a:lnTo>
                    <a:pt x="8532228" y="383321"/>
                  </a:lnTo>
                  <a:lnTo>
                    <a:pt x="8537701" y="383321"/>
                  </a:lnTo>
                  <a:lnTo>
                    <a:pt x="8537701" y="338453"/>
                  </a:lnTo>
                  <a:lnTo>
                    <a:pt x="8548647" y="338453"/>
                  </a:lnTo>
                  <a:lnTo>
                    <a:pt x="8554119" y="338453"/>
                  </a:lnTo>
                  <a:lnTo>
                    <a:pt x="8559592" y="338453"/>
                  </a:lnTo>
                  <a:lnTo>
                    <a:pt x="8565065" y="338453"/>
                  </a:lnTo>
                  <a:lnTo>
                    <a:pt x="8576011" y="338453"/>
                  </a:lnTo>
                  <a:lnTo>
                    <a:pt x="8581484" y="338453"/>
                  </a:lnTo>
                  <a:lnTo>
                    <a:pt x="8581484" y="248521"/>
                  </a:lnTo>
                  <a:lnTo>
                    <a:pt x="8586957" y="248521"/>
                  </a:lnTo>
                  <a:lnTo>
                    <a:pt x="8592430" y="248521"/>
                  </a:lnTo>
                  <a:lnTo>
                    <a:pt x="8592430" y="203651"/>
                  </a:lnTo>
                  <a:lnTo>
                    <a:pt x="8603375" y="203651"/>
                  </a:lnTo>
                  <a:lnTo>
                    <a:pt x="8608848" y="203651"/>
                  </a:lnTo>
                  <a:lnTo>
                    <a:pt x="8614321" y="203651"/>
                  </a:lnTo>
                  <a:lnTo>
                    <a:pt x="8619794" y="203651"/>
                  </a:lnTo>
                  <a:lnTo>
                    <a:pt x="8625267" y="203651"/>
                  </a:lnTo>
                  <a:lnTo>
                    <a:pt x="8630740" y="203651"/>
                  </a:lnTo>
                  <a:lnTo>
                    <a:pt x="8641686" y="203651"/>
                  </a:lnTo>
                  <a:lnTo>
                    <a:pt x="8647158" y="203651"/>
                  </a:lnTo>
                  <a:lnTo>
                    <a:pt x="8658104" y="203651"/>
                  </a:lnTo>
                  <a:lnTo>
                    <a:pt x="8663577" y="203651"/>
                  </a:lnTo>
                  <a:lnTo>
                    <a:pt x="8669050" y="203651"/>
                  </a:lnTo>
                  <a:lnTo>
                    <a:pt x="8674523" y="203651"/>
                  </a:lnTo>
                  <a:lnTo>
                    <a:pt x="8679996" y="203651"/>
                  </a:lnTo>
                  <a:lnTo>
                    <a:pt x="8685469" y="203651"/>
                  </a:lnTo>
                  <a:lnTo>
                    <a:pt x="8690942" y="203651"/>
                  </a:lnTo>
                  <a:lnTo>
                    <a:pt x="8701887" y="203651"/>
                  </a:lnTo>
                  <a:lnTo>
                    <a:pt x="8707360" y="203651"/>
                  </a:lnTo>
                  <a:lnTo>
                    <a:pt x="8712833" y="203651"/>
                  </a:lnTo>
                  <a:lnTo>
                    <a:pt x="8718306" y="203651"/>
                  </a:lnTo>
                  <a:lnTo>
                    <a:pt x="8723779" y="203651"/>
                  </a:lnTo>
                  <a:lnTo>
                    <a:pt x="8729252" y="203651"/>
                  </a:lnTo>
                  <a:lnTo>
                    <a:pt x="8734725" y="203651"/>
                  </a:lnTo>
                  <a:lnTo>
                    <a:pt x="8740198" y="203651"/>
                  </a:lnTo>
                  <a:lnTo>
                    <a:pt x="8745670" y="203651"/>
                  </a:lnTo>
                  <a:lnTo>
                    <a:pt x="8751143" y="203651"/>
                  </a:lnTo>
                  <a:lnTo>
                    <a:pt x="8751143" y="156508"/>
                  </a:lnTo>
                  <a:lnTo>
                    <a:pt x="8756616" y="156508"/>
                  </a:lnTo>
                  <a:lnTo>
                    <a:pt x="8756616" y="109438"/>
                  </a:lnTo>
                  <a:lnTo>
                    <a:pt x="8762089" y="109438"/>
                  </a:lnTo>
                  <a:lnTo>
                    <a:pt x="8767562" y="109438"/>
                  </a:lnTo>
                  <a:lnTo>
                    <a:pt x="8773035" y="109438"/>
                  </a:lnTo>
                  <a:lnTo>
                    <a:pt x="8783981" y="109438"/>
                  </a:lnTo>
                  <a:lnTo>
                    <a:pt x="8789453" y="109438"/>
                  </a:lnTo>
                  <a:lnTo>
                    <a:pt x="8800399" y="109438"/>
                  </a:lnTo>
                  <a:lnTo>
                    <a:pt x="8805872" y="109438"/>
                  </a:lnTo>
                  <a:lnTo>
                    <a:pt x="8811345" y="109438"/>
                  </a:lnTo>
                  <a:lnTo>
                    <a:pt x="8816818" y="109438"/>
                  </a:lnTo>
                  <a:lnTo>
                    <a:pt x="8822291" y="109438"/>
                  </a:lnTo>
                  <a:lnTo>
                    <a:pt x="8827764" y="109438"/>
                  </a:lnTo>
                  <a:lnTo>
                    <a:pt x="8838709" y="109438"/>
                  </a:lnTo>
                  <a:lnTo>
                    <a:pt x="8844182" y="109438"/>
                  </a:lnTo>
                  <a:lnTo>
                    <a:pt x="8849655" y="109438"/>
                  </a:lnTo>
                  <a:lnTo>
                    <a:pt x="8860601" y="109438"/>
                  </a:lnTo>
                  <a:lnTo>
                    <a:pt x="8866074" y="109438"/>
                  </a:lnTo>
                  <a:lnTo>
                    <a:pt x="8871547" y="109438"/>
                  </a:lnTo>
                  <a:lnTo>
                    <a:pt x="8877020" y="109438"/>
                  </a:lnTo>
                  <a:lnTo>
                    <a:pt x="8882493" y="109438"/>
                  </a:lnTo>
                  <a:lnTo>
                    <a:pt x="8893438" y="109438"/>
                  </a:lnTo>
                  <a:lnTo>
                    <a:pt x="8898911" y="109438"/>
                  </a:lnTo>
                  <a:lnTo>
                    <a:pt x="8904384" y="109438"/>
                  </a:lnTo>
                  <a:lnTo>
                    <a:pt x="8915330" y="109438"/>
                  </a:lnTo>
                  <a:lnTo>
                    <a:pt x="8920803" y="109438"/>
                  </a:lnTo>
                  <a:lnTo>
                    <a:pt x="8931749" y="109438"/>
                  </a:lnTo>
                  <a:lnTo>
                    <a:pt x="8937221" y="109438"/>
                  </a:lnTo>
                  <a:lnTo>
                    <a:pt x="8942694" y="109438"/>
                  </a:lnTo>
                  <a:lnTo>
                    <a:pt x="8948167" y="109438"/>
                  </a:lnTo>
                  <a:lnTo>
                    <a:pt x="8959113" y="109438"/>
                  </a:lnTo>
                  <a:lnTo>
                    <a:pt x="8964586" y="109438"/>
                  </a:lnTo>
                  <a:lnTo>
                    <a:pt x="8970059" y="109438"/>
                  </a:lnTo>
                  <a:lnTo>
                    <a:pt x="8975532" y="109438"/>
                  </a:lnTo>
                  <a:lnTo>
                    <a:pt x="8981004" y="109438"/>
                  </a:lnTo>
                  <a:lnTo>
                    <a:pt x="8986477" y="109438"/>
                  </a:lnTo>
                  <a:lnTo>
                    <a:pt x="8991950" y="109438"/>
                  </a:lnTo>
                  <a:lnTo>
                    <a:pt x="8997423" y="109438"/>
                  </a:lnTo>
                  <a:lnTo>
                    <a:pt x="9008369" y="109438"/>
                  </a:lnTo>
                  <a:lnTo>
                    <a:pt x="9013842" y="109438"/>
                  </a:lnTo>
                  <a:lnTo>
                    <a:pt x="9019315" y="109438"/>
                  </a:lnTo>
                  <a:lnTo>
                    <a:pt x="9024788" y="109438"/>
                  </a:lnTo>
                  <a:lnTo>
                    <a:pt x="9030260" y="109438"/>
                  </a:lnTo>
                  <a:lnTo>
                    <a:pt x="9035733" y="109438"/>
                  </a:lnTo>
                  <a:lnTo>
                    <a:pt x="9041206" y="109438"/>
                  </a:lnTo>
                  <a:lnTo>
                    <a:pt x="9052152" y="109438"/>
                  </a:lnTo>
                  <a:lnTo>
                    <a:pt x="9057625" y="109438"/>
                  </a:lnTo>
                  <a:lnTo>
                    <a:pt x="9063098" y="109438"/>
                  </a:lnTo>
                  <a:lnTo>
                    <a:pt x="9068571" y="109438"/>
                  </a:lnTo>
                  <a:lnTo>
                    <a:pt x="9074044" y="109438"/>
                  </a:lnTo>
                  <a:lnTo>
                    <a:pt x="9079516" y="109438"/>
                  </a:lnTo>
                  <a:lnTo>
                    <a:pt x="9090462" y="109438"/>
                  </a:lnTo>
                  <a:lnTo>
                    <a:pt x="9095935" y="109438"/>
                  </a:lnTo>
                  <a:lnTo>
                    <a:pt x="9101408" y="109438"/>
                  </a:lnTo>
                  <a:lnTo>
                    <a:pt x="9106881" y="109438"/>
                  </a:lnTo>
                  <a:lnTo>
                    <a:pt x="9112354" y="109438"/>
                  </a:lnTo>
                  <a:lnTo>
                    <a:pt x="9117827" y="109438"/>
                  </a:lnTo>
                  <a:lnTo>
                    <a:pt x="9123300" y="109438"/>
                  </a:lnTo>
                  <a:lnTo>
                    <a:pt x="9128772" y="109438"/>
                  </a:lnTo>
                  <a:lnTo>
                    <a:pt x="9134245" y="109438"/>
                  </a:lnTo>
                  <a:lnTo>
                    <a:pt x="9139718" y="109438"/>
                  </a:lnTo>
                  <a:lnTo>
                    <a:pt x="9150664" y="109438"/>
                  </a:lnTo>
                  <a:lnTo>
                    <a:pt x="9156137" y="109438"/>
                  </a:lnTo>
                  <a:lnTo>
                    <a:pt x="9167083" y="109438"/>
                  </a:lnTo>
                  <a:lnTo>
                    <a:pt x="9172555" y="109438"/>
                  </a:lnTo>
                  <a:lnTo>
                    <a:pt x="9178028" y="109438"/>
                  </a:lnTo>
                  <a:lnTo>
                    <a:pt x="9183501" y="109438"/>
                  </a:lnTo>
                  <a:lnTo>
                    <a:pt x="9188974" y="109438"/>
                  </a:lnTo>
                  <a:lnTo>
                    <a:pt x="9194447" y="109438"/>
                  </a:lnTo>
                  <a:lnTo>
                    <a:pt x="9199920" y="109438"/>
                  </a:lnTo>
                  <a:lnTo>
                    <a:pt x="9205393" y="109438"/>
                  </a:lnTo>
                  <a:lnTo>
                    <a:pt x="9210866" y="109438"/>
                  </a:lnTo>
                  <a:lnTo>
                    <a:pt x="9221811" y="109438"/>
                  </a:lnTo>
                  <a:lnTo>
                    <a:pt x="9227284" y="109438"/>
                  </a:lnTo>
                  <a:lnTo>
                    <a:pt x="9232757" y="109438"/>
                  </a:lnTo>
                  <a:lnTo>
                    <a:pt x="9238230" y="109438"/>
                  </a:lnTo>
                  <a:lnTo>
                    <a:pt x="9243703" y="109438"/>
                  </a:lnTo>
                  <a:lnTo>
                    <a:pt x="9249176" y="109438"/>
                  </a:lnTo>
                  <a:lnTo>
                    <a:pt x="9254649" y="109438"/>
                  </a:lnTo>
                  <a:lnTo>
                    <a:pt x="9260122" y="109438"/>
                  </a:lnTo>
                  <a:lnTo>
                    <a:pt x="9271067" y="109438"/>
                  </a:lnTo>
                  <a:lnTo>
                    <a:pt x="9276540" y="109438"/>
                  </a:lnTo>
                  <a:lnTo>
                    <a:pt x="9282013" y="109438"/>
                  </a:lnTo>
                  <a:lnTo>
                    <a:pt x="9287486" y="109438"/>
                  </a:lnTo>
                  <a:lnTo>
                    <a:pt x="9298432" y="109438"/>
                  </a:lnTo>
                  <a:lnTo>
                    <a:pt x="9309378" y="109438"/>
                  </a:lnTo>
                  <a:lnTo>
                    <a:pt x="9314850" y="109438"/>
                  </a:lnTo>
                  <a:lnTo>
                    <a:pt x="9320323" y="109438"/>
                  </a:lnTo>
                  <a:lnTo>
                    <a:pt x="9325796" y="109438"/>
                  </a:lnTo>
                  <a:lnTo>
                    <a:pt x="9331269" y="109438"/>
                  </a:lnTo>
                  <a:lnTo>
                    <a:pt x="9336742" y="109438"/>
                  </a:lnTo>
                  <a:lnTo>
                    <a:pt x="9342215" y="109438"/>
                  </a:lnTo>
                  <a:lnTo>
                    <a:pt x="9353161" y="109438"/>
                  </a:lnTo>
                  <a:lnTo>
                    <a:pt x="9358634" y="109438"/>
                  </a:lnTo>
                  <a:lnTo>
                    <a:pt x="9364106" y="109438"/>
                  </a:lnTo>
                  <a:lnTo>
                    <a:pt x="9369579" y="109438"/>
                  </a:lnTo>
                  <a:lnTo>
                    <a:pt x="9375052" y="109438"/>
                  </a:lnTo>
                  <a:lnTo>
                    <a:pt x="9396944" y="109438"/>
                  </a:lnTo>
                  <a:lnTo>
                    <a:pt x="9402417" y="109438"/>
                  </a:lnTo>
                  <a:lnTo>
                    <a:pt x="9413362" y="109438"/>
                  </a:lnTo>
                  <a:lnTo>
                    <a:pt x="9418835" y="109438"/>
                  </a:lnTo>
                  <a:lnTo>
                    <a:pt x="9424308" y="109438"/>
                  </a:lnTo>
                  <a:lnTo>
                    <a:pt x="9429781" y="109438"/>
                  </a:lnTo>
                  <a:lnTo>
                    <a:pt x="9435254" y="109438"/>
                  </a:lnTo>
                  <a:lnTo>
                    <a:pt x="9440727" y="109438"/>
                  </a:lnTo>
                  <a:lnTo>
                    <a:pt x="9446200" y="109438"/>
                  </a:lnTo>
                  <a:lnTo>
                    <a:pt x="9446200" y="56134"/>
                  </a:lnTo>
                  <a:lnTo>
                    <a:pt x="9451673" y="56134"/>
                  </a:lnTo>
                  <a:lnTo>
                    <a:pt x="9457146" y="56134"/>
                  </a:lnTo>
                  <a:lnTo>
                    <a:pt x="9462618" y="56134"/>
                  </a:lnTo>
                  <a:lnTo>
                    <a:pt x="9468091" y="56134"/>
                  </a:lnTo>
                  <a:lnTo>
                    <a:pt x="9473564" y="56134"/>
                  </a:lnTo>
                  <a:lnTo>
                    <a:pt x="9479037" y="56134"/>
                  </a:lnTo>
                  <a:lnTo>
                    <a:pt x="9484510" y="56134"/>
                  </a:lnTo>
                  <a:lnTo>
                    <a:pt x="9489983" y="56134"/>
                  </a:lnTo>
                  <a:lnTo>
                    <a:pt x="9495456" y="56134"/>
                  </a:lnTo>
                  <a:lnTo>
                    <a:pt x="9500929" y="56134"/>
                  </a:lnTo>
                  <a:lnTo>
                    <a:pt x="9506401" y="56134"/>
                  </a:lnTo>
                  <a:lnTo>
                    <a:pt x="9511874" y="56134"/>
                  </a:lnTo>
                  <a:lnTo>
                    <a:pt x="9517347" y="56134"/>
                  </a:lnTo>
                  <a:lnTo>
                    <a:pt x="9528293" y="56134"/>
                  </a:lnTo>
                  <a:lnTo>
                    <a:pt x="9544712" y="56134"/>
                  </a:lnTo>
                  <a:lnTo>
                    <a:pt x="9550185" y="56134"/>
                  </a:lnTo>
                  <a:lnTo>
                    <a:pt x="9555657" y="56134"/>
                  </a:lnTo>
                  <a:lnTo>
                    <a:pt x="9561130" y="56134"/>
                  </a:lnTo>
                  <a:lnTo>
                    <a:pt x="9566603" y="56134"/>
                  </a:lnTo>
                  <a:lnTo>
                    <a:pt x="9572076" y="56134"/>
                  </a:lnTo>
                  <a:lnTo>
                    <a:pt x="9577549" y="56134"/>
                  </a:lnTo>
                  <a:lnTo>
                    <a:pt x="9583022" y="56134"/>
                  </a:lnTo>
                  <a:lnTo>
                    <a:pt x="9588495" y="56134"/>
                  </a:lnTo>
                  <a:lnTo>
                    <a:pt x="9599441" y="56134"/>
                  </a:lnTo>
                  <a:lnTo>
                    <a:pt x="9615859" y="56134"/>
                  </a:lnTo>
                  <a:lnTo>
                    <a:pt x="9621332" y="56134"/>
                  </a:lnTo>
                  <a:lnTo>
                    <a:pt x="9626805" y="56134"/>
                  </a:lnTo>
                  <a:lnTo>
                    <a:pt x="9643224" y="56134"/>
                  </a:lnTo>
                  <a:lnTo>
                    <a:pt x="9648697" y="56134"/>
                  </a:lnTo>
                  <a:lnTo>
                    <a:pt x="9654169" y="56134"/>
                  </a:lnTo>
                  <a:lnTo>
                    <a:pt x="9659642" y="56134"/>
                  </a:lnTo>
                  <a:lnTo>
                    <a:pt x="9665115" y="56134"/>
                  </a:lnTo>
                  <a:lnTo>
                    <a:pt x="9676061" y="56134"/>
                  </a:lnTo>
                  <a:lnTo>
                    <a:pt x="9681534" y="56134"/>
                  </a:lnTo>
                  <a:lnTo>
                    <a:pt x="9687007" y="56134"/>
                  </a:lnTo>
                  <a:lnTo>
                    <a:pt x="9692480" y="56134"/>
                  </a:lnTo>
                  <a:lnTo>
                    <a:pt x="9697952" y="56134"/>
                  </a:lnTo>
                  <a:lnTo>
                    <a:pt x="9703425" y="56134"/>
                  </a:lnTo>
                  <a:lnTo>
                    <a:pt x="9708898" y="56134"/>
                  </a:lnTo>
                  <a:lnTo>
                    <a:pt x="9725317" y="56134"/>
                  </a:lnTo>
                  <a:lnTo>
                    <a:pt x="9730790" y="56134"/>
                  </a:lnTo>
                  <a:lnTo>
                    <a:pt x="9736263" y="56134"/>
                  </a:lnTo>
                  <a:lnTo>
                    <a:pt x="9741736" y="56134"/>
                  </a:lnTo>
                  <a:lnTo>
                    <a:pt x="9747208" y="56134"/>
                  </a:lnTo>
                  <a:lnTo>
                    <a:pt x="9752681" y="56134"/>
                  </a:lnTo>
                  <a:lnTo>
                    <a:pt x="9763627" y="56134"/>
                  </a:lnTo>
                  <a:lnTo>
                    <a:pt x="9769100" y="56134"/>
                  </a:lnTo>
                  <a:lnTo>
                    <a:pt x="9774573" y="56134"/>
                  </a:lnTo>
                  <a:lnTo>
                    <a:pt x="9780046" y="56134"/>
                  </a:lnTo>
                  <a:lnTo>
                    <a:pt x="9785519" y="56134"/>
                  </a:lnTo>
                  <a:lnTo>
                    <a:pt x="9785519" y="0"/>
                  </a:lnTo>
                  <a:lnTo>
                    <a:pt x="9790992" y="0"/>
                  </a:lnTo>
                  <a:lnTo>
                    <a:pt x="9796464" y="0"/>
                  </a:lnTo>
                  <a:lnTo>
                    <a:pt x="9801937" y="0"/>
                  </a:lnTo>
                  <a:lnTo>
                    <a:pt x="9807410" y="0"/>
                  </a:lnTo>
                  <a:lnTo>
                    <a:pt x="9818356" y="0"/>
                  </a:lnTo>
                  <a:lnTo>
                    <a:pt x="9823829" y="0"/>
                  </a:lnTo>
                  <a:lnTo>
                    <a:pt x="9840247" y="0"/>
                  </a:lnTo>
                  <a:lnTo>
                    <a:pt x="9845720" y="0"/>
                  </a:lnTo>
                  <a:lnTo>
                    <a:pt x="9851193" y="0"/>
                  </a:lnTo>
                  <a:lnTo>
                    <a:pt x="9862139" y="0"/>
                  </a:lnTo>
                  <a:lnTo>
                    <a:pt x="9867612" y="0"/>
                  </a:lnTo>
                  <a:lnTo>
                    <a:pt x="9873085" y="0"/>
                  </a:lnTo>
                  <a:lnTo>
                    <a:pt x="9884031" y="0"/>
                  </a:lnTo>
                  <a:lnTo>
                    <a:pt x="9889503" y="0"/>
                  </a:lnTo>
                  <a:lnTo>
                    <a:pt x="9894976" y="0"/>
                  </a:lnTo>
                  <a:lnTo>
                    <a:pt x="9900449" y="0"/>
                  </a:lnTo>
                  <a:lnTo>
                    <a:pt x="9911395" y="0"/>
                  </a:lnTo>
                  <a:lnTo>
                    <a:pt x="9922341" y="0"/>
                  </a:lnTo>
                  <a:lnTo>
                    <a:pt x="9922341" y="1213264"/>
                  </a:lnTo>
                  <a:lnTo>
                    <a:pt x="9911395" y="1213264"/>
                  </a:lnTo>
                  <a:lnTo>
                    <a:pt x="9900449" y="1213264"/>
                  </a:lnTo>
                  <a:lnTo>
                    <a:pt x="9894976" y="1213264"/>
                  </a:lnTo>
                  <a:lnTo>
                    <a:pt x="9889503" y="1213264"/>
                  </a:lnTo>
                  <a:lnTo>
                    <a:pt x="9884031" y="1213264"/>
                  </a:lnTo>
                  <a:lnTo>
                    <a:pt x="9873085" y="1213264"/>
                  </a:lnTo>
                  <a:lnTo>
                    <a:pt x="9867612" y="1213264"/>
                  </a:lnTo>
                  <a:lnTo>
                    <a:pt x="9862139" y="1213264"/>
                  </a:lnTo>
                  <a:lnTo>
                    <a:pt x="9851193" y="1213264"/>
                  </a:lnTo>
                  <a:lnTo>
                    <a:pt x="9845720" y="1213264"/>
                  </a:lnTo>
                  <a:lnTo>
                    <a:pt x="9840247" y="1213264"/>
                  </a:lnTo>
                  <a:lnTo>
                    <a:pt x="9823829" y="1213264"/>
                  </a:lnTo>
                  <a:lnTo>
                    <a:pt x="9818356" y="1213264"/>
                  </a:lnTo>
                  <a:lnTo>
                    <a:pt x="9807410" y="1213264"/>
                  </a:lnTo>
                  <a:lnTo>
                    <a:pt x="9801937" y="1213264"/>
                  </a:lnTo>
                  <a:lnTo>
                    <a:pt x="9796464" y="1213264"/>
                  </a:lnTo>
                  <a:lnTo>
                    <a:pt x="9790992" y="1213264"/>
                  </a:lnTo>
                  <a:lnTo>
                    <a:pt x="9785519" y="1213264"/>
                  </a:lnTo>
                  <a:lnTo>
                    <a:pt x="9785519" y="1256218"/>
                  </a:lnTo>
                  <a:lnTo>
                    <a:pt x="9780046" y="1256218"/>
                  </a:lnTo>
                  <a:lnTo>
                    <a:pt x="9774573" y="1256218"/>
                  </a:lnTo>
                  <a:lnTo>
                    <a:pt x="9769100" y="1256218"/>
                  </a:lnTo>
                  <a:lnTo>
                    <a:pt x="9763627" y="1256218"/>
                  </a:lnTo>
                  <a:lnTo>
                    <a:pt x="9752681" y="1256218"/>
                  </a:lnTo>
                  <a:lnTo>
                    <a:pt x="9747208" y="1256218"/>
                  </a:lnTo>
                  <a:lnTo>
                    <a:pt x="9741736" y="1256218"/>
                  </a:lnTo>
                  <a:lnTo>
                    <a:pt x="9736263" y="1256218"/>
                  </a:lnTo>
                  <a:lnTo>
                    <a:pt x="9730790" y="1256218"/>
                  </a:lnTo>
                  <a:lnTo>
                    <a:pt x="9725317" y="1256218"/>
                  </a:lnTo>
                  <a:lnTo>
                    <a:pt x="9708898" y="1256218"/>
                  </a:lnTo>
                  <a:lnTo>
                    <a:pt x="9703425" y="1256218"/>
                  </a:lnTo>
                  <a:lnTo>
                    <a:pt x="9697952" y="1256218"/>
                  </a:lnTo>
                  <a:lnTo>
                    <a:pt x="9692480" y="1256218"/>
                  </a:lnTo>
                  <a:lnTo>
                    <a:pt x="9687007" y="1256218"/>
                  </a:lnTo>
                  <a:lnTo>
                    <a:pt x="9681534" y="1256218"/>
                  </a:lnTo>
                  <a:lnTo>
                    <a:pt x="9676061" y="1256218"/>
                  </a:lnTo>
                  <a:lnTo>
                    <a:pt x="9665115" y="1256218"/>
                  </a:lnTo>
                  <a:lnTo>
                    <a:pt x="9659642" y="1256218"/>
                  </a:lnTo>
                  <a:lnTo>
                    <a:pt x="9654169" y="1256218"/>
                  </a:lnTo>
                  <a:lnTo>
                    <a:pt x="9648697" y="1256218"/>
                  </a:lnTo>
                  <a:lnTo>
                    <a:pt x="9643224" y="1256218"/>
                  </a:lnTo>
                  <a:lnTo>
                    <a:pt x="9626805" y="1256218"/>
                  </a:lnTo>
                  <a:lnTo>
                    <a:pt x="9621332" y="1256218"/>
                  </a:lnTo>
                  <a:lnTo>
                    <a:pt x="9615859" y="1256218"/>
                  </a:lnTo>
                  <a:lnTo>
                    <a:pt x="9599441" y="1256218"/>
                  </a:lnTo>
                  <a:lnTo>
                    <a:pt x="9588495" y="1256218"/>
                  </a:lnTo>
                  <a:lnTo>
                    <a:pt x="9583022" y="1256218"/>
                  </a:lnTo>
                  <a:lnTo>
                    <a:pt x="9577549" y="1256218"/>
                  </a:lnTo>
                  <a:lnTo>
                    <a:pt x="9572076" y="1256218"/>
                  </a:lnTo>
                  <a:lnTo>
                    <a:pt x="9566603" y="1256218"/>
                  </a:lnTo>
                  <a:lnTo>
                    <a:pt x="9561130" y="1256218"/>
                  </a:lnTo>
                  <a:lnTo>
                    <a:pt x="9555657" y="1256218"/>
                  </a:lnTo>
                  <a:lnTo>
                    <a:pt x="9550185" y="1256218"/>
                  </a:lnTo>
                  <a:lnTo>
                    <a:pt x="9544712" y="1256218"/>
                  </a:lnTo>
                  <a:lnTo>
                    <a:pt x="9528293" y="1256218"/>
                  </a:lnTo>
                  <a:lnTo>
                    <a:pt x="9517347" y="1256218"/>
                  </a:lnTo>
                  <a:lnTo>
                    <a:pt x="9511874" y="1256218"/>
                  </a:lnTo>
                  <a:lnTo>
                    <a:pt x="9506401" y="1256218"/>
                  </a:lnTo>
                  <a:lnTo>
                    <a:pt x="9500929" y="1256218"/>
                  </a:lnTo>
                  <a:lnTo>
                    <a:pt x="9495456" y="1256218"/>
                  </a:lnTo>
                  <a:lnTo>
                    <a:pt x="9489983" y="1256218"/>
                  </a:lnTo>
                  <a:lnTo>
                    <a:pt x="9484510" y="1256218"/>
                  </a:lnTo>
                  <a:lnTo>
                    <a:pt x="9479037" y="1256218"/>
                  </a:lnTo>
                  <a:lnTo>
                    <a:pt x="9473564" y="1256218"/>
                  </a:lnTo>
                  <a:lnTo>
                    <a:pt x="9468091" y="1256218"/>
                  </a:lnTo>
                  <a:lnTo>
                    <a:pt x="9462618" y="1256218"/>
                  </a:lnTo>
                  <a:lnTo>
                    <a:pt x="9457146" y="1256218"/>
                  </a:lnTo>
                  <a:lnTo>
                    <a:pt x="9451673" y="1256218"/>
                  </a:lnTo>
                  <a:lnTo>
                    <a:pt x="9446200" y="1256218"/>
                  </a:lnTo>
                  <a:lnTo>
                    <a:pt x="9446200" y="1297419"/>
                  </a:lnTo>
                  <a:lnTo>
                    <a:pt x="9440727" y="1297419"/>
                  </a:lnTo>
                  <a:lnTo>
                    <a:pt x="9435254" y="1297419"/>
                  </a:lnTo>
                  <a:lnTo>
                    <a:pt x="9429781" y="1297419"/>
                  </a:lnTo>
                  <a:lnTo>
                    <a:pt x="9424308" y="1297419"/>
                  </a:lnTo>
                  <a:lnTo>
                    <a:pt x="9418835" y="1297419"/>
                  </a:lnTo>
                  <a:lnTo>
                    <a:pt x="9413362" y="1297419"/>
                  </a:lnTo>
                  <a:lnTo>
                    <a:pt x="9402417" y="1297419"/>
                  </a:lnTo>
                  <a:lnTo>
                    <a:pt x="9396944" y="1297419"/>
                  </a:lnTo>
                  <a:lnTo>
                    <a:pt x="9375052" y="1297419"/>
                  </a:lnTo>
                  <a:lnTo>
                    <a:pt x="9369579" y="1297419"/>
                  </a:lnTo>
                  <a:lnTo>
                    <a:pt x="9364106" y="1297419"/>
                  </a:lnTo>
                  <a:lnTo>
                    <a:pt x="9358634" y="1297419"/>
                  </a:lnTo>
                  <a:lnTo>
                    <a:pt x="9353161" y="1297419"/>
                  </a:lnTo>
                  <a:lnTo>
                    <a:pt x="9342215" y="1297419"/>
                  </a:lnTo>
                  <a:lnTo>
                    <a:pt x="9336742" y="1297419"/>
                  </a:lnTo>
                  <a:lnTo>
                    <a:pt x="9331269" y="1297419"/>
                  </a:lnTo>
                  <a:lnTo>
                    <a:pt x="9325796" y="1297419"/>
                  </a:lnTo>
                  <a:lnTo>
                    <a:pt x="9320323" y="1297419"/>
                  </a:lnTo>
                  <a:lnTo>
                    <a:pt x="9314850" y="1297419"/>
                  </a:lnTo>
                  <a:lnTo>
                    <a:pt x="9309378" y="1297419"/>
                  </a:lnTo>
                  <a:lnTo>
                    <a:pt x="9298432" y="1297419"/>
                  </a:lnTo>
                  <a:lnTo>
                    <a:pt x="9287486" y="1297419"/>
                  </a:lnTo>
                  <a:lnTo>
                    <a:pt x="9282013" y="1297419"/>
                  </a:lnTo>
                  <a:lnTo>
                    <a:pt x="9276540" y="1297419"/>
                  </a:lnTo>
                  <a:lnTo>
                    <a:pt x="9271067" y="1297419"/>
                  </a:lnTo>
                  <a:lnTo>
                    <a:pt x="9260122" y="1297419"/>
                  </a:lnTo>
                  <a:lnTo>
                    <a:pt x="9254649" y="1297419"/>
                  </a:lnTo>
                  <a:lnTo>
                    <a:pt x="9249176" y="1297419"/>
                  </a:lnTo>
                  <a:lnTo>
                    <a:pt x="9243703" y="1297419"/>
                  </a:lnTo>
                  <a:lnTo>
                    <a:pt x="9238230" y="1297419"/>
                  </a:lnTo>
                  <a:lnTo>
                    <a:pt x="9232757" y="1297419"/>
                  </a:lnTo>
                  <a:lnTo>
                    <a:pt x="9227284" y="1297419"/>
                  </a:lnTo>
                  <a:lnTo>
                    <a:pt x="9221811" y="1297419"/>
                  </a:lnTo>
                  <a:lnTo>
                    <a:pt x="9210866" y="1297419"/>
                  </a:lnTo>
                  <a:lnTo>
                    <a:pt x="9205393" y="1297419"/>
                  </a:lnTo>
                  <a:lnTo>
                    <a:pt x="9199920" y="1297419"/>
                  </a:lnTo>
                  <a:lnTo>
                    <a:pt x="9194447" y="1297419"/>
                  </a:lnTo>
                  <a:lnTo>
                    <a:pt x="9188974" y="1297419"/>
                  </a:lnTo>
                  <a:lnTo>
                    <a:pt x="9183501" y="1297419"/>
                  </a:lnTo>
                  <a:lnTo>
                    <a:pt x="9178028" y="1297419"/>
                  </a:lnTo>
                  <a:lnTo>
                    <a:pt x="9172555" y="1297419"/>
                  </a:lnTo>
                  <a:lnTo>
                    <a:pt x="9167083" y="1297419"/>
                  </a:lnTo>
                  <a:lnTo>
                    <a:pt x="9156137" y="1297419"/>
                  </a:lnTo>
                  <a:lnTo>
                    <a:pt x="9150664" y="1297419"/>
                  </a:lnTo>
                  <a:lnTo>
                    <a:pt x="9139718" y="1297419"/>
                  </a:lnTo>
                  <a:lnTo>
                    <a:pt x="9134245" y="1297419"/>
                  </a:lnTo>
                  <a:lnTo>
                    <a:pt x="9128772" y="1297419"/>
                  </a:lnTo>
                  <a:lnTo>
                    <a:pt x="9123300" y="1297419"/>
                  </a:lnTo>
                  <a:lnTo>
                    <a:pt x="9117827" y="1297419"/>
                  </a:lnTo>
                  <a:lnTo>
                    <a:pt x="9112354" y="1297419"/>
                  </a:lnTo>
                  <a:lnTo>
                    <a:pt x="9106881" y="1297419"/>
                  </a:lnTo>
                  <a:lnTo>
                    <a:pt x="9101408" y="1297419"/>
                  </a:lnTo>
                  <a:lnTo>
                    <a:pt x="9095935" y="1297419"/>
                  </a:lnTo>
                  <a:lnTo>
                    <a:pt x="9090462" y="1297419"/>
                  </a:lnTo>
                  <a:lnTo>
                    <a:pt x="9079516" y="1297419"/>
                  </a:lnTo>
                  <a:lnTo>
                    <a:pt x="9074044" y="1297419"/>
                  </a:lnTo>
                  <a:lnTo>
                    <a:pt x="9068571" y="1297419"/>
                  </a:lnTo>
                  <a:lnTo>
                    <a:pt x="9063098" y="1297419"/>
                  </a:lnTo>
                  <a:lnTo>
                    <a:pt x="9057625" y="1297419"/>
                  </a:lnTo>
                  <a:lnTo>
                    <a:pt x="9052152" y="1297419"/>
                  </a:lnTo>
                  <a:lnTo>
                    <a:pt x="9041206" y="1297419"/>
                  </a:lnTo>
                  <a:lnTo>
                    <a:pt x="9035733" y="1297419"/>
                  </a:lnTo>
                  <a:lnTo>
                    <a:pt x="9030260" y="1297419"/>
                  </a:lnTo>
                  <a:lnTo>
                    <a:pt x="9024788" y="1297419"/>
                  </a:lnTo>
                  <a:lnTo>
                    <a:pt x="9019315" y="1297419"/>
                  </a:lnTo>
                  <a:lnTo>
                    <a:pt x="9013842" y="1297419"/>
                  </a:lnTo>
                  <a:lnTo>
                    <a:pt x="9008369" y="1297419"/>
                  </a:lnTo>
                  <a:lnTo>
                    <a:pt x="8997423" y="1297419"/>
                  </a:lnTo>
                  <a:lnTo>
                    <a:pt x="8991950" y="1297419"/>
                  </a:lnTo>
                  <a:lnTo>
                    <a:pt x="8986477" y="1297419"/>
                  </a:lnTo>
                  <a:lnTo>
                    <a:pt x="8981004" y="1297419"/>
                  </a:lnTo>
                  <a:lnTo>
                    <a:pt x="8975532" y="1297419"/>
                  </a:lnTo>
                  <a:lnTo>
                    <a:pt x="8970059" y="1297419"/>
                  </a:lnTo>
                  <a:lnTo>
                    <a:pt x="8964586" y="1297419"/>
                  </a:lnTo>
                  <a:lnTo>
                    <a:pt x="8959113" y="1297419"/>
                  </a:lnTo>
                  <a:lnTo>
                    <a:pt x="8948167" y="1297419"/>
                  </a:lnTo>
                  <a:lnTo>
                    <a:pt x="8942694" y="1297419"/>
                  </a:lnTo>
                  <a:lnTo>
                    <a:pt x="8937221" y="1297419"/>
                  </a:lnTo>
                  <a:lnTo>
                    <a:pt x="8931749" y="1297419"/>
                  </a:lnTo>
                  <a:lnTo>
                    <a:pt x="8920803" y="1297419"/>
                  </a:lnTo>
                  <a:lnTo>
                    <a:pt x="8915330" y="1297419"/>
                  </a:lnTo>
                  <a:lnTo>
                    <a:pt x="8904384" y="1297419"/>
                  </a:lnTo>
                  <a:lnTo>
                    <a:pt x="8898911" y="1297419"/>
                  </a:lnTo>
                  <a:lnTo>
                    <a:pt x="8893438" y="1297419"/>
                  </a:lnTo>
                  <a:lnTo>
                    <a:pt x="8882493" y="1297419"/>
                  </a:lnTo>
                  <a:lnTo>
                    <a:pt x="8877020" y="1297419"/>
                  </a:lnTo>
                  <a:lnTo>
                    <a:pt x="8871547" y="1297419"/>
                  </a:lnTo>
                  <a:lnTo>
                    <a:pt x="8866074" y="1297419"/>
                  </a:lnTo>
                  <a:lnTo>
                    <a:pt x="8860601" y="1297419"/>
                  </a:lnTo>
                  <a:lnTo>
                    <a:pt x="8849655" y="1297419"/>
                  </a:lnTo>
                  <a:lnTo>
                    <a:pt x="8844182" y="1297419"/>
                  </a:lnTo>
                  <a:lnTo>
                    <a:pt x="8838709" y="1297419"/>
                  </a:lnTo>
                  <a:lnTo>
                    <a:pt x="8827764" y="1297419"/>
                  </a:lnTo>
                  <a:lnTo>
                    <a:pt x="8822291" y="1297419"/>
                  </a:lnTo>
                  <a:lnTo>
                    <a:pt x="8816818" y="1297419"/>
                  </a:lnTo>
                  <a:lnTo>
                    <a:pt x="8811345" y="1297419"/>
                  </a:lnTo>
                  <a:lnTo>
                    <a:pt x="8805872" y="1297419"/>
                  </a:lnTo>
                  <a:lnTo>
                    <a:pt x="8800399" y="1297419"/>
                  </a:lnTo>
                  <a:lnTo>
                    <a:pt x="8789453" y="1297419"/>
                  </a:lnTo>
                  <a:lnTo>
                    <a:pt x="8783981" y="1297419"/>
                  </a:lnTo>
                  <a:lnTo>
                    <a:pt x="8773035" y="1297419"/>
                  </a:lnTo>
                  <a:lnTo>
                    <a:pt x="8767562" y="1297419"/>
                  </a:lnTo>
                  <a:lnTo>
                    <a:pt x="8762089" y="1297419"/>
                  </a:lnTo>
                  <a:lnTo>
                    <a:pt x="8756616" y="1297419"/>
                  </a:lnTo>
                  <a:lnTo>
                    <a:pt x="8756616" y="1334859"/>
                  </a:lnTo>
                  <a:lnTo>
                    <a:pt x="8751143" y="1334859"/>
                  </a:lnTo>
                  <a:lnTo>
                    <a:pt x="8751143" y="1372237"/>
                  </a:lnTo>
                  <a:lnTo>
                    <a:pt x="8745670" y="1372237"/>
                  </a:lnTo>
                  <a:lnTo>
                    <a:pt x="8740198" y="1372237"/>
                  </a:lnTo>
                  <a:lnTo>
                    <a:pt x="8734725" y="1372237"/>
                  </a:lnTo>
                  <a:lnTo>
                    <a:pt x="8729252" y="1372237"/>
                  </a:lnTo>
                  <a:lnTo>
                    <a:pt x="8723779" y="1372237"/>
                  </a:lnTo>
                  <a:lnTo>
                    <a:pt x="8718306" y="1372237"/>
                  </a:lnTo>
                  <a:lnTo>
                    <a:pt x="8712833" y="1372237"/>
                  </a:lnTo>
                  <a:lnTo>
                    <a:pt x="8707360" y="1372237"/>
                  </a:lnTo>
                  <a:lnTo>
                    <a:pt x="8701887" y="1372237"/>
                  </a:lnTo>
                  <a:lnTo>
                    <a:pt x="8690942" y="1372237"/>
                  </a:lnTo>
                  <a:lnTo>
                    <a:pt x="8685469" y="1372237"/>
                  </a:lnTo>
                  <a:lnTo>
                    <a:pt x="8679996" y="1372237"/>
                  </a:lnTo>
                  <a:lnTo>
                    <a:pt x="8674523" y="1372237"/>
                  </a:lnTo>
                  <a:lnTo>
                    <a:pt x="8669050" y="1372237"/>
                  </a:lnTo>
                  <a:lnTo>
                    <a:pt x="8663577" y="1372237"/>
                  </a:lnTo>
                  <a:lnTo>
                    <a:pt x="8658104" y="1372237"/>
                  </a:lnTo>
                  <a:lnTo>
                    <a:pt x="8647158" y="1372237"/>
                  </a:lnTo>
                  <a:lnTo>
                    <a:pt x="8641686" y="1372237"/>
                  </a:lnTo>
                  <a:lnTo>
                    <a:pt x="8630740" y="1372237"/>
                  </a:lnTo>
                  <a:lnTo>
                    <a:pt x="8625267" y="1372237"/>
                  </a:lnTo>
                  <a:lnTo>
                    <a:pt x="8619794" y="1372237"/>
                  </a:lnTo>
                  <a:lnTo>
                    <a:pt x="8614321" y="1372237"/>
                  </a:lnTo>
                  <a:lnTo>
                    <a:pt x="8608848" y="1372237"/>
                  </a:lnTo>
                  <a:lnTo>
                    <a:pt x="8603375" y="1372237"/>
                  </a:lnTo>
                  <a:lnTo>
                    <a:pt x="8592430" y="1372237"/>
                  </a:lnTo>
                  <a:lnTo>
                    <a:pt x="8592430" y="1408144"/>
                  </a:lnTo>
                  <a:lnTo>
                    <a:pt x="8586957" y="1408144"/>
                  </a:lnTo>
                  <a:lnTo>
                    <a:pt x="8581484" y="1408144"/>
                  </a:lnTo>
                  <a:lnTo>
                    <a:pt x="8581484" y="1479794"/>
                  </a:lnTo>
                  <a:lnTo>
                    <a:pt x="8576011" y="1479794"/>
                  </a:lnTo>
                  <a:lnTo>
                    <a:pt x="8565065" y="1479794"/>
                  </a:lnTo>
                  <a:lnTo>
                    <a:pt x="8559592" y="1479794"/>
                  </a:lnTo>
                  <a:lnTo>
                    <a:pt x="8554119" y="1479794"/>
                  </a:lnTo>
                  <a:lnTo>
                    <a:pt x="8548647" y="1479794"/>
                  </a:lnTo>
                  <a:lnTo>
                    <a:pt x="8537701" y="1479794"/>
                  </a:lnTo>
                  <a:lnTo>
                    <a:pt x="8537701" y="1515416"/>
                  </a:lnTo>
                  <a:lnTo>
                    <a:pt x="8532228" y="1515416"/>
                  </a:lnTo>
                  <a:lnTo>
                    <a:pt x="8526755" y="1515416"/>
                  </a:lnTo>
                  <a:lnTo>
                    <a:pt x="8521282" y="1515416"/>
                  </a:lnTo>
                  <a:lnTo>
                    <a:pt x="8515809" y="1515416"/>
                  </a:lnTo>
                  <a:lnTo>
                    <a:pt x="8510336" y="1515416"/>
                  </a:lnTo>
                  <a:lnTo>
                    <a:pt x="8504863" y="1515416"/>
                  </a:lnTo>
                  <a:lnTo>
                    <a:pt x="8499391" y="1515416"/>
                  </a:lnTo>
                  <a:lnTo>
                    <a:pt x="8499391" y="1550748"/>
                  </a:lnTo>
                  <a:lnTo>
                    <a:pt x="8493918" y="1550748"/>
                  </a:lnTo>
                  <a:lnTo>
                    <a:pt x="8488445" y="1550748"/>
                  </a:lnTo>
                  <a:lnTo>
                    <a:pt x="8482972" y="1550748"/>
                  </a:lnTo>
                  <a:lnTo>
                    <a:pt x="8477499" y="1550748"/>
                  </a:lnTo>
                  <a:lnTo>
                    <a:pt x="8472026" y="1550748"/>
                  </a:lnTo>
                  <a:lnTo>
                    <a:pt x="8466553" y="1550748"/>
                  </a:lnTo>
                  <a:lnTo>
                    <a:pt x="8461080" y="1550748"/>
                  </a:lnTo>
                  <a:lnTo>
                    <a:pt x="8450135" y="1550748"/>
                  </a:lnTo>
                  <a:lnTo>
                    <a:pt x="8444662" y="1550748"/>
                  </a:lnTo>
                  <a:lnTo>
                    <a:pt x="8439189" y="1550748"/>
                  </a:lnTo>
                  <a:lnTo>
                    <a:pt x="8433716" y="1550748"/>
                  </a:lnTo>
                  <a:lnTo>
                    <a:pt x="8428243" y="1550748"/>
                  </a:lnTo>
                  <a:lnTo>
                    <a:pt x="8422770" y="1550748"/>
                  </a:lnTo>
                  <a:lnTo>
                    <a:pt x="8417297" y="1550748"/>
                  </a:lnTo>
                  <a:lnTo>
                    <a:pt x="8406352" y="1550748"/>
                  </a:lnTo>
                  <a:lnTo>
                    <a:pt x="8400879" y="1550748"/>
                  </a:lnTo>
                  <a:lnTo>
                    <a:pt x="8395406" y="1550748"/>
                  </a:lnTo>
                  <a:lnTo>
                    <a:pt x="8389933" y="1550748"/>
                  </a:lnTo>
                  <a:lnTo>
                    <a:pt x="8384460" y="1550748"/>
                  </a:lnTo>
                  <a:lnTo>
                    <a:pt x="8378987" y="1550748"/>
                  </a:lnTo>
                  <a:lnTo>
                    <a:pt x="8373514" y="1550748"/>
                  </a:lnTo>
                  <a:lnTo>
                    <a:pt x="8368041" y="1550748"/>
                  </a:lnTo>
                  <a:lnTo>
                    <a:pt x="8362568" y="1550748"/>
                  </a:lnTo>
                  <a:lnTo>
                    <a:pt x="8357096" y="1550748"/>
                  </a:lnTo>
                  <a:lnTo>
                    <a:pt x="8351623" y="1550748"/>
                  </a:lnTo>
                  <a:lnTo>
                    <a:pt x="8346150" y="1550748"/>
                  </a:lnTo>
                  <a:lnTo>
                    <a:pt x="8340677" y="1550748"/>
                  </a:lnTo>
                  <a:lnTo>
                    <a:pt x="8335204" y="1550748"/>
                  </a:lnTo>
                  <a:lnTo>
                    <a:pt x="8324258" y="1550748"/>
                  </a:lnTo>
                  <a:lnTo>
                    <a:pt x="8318785" y="1550748"/>
                  </a:lnTo>
                  <a:lnTo>
                    <a:pt x="8313312" y="1550748"/>
                  </a:lnTo>
                  <a:lnTo>
                    <a:pt x="8307840" y="1550748"/>
                  </a:lnTo>
                  <a:lnTo>
                    <a:pt x="8302367" y="1550748"/>
                  </a:lnTo>
                  <a:lnTo>
                    <a:pt x="8296894" y="1550748"/>
                  </a:lnTo>
                  <a:lnTo>
                    <a:pt x="8291421" y="1550748"/>
                  </a:lnTo>
                  <a:lnTo>
                    <a:pt x="8285948" y="1550748"/>
                  </a:lnTo>
                  <a:lnTo>
                    <a:pt x="8280475" y="1550748"/>
                  </a:lnTo>
                  <a:lnTo>
                    <a:pt x="8275002" y="1550748"/>
                  </a:lnTo>
                  <a:lnTo>
                    <a:pt x="8269529" y="1550748"/>
                  </a:lnTo>
                  <a:lnTo>
                    <a:pt x="8264056" y="1550748"/>
                  </a:lnTo>
                  <a:lnTo>
                    <a:pt x="8258584" y="1550748"/>
                  </a:lnTo>
                  <a:lnTo>
                    <a:pt x="8253111" y="1550748"/>
                  </a:lnTo>
                  <a:lnTo>
                    <a:pt x="8247638" y="1550748"/>
                  </a:lnTo>
                  <a:lnTo>
                    <a:pt x="8242165" y="1550748"/>
                  </a:lnTo>
                  <a:lnTo>
                    <a:pt x="8231219" y="1550748"/>
                  </a:lnTo>
                  <a:lnTo>
                    <a:pt x="8231219" y="1584486"/>
                  </a:lnTo>
                  <a:lnTo>
                    <a:pt x="8225746" y="1584486"/>
                  </a:lnTo>
                  <a:lnTo>
                    <a:pt x="8220273" y="1584486"/>
                  </a:lnTo>
                  <a:lnTo>
                    <a:pt x="8214801" y="1584486"/>
                  </a:lnTo>
                  <a:lnTo>
                    <a:pt x="8209328" y="1584486"/>
                  </a:lnTo>
                  <a:lnTo>
                    <a:pt x="8203855" y="1584486"/>
                  </a:lnTo>
                  <a:lnTo>
                    <a:pt x="8198382" y="1584486"/>
                  </a:lnTo>
                  <a:lnTo>
                    <a:pt x="8192909" y="1584486"/>
                  </a:lnTo>
                  <a:lnTo>
                    <a:pt x="8187436" y="1584486"/>
                  </a:lnTo>
                  <a:lnTo>
                    <a:pt x="8181963" y="1584486"/>
                  </a:lnTo>
                  <a:lnTo>
                    <a:pt x="8176490" y="1584486"/>
                  </a:lnTo>
                  <a:lnTo>
                    <a:pt x="8171017" y="1584486"/>
                  </a:lnTo>
                  <a:lnTo>
                    <a:pt x="8165545" y="1584486"/>
                  </a:lnTo>
                  <a:lnTo>
                    <a:pt x="8160072" y="1584486"/>
                  </a:lnTo>
                  <a:lnTo>
                    <a:pt x="8160072" y="1618075"/>
                  </a:lnTo>
                  <a:lnTo>
                    <a:pt x="8154599" y="1618075"/>
                  </a:lnTo>
                  <a:lnTo>
                    <a:pt x="8149126" y="1618075"/>
                  </a:lnTo>
                  <a:lnTo>
                    <a:pt x="8143653" y="1618075"/>
                  </a:lnTo>
                  <a:lnTo>
                    <a:pt x="8138180" y="1618075"/>
                  </a:lnTo>
                  <a:lnTo>
                    <a:pt x="8132707" y="1618075"/>
                  </a:lnTo>
                  <a:lnTo>
                    <a:pt x="8127234" y="1618075"/>
                  </a:lnTo>
                  <a:lnTo>
                    <a:pt x="8121761" y="1618075"/>
                  </a:lnTo>
                  <a:lnTo>
                    <a:pt x="8116289" y="1618075"/>
                  </a:lnTo>
                  <a:lnTo>
                    <a:pt x="8110816" y="1618075"/>
                  </a:lnTo>
                  <a:lnTo>
                    <a:pt x="8105343" y="1618075"/>
                  </a:lnTo>
                  <a:lnTo>
                    <a:pt x="8094397" y="1618075"/>
                  </a:lnTo>
                  <a:lnTo>
                    <a:pt x="8088924" y="1618075"/>
                  </a:lnTo>
                  <a:lnTo>
                    <a:pt x="8072506" y="1618075"/>
                  </a:lnTo>
                  <a:lnTo>
                    <a:pt x="8067033" y="1618075"/>
                  </a:lnTo>
                  <a:lnTo>
                    <a:pt x="8061560" y="1618075"/>
                  </a:lnTo>
                  <a:lnTo>
                    <a:pt x="8056087" y="1618075"/>
                  </a:lnTo>
                  <a:lnTo>
                    <a:pt x="8050614" y="1618075"/>
                  </a:lnTo>
                  <a:lnTo>
                    <a:pt x="8045141" y="1618075"/>
                  </a:lnTo>
                  <a:lnTo>
                    <a:pt x="8039668" y="1618075"/>
                  </a:lnTo>
                  <a:lnTo>
                    <a:pt x="8034195" y="1618075"/>
                  </a:lnTo>
                  <a:lnTo>
                    <a:pt x="8028722" y="1618075"/>
                  </a:lnTo>
                  <a:lnTo>
                    <a:pt x="8023250" y="1618075"/>
                  </a:lnTo>
                  <a:lnTo>
                    <a:pt x="8017777" y="1618075"/>
                  </a:lnTo>
                  <a:lnTo>
                    <a:pt x="8012304" y="1618075"/>
                  </a:lnTo>
                  <a:lnTo>
                    <a:pt x="8006831" y="1618075"/>
                  </a:lnTo>
                  <a:lnTo>
                    <a:pt x="7995885" y="1618075"/>
                  </a:lnTo>
                  <a:lnTo>
                    <a:pt x="7990412" y="1618075"/>
                  </a:lnTo>
                  <a:lnTo>
                    <a:pt x="7984939" y="1618075"/>
                  </a:lnTo>
                  <a:lnTo>
                    <a:pt x="7979466" y="1618075"/>
                  </a:lnTo>
                  <a:lnTo>
                    <a:pt x="7973994" y="1618075"/>
                  </a:lnTo>
                  <a:lnTo>
                    <a:pt x="7968521" y="1618075"/>
                  </a:lnTo>
                  <a:lnTo>
                    <a:pt x="7957575" y="1618075"/>
                  </a:lnTo>
                  <a:lnTo>
                    <a:pt x="7952102" y="1618075"/>
                  </a:lnTo>
                  <a:lnTo>
                    <a:pt x="7946629" y="1618075"/>
                  </a:lnTo>
                  <a:lnTo>
                    <a:pt x="7941156" y="1618075"/>
                  </a:lnTo>
                  <a:lnTo>
                    <a:pt x="7930210" y="1618075"/>
                  </a:lnTo>
                  <a:lnTo>
                    <a:pt x="7924738" y="1618075"/>
                  </a:lnTo>
                  <a:lnTo>
                    <a:pt x="7919265" y="1618075"/>
                  </a:lnTo>
                  <a:lnTo>
                    <a:pt x="7913792" y="1618075"/>
                  </a:lnTo>
                  <a:lnTo>
                    <a:pt x="7908319" y="1618075"/>
                  </a:lnTo>
                  <a:lnTo>
                    <a:pt x="7902846" y="1618075"/>
                  </a:lnTo>
                  <a:lnTo>
                    <a:pt x="7897373" y="1618075"/>
                  </a:lnTo>
                  <a:lnTo>
                    <a:pt x="7891900" y="1618075"/>
                  </a:lnTo>
                  <a:lnTo>
                    <a:pt x="7886427" y="1618075"/>
                  </a:lnTo>
                  <a:lnTo>
                    <a:pt x="7880955" y="1618075"/>
                  </a:lnTo>
                  <a:lnTo>
                    <a:pt x="7875482" y="1618075"/>
                  </a:lnTo>
                  <a:lnTo>
                    <a:pt x="7870009" y="1618075"/>
                  </a:lnTo>
                  <a:lnTo>
                    <a:pt x="7864536" y="1618075"/>
                  </a:lnTo>
                  <a:lnTo>
                    <a:pt x="7859063" y="1618075"/>
                  </a:lnTo>
                  <a:lnTo>
                    <a:pt x="7853590" y="1618075"/>
                  </a:lnTo>
                  <a:lnTo>
                    <a:pt x="7853590" y="1650344"/>
                  </a:lnTo>
                  <a:lnTo>
                    <a:pt x="7848117" y="1650344"/>
                  </a:lnTo>
                  <a:lnTo>
                    <a:pt x="7842644" y="1650344"/>
                  </a:lnTo>
                  <a:lnTo>
                    <a:pt x="7837171" y="1650344"/>
                  </a:lnTo>
                  <a:lnTo>
                    <a:pt x="7831699" y="1650344"/>
                  </a:lnTo>
                  <a:lnTo>
                    <a:pt x="7826226" y="1650344"/>
                  </a:lnTo>
                  <a:lnTo>
                    <a:pt x="7826226" y="1682573"/>
                  </a:lnTo>
                  <a:lnTo>
                    <a:pt x="7820753" y="1682573"/>
                  </a:lnTo>
                  <a:lnTo>
                    <a:pt x="7815280" y="1682573"/>
                  </a:lnTo>
                  <a:lnTo>
                    <a:pt x="7804334" y="1682573"/>
                  </a:lnTo>
                  <a:lnTo>
                    <a:pt x="7798861" y="1682573"/>
                  </a:lnTo>
                  <a:lnTo>
                    <a:pt x="7793388" y="1682573"/>
                  </a:lnTo>
                  <a:lnTo>
                    <a:pt x="7787915" y="1682573"/>
                  </a:lnTo>
                  <a:lnTo>
                    <a:pt x="7787915" y="1714578"/>
                  </a:lnTo>
                  <a:lnTo>
                    <a:pt x="7782443" y="1714578"/>
                  </a:lnTo>
                  <a:lnTo>
                    <a:pt x="7776970" y="1714578"/>
                  </a:lnTo>
                  <a:lnTo>
                    <a:pt x="7771497" y="1714578"/>
                  </a:lnTo>
                  <a:lnTo>
                    <a:pt x="7766024" y="1714578"/>
                  </a:lnTo>
                  <a:lnTo>
                    <a:pt x="7760551" y="1714578"/>
                  </a:lnTo>
                  <a:lnTo>
                    <a:pt x="7744132" y="1714578"/>
                  </a:lnTo>
                  <a:lnTo>
                    <a:pt x="7738659" y="1714578"/>
                  </a:lnTo>
                  <a:lnTo>
                    <a:pt x="7733187" y="1714578"/>
                  </a:lnTo>
                  <a:lnTo>
                    <a:pt x="7727714" y="1714578"/>
                  </a:lnTo>
                  <a:lnTo>
                    <a:pt x="7722241" y="1714578"/>
                  </a:lnTo>
                  <a:lnTo>
                    <a:pt x="7716768" y="1714578"/>
                  </a:lnTo>
                  <a:lnTo>
                    <a:pt x="7711295" y="1714578"/>
                  </a:lnTo>
                  <a:lnTo>
                    <a:pt x="7705822" y="1714578"/>
                  </a:lnTo>
                  <a:lnTo>
                    <a:pt x="7700349" y="1714578"/>
                  </a:lnTo>
                  <a:lnTo>
                    <a:pt x="7694876" y="1714578"/>
                  </a:lnTo>
                  <a:lnTo>
                    <a:pt x="7694876" y="1746097"/>
                  </a:lnTo>
                  <a:lnTo>
                    <a:pt x="7689404" y="1746097"/>
                  </a:lnTo>
                  <a:lnTo>
                    <a:pt x="7689404" y="1777578"/>
                  </a:lnTo>
                  <a:lnTo>
                    <a:pt x="7683931" y="1777578"/>
                  </a:lnTo>
                  <a:lnTo>
                    <a:pt x="7678458" y="1777578"/>
                  </a:lnTo>
                  <a:lnTo>
                    <a:pt x="7672985" y="1777578"/>
                  </a:lnTo>
                  <a:lnTo>
                    <a:pt x="7667512" y="1777578"/>
                  </a:lnTo>
                  <a:lnTo>
                    <a:pt x="7662039" y="1777578"/>
                  </a:lnTo>
                  <a:lnTo>
                    <a:pt x="7656566" y="1777578"/>
                  </a:lnTo>
                  <a:lnTo>
                    <a:pt x="7651093" y="1777578"/>
                  </a:lnTo>
                  <a:lnTo>
                    <a:pt x="7645620" y="1777578"/>
                  </a:lnTo>
                  <a:lnTo>
                    <a:pt x="7640148" y="1777578"/>
                  </a:lnTo>
                  <a:lnTo>
                    <a:pt x="7634675" y="1777578"/>
                  </a:lnTo>
                  <a:lnTo>
                    <a:pt x="7629202" y="1777578"/>
                  </a:lnTo>
                  <a:lnTo>
                    <a:pt x="7623729" y="1777578"/>
                  </a:lnTo>
                  <a:lnTo>
                    <a:pt x="7618256" y="1777578"/>
                  </a:lnTo>
                  <a:lnTo>
                    <a:pt x="7612783" y="1777578"/>
                  </a:lnTo>
                  <a:lnTo>
                    <a:pt x="7607310" y="1777578"/>
                  </a:lnTo>
                  <a:lnTo>
                    <a:pt x="7601837" y="1777578"/>
                  </a:lnTo>
                  <a:lnTo>
                    <a:pt x="7596364" y="1777578"/>
                  </a:lnTo>
                  <a:lnTo>
                    <a:pt x="7590892" y="1777578"/>
                  </a:lnTo>
                  <a:lnTo>
                    <a:pt x="7585419" y="1777578"/>
                  </a:lnTo>
                  <a:lnTo>
                    <a:pt x="7579946" y="1777578"/>
                  </a:lnTo>
                  <a:lnTo>
                    <a:pt x="7574473" y="1777578"/>
                  </a:lnTo>
                  <a:lnTo>
                    <a:pt x="7563527" y="1777578"/>
                  </a:lnTo>
                  <a:lnTo>
                    <a:pt x="7558054" y="1777578"/>
                  </a:lnTo>
                  <a:lnTo>
                    <a:pt x="7552581" y="1777578"/>
                  </a:lnTo>
                  <a:lnTo>
                    <a:pt x="7541636" y="1777578"/>
                  </a:lnTo>
                  <a:lnTo>
                    <a:pt x="7536163" y="1777578"/>
                  </a:lnTo>
                  <a:lnTo>
                    <a:pt x="7530690" y="1777578"/>
                  </a:lnTo>
                  <a:lnTo>
                    <a:pt x="7519744" y="1777578"/>
                  </a:lnTo>
                  <a:lnTo>
                    <a:pt x="7514271" y="1777578"/>
                  </a:lnTo>
                  <a:lnTo>
                    <a:pt x="7508798" y="1777578"/>
                  </a:lnTo>
                  <a:lnTo>
                    <a:pt x="7503325" y="1777578"/>
                  </a:lnTo>
                  <a:lnTo>
                    <a:pt x="7497853" y="1777578"/>
                  </a:lnTo>
                  <a:lnTo>
                    <a:pt x="7492380" y="1777578"/>
                  </a:lnTo>
                  <a:lnTo>
                    <a:pt x="7486907" y="1777578"/>
                  </a:lnTo>
                  <a:lnTo>
                    <a:pt x="7481434" y="1777578"/>
                  </a:lnTo>
                  <a:lnTo>
                    <a:pt x="7475961" y="1777578"/>
                  </a:lnTo>
                  <a:lnTo>
                    <a:pt x="7465015" y="1777578"/>
                  </a:lnTo>
                  <a:lnTo>
                    <a:pt x="7459542" y="1777578"/>
                  </a:lnTo>
                  <a:lnTo>
                    <a:pt x="7454069" y="1777578"/>
                  </a:lnTo>
                  <a:lnTo>
                    <a:pt x="7448597" y="1777578"/>
                  </a:lnTo>
                  <a:lnTo>
                    <a:pt x="7443124" y="1777578"/>
                  </a:lnTo>
                  <a:lnTo>
                    <a:pt x="7437651" y="1777578"/>
                  </a:lnTo>
                  <a:lnTo>
                    <a:pt x="7432178" y="1777578"/>
                  </a:lnTo>
                  <a:lnTo>
                    <a:pt x="7426705" y="1777578"/>
                  </a:lnTo>
                  <a:lnTo>
                    <a:pt x="7421232" y="1777578"/>
                  </a:lnTo>
                  <a:lnTo>
                    <a:pt x="7415759" y="1777578"/>
                  </a:lnTo>
                  <a:lnTo>
                    <a:pt x="7410286" y="1777578"/>
                  </a:lnTo>
                  <a:lnTo>
                    <a:pt x="7404813" y="1777578"/>
                  </a:lnTo>
                  <a:lnTo>
                    <a:pt x="7399341" y="1777578"/>
                  </a:lnTo>
                  <a:lnTo>
                    <a:pt x="7393868" y="1777578"/>
                  </a:lnTo>
                  <a:lnTo>
                    <a:pt x="7388395" y="1777578"/>
                  </a:lnTo>
                  <a:lnTo>
                    <a:pt x="7382922" y="1777578"/>
                  </a:lnTo>
                  <a:lnTo>
                    <a:pt x="7377449" y="1777578"/>
                  </a:lnTo>
                  <a:lnTo>
                    <a:pt x="7371976" y="1777578"/>
                  </a:lnTo>
                  <a:lnTo>
                    <a:pt x="7366503" y="1777578"/>
                  </a:lnTo>
                  <a:lnTo>
                    <a:pt x="7361030" y="1777578"/>
                  </a:lnTo>
                  <a:lnTo>
                    <a:pt x="7355558" y="1777578"/>
                  </a:lnTo>
                  <a:lnTo>
                    <a:pt x="7350085" y="1777578"/>
                  </a:lnTo>
                  <a:lnTo>
                    <a:pt x="7344612" y="1777578"/>
                  </a:lnTo>
                  <a:lnTo>
                    <a:pt x="7339139" y="1777578"/>
                  </a:lnTo>
                  <a:lnTo>
                    <a:pt x="7333666" y="1777578"/>
                  </a:lnTo>
                  <a:lnTo>
                    <a:pt x="7328193" y="1777578"/>
                  </a:lnTo>
                  <a:lnTo>
                    <a:pt x="7322720" y="1777578"/>
                  </a:lnTo>
                  <a:lnTo>
                    <a:pt x="7317247" y="1777578"/>
                  </a:lnTo>
                  <a:lnTo>
                    <a:pt x="7311774" y="1777578"/>
                  </a:lnTo>
                  <a:lnTo>
                    <a:pt x="7306302" y="1777578"/>
                  </a:lnTo>
                  <a:lnTo>
                    <a:pt x="7300829" y="1777578"/>
                  </a:lnTo>
                  <a:lnTo>
                    <a:pt x="7295356" y="1777578"/>
                  </a:lnTo>
                  <a:lnTo>
                    <a:pt x="7289883" y="1777578"/>
                  </a:lnTo>
                  <a:lnTo>
                    <a:pt x="7284410" y="1777578"/>
                  </a:lnTo>
                  <a:lnTo>
                    <a:pt x="7278937" y="1777578"/>
                  </a:lnTo>
                  <a:lnTo>
                    <a:pt x="7273464" y="1777578"/>
                  </a:lnTo>
                  <a:lnTo>
                    <a:pt x="7267991" y="1777578"/>
                  </a:lnTo>
                  <a:lnTo>
                    <a:pt x="7262518" y="1777578"/>
                  </a:lnTo>
                  <a:lnTo>
                    <a:pt x="7257046" y="1777578"/>
                  </a:lnTo>
                  <a:lnTo>
                    <a:pt x="7251573" y="1777578"/>
                  </a:lnTo>
                  <a:lnTo>
                    <a:pt x="7246100" y="1777578"/>
                  </a:lnTo>
                  <a:lnTo>
                    <a:pt x="7240627" y="1777578"/>
                  </a:lnTo>
                  <a:lnTo>
                    <a:pt x="7235154" y="1777578"/>
                  </a:lnTo>
                  <a:lnTo>
                    <a:pt x="7229681" y="1777578"/>
                  </a:lnTo>
                  <a:lnTo>
                    <a:pt x="7224208" y="1777578"/>
                  </a:lnTo>
                  <a:lnTo>
                    <a:pt x="7218735" y="1777578"/>
                  </a:lnTo>
                  <a:lnTo>
                    <a:pt x="7213262" y="1777578"/>
                  </a:lnTo>
                  <a:lnTo>
                    <a:pt x="7202317" y="1777578"/>
                  </a:lnTo>
                  <a:lnTo>
                    <a:pt x="7202317" y="1806345"/>
                  </a:lnTo>
                  <a:lnTo>
                    <a:pt x="7196844" y="1806345"/>
                  </a:lnTo>
                  <a:lnTo>
                    <a:pt x="7191371" y="1806345"/>
                  </a:lnTo>
                  <a:lnTo>
                    <a:pt x="7185898" y="1806345"/>
                  </a:lnTo>
                  <a:lnTo>
                    <a:pt x="7180425" y="1806345"/>
                  </a:lnTo>
                  <a:lnTo>
                    <a:pt x="7174952" y="1806345"/>
                  </a:lnTo>
                  <a:lnTo>
                    <a:pt x="7169479" y="1806345"/>
                  </a:lnTo>
                  <a:lnTo>
                    <a:pt x="7164007" y="1806345"/>
                  </a:lnTo>
                  <a:lnTo>
                    <a:pt x="7158534" y="1806345"/>
                  </a:lnTo>
                  <a:lnTo>
                    <a:pt x="7153061" y="1806345"/>
                  </a:lnTo>
                  <a:lnTo>
                    <a:pt x="7147588" y="1806345"/>
                  </a:lnTo>
                  <a:lnTo>
                    <a:pt x="7142115" y="1806345"/>
                  </a:lnTo>
                  <a:lnTo>
                    <a:pt x="7136642" y="1806345"/>
                  </a:lnTo>
                  <a:lnTo>
                    <a:pt x="7131169" y="1806345"/>
                  </a:lnTo>
                  <a:lnTo>
                    <a:pt x="7125696" y="1806345"/>
                  </a:lnTo>
                  <a:lnTo>
                    <a:pt x="7120223" y="1806345"/>
                  </a:lnTo>
                  <a:lnTo>
                    <a:pt x="7114751" y="1806345"/>
                  </a:lnTo>
                  <a:lnTo>
                    <a:pt x="7109278" y="1806345"/>
                  </a:lnTo>
                  <a:lnTo>
                    <a:pt x="7103805" y="1806345"/>
                  </a:lnTo>
                  <a:lnTo>
                    <a:pt x="7098332" y="1806345"/>
                  </a:lnTo>
                  <a:lnTo>
                    <a:pt x="7092859" y="1806345"/>
                  </a:lnTo>
                  <a:lnTo>
                    <a:pt x="7087386" y="1806345"/>
                  </a:lnTo>
                  <a:lnTo>
                    <a:pt x="7081913" y="1806345"/>
                  </a:lnTo>
                  <a:lnTo>
                    <a:pt x="7076440" y="1806345"/>
                  </a:lnTo>
                  <a:lnTo>
                    <a:pt x="7070967" y="1806345"/>
                  </a:lnTo>
                  <a:lnTo>
                    <a:pt x="7065495" y="1806345"/>
                  </a:lnTo>
                  <a:lnTo>
                    <a:pt x="7060022" y="1806345"/>
                  </a:lnTo>
                  <a:lnTo>
                    <a:pt x="7054549" y="1806345"/>
                  </a:lnTo>
                  <a:lnTo>
                    <a:pt x="7043603" y="1806345"/>
                  </a:lnTo>
                  <a:lnTo>
                    <a:pt x="7038130" y="1806345"/>
                  </a:lnTo>
                  <a:lnTo>
                    <a:pt x="7032657" y="1806345"/>
                  </a:lnTo>
                  <a:lnTo>
                    <a:pt x="7027184" y="1806345"/>
                  </a:lnTo>
                  <a:lnTo>
                    <a:pt x="7021712" y="1806345"/>
                  </a:lnTo>
                  <a:lnTo>
                    <a:pt x="7016239" y="1806345"/>
                  </a:lnTo>
                  <a:lnTo>
                    <a:pt x="7010766" y="1806345"/>
                  </a:lnTo>
                  <a:lnTo>
                    <a:pt x="7005293" y="1806345"/>
                  </a:lnTo>
                  <a:lnTo>
                    <a:pt x="6999820" y="1806345"/>
                  </a:lnTo>
                  <a:lnTo>
                    <a:pt x="6994347" y="1806345"/>
                  </a:lnTo>
                  <a:lnTo>
                    <a:pt x="6988874" y="1806345"/>
                  </a:lnTo>
                  <a:lnTo>
                    <a:pt x="6983401" y="1806345"/>
                  </a:lnTo>
                  <a:lnTo>
                    <a:pt x="6977928" y="1806345"/>
                  </a:lnTo>
                  <a:lnTo>
                    <a:pt x="6972456" y="1806345"/>
                  </a:lnTo>
                  <a:lnTo>
                    <a:pt x="6966983" y="1806345"/>
                  </a:lnTo>
                  <a:lnTo>
                    <a:pt x="6961510" y="1806345"/>
                  </a:lnTo>
                  <a:lnTo>
                    <a:pt x="6956037" y="1806345"/>
                  </a:lnTo>
                  <a:lnTo>
                    <a:pt x="6950564" y="1806345"/>
                  </a:lnTo>
                  <a:lnTo>
                    <a:pt x="6945091" y="1806345"/>
                  </a:lnTo>
                  <a:lnTo>
                    <a:pt x="6945091" y="1834268"/>
                  </a:lnTo>
                  <a:lnTo>
                    <a:pt x="6939618" y="1834268"/>
                  </a:lnTo>
                  <a:lnTo>
                    <a:pt x="6934145" y="1834268"/>
                  </a:lnTo>
                  <a:lnTo>
                    <a:pt x="6928672" y="1834268"/>
                  </a:lnTo>
                  <a:lnTo>
                    <a:pt x="6923200" y="1834268"/>
                  </a:lnTo>
                  <a:lnTo>
                    <a:pt x="6917727" y="1834268"/>
                  </a:lnTo>
                  <a:lnTo>
                    <a:pt x="6912254" y="1834268"/>
                  </a:lnTo>
                  <a:lnTo>
                    <a:pt x="6906781" y="1834268"/>
                  </a:lnTo>
                  <a:lnTo>
                    <a:pt x="6901308" y="1834268"/>
                  </a:lnTo>
                  <a:lnTo>
                    <a:pt x="6895835" y="1834268"/>
                  </a:lnTo>
                  <a:lnTo>
                    <a:pt x="6890362" y="1834268"/>
                  </a:lnTo>
                  <a:lnTo>
                    <a:pt x="6884889" y="1834268"/>
                  </a:lnTo>
                  <a:lnTo>
                    <a:pt x="6879416" y="1834268"/>
                  </a:lnTo>
                  <a:lnTo>
                    <a:pt x="6873944" y="1834268"/>
                  </a:lnTo>
                  <a:lnTo>
                    <a:pt x="6868471" y="1834268"/>
                  </a:lnTo>
                  <a:lnTo>
                    <a:pt x="6862998" y="1834268"/>
                  </a:lnTo>
                  <a:lnTo>
                    <a:pt x="6857525" y="1834268"/>
                  </a:lnTo>
                  <a:lnTo>
                    <a:pt x="6852052" y="1834268"/>
                  </a:lnTo>
                  <a:lnTo>
                    <a:pt x="6846579" y="1834268"/>
                  </a:lnTo>
                  <a:lnTo>
                    <a:pt x="6841106" y="1834268"/>
                  </a:lnTo>
                  <a:lnTo>
                    <a:pt x="6835633" y="1834268"/>
                  </a:lnTo>
                  <a:lnTo>
                    <a:pt x="6830161" y="1834268"/>
                  </a:lnTo>
                  <a:lnTo>
                    <a:pt x="6830161" y="1861911"/>
                  </a:lnTo>
                  <a:lnTo>
                    <a:pt x="6824688" y="1861911"/>
                  </a:lnTo>
                  <a:lnTo>
                    <a:pt x="6819215" y="1861911"/>
                  </a:lnTo>
                  <a:lnTo>
                    <a:pt x="6813742" y="1861911"/>
                  </a:lnTo>
                  <a:lnTo>
                    <a:pt x="6808269" y="1861911"/>
                  </a:lnTo>
                  <a:lnTo>
                    <a:pt x="6802796" y="1861911"/>
                  </a:lnTo>
                  <a:lnTo>
                    <a:pt x="6797323" y="1861911"/>
                  </a:lnTo>
                  <a:lnTo>
                    <a:pt x="6791850" y="1861911"/>
                  </a:lnTo>
                  <a:lnTo>
                    <a:pt x="6786377" y="1861911"/>
                  </a:lnTo>
                  <a:lnTo>
                    <a:pt x="6780905" y="1861911"/>
                  </a:lnTo>
                  <a:lnTo>
                    <a:pt x="6769959" y="1861911"/>
                  </a:lnTo>
                  <a:lnTo>
                    <a:pt x="6764486" y="1861911"/>
                  </a:lnTo>
                  <a:lnTo>
                    <a:pt x="6759013" y="1861911"/>
                  </a:lnTo>
                  <a:lnTo>
                    <a:pt x="6753540" y="1861911"/>
                  </a:lnTo>
                  <a:lnTo>
                    <a:pt x="6748067" y="1861911"/>
                  </a:lnTo>
                  <a:lnTo>
                    <a:pt x="6742594" y="1861911"/>
                  </a:lnTo>
                  <a:lnTo>
                    <a:pt x="6737121" y="1861911"/>
                  </a:lnTo>
                  <a:lnTo>
                    <a:pt x="6731649" y="1861911"/>
                  </a:lnTo>
                  <a:lnTo>
                    <a:pt x="6726176" y="1861911"/>
                  </a:lnTo>
                  <a:lnTo>
                    <a:pt x="6720703" y="1861911"/>
                  </a:lnTo>
                  <a:lnTo>
                    <a:pt x="6715230" y="1861911"/>
                  </a:lnTo>
                  <a:lnTo>
                    <a:pt x="6709757" y="1861911"/>
                  </a:lnTo>
                  <a:lnTo>
                    <a:pt x="6704284" y="1861911"/>
                  </a:lnTo>
                  <a:lnTo>
                    <a:pt x="6698811" y="1861911"/>
                  </a:lnTo>
                  <a:lnTo>
                    <a:pt x="6693338" y="1861911"/>
                  </a:lnTo>
                  <a:lnTo>
                    <a:pt x="6687865" y="1861911"/>
                  </a:lnTo>
                  <a:lnTo>
                    <a:pt x="6682393" y="1861911"/>
                  </a:lnTo>
                  <a:lnTo>
                    <a:pt x="6676920" y="1861911"/>
                  </a:lnTo>
                  <a:lnTo>
                    <a:pt x="6671447" y="1861911"/>
                  </a:lnTo>
                  <a:lnTo>
                    <a:pt x="6665974" y="1861911"/>
                  </a:lnTo>
                  <a:lnTo>
                    <a:pt x="6660501" y="1861911"/>
                  </a:lnTo>
                  <a:lnTo>
                    <a:pt x="6655028" y="1861911"/>
                  </a:lnTo>
                  <a:lnTo>
                    <a:pt x="6649555" y="1861911"/>
                  </a:lnTo>
                  <a:lnTo>
                    <a:pt x="6644082" y="1861911"/>
                  </a:lnTo>
                  <a:lnTo>
                    <a:pt x="6638610" y="1861911"/>
                  </a:lnTo>
                  <a:lnTo>
                    <a:pt x="6633137" y="1861911"/>
                  </a:lnTo>
                  <a:lnTo>
                    <a:pt x="6627664" y="1861911"/>
                  </a:lnTo>
                  <a:lnTo>
                    <a:pt x="6622191" y="1861911"/>
                  </a:lnTo>
                  <a:lnTo>
                    <a:pt x="6616718" y="1861911"/>
                  </a:lnTo>
                  <a:lnTo>
                    <a:pt x="6611245" y="1861911"/>
                  </a:lnTo>
                  <a:lnTo>
                    <a:pt x="6605772" y="1861911"/>
                  </a:lnTo>
                  <a:lnTo>
                    <a:pt x="6600299" y="1861911"/>
                  </a:lnTo>
                  <a:lnTo>
                    <a:pt x="6594826" y="1861911"/>
                  </a:lnTo>
                  <a:lnTo>
                    <a:pt x="6589354" y="1861911"/>
                  </a:lnTo>
                  <a:lnTo>
                    <a:pt x="6583881" y="1861911"/>
                  </a:lnTo>
                  <a:lnTo>
                    <a:pt x="6578408" y="1861911"/>
                  </a:lnTo>
                  <a:lnTo>
                    <a:pt x="6572935" y="1861911"/>
                  </a:lnTo>
                  <a:lnTo>
                    <a:pt x="6567462" y="1861911"/>
                  </a:lnTo>
                  <a:lnTo>
                    <a:pt x="6561989" y="1861911"/>
                  </a:lnTo>
                  <a:lnTo>
                    <a:pt x="6556516" y="1861911"/>
                  </a:lnTo>
                  <a:lnTo>
                    <a:pt x="6551043" y="1861911"/>
                  </a:lnTo>
                  <a:lnTo>
                    <a:pt x="6545570" y="1861911"/>
                  </a:lnTo>
                  <a:lnTo>
                    <a:pt x="6540098" y="1861911"/>
                  </a:lnTo>
                  <a:lnTo>
                    <a:pt x="6534625" y="1861911"/>
                  </a:lnTo>
                  <a:lnTo>
                    <a:pt x="6529152" y="1861911"/>
                  </a:lnTo>
                  <a:lnTo>
                    <a:pt x="6523679" y="1861911"/>
                  </a:lnTo>
                  <a:lnTo>
                    <a:pt x="6512733" y="1861911"/>
                  </a:lnTo>
                  <a:lnTo>
                    <a:pt x="6501787" y="1861911"/>
                  </a:lnTo>
                  <a:lnTo>
                    <a:pt x="6496315" y="1861911"/>
                  </a:lnTo>
                  <a:lnTo>
                    <a:pt x="6490842" y="1861911"/>
                  </a:lnTo>
                  <a:lnTo>
                    <a:pt x="6485369" y="1861911"/>
                  </a:lnTo>
                  <a:lnTo>
                    <a:pt x="6479896" y="1861911"/>
                  </a:lnTo>
                  <a:lnTo>
                    <a:pt x="6474423" y="1861911"/>
                  </a:lnTo>
                  <a:lnTo>
                    <a:pt x="6468950" y="1861911"/>
                  </a:lnTo>
                  <a:lnTo>
                    <a:pt x="6463477" y="1861911"/>
                  </a:lnTo>
                  <a:lnTo>
                    <a:pt x="6458004" y="1861911"/>
                  </a:lnTo>
                  <a:lnTo>
                    <a:pt x="6452531" y="1861911"/>
                  </a:lnTo>
                  <a:lnTo>
                    <a:pt x="6447059" y="1861911"/>
                  </a:lnTo>
                  <a:lnTo>
                    <a:pt x="6441586" y="1861911"/>
                  </a:lnTo>
                  <a:lnTo>
                    <a:pt x="6436113" y="1861911"/>
                  </a:lnTo>
                  <a:lnTo>
                    <a:pt x="6430640" y="1861911"/>
                  </a:lnTo>
                  <a:lnTo>
                    <a:pt x="6425167" y="1861911"/>
                  </a:lnTo>
                  <a:lnTo>
                    <a:pt x="6419694" y="1861911"/>
                  </a:lnTo>
                  <a:lnTo>
                    <a:pt x="6414221" y="1861911"/>
                  </a:lnTo>
                  <a:lnTo>
                    <a:pt x="6408748" y="1861911"/>
                  </a:lnTo>
                  <a:lnTo>
                    <a:pt x="6403275" y="1861911"/>
                  </a:lnTo>
                  <a:lnTo>
                    <a:pt x="6397803" y="1861911"/>
                  </a:lnTo>
                  <a:lnTo>
                    <a:pt x="6392330" y="1861911"/>
                  </a:lnTo>
                  <a:lnTo>
                    <a:pt x="6392330" y="1888107"/>
                  </a:lnTo>
                  <a:lnTo>
                    <a:pt x="6386857" y="1888107"/>
                  </a:lnTo>
                  <a:lnTo>
                    <a:pt x="6381384" y="1888107"/>
                  </a:lnTo>
                  <a:lnTo>
                    <a:pt x="6375911" y="1888107"/>
                  </a:lnTo>
                  <a:lnTo>
                    <a:pt x="6370438" y="1888107"/>
                  </a:lnTo>
                  <a:lnTo>
                    <a:pt x="6364965" y="1888107"/>
                  </a:lnTo>
                  <a:lnTo>
                    <a:pt x="6359492" y="1888107"/>
                  </a:lnTo>
                  <a:lnTo>
                    <a:pt x="6354019" y="1888107"/>
                  </a:lnTo>
                  <a:lnTo>
                    <a:pt x="6348547" y="1888107"/>
                  </a:lnTo>
                  <a:lnTo>
                    <a:pt x="6343074" y="1888107"/>
                  </a:lnTo>
                  <a:lnTo>
                    <a:pt x="6337601" y="1888107"/>
                  </a:lnTo>
                  <a:lnTo>
                    <a:pt x="6332128" y="1888107"/>
                  </a:lnTo>
                  <a:lnTo>
                    <a:pt x="6326655" y="1888107"/>
                  </a:lnTo>
                  <a:lnTo>
                    <a:pt x="6315709" y="1888107"/>
                  </a:lnTo>
                  <a:lnTo>
                    <a:pt x="6310236" y="1888107"/>
                  </a:lnTo>
                  <a:lnTo>
                    <a:pt x="6304764" y="1888107"/>
                  </a:lnTo>
                  <a:lnTo>
                    <a:pt x="6299291" y="1888107"/>
                  </a:lnTo>
                  <a:lnTo>
                    <a:pt x="6293818" y="1888107"/>
                  </a:lnTo>
                  <a:lnTo>
                    <a:pt x="6288345" y="1888107"/>
                  </a:lnTo>
                  <a:lnTo>
                    <a:pt x="6282872" y="1888107"/>
                  </a:lnTo>
                  <a:lnTo>
                    <a:pt x="6277399" y="1888107"/>
                  </a:lnTo>
                  <a:lnTo>
                    <a:pt x="6271926" y="1888107"/>
                  </a:lnTo>
                  <a:lnTo>
                    <a:pt x="6266453" y="1888107"/>
                  </a:lnTo>
                  <a:lnTo>
                    <a:pt x="6260980" y="1888107"/>
                  </a:lnTo>
                  <a:lnTo>
                    <a:pt x="6255508" y="1888107"/>
                  </a:lnTo>
                  <a:lnTo>
                    <a:pt x="6250035" y="1888107"/>
                  </a:lnTo>
                  <a:lnTo>
                    <a:pt x="6244562" y="1888107"/>
                  </a:lnTo>
                  <a:lnTo>
                    <a:pt x="6239089" y="1888107"/>
                  </a:lnTo>
                  <a:lnTo>
                    <a:pt x="6233616" y="1888107"/>
                  </a:lnTo>
                  <a:lnTo>
                    <a:pt x="6222670" y="1888107"/>
                  </a:lnTo>
                  <a:lnTo>
                    <a:pt x="6217197" y="1888107"/>
                  </a:lnTo>
                  <a:lnTo>
                    <a:pt x="6211724" y="1888107"/>
                  </a:lnTo>
                  <a:lnTo>
                    <a:pt x="6206252" y="1888107"/>
                  </a:lnTo>
                  <a:lnTo>
                    <a:pt x="6200779" y="1888107"/>
                  </a:lnTo>
                  <a:lnTo>
                    <a:pt x="6195306" y="1888107"/>
                  </a:lnTo>
                  <a:lnTo>
                    <a:pt x="6189833" y="1888107"/>
                  </a:lnTo>
                  <a:lnTo>
                    <a:pt x="6184360" y="1888107"/>
                  </a:lnTo>
                  <a:lnTo>
                    <a:pt x="6178887" y="1888107"/>
                  </a:lnTo>
                  <a:lnTo>
                    <a:pt x="6173414" y="1888107"/>
                  </a:lnTo>
                  <a:lnTo>
                    <a:pt x="6167941" y="1888107"/>
                  </a:lnTo>
                  <a:lnTo>
                    <a:pt x="6162468" y="1888107"/>
                  </a:lnTo>
                  <a:lnTo>
                    <a:pt x="6156996" y="1888107"/>
                  </a:lnTo>
                  <a:lnTo>
                    <a:pt x="6151523" y="1888107"/>
                  </a:lnTo>
                  <a:lnTo>
                    <a:pt x="6146050" y="1888107"/>
                  </a:lnTo>
                  <a:lnTo>
                    <a:pt x="6140577" y="1888107"/>
                  </a:lnTo>
                  <a:lnTo>
                    <a:pt x="6135104" y="1888107"/>
                  </a:lnTo>
                  <a:lnTo>
                    <a:pt x="6129631" y="1888107"/>
                  </a:lnTo>
                  <a:lnTo>
                    <a:pt x="6124158" y="1888107"/>
                  </a:lnTo>
                  <a:lnTo>
                    <a:pt x="6118685" y="1888107"/>
                  </a:lnTo>
                  <a:lnTo>
                    <a:pt x="6113213" y="1888107"/>
                  </a:lnTo>
                  <a:lnTo>
                    <a:pt x="6107740" y="1888107"/>
                  </a:lnTo>
                  <a:lnTo>
                    <a:pt x="6102267" y="1888107"/>
                  </a:lnTo>
                  <a:lnTo>
                    <a:pt x="6096794" y="1888107"/>
                  </a:lnTo>
                  <a:lnTo>
                    <a:pt x="6091321" y="1888107"/>
                  </a:lnTo>
                  <a:lnTo>
                    <a:pt x="6085848" y="1888107"/>
                  </a:lnTo>
                  <a:lnTo>
                    <a:pt x="6080375" y="1888107"/>
                  </a:lnTo>
                  <a:lnTo>
                    <a:pt x="6074902" y="1888107"/>
                  </a:lnTo>
                  <a:lnTo>
                    <a:pt x="6069429" y="1888107"/>
                  </a:lnTo>
                  <a:lnTo>
                    <a:pt x="6063957" y="1888107"/>
                  </a:lnTo>
                  <a:lnTo>
                    <a:pt x="6063957" y="1913503"/>
                  </a:lnTo>
                  <a:lnTo>
                    <a:pt x="6058484" y="1913503"/>
                  </a:lnTo>
                  <a:lnTo>
                    <a:pt x="6053011" y="1913503"/>
                  </a:lnTo>
                  <a:lnTo>
                    <a:pt x="6047538" y="1913503"/>
                  </a:lnTo>
                  <a:lnTo>
                    <a:pt x="6042065" y="1913503"/>
                  </a:lnTo>
                  <a:lnTo>
                    <a:pt x="6042065" y="1938734"/>
                  </a:lnTo>
                  <a:lnTo>
                    <a:pt x="6036592" y="1938734"/>
                  </a:lnTo>
                  <a:lnTo>
                    <a:pt x="6031119" y="1938734"/>
                  </a:lnTo>
                  <a:lnTo>
                    <a:pt x="6025646" y="1938734"/>
                  </a:lnTo>
                  <a:lnTo>
                    <a:pt x="6020173" y="1938734"/>
                  </a:lnTo>
                  <a:lnTo>
                    <a:pt x="6020173" y="1963851"/>
                  </a:lnTo>
                  <a:lnTo>
                    <a:pt x="6014701" y="1963851"/>
                  </a:lnTo>
                  <a:lnTo>
                    <a:pt x="6009228" y="1963851"/>
                  </a:lnTo>
                  <a:lnTo>
                    <a:pt x="6009228" y="1988904"/>
                  </a:lnTo>
                  <a:lnTo>
                    <a:pt x="6003755" y="1988904"/>
                  </a:lnTo>
                  <a:lnTo>
                    <a:pt x="5998282" y="1988904"/>
                  </a:lnTo>
                  <a:lnTo>
                    <a:pt x="5992809" y="1988904"/>
                  </a:lnTo>
                  <a:lnTo>
                    <a:pt x="5987336" y="1988904"/>
                  </a:lnTo>
                  <a:lnTo>
                    <a:pt x="5981863" y="1988904"/>
                  </a:lnTo>
                  <a:lnTo>
                    <a:pt x="5976390" y="1988904"/>
                  </a:lnTo>
                  <a:lnTo>
                    <a:pt x="5970918" y="1988904"/>
                  </a:lnTo>
                  <a:lnTo>
                    <a:pt x="5970918" y="2013845"/>
                  </a:lnTo>
                  <a:lnTo>
                    <a:pt x="5965445" y="2013845"/>
                  </a:lnTo>
                  <a:lnTo>
                    <a:pt x="5959972" y="2013845"/>
                  </a:lnTo>
                  <a:lnTo>
                    <a:pt x="5954499" y="2013845"/>
                  </a:lnTo>
                  <a:lnTo>
                    <a:pt x="5949026" y="2013845"/>
                  </a:lnTo>
                  <a:lnTo>
                    <a:pt x="5949026" y="2038675"/>
                  </a:lnTo>
                  <a:lnTo>
                    <a:pt x="5943553" y="2038675"/>
                  </a:lnTo>
                  <a:lnTo>
                    <a:pt x="5943553" y="2063490"/>
                  </a:lnTo>
                  <a:lnTo>
                    <a:pt x="5938080" y="2063490"/>
                  </a:lnTo>
                  <a:lnTo>
                    <a:pt x="5932607" y="2063490"/>
                  </a:lnTo>
                  <a:lnTo>
                    <a:pt x="5927134" y="2063490"/>
                  </a:lnTo>
                  <a:lnTo>
                    <a:pt x="5921662" y="2063490"/>
                  </a:lnTo>
                  <a:lnTo>
                    <a:pt x="5916189" y="2063490"/>
                  </a:lnTo>
                  <a:lnTo>
                    <a:pt x="5910716" y="2063490"/>
                  </a:lnTo>
                  <a:lnTo>
                    <a:pt x="5905243" y="2063490"/>
                  </a:lnTo>
                  <a:lnTo>
                    <a:pt x="5899770" y="2063490"/>
                  </a:lnTo>
                  <a:lnTo>
                    <a:pt x="5894297" y="2063490"/>
                  </a:lnTo>
                  <a:lnTo>
                    <a:pt x="5888824" y="2063490"/>
                  </a:lnTo>
                  <a:lnTo>
                    <a:pt x="5883351" y="2063490"/>
                  </a:lnTo>
                  <a:lnTo>
                    <a:pt x="5877878" y="2063490"/>
                  </a:lnTo>
                  <a:lnTo>
                    <a:pt x="5872406" y="2063490"/>
                  </a:lnTo>
                  <a:lnTo>
                    <a:pt x="5866933" y="2063490"/>
                  </a:lnTo>
                  <a:lnTo>
                    <a:pt x="5861460" y="2063490"/>
                  </a:lnTo>
                  <a:lnTo>
                    <a:pt x="5861460" y="2088103"/>
                  </a:lnTo>
                  <a:lnTo>
                    <a:pt x="5855987" y="2088103"/>
                  </a:lnTo>
                  <a:lnTo>
                    <a:pt x="5850514" y="2088103"/>
                  </a:lnTo>
                  <a:lnTo>
                    <a:pt x="5845041" y="2088103"/>
                  </a:lnTo>
                  <a:lnTo>
                    <a:pt x="5839568" y="2088103"/>
                  </a:lnTo>
                  <a:lnTo>
                    <a:pt x="5834095" y="2088103"/>
                  </a:lnTo>
                  <a:lnTo>
                    <a:pt x="5828622" y="2088103"/>
                  </a:lnTo>
                  <a:lnTo>
                    <a:pt x="5823150" y="2088103"/>
                  </a:lnTo>
                  <a:lnTo>
                    <a:pt x="5817677" y="2088103"/>
                  </a:lnTo>
                  <a:lnTo>
                    <a:pt x="5812204" y="2088103"/>
                  </a:lnTo>
                  <a:lnTo>
                    <a:pt x="5806731" y="2088103"/>
                  </a:lnTo>
                  <a:lnTo>
                    <a:pt x="5801258" y="2088103"/>
                  </a:lnTo>
                  <a:lnTo>
                    <a:pt x="5795785" y="2088103"/>
                  </a:lnTo>
                  <a:lnTo>
                    <a:pt x="5790312" y="2088103"/>
                  </a:lnTo>
                  <a:lnTo>
                    <a:pt x="5784839" y="2088103"/>
                  </a:lnTo>
                  <a:lnTo>
                    <a:pt x="5779367" y="2088103"/>
                  </a:lnTo>
                  <a:lnTo>
                    <a:pt x="5773894" y="2088103"/>
                  </a:lnTo>
                  <a:lnTo>
                    <a:pt x="5768421" y="2088103"/>
                  </a:lnTo>
                  <a:lnTo>
                    <a:pt x="5762948" y="2088103"/>
                  </a:lnTo>
                  <a:lnTo>
                    <a:pt x="5757475" y="2088103"/>
                  </a:lnTo>
                  <a:lnTo>
                    <a:pt x="5752002" y="2088103"/>
                  </a:lnTo>
                  <a:lnTo>
                    <a:pt x="5746529" y="2088103"/>
                  </a:lnTo>
                  <a:lnTo>
                    <a:pt x="5741056" y="2088103"/>
                  </a:lnTo>
                  <a:lnTo>
                    <a:pt x="5735583" y="2088103"/>
                  </a:lnTo>
                  <a:lnTo>
                    <a:pt x="5730111" y="2088103"/>
                  </a:lnTo>
                  <a:lnTo>
                    <a:pt x="5724638" y="2088103"/>
                  </a:lnTo>
                  <a:lnTo>
                    <a:pt x="5719165" y="2088103"/>
                  </a:lnTo>
                  <a:lnTo>
                    <a:pt x="5713692" y="2088103"/>
                  </a:lnTo>
                  <a:lnTo>
                    <a:pt x="5708219" y="2088103"/>
                  </a:lnTo>
                  <a:lnTo>
                    <a:pt x="5702746" y="2088103"/>
                  </a:lnTo>
                  <a:lnTo>
                    <a:pt x="5697273" y="2088103"/>
                  </a:lnTo>
                  <a:lnTo>
                    <a:pt x="5691800" y="2088103"/>
                  </a:lnTo>
                  <a:lnTo>
                    <a:pt x="5686327" y="2088103"/>
                  </a:lnTo>
                  <a:lnTo>
                    <a:pt x="5680855" y="2088103"/>
                  </a:lnTo>
                  <a:lnTo>
                    <a:pt x="5675382" y="2088103"/>
                  </a:lnTo>
                  <a:lnTo>
                    <a:pt x="5669909" y="2088103"/>
                  </a:lnTo>
                  <a:lnTo>
                    <a:pt x="5664436" y="2088103"/>
                  </a:lnTo>
                  <a:lnTo>
                    <a:pt x="5658963" y="2088103"/>
                  </a:lnTo>
                  <a:lnTo>
                    <a:pt x="5653490" y="2088103"/>
                  </a:lnTo>
                  <a:lnTo>
                    <a:pt x="5648017" y="2088103"/>
                  </a:lnTo>
                  <a:lnTo>
                    <a:pt x="5642544" y="2088103"/>
                  </a:lnTo>
                  <a:lnTo>
                    <a:pt x="5637071" y="2088103"/>
                  </a:lnTo>
                  <a:lnTo>
                    <a:pt x="5637071" y="2111996"/>
                  </a:lnTo>
                  <a:lnTo>
                    <a:pt x="5631599" y="2111996"/>
                  </a:lnTo>
                  <a:lnTo>
                    <a:pt x="5626126" y="2111996"/>
                  </a:lnTo>
                  <a:lnTo>
                    <a:pt x="5620653" y="2111996"/>
                  </a:lnTo>
                  <a:lnTo>
                    <a:pt x="5615180" y="2111996"/>
                  </a:lnTo>
                  <a:lnTo>
                    <a:pt x="5609707" y="2111996"/>
                  </a:lnTo>
                  <a:lnTo>
                    <a:pt x="5604234" y="2111996"/>
                  </a:lnTo>
                  <a:lnTo>
                    <a:pt x="5604234" y="2135834"/>
                  </a:lnTo>
                  <a:lnTo>
                    <a:pt x="5598761" y="2135834"/>
                  </a:lnTo>
                  <a:lnTo>
                    <a:pt x="5598761" y="2159616"/>
                  </a:lnTo>
                  <a:lnTo>
                    <a:pt x="5593288" y="2159616"/>
                  </a:lnTo>
                  <a:lnTo>
                    <a:pt x="5587816" y="2159616"/>
                  </a:lnTo>
                  <a:lnTo>
                    <a:pt x="5582343" y="2159616"/>
                  </a:lnTo>
                  <a:lnTo>
                    <a:pt x="5576870" y="2159616"/>
                  </a:lnTo>
                  <a:lnTo>
                    <a:pt x="5571397" y="2159616"/>
                  </a:lnTo>
                  <a:lnTo>
                    <a:pt x="5571397" y="2183302"/>
                  </a:lnTo>
                  <a:lnTo>
                    <a:pt x="5565924" y="2183302"/>
                  </a:lnTo>
                  <a:lnTo>
                    <a:pt x="5560451" y="2183302"/>
                  </a:lnTo>
                  <a:lnTo>
                    <a:pt x="5554978" y="2183302"/>
                  </a:lnTo>
                  <a:lnTo>
                    <a:pt x="5549505" y="2183302"/>
                  </a:lnTo>
                  <a:lnTo>
                    <a:pt x="5544032" y="2183302"/>
                  </a:lnTo>
                  <a:lnTo>
                    <a:pt x="5538560" y="2183302"/>
                  </a:lnTo>
                  <a:lnTo>
                    <a:pt x="5533087" y="2183302"/>
                  </a:lnTo>
                  <a:lnTo>
                    <a:pt x="5527614" y="2183302"/>
                  </a:lnTo>
                  <a:lnTo>
                    <a:pt x="5527614" y="2206850"/>
                  </a:lnTo>
                  <a:lnTo>
                    <a:pt x="5522141" y="2206850"/>
                  </a:lnTo>
                  <a:lnTo>
                    <a:pt x="5516668" y="2206850"/>
                  </a:lnTo>
                  <a:lnTo>
                    <a:pt x="5511195" y="2206850"/>
                  </a:lnTo>
                  <a:lnTo>
                    <a:pt x="5505722" y="2206850"/>
                  </a:lnTo>
                  <a:lnTo>
                    <a:pt x="5500249" y="2206850"/>
                  </a:lnTo>
                  <a:lnTo>
                    <a:pt x="5494776" y="2206850"/>
                  </a:lnTo>
                  <a:lnTo>
                    <a:pt x="5489304" y="2206850"/>
                  </a:lnTo>
                  <a:lnTo>
                    <a:pt x="5483831" y="2206850"/>
                  </a:lnTo>
                  <a:lnTo>
                    <a:pt x="5478358" y="2206850"/>
                  </a:lnTo>
                  <a:lnTo>
                    <a:pt x="5472885" y="2206850"/>
                  </a:lnTo>
                  <a:lnTo>
                    <a:pt x="5467412" y="2206850"/>
                  </a:lnTo>
                  <a:lnTo>
                    <a:pt x="5461939" y="2206850"/>
                  </a:lnTo>
                  <a:lnTo>
                    <a:pt x="5456466" y="2206850"/>
                  </a:lnTo>
                  <a:lnTo>
                    <a:pt x="5450993" y="2206850"/>
                  </a:lnTo>
                  <a:lnTo>
                    <a:pt x="5445520" y="2206850"/>
                  </a:lnTo>
                  <a:lnTo>
                    <a:pt x="5440048" y="2206850"/>
                  </a:lnTo>
                  <a:lnTo>
                    <a:pt x="5434575" y="2206850"/>
                  </a:lnTo>
                  <a:lnTo>
                    <a:pt x="5429102" y="2206850"/>
                  </a:lnTo>
                  <a:lnTo>
                    <a:pt x="5423629" y="2206850"/>
                  </a:lnTo>
                  <a:lnTo>
                    <a:pt x="5418156" y="2206850"/>
                  </a:lnTo>
                  <a:lnTo>
                    <a:pt x="5412683" y="2206850"/>
                  </a:lnTo>
                  <a:lnTo>
                    <a:pt x="5407210" y="2206850"/>
                  </a:lnTo>
                  <a:lnTo>
                    <a:pt x="5401737" y="2206850"/>
                  </a:lnTo>
                  <a:lnTo>
                    <a:pt x="5396265" y="2206850"/>
                  </a:lnTo>
                  <a:lnTo>
                    <a:pt x="5390792" y="2206850"/>
                  </a:lnTo>
                  <a:lnTo>
                    <a:pt x="5385319" y="2206850"/>
                  </a:lnTo>
                  <a:lnTo>
                    <a:pt x="5379846" y="2206850"/>
                  </a:lnTo>
                  <a:lnTo>
                    <a:pt x="5374373" y="2206850"/>
                  </a:lnTo>
                  <a:lnTo>
                    <a:pt x="5368900" y="2206850"/>
                  </a:lnTo>
                  <a:lnTo>
                    <a:pt x="5363427" y="2206850"/>
                  </a:lnTo>
                  <a:lnTo>
                    <a:pt x="5357954" y="2206850"/>
                  </a:lnTo>
                  <a:lnTo>
                    <a:pt x="5352481" y="2206850"/>
                  </a:lnTo>
                  <a:lnTo>
                    <a:pt x="5347009" y="2206850"/>
                  </a:lnTo>
                  <a:lnTo>
                    <a:pt x="5347009" y="2230147"/>
                  </a:lnTo>
                  <a:lnTo>
                    <a:pt x="5341536" y="2230147"/>
                  </a:lnTo>
                  <a:lnTo>
                    <a:pt x="5336063" y="2230147"/>
                  </a:lnTo>
                  <a:lnTo>
                    <a:pt x="5330590" y="2230147"/>
                  </a:lnTo>
                  <a:lnTo>
                    <a:pt x="5325117" y="2230147"/>
                  </a:lnTo>
                  <a:lnTo>
                    <a:pt x="5325117" y="2276625"/>
                  </a:lnTo>
                  <a:lnTo>
                    <a:pt x="5319644" y="2276625"/>
                  </a:lnTo>
                  <a:lnTo>
                    <a:pt x="5314171" y="2276625"/>
                  </a:lnTo>
                  <a:lnTo>
                    <a:pt x="5308698" y="2276625"/>
                  </a:lnTo>
                  <a:lnTo>
                    <a:pt x="5303225" y="2276625"/>
                  </a:lnTo>
                  <a:lnTo>
                    <a:pt x="5297753" y="2276625"/>
                  </a:lnTo>
                  <a:lnTo>
                    <a:pt x="5292280" y="2276625"/>
                  </a:lnTo>
                  <a:lnTo>
                    <a:pt x="5286807" y="2276625"/>
                  </a:lnTo>
                  <a:lnTo>
                    <a:pt x="5286807" y="2299844"/>
                  </a:lnTo>
                  <a:lnTo>
                    <a:pt x="5281334" y="2299844"/>
                  </a:lnTo>
                  <a:lnTo>
                    <a:pt x="5275861" y="2299844"/>
                  </a:lnTo>
                  <a:lnTo>
                    <a:pt x="5270388" y="2299844"/>
                  </a:lnTo>
                  <a:lnTo>
                    <a:pt x="5264915" y="2299844"/>
                  </a:lnTo>
                  <a:lnTo>
                    <a:pt x="5259442" y="2299844"/>
                  </a:lnTo>
                  <a:lnTo>
                    <a:pt x="5253970" y="2299844"/>
                  </a:lnTo>
                  <a:lnTo>
                    <a:pt x="5248497" y="2299844"/>
                  </a:lnTo>
                  <a:lnTo>
                    <a:pt x="5243024" y="2299844"/>
                  </a:lnTo>
                  <a:lnTo>
                    <a:pt x="5237551" y="2299844"/>
                  </a:lnTo>
                  <a:lnTo>
                    <a:pt x="5232078" y="2299844"/>
                  </a:lnTo>
                  <a:lnTo>
                    <a:pt x="5226605" y="2299844"/>
                  </a:lnTo>
                  <a:lnTo>
                    <a:pt x="5221132" y="2299844"/>
                  </a:lnTo>
                  <a:lnTo>
                    <a:pt x="5215659" y="2299844"/>
                  </a:lnTo>
                  <a:lnTo>
                    <a:pt x="5210186" y="2299844"/>
                  </a:lnTo>
                  <a:lnTo>
                    <a:pt x="5204714" y="2299844"/>
                  </a:lnTo>
                  <a:lnTo>
                    <a:pt x="5199241" y="2299844"/>
                  </a:lnTo>
                  <a:lnTo>
                    <a:pt x="5193768" y="2299844"/>
                  </a:lnTo>
                  <a:lnTo>
                    <a:pt x="5188295" y="2299844"/>
                  </a:lnTo>
                  <a:lnTo>
                    <a:pt x="5182822" y="2299844"/>
                  </a:lnTo>
                  <a:lnTo>
                    <a:pt x="5177349" y="2299844"/>
                  </a:lnTo>
                  <a:lnTo>
                    <a:pt x="5171876" y="2299844"/>
                  </a:lnTo>
                  <a:lnTo>
                    <a:pt x="5166403" y="2299844"/>
                  </a:lnTo>
                  <a:lnTo>
                    <a:pt x="5160930" y="2299844"/>
                  </a:lnTo>
                  <a:lnTo>
                    <a:pt x="5155458" y="2299844"/>
                  </a:lnTo>
                  <a:lnTo>
                    <a:pt x="5149985" y="2299844"/>
                  </a:lnTo>
                  <a:lnTo>
                    <a:pt x="5144512" y="2299844"/>
                  </a:lnTo>
                  <a:lnTo>
                    <a:pt x="5144512" y="2322753"/>
                  </a:lnTo>
                  <a:lnTo>
                    <a:pt x="5139039" y="2322753"/>
                  </a:lnTo>
                  <a:lnTo>
                    <a:pt x="5133566" y="2322753"/>
                  </a:lnTo>
                  <a:lnTo>
                    <a:pt x="5128093" y="2322753"/>
                  </a:lnTo>
                  <a:lnTo>
                    <a:pt x="5122620" y="2322753"/>
                  </a:lnTo>
                  <a:lnTo>
                    <a:pt x="5117147" y="2322753"/>
                  </a:lnTo>
                  <a:lnTo>
                    <a:pt x="5111674" y="2322753"/>
                  </a:lnTo>
                  <a:lnTo>
                    <a:pt x="5111674" y="2345649"/>
                  </a:lnTo>
                  <a:lnTo>
                    <a:pt x="5106202" y="2345649"/>
                  </a:lnTo>
                  <a:lnTo>
                    <a:pt x="5100729" y="2345649"/>
                  </a:lnTo>
                  <a:lnTo>
                    <a:pt x="5100729" y="2368496"/>
                  </a:lnTo>
                  <a:lnTo>
                    <a:pt x="5095256" y="2368496"/>
                  </a:lnTo>
                  <a:lnTo>
                    <a:pt x="5089783" y="2368496"/>
                  </a:lnTo>
                  <a:lnTo>
                    <a:pt x="5084310" y="2368496"/>
                  </a:lnTo>
                  <a:lnTo>
                    <a:pt x="5078837" y="2368496"/>
                  </a:lnTo>
                  <a:lnTo>
                    <a:pt x="5073364" y="2368496"/>
                  </a:lnTo>
                  <a:lnTo>
                    <a:pt x="5067891" y="2368496"/>
                  </a:lnTo>
                  <a:lnTo>
                    <a:pt x="5062419" y="2368496"/>
                  </a:lnTo>
                  <a:lnTo>
                    <a:pt x="5056946" y="2368496"/>
                  </a:lnTo>
                  <a:lnTo>
                    <a:pt x="5051473" y="2368496"/>
                  </a:lnTo>
                  <a:lnTo>
                    <a:pt x="5046000" y="2368496"/>
                  </a:lnTo>
                  <a:lnTo>
                    <a:pt x="5040527" y="2368496"/>
                  </a:lnTo>
                  <a:lnTo>
                    <a:pt x="5035054" y="2368496"/>
                  </a:lnTo>
                  <a:lnTo>
                    <a:pt x="5029581" y="2368496"/>
                  </a:lnTo>
                  <a:lnTo>
                    <a:pt x="5024108" y="2368496"/>
                  </a:lnTo>
                  <a:lnTo>
                    <a:pt x="5018635" y="2368496"/>
                  </a:lnTo>
                  <a:lnTo>
                    <a:pt x="5013163" y="2368496"/>
                  </a:lnTo>
                  <a:lnTo>
                    <a:pt x="5007690" y="2368496"/>
                  </a:lnTo>
                  <a:lnTo>
                    <a:pt x="5002217" y="2368496"/>
                  </a:lnTo>
                  <a:lnTo>
                    <a:pt x="5002217" y="2391153"/>
                  </a:lnTo>
                  <a:lnTo>
                    <a:pt x="4996744" y="2391153"/>
                  </a:lnTo>
                  <a:lnTo>
                    <a:pt x="4991271" y="2391153"/>
                  </a:lnTo>
                  <a:lnTo>
                    <a:pt x="4985798" y="2391153"/>
                  </a:lnTo>
                  <a:lnTo>
                    <a:pt x="4980325" y="2391153"/>
                  </a:lnTo>
                  <a:lnTo>
                    <a:pt x="4974852" y="2391153"/>
                  </a:lnTo>
                  <a:lnTo>
                    <a:pt x="4969379" y="2391153"/>
                  </a:lnTo>
                  <a:lnTo>
                    <a:pt x="4963907" y="2391153"/>
                  </a:lnTo>
                  <a:lnTo>
                    <a:pt x="4958434" y="2391153"/>
                  </a:lnTo>
                  <a:lnTo>
                    <a:pt x="4952961" y="2391153"/>
                  </a:lnTo>
                  <a:lnTo>
                    <a:pt x="4947488" y="2391153"/>
                  </a:lnTo>
                  <a:lnTo>
                    <a:pt x="4942015" y="2391153"/>
                  </a:lnTo>
                  <a:lnTo>
                    <a:pt x="4936542" y="2391153"/>
                  </a:lnTo>
                  <a:lnTo>
                    <a:pt x="4931069" y="2391153"/>
                  </a:lnTo>
                  <a:lnTo>
                    <a:pt x="4925596" y="2391153"/>
                  </a:lnTo>
                  <a:lnTo>
                    <a:pt x="4920123" y="2391153"/>
                  </a:lnTo>
                  <a:lnTo>
                    <a:pt x="4914651" y="2391153"/>
                  </a:lnTo>
                  <a:lnTo>
                    <a:pt x="4914651" y="2413456"/>
                  </a:lnTo>
                  <a:lnTo>
                    <a:pt x="4909178" y="2413456"/>
                  </a:lnTo>
                  <a:lnTo>
                    <a:pt x="4903705" y="2413456"/>
                  </a:lnTo>
                  <a:lnTo>
                    <a:pt x="4898232" y="2413456"/>
                  </a:lnTo>
                  <a:lnTo>
                    <a:pt x="4892759" y="2413456"/>
                  </a:lnTo>
                  <a:lnTo>
                    <a:pt x="4887286" y="2413456"/>
                  </a:lnTo>
                  <a:lnTo>
                    <a:pt x="4887286" y="2435647"/>
                  </a:lnTo>
                  <a:lnTo>
                    <a:pt x="4881813" y="2435647"/>
                  </a:lnTo>
                  <a:lnTo>
                    <a:pt x="4876340" y="2435647"/>
                  </a:lnTo>
                  <a:lnTo>
                    <a:pt x="4870868" y="2435647"/>
                  </a:lnTo>
                  <a:lnTo>
                    <a:pt x="4865395" y="2435647"/>
                  </a:lnTo>
                  <a:lnTo>
                    <a:pt x="4859922" y="2435647"/>
                  </a:lnTo>
                  <a:lnTo>
                    <a:pt x="4854449" y="2435647"/>
                  </a:lnTo>
                  <a:lnTo>
                    <a:pt x="4848976" y="2435647"/>
                  </a:lnTo>
                  <a:lnTo>
                    <a:pt x="4843503" y="2435647"/>
                  </a:lnTo>
                  <a:lnTo>
                    <a:pt x="4838030" y="2435647"/>
                  </a:lnTo>
                  <a:lnTo>
                    <a:pt x="4832557" y="2435647"/>
                  </a:lnTo>
                  <a:lnTo>
                    <a:pt x="4832557" y="2457535"/>
                  </a:lnTo>
                  <a:lnTo>
                    <a:pt x="4827084" y="2457535"/>
                  </a:lnTo>
                  <a:lnTo>
                    <a:pt x="4821612" y="2457535"/>
                  </a:lnTo>
                  <a:lnTo>
                    <a:pt x="4816139" y="2457535"/>
                  </a:lnTo>
                  <a:lnTo>
                    <a:pt x="4810666" y="2457535"/>
                  </a:lnTo>
                  <a:lnTo>
                    <a:pt x="4805193" y="2457535"/>
                  </a:lnTo>
                  <a:lnTo>
                    <a:pt x="4799720" y="2457535"/>
                  </a:lnTo>
                  <a:lnTo>
                    <a:pt x="4794247" y="2457535"/>
                  </a:lnTo>
                  <a:lnTo>
                    <a:pt x="4788774" y="2457535"/>
                  </a:lnTo>
                  <a:lnTo>
                    <a:pt x="4783301" y="2457535"/>
                  </a:lnTo>
                  <a:lnTo>
                    <a:pt x="4777828" y="2457535"/>
                  </a:lnTo>
                  <a:lnTo>
                    <a:pt x="4772356" y="2457535"/>
                  </a:lnTo>
                  <a:lnTo>
                    <a:pt x="4766883" y="2457535"/>
                  </a:lnTo>
                  <a:lnTo>
                    <a:pt x="4761410" y="2457535"/>
                  </a:lnTo>
                  <a:lnTo>
                    <a:pt x="4755937" y="2457535"/>
                  </a:lnTo>
                  <a:lnTo>
                    <a:pt x="4750464" y="2457535"/>
                  </a:lnTo>
                  <a:lnTo>
                    <a:pt x="4744991" y="2457535"/>
                  </a:lnTo>
                  <a:lnTo>
                    <a:pt x="4744991" y="2479315"/>
                  </a:lnTo>
                  <a:lnTo>
                    <a:pt x="4739518" y="2479315"/>
                  </a:lnTo>
                  <a:lnTo>
                    <a:pt x="4734045" y="2479315"/>
                  </a:lnTo>
                  <a:lnTo>
                    <a:pt x="4728573" y="2479315"/>
                  </a:lnTo>
                  <a:lnTo>
                    <a:pt x="4723100" y="2479315"/>
                  </a:lnTo>
                  <a:lnTo>
                    <a:pt x="4723100" y="2501085"/>
                  </a:lnTo>
                  <a:lnTo>
                    <a:pt x="4717627" y="2501085"/>
                  </a:lnTo>
                  <a:lnTo>
                    <a:pt x="4712154" y="2501085"/>
                  </a:lnTo>
                  <a:lnTo>
                    <a:pt x="4712154" y="2522812"/>
                  </a:lnTo>
                  <a:lnTo>
                    <a:pt x="4706681" y="2522812"/>
                  </a:lnTo>
                  <a:lnTo>
                    <a:pt x="4701208" y="2522812"/>
                  </a:lnTo>
                  <a:lnTo>
                    <a:pt x="4695735" y="2522812"/>
                  </a:lnTo>
                  <a:lnTo>
                    <a:pt x="4690262" y="2522812"/>
                  </a:lnTo>
                  <a:lnTo>
                    <a:pt x="4684789" y="2522812"/>
                  </a:lnTo>
                  <a:lnTo>
                    <a:pt x="4679317" y="2522812"/>
                  </a:lnTo>
                  <a:lnTo>
                    <a:pt x="4673844" y="2522812"/>
                  </a:lnTo>
                  <a:lnTo>
                    <a:pt x="4668371" y="2522812"/>
                  </a:lnTo>
                  <a:lnTo>
                    <a:pt x="4662898" y="2522812"/>
                  </a:lnTo>
                  <a:lnTo>
                    <a:pt x="4657425" y="2522812"/>
                  </a:lnTo>
                  <a:lnTo>
                    <a:pt x="4651952" y="2522812"/>
                  </a:lnTo>
                  <a:lnTo>
                    <a:pt x="4646479" y="2522812"/>
                  </a:lnTo>
                  <a:lnTo>
                    <a:pt x="4641006" y="2522812"/>
                  </a:lnTo>
                  <a:lnTo>
                    <a:pt x="4635533" y="2522812"/>
                  </a:lnTo>
                  <a:lnTo>
                    <a:pt x="4630061" y="2522812"/>
                  </a:lnTo>
                  <a:lnTo>
                    <a:pt x="4624588" y="2522812"/>
                  </a:lnTo>
                  <a:lnTo>
                    <a:pt x="4619115" y="2522812"/>
                  </a:lnTo>
                  <a:lnTo>
                    <a:pt x="4613642" y="2522812"/>
                  </a:lnTo>
                  <a:lnTo>
                    <a:pt x="4608169" y="2522812"/>
                  </a:lnTo>
                  <a:lnTo>
                    <a:pt x="4602696" y="2522812"/>
                  </a:lnTo>
                  <a:lnTo>
                    <a:pt x="4597223" y="2522812"/>
                  </a:lnTo>
                  <a:lnTo>
                    <a:pt x="4591750" y="2522812"/>
                  </a:lnTo>
                  <a:lnTo>
                    <a:pt x="4591750" y="2544404"/>
                  </a:lnTo>
                  <a:lnTo>
                    <a:pt x="4586277" y="2544404"/>
                  </a:lnTo>
                  <a:lnTo>
                    <a:pt x="4580805" y="2544404"/>
                  </a:lnTo>
                  <a:lnTo>
                    <a:pt x="4580805" y="2565986"/>
                  </a:lnTo>
                  <a:lnTo>
                    <a:pt x="4575332" y="2565986"/>
                  </a:lnTo>
                  <a:lnTo>
                    <a:pt x="4569859" y="2565986"/>
                  </a:lnTo>
                  <a:lnTo>
                    <a:pt x="4564386" y="2565986"/>
                  </a:lnTo>
                  <a:lnTo>
                    <a:pt x="4558913" y="2565986"/>
                  </a:lnTo>
                  <a:lnTo>
                    <a:pt x="4553440" y="2565986"/>
                  </a:lnTo>
                  <a:lnTo>
                    <a:pt x="4547967" y="2565986"/>
                  </a:lnTo>
                  <a:lnTo>
                    <a:pt x="4542494" y="2565986"/>
                  </a:lnTo>
                  <a:lnTo>
                    <a:pt x="4537022" y="2565986"/>
                  </a:lnTo>
                  <a:lnTo>
                    <a:pt x="4531549" y="2565986"/>
                  </a:lnTo>
                  <a:lnTo>
                    <a:pt x="4531549" y="2587347"/>
                  </a:lnTo>
                  <a:lnTo>
                    <a:pt x="4526076" y="2587347"/>
                  </a:lnTo>
                  <a:lnTo>
                    <a:pt x="4520603" y="2587347"/>
                  </a:lnTo>
                  <a:lnTo>
                    <a:pt x="4515130" y="2587347"/>
                  </a:lnTo>
                  <a:lnTo>
                    <a:pt x="4515130" y="2608696"/>
                  </a:lnTo>
                  <a:lnTo>
                    <a:pt x="4509657" y="2608696"/>
                  </a:lnTo>
                  <a:lnTo>
                    <a:pt x="4504184" y="2608696"/>
                  </a:lnTo>
                  <a:lnTo>
                    <a:pt x="4498711" y="2608696"/>
                  </a:lnTo>
                  <a:lnTo>
                    <a:pt x="4493238" y="2608696"/>
                  </a:lnTo>
                  <a:lnTo>
                    <a:pt x="4487766" y="2608696"/>
                  </a:lnTo>
                  <a:lnTo>
                    <a:pt x="4487766" y="2630006"/>
                  </a:lnTo>
                  <a:lnTo>
                    <a:pt x="4482293" y="2630006"/>
                  </a:lnTo>
                  <a:lnTo>
                    <a:pt x="4476820" y="2630006"/>
                  </a:lnTo>
                  <a:lnTo>
                    <a:pt x="4471347" y="2630006"/>
                  </a:lnTo>
                  <a:lnTo>
                    <a:pt x="4465874" y="2630006"/>
                  </a:lnTo>
                  <a:lnTo>
                    <a:pt x="4460401" y="2630006"/>
                  </a:lnTo>
                  <a:lnTo>
                    <a:pt x="4454928" y="2630006"/>
                  </a:lnTo>
                  <a:lnTo>
                    <a:pt x="4449455" y="2630006"/>
                  </a:lnTo>
                  <a:lnTo>
                    <a:pt x="4443982" y="2630006"/>
                  </a:lnTo>
                  <a:lnTo>
                    <a:pt x="4438510" y="2630006"/>
                  </a:lnTo>
                  <a:lnTo>
                    <a:pt x="4433037" y="2630006"/>
                  </a:lnTo>
                  <a:lnTo>
                    <a:pt x="4427564" y="2630006"/>
                  </a:lnTo>
                  <a:lnTo>
                    <a:pt x="4422091" y="2630006"/>
                  </a:lnTo>
                  <a:lnTo>
                    <a:pt x="4416618" y="2630006"/>
                  </a:lnTo>
                  <a:lnTo>
                    <a:pt x="4416618" y="2651190"/>
                  </a:lnTo>
                  <a:lnTo>
                    <a:pt x="4411145" y="2651190"/>
                  </a:lnTo>
                  <a:lnTo>
                    <a:pt x="4405672" y="2651190"/>
                  </a:lnTo>
                  <a:lnTo>
                    <a:pt x="4400199" y="2651190"/>
                  </a:lnTo>
                  <a:lnTo>
                    <a:pt x="4394726" y="2651190"/>
                  </a:lnTo>
                  <a:lnTo>
                    <a:pt x="4389254" y="2651190"/>
                  </a:lnTo>
                  <a:lnTo>
                    <a:pt x="4383781" y="2651190"/>
                  </a:lnTo>
                  <a:lnTo>
                    <a:pt x="4383781" y="2672306"/>
                  </a:lnTo>
                  <a:lnTo>
                    <a:pt x="4378308" y="2672306"/>
                  </a:lnTo>
                  <a:lnTo>
                    <a:pt x="4372835" y="2672306"/>
                  </a:lnTo>
                  <a:lnTo>
                    <a:pt x="4367362" y="2672306"/>
                  </a:lnTo>
                  <a:lnTo>
                    <a:pt x="4361889" y="2672306"/>
                  </a:lnTo>
                  <a:lnTo>
                    <a:pt x="4356416" y="2672306"/>
                  </a:lnTo>
                  <a:lnTo>
                    <a:pt x="4350943" y="2672306"/>
                  </a:lnTo>
                  <a:lnTo>
                    <a:pt x="4345471" y="2672306"/>
                  </a:lnTo>
                  <a:lnTo>
                    <a:pt x="4339998" y="2672306"/>
                  </a:lnTo>
                  <a:lnTo>
                    <a:pt x="4334525" y="2672306"/>
                  </a:lnTo>
                  <a:lnTo>
                    <a:pt x="4329052" y="2672306"/>
                  </a:lnTo>
                  <a:lnTo>
                    <a:pt x="4323579" y="2672306"/>
                  </a:lnTo>
                  <a:lnTo>
                    <a:pt x="4318106" y="2672306"/>
                  </a:lnTo>
                  <a:lnTo>
                    <a:pt x="4312633" y="2672306"/>
                  </a:lnTo>
                  <a:lnTo>
                    <a:pt x="4307160" y="2672306"/>
                  </a:lnTo>
                  <a:lnTo>
                    <a:pt x="4301687" y="2672306"/>
                  </a:lnTo>
                  <a:lnTo>
                    <a:pt x="4296215" y="2672306"/>
                  </a:lnTo>
                  <a:lnTo>
                    <a:pt x="4290742" y="2672306"/>
                  </a:lnTo>
                  <a:lnTo>
                    <a:pt x="4285269" y="2672306"/>
                  </a:lnTo>
                  <a:lnTo>
                    <a:pt x="4279796" y="2672306"/>
                  </a:lnTo>
                  <a:lnTo>
                    <a:pt x="4274323" y="2672306"/>
                  </a:lnTo>
                  <a:lnTo>
                    <a:pt x="4268850" y="2672306"/>
                  </a:lnTo>
                  <a:lnTo>
                    <a:pt x="4263377" y="2672306"/>
                  </a:lnTo>
                  <a:lnTo>
                    <a:pt x="4257904" y="2672306"/>
                  </a:lnTo>
                  <a:lnTo>
                    <a:pt x="4257904" y="2692980"/>
                  </a:lnTo>
                  <a:lnTo>
                    <a:pt x="4252431" y="2692980"/>
                  </a:lnTo>
                  <a:lnTo>
                    <a:pt x="4246959" y="2692980"/>
                  </a:lnTo>
                  <a:lnTo>
                    <a:pt x="4241486" y="2692980"/>
                  </a:lnTo>
                  <a:lnTo>
                    <a:pt x="4241486" y="2713643"/>
                  </a:lnTo>
                  <a:lnTo>
                    <a:pt x="4236013" y="2713643"/>
                  </a:lnTo>
                  <a:lnTo>
                    <a:pt x="4236013" y="2734295"/>
                  </a:lnTo>
                  <a:lnTo>
                    <a:pt x="4230540" y="2734295"/>
                  </a:lnTo>
                  <a:lnTo>
                    <a:pt x="4225067" y="2734295"/>
                  </a:lnTo>
                  <a:lnTo>
                    <a:pt x="4219594" y="2734295"/>
                  </a:lnTo>
                  <a:lnTo>
                    <a:pt x="4214121" y="2734295"/>
                  </a:lnTo>
                  <a:lnTo>
                    <a:pt x="4208648" y="2734295"/>
                  </a:lnTo>
                  <a:lnTo>
                    <a:pt x="4203176" y="2734295"/>
                  </a:lnTo>
                  <a:lnTo>
                    <a:pt x="4197703" y="2734295"/>
                  </a:lnTo>
                  <a:lnTo>
                    <a:pt x="4192230" y="2734295"/>
                  </a:lnTo>
                  <a:lnTo>
                    <a:pt x="4186757" y="2734295"/>
                  </a:lnTo>
                  <a:lnTo>
                    <a:pt x="4181284" y="2734295"/>
                  </a:lnTo>
                  <a:lnTo>
                    <a:pt x="4175811" y="2734295"/>
                  </a:lnTo>
                  <a:lnTo>
                    <a:pt x="4170338" y="2734295"/>
                  </a:lnTo>
                  <a:lnTo>
                    <a:pt x="4164865" y="2734295"/>
                  </a:lnTo>
                  <a:lnTo>
                    <a:pt x="4159392" y="2734295"/>
                  </a:lnTo>
                  <a:lnTo>
                    <a:pt x="4153920" y="2734295"/>
                  </a:lnTo>
                  <a:lnTo>
                    <a:pt x="4148447" y="2734295"/>
                  </a:lnTo>
                  <a:lnTo>
                    <a:pt x="4142974" y="2734295"/>
                  </a:lnTo>
                  <a:lnTo>
                    <a:pt x="4142974" y="2754758"/>
                  </a:lnTo>
                  <a:lnTo>
                    <a:pt x="4137501" y="2754758"/>
                  </a:lnTo>
                  <a:lnTo>
                    <a:pt x="4132028" y="2754758"/>
                  </a:lnTo>
                  <a:lnTo>
                    <a:pt x="4126555" y="2754758"/>
                  </a:lnTo>
                  <a:lnTo>
                    <a:pt x="4121082" y="2754758"/>
                  </a:lnTo>
                  <a:lnTo>
                    <a:pt x="4115609" y="2754758"/>
                  </a:lnTo>
                  <a:lnTo>
                    <a:pt x="4110136" y="2754758"/>
                  </a:lnTo>
                  <a:lnTo>
                    <a:pt x="4104664" y="2754758"/>
                  </a:lnTo>
                  <a:lnTo>
                    <a:pt x="4099191" y="2754758"/>
                  </a:lnTo>
                  <a:lnTo>
                    <a:pt x="4093718" y="2754758"/>
                  </a:lnTo>
                  <a:lnTo>
                    <a:pt x="4088245" y="2754758"/>
                  </a:lnTo>
                  <a:lnTo>
                    <a:pt x="4082772" y="2754758"/>
                  </a:lnTo>
                  <a:lnTo>
                    <a:pt x="4077299" y="2754758"/>
                  </a:lnTo>
                  <a:lnTo>
                    <a:pt x="4071826" y="2754758"/>
                  </a:lnTo>
                  <a:lnTo>
                    <a:pt x="4066353" y="2754758"/>
                  </a:lnTo>
                  <a:lnTo>
                    <a:pt x="4060880" y="2754758"/>
                  </a:lnTo>
                  <a:lnTo>
                    <a:pt x="4055408" y="2754758"/>
                  </a:lnTo>
                  <a:lnTo>
                    <a:pt x="4049935" y="2754758"/>
                  </a:lnTo>
                  <a:lnTo>
                    <a:pt x="4044462" y="2754758"/>
                  </a:lnTo>
                  <a:lnTo>
                    <a:pt x="4038989" y="2754758"/>
                  </a:lnTo>
                  <a:lnTo>
                    <a:pt x="4033516" y="2754758"/>
                  </a:lnTo>
                  <a:lnTo>
                    <a:pt x="4028043" y="2754758"/>
                  </a:lnTo>
                  <a:lnTo>
                    <a:pt x="4022570" y="2754758"/>
                  </a:lnTo>
                  <a:lnTo>
                    <a:pt x="4017097" y="2754758"/>
                  </a:lnTo>
                  <a:lnTo>
                    <a:pt x="4011625" y="2754758"/>
                  </a:lnTo>
                  <a:lnTo>
                    <a:pt x="4006152" y="2754758"/>
                  </a:lnTo>
                  <a:lnTo>
                    <a:pt x="4000679" y="2754758"/>
                  </a:lnTo>
                  <a:lnTo>
                    <a:pt x="3995206" y="2754758"/>
                  </a:lnTo>
                  <a:lnTo>
                    <a:pt x="3989733" y="2754758"/>
                  </a:lnTo>
                  <a:lnTo>
                    <a:pt x="3984260" y="2754758"/>
                  </a:lnTo>
                  <a:lnTo>
                    <a:pt x="3978787" y="2754758"/>
                  </a:lnTo>
                  <a:lnTo>
                    <a:pt x="3973314" y="2754758"/>
                  </a:lnTo>
                  <a:lnTo>
                    <a:pt x="3967841" y="2754758"/>
                  </a:lnTo>
                  <a:lnTo>
                    <a:pt x="3962369" y="2754758"/>
                  </a:lnTo>
                  <a:lnTo>
                    <a:pt x="3956896" y="2754758"/>
                  </a:lnTo>
                  <a:lnTo>
                    <a:pt x="3956896" y="2774845"/>
                  </a:lnTo>
                  <a:lnTo>
                    <a:pt x="3951423" y="2774845"/>
                  </a:lnTo>
                  <a:lnTo>
                    <a:pt x="3945950" y="2774845"/>
                  </a:lnTo>
                  <a:lnTo>
                    <a:pt x="3940477" y="2774845"/>
                  </a:lnTo>
                  <a:lnTo>
                    <a:pt x="3940477" y="2794874"/>
                  </a:lnTo>
                  <a:lnTo>
                    <a:pt x="3935004" y="2794874"/>
                  </a:lnTo>
                  <a:lnTo>
                    <a:pt x="3929531" y="2794874"/>
                  </a:lnTo>
                  <a:lnTo>
                    <a:pt x="3924058" y="2794874"/>
                  </a:lnTo>
                  <a:lnTo>
                    <a:pt x="3918585" y="2794874"/>
                  </a:lnTo>
                  <a:lnTo>
                    <a:pt x="3913113" y="2794874"/>
                  </a:lnTo>
                  <a:lnTo>
                    <a:pt x="3907640" y="2794874"/>
                  </a:lnTo>
                  <a:lnTo>
                    <a:pt x="3902167" y="2794874"/>
                  </a:lnTo>
                  <a:lnTo>
                    <a:pt x="3896694" y="2794874"/>
                  </a:lnTo>
                  <a:lnTo>
                    <a:pt x="3891221" y="2794874"/>
                  </a:lnTo>
                  <a:lnTo>
                    <a:pt x="3885748" y="2794874"/>
                  </a:lnTo>
                  <a:lnTo>
                    <a:pt x="3880275" y="2794874"/>
                  </a:lnTo>
                  <a:lnTo>
                    <a:pt x="3874802" y="2794874"/>
                  </a:lnTo>
                  <a:lnTo>
                    <a:pt x="3869329" y="2794874"/>
                  </a:lnTo>
                  <a:lnTo>
                    <a:pt x="3863857" y="2794874"/>
                  </a:lnTo>
                  <a:lnTo>
                    <a:pt x="3863857" y="2814848"/>
                  </a:lnTo>
                  <a:lnTo>
                    <a:pt x="3858384" y="2814848"/>
                  </a:lnTo>
                  <a:lnTo>
                    <a:pt x="3852911" y="2814848"/>
                  </a:lnTo>
                  <a:lnTo>
                    <a:pt x="3847438" y="2814848"/>
                  </a:lnTo>
                  <a:lnTo>
                    <a:pt x="3841965" y="2814848"/>
                  </a:lnTo>
                  <a:lnTo>
                    <a:pt x="3836492" y="2814848"/>
                  </a:lnTo>
                  <a:lnTo>
                    <a:pt x="3831019" y="2814848"/>
                  </a:lnTo>
                  <a:lnTo>
                    <a:pt x="3825546" y="2814848"/>
                  </a:lnTo>
                  <a:lnTo>
                    <a:pt x="3820074" y="2814848"/>
                  </a:lnTo>
                  <a:lnTo>
                    <a:pt x="3814601" y="2814848"/>
                  </a:lnTo>
                  <a:lnTo>
                    <a:pt x="3809128" y="2814848"/>
                  </a:lnTo>
                  <a:lnTo>
                    <a:pt x="3803655" y="2814848"/>
                  </a:lnTo>
                  <a:lnTo>
                    <a:pt x="3798182" y="2814848"/>
                  </a:lnTo>
                  <a:lnTo>
                    <a:pt x="3792709" y="2814848"/>
                  </a:lnTo>
                  <a:lnTo>
                    <a:pt x="3787236" y="2814848"/>
                  </a:lnTo>
                  <a:lnTo>
                    <a:pt x="3781763" y="2814848"/>
                  </a:lnTo>
                  <a:lnTo>
                    <a:pt x="3776290" y="2814848"/>
                  </a:lnTo>
                  <a:lnTo>
                    <a:pt x="3770818" y="2814848"/>
                  </a:lnTo>
                  <a:lnTo>
                    <a:pt x="3765345" y="2814848"/>
                  </a:lnTo>
                  <a:lnTo>
                    <a:pt x="3759872" y="2814848"/>
                  </a:lnTo>
                  <a:lnTo>
                    <a:pt x="3754399" y="2814848"/>
                  </a:lnTo>
                  <a:lnTo>
                    <a:pt x="3748926" y="2814848"/>
                  </a:lnTo>
                  <a:lnTo>
                    <a:pt x="3748926" y="2834518"/>
                  </a:lnTo>
                  <a:lnTo>
                    <a:pt x="3743453" y="2834518"/>
                  </a:lnTo>
                  <a:lnTo>
                    <a:pt x="3737980" y="2834518"/>
                  </a:lnTo>
                  <a:lnTo>
                    <a:pt x="3732507" y="2834518"/>
                  </a:lnTo>
                  <a:lnTo>
                    <a:pt x="3727034" y="2834518"/>
                  </a:lnTo>
                  <a:lnTo>
                    <a:pt x="3721562" y="2834518"/>
                  </a:lnTo>
                  <a:lnTo>
                    <a:pt x="3716089" y="2834518"/>
                  </a:lnTo>
                  <a:lnTo>
                    <a:pt x="3710616" y="2834518"/>
                  </a:lnTo>
                  <a:lnTo>
                    <a:pt x="3705143" y="2834518"/>
                  </a:lnTo>
                  <a:lnTo>
                    <a:pt x="3699670" y="2834518"/>
                  </a:lnTo>
                  <a:lnTo>
                    <a:pt x="3694197" y="2834518"/>
                  </a:lnTo>
                  <a:lnTo>
                    <a:pt x="3688724" y="2834518"/>
                  </a:lnTo>
                  <a:lnTo>
                    <a:pt x="3688724" y="2854068"/>
                  </a:lnTo>
                  <a:lnTo>
                    <a:pt x="3683251" y="2854068"/>
                  </a:lnTo>
                  <a:lnTo>
                    <a:pt x="3683251" y="2873566"/>
                  </a:lnTo>
                  <a:lnTo>
                    <a:pt x="3677779" y="2873566"/>
                  </a:lnTo>
                  <a:lnTo>
                    <a:pt x="3672306" y="2873566"/>
                  </a:lnTo>
                  <a:lnTo>
                    <a:pt x="3666833" y="2873566"/>
                  </a:lnTo>
                  <a:lnTo>
                    <a:pt x="3661360" y="2873566"/>
                  </a:lnTo>
                  <a:lnTo>
                    <a:pt x="3655887" y="2873566"/>
                  </a:lnTo>
                  <a:lnTo>
                    <a:pt x="3650414" y="2873566"/>
                  </a:lnTo>
                  <a:lnTo>
                    <a:pt x="3644941" y="2873566"/>
                  </a:lnTo>
                  <a:lnTo>
                    <a:pt x="3639468" y="2873566"/>
                  </a:lnTo>
                  <a:lnTo>
                    <a:pt x="3633995" y="2873566"/>
                  </a:lnTo>
                  <a:lnTo>
                    <a:pt x="3628523" y="2873566"/>
                  </a:lnTo>
                  <a:lnTo>
                    <a:pt x="3623050" y="2873566"/>
                  </a:lnTo>
                  <a:lnTo>
                    <a:pt x="3617577" y="2873566"/>
                  </a:lnTo>
                  <a:lnTo>
                    <a:pt x="3612104" y="2873566"/>
                  </a:lnTo>
                  <a:lnTo>
                    <a:pt x="3606631" y="2873566"/>
                  </a:lnTo>
                  <a:lnTo>
                    <a:pt x="3601158" y="2873566"/>
                  </a:lnTo>
                  <a:lnTo>
                    <a:pt x="3595685" y="2873566"/>
                  </a:lnTo>
                  <a:lnTo>
                    <a:pt x="3590212" y="2873566"/>
                  </a:lnTo>
                  <a:lnTo>
                    <a:pt x="3590212" y="2892949"/>
                  </a:lnTo>
                  <a:lnTo>
                    <a:pt x="3584739" y="2892949"/>
                  </a:lnTo>
                  <a:lnTo>
                    <a:pt x="3579267" y="2892949"/>
                  </a:lnTo>
                  <a:lnTo>
                    <a:pt x="3573794" y="2892949"/>
                  </a:lnTo>
                  <a:lnTo>
                    <a:pt x="3568321" y="2892949"/>
                  </a:lnTo>
                  <a:lnTo>
                    <a:pt x="3562848" y="2892949"/>
                  </a:lnTo>
                  <a:lnTo>
                    <a:pt x="3557375" y="2892949"/>
                  </a:lnTo>
                  <a:lnTo>
                    <a:pt x="3551902" y="2892949"/>
                  </a:lnTo>
                  <a:lnTo>
                    <a:pt x="3546429" y="2892949"/>
                  </a:lnTo>
                  <a:lnTo>
                    <a:pt x="3540956" y="2892949"/>
                  </a:lnTo>
                  <a:lnTo>
                    <a:pt x="3535483" y="2892949"/>
                  </a:lnTo>
                  <a:lnTo>
                    <a:pt x="3535483" y="2912176"/>
                  </a:lnTo>
                  <a:lnTo>
                    <a:pt x="3530011" y="2912176"/>
                  </a:lnTo>
                  <a:lnTo>
                    <a:pt x="3524538" y="2912176"/>
                  </a:lnTo>
                  <a:lnTo>
                    <a:pt x="3519065" y="2912176"/>
                  </a:lnTo>
                  <a:lnTo>
                    <a:pt x="3513592" y="2912176"/>
                  </a:lnTo>
                  <a:lnTo>
                    <a:pt x="3508119" y="2912176"/>
                  </a:lnTo>
                  <a:lnTo>
                    <a:pt x="3502646" y="2912176"/>
                  </a:lnTo>
                  <a:lnTo>
                    <a:pt x="3497173" y="2912176"/>
                  </a:lnTo>
                  <a:lnTo>
                    <a:pt x="3491700" y="2912176"/>
                  </a:lnTo>
                  <a:lnTo>
                    <a:pt x="3486228" y="2912176"/>
                  </a:lnTo>
                  <a:lnTo>
                    <a:pt x="3480755" y="2912176"/>
                  </a:lnTo>
                  <a:lnTo>
                    <a:pt x="3475282" y="2912176"/>
                  </a:lnTo>
                  <a:lnTo>
                    <a:pt x="3469809" y="2912176"/>
                  </a:lnTo>
                  <a:lnTo>
                    <a:pt x="3464336" y="2912176"/>
                  </a:lnTo>
                  <a:lnTo>
                    <a:pt x="3458863" y="2912176"/>
                  </a:lnTo>
                  <a:lnTo>
                    <a:pt x="3453390" y="2912176"/>
                  </a:lnTo>
                  <a:lnTo>
                    <a:pt x="3447917" y="2912176"/>
                  </a:lnTo>
                  <a:lnTo>
                    <a:pt x="3442444" y="2912176"/>
                  </a:lnTo>
                  <a:lnTo>
                    <a:pt x="3442444" y="2931130"/>
                  </a:lnTo>
                  <a:lnTo>
                    <a:pt x="3436972" y="2931130"/>
                  </a:lnTo>
                  <a:lnTo>
                    <a:pt x="3431499" y="2931130"/>
                  </a:lnTo>
                  <a:lnTo>
                    <a:pt x="3426026" y="2931130"/>
                  </a:lnTo>
                  <a:lnTo>
                    <a:pt x="3426026" y="2950076"/>
                  </a:lnTo>
                  <a:lnTo>
                    <a:pt x="3420553" y="2950076"/>
                  </a:lnTo>
                  <a:lnTo>
                    <a:pt x="3420553" y="2968994"/>
                  </a:lnTo>
                  <a:lnTo>
                    <a:pt x="3415080" y="2968994"/>
                  </a:lnTo>
                  <a:lnTo>
                    <a:pt x="3415080" y="2987884"/>
                  </a:lnTo>
                  <a:lnTo>
                    <a:pt x="3409607" y="2987884"/>
                  </a:lnTo>
                  <a:lnTo>
                    <a:pt x="3404134" y="2987884"/>
                  </a:lnTo>
                  <a:lnTo>
                    <a:pt x="3398661" y="2987884"/>
                  </a:lnTo>
                  <a:lnTo>
                    <a:pt x="3393188" y="2987884"/>
                  </a:lnTo>
                  <a:lnTo>
                    <a:pt x="3387716" y="2987884"/>
                  </a:lnTo>
                  <a:lnTo>
                    <a:pt x="3382243" y="2987884"/>
                  </a:lnTo>
                  <a:lnTo>
                    <a:pt x="3376770" y="2987884"/>
                  </a:lnTo>
                  <a:lnTo>
                    <a:pt x="3371297" y="2987884"/>
                  </a:lnTo>
                  <a:lnTo>
                    <a:pt x="3365824" y="2987884"/>
                  </a:lnTo>
                  <a:lnTo>
                    <a:pt x="3360351" y="2987884"/>
                  </a:lnTo>
                  <a:lnTo>
                    <a:pt x="3354878" y="2987884"/>
                  </a:lnTo>
                  <a:lnTo>
                    <a:pt x="3349405" y="2987884"/>
                  </a:lnTo>
                  <a:lnTo>
                    <a:pt x="3343932" y="2987884"/>
                  </a:lnTo>
                  <a:lnTo>
                    <a:pt x="3338460" y="2987884"/>
                  </a:lnTo>
                  <a:lnTo>
                    <a:pt x="3332987" y="2987884"/>
                  </a:lnTo>
                  <a:lnTo>
                    <a:pt x="3327514" y="2987884"/>
                  </a:lnTo>
                  <a:lnTo>
                    <a:pt x="3322041" y="2987884"/>
                  </a:lnTo>
                  <a:lnTo>
                    <a:pt x="3316568" y="2987884"/>
                  </a:lnTo>
                  <a:lnTo>
                    <a:pt x="3311095" y="2987884"/>
                  </a:lnTo>
                  <a:lnTo>
                    <a:pt x="3305622" y="2987884"/>
                  </a:lnTo>
                  <a:lnTo>
                    <a:pt x="3300149" y="2987884"/>
                  </a:lnTo>
                  <a:lnTo>
                    <a:pt x="3294677" y="2987884"/>
                  </a:lnTo>
                  <a:lnTo>
                    <a:pt x="3289204" y="2987884"/>
                  </a:lnTo>
                  <a:lnTo>
                    <a:pt x="3289204" y="3006573"/>
                  </a:lnTo>
                  <a:lnTo>
                    <a:pt x="3283731" y="3006573"/>
                  </a:lnTo>
                  <a:lnTo>
                    <a:pt x="3278258" y="3006573"/>
                  </a:lnTo>
                  <a:lnTo>
                    <a:pt x="3272785" y="3006573"/>
                  </a:lnTo>
                  <a:lnTo>
                    <a:pt x="3267312" y="3006573"/>
                  </a:lnTo>
                  <a:lnTo>
                    <a:pt x="3261839" y="3006573"/>
                  </a:lnTo>
                  <a:lnTo>
                    <a:pt x="3256366" y="3006573"/>
                  </a:lnTo>
                  <a:lnTo>
                    <a:pt x="3256366" y="3025178"/>
                  </a:lnTo>
                  <a:lnTo>
                    <a:pt x="3250893" y="3025178"/>
                  </a:lnTo>
                  <a:lnTo>
                    <a:pt x="3245421" y="3025178"/>
                  </a:lnTo>
                  <a:lnTo>
                    <a:pt x="3239948" y="3025178"/>
                  </a:lnTo>
                  <a:lnTo>
                    <a:pt x="3239948" y="3043738"/>
                  </a:lnTo>
                  <a:lnTo>
                    <a:pt x="3234475" y="3043738"/>
                  </a:lnTo>
                  <a:lnTo>
                    <a:pt x="3229002" y="3043738"/>
                  </a:lnTo>
                  <a:lnTo>
                    <a:pt x="3223529" y="3043738"/>
                  </a:lnTo>
                  <a:lnTo>
                    <a:pt x="3218056" y="3043738"/>
                  </a:lnTo>
                  <a:lnTo>
                    <a:pt x="3212583" y="3043738"/>
                  </a:lnTo>
                  <a:lnTo>
                    <a:pt x="3207110" y="3043738"/>
                  </a:lnTo>
                  <a:lnTo>
                    <a:pt x="3207110" y="3062254"/>
                  </a:lnTo>
                  <a:lnTo>
                    <a:pt x="3201637" y="3062254"/>
                  </a:lnTo>
                  <a:lnTo>
                    <a:pt x="3196165" y="3062254"/>
                  </a:lnTo>
                  <a:lnTo>
                    <a:pt x="3190692" y="3062254"/>
                  </a:lnTo>
                  <a:lnTo>
                    <a:pt x="3185219" y="3062254"/>
                  </a:lnTo>
                  <a:lnTo>
                    <a:pt x="3185219" y="3080670"/>
                  </a:lnTo>
                  <a:lnTo>
                    <a:pt x="3179746" y="3080670"/>
                  </a:lnTo>
                  <a:lnTo>
                    <a:pt x="3174273" y="3080670"/>
                  </a:lnTo>
                  <a:lnTo>
                    <a:pt x="3168800" y="3080670"/>
                  </a:lnTo>
                  <a:lnTo>
                    <a:pt x="3163327" y="3080670"/>
                  </a:lnTo>
                  <a:lnTo>
                    <a:pt x="3157854" y="3080670"/>
                  </a:lnTo>
                  <a:lnTo>
                    <a:pt x="3152382" y="3080670"/>
                  </a:lnTo>
                  <a:lnTo>
                    <a:pt x="3146909" y="3080670"/>
                  </a:lnTo>
                  <a:lnTo>
                    <a:pt x="3141436" y="3080670"/>
                  </a:lnTo>
                  <a:lnTo>
                    <a:pt x="3135963" y="3080670"/>
                  </a:lnTo>
                  <a:lnTo>
                    <a:pt x="3130490" y="3080670"/>
                  </a:lnTo>
                  <a:lnTo>
                    <a:pt x="3125017" y="3080670"/>
                  </a:lnTo>
                  <a:lnTo>
                    <a:pt x="3125017" y="3098920"/>
                  </a:lnTo>
                  <a:lnTo>
                    <a:pt x="3119544" y="3098920"/>
                  </a:lnTo>
                  <a:lnTo>
                    <a:pt x="3119544" y="3117144"/>
                  </a:lnTo>
                  <a:lnTo>
                    <a:pt x="3114071" y="3117144"/>
                  </a:lnTo>
                  <a:lnTo>
                    <a:pt x="3108598" y="3117144"/>
                  </a:lnTo>
                  <a:lnTo>
                    <a:pt x="3103126" y="3117144"/>
                  </a:lnTo>
                  <a:lnTo>
                    <a:pt x="3097653" y="3117144"/>
                  </a:lnTo>
                  <a:lnTo>
                    <a:pt x="3092180" y="3117144"/>
                  </a:lnTo>
                  <a:lnTo>
                    <a:pt x="3086707" y="3117144"/>
                  </a:lnTo>
                  <a:lnTo>
                    <a:pt x="3081234" y="3117144"/>
                  </a:lnTo>
                  <a:lnTo>
                    <a:pt x="3075761" y="3117144"/>
                  </a:lnTo>
                  <a:lnTo>
                    <a:pt x="3070288" y="3117144"/>
                  </a:lnTo>
                  <a:lnTo>
                    <a:pt x="3064815" y="3117144"/>
                  </a:lnTo>
                  <a:lnTo>
                    <a:pt x="3059342" y="3117144"/>
                  </a:lnTo>
                  <a:lnTo>
                    <a:pt x="3053870" y="3117144"/>
                  </a:lnTo>
                  <a:lnTo>
                    <a:pt x="3048397" y="3117144"/>
                  </a:lnTo>
                  <a:lnTo>
                    <a:pt x="3042924" y="3117144"/>
                  </a:lnTo>
                  <a:lnTo>
                    <a:pt x="3042924" y="3135325"/>
                  </a:lnTo>
                  <a:lnTo>
                    <a:pt x="3037451" y="3135325"/>
                  </a:lnTo>
                  <a:lnTo>
                    <a:pt x="3031978" y="3135325"/>
                  </a:lnTo>
                  <a:lnTo>
                    <a:pt x="3026505" y="3135325"/>
                  </a:lnTo>
                  <a:lnTo>
                    <a:pt x="3021032" y="3135325"/>
                  </a:lnTo>
                  <a:lnTo>
                    <a:pt x="3015559" y="3135325"/>
                  </a:lnTo>
                  <a:lnTo>
                    <a:pt x="3010086" y="3135325"/>
                  </a:lnTo>
                  <a:lnTo>
                    <a:pt x="3004614" y="3135325"/>
                  </a:lnTo>
                  <a:lnTo>
                    <a:pt x="2999141" y="3135325"/>
                  </a:lnTo>
                  <a:lnTo>
                    <a:pt x="2993668" y="3135325"/>
                  </a:lnTo>
                  <a:lnTo>
                    <a:pt x="2988195" y="3135325"/>
                  </a:lnTo>
                  <a:lnTo>
                    <a:pt x="2982722" y="3135325"/>
                  </a:lnTo>
                  <a:lnTo>
                    <a:pt x="2977249" y="3135325"/>
                  </a:lnTo>
                  <a:lnTo>
                    <a:pt x="2977249" y="3153464"/>
                  </a:lnTo>
                  <a:lnTo>
                    <a:pt x="2971776" y="3153464"/>
                  </a:lnTo>
                  <a:lnTo>
                    <a:pt x="2966303" y="3153464"/>
                  </a:lnTo>
                  <a:lnTo>
                    <a:pt x="2960831" y="3153464"/>
                  </a:lnTo>
                  <a:lnTo>
                    <a:pt x="2955358" y="3153464"/>
                  </a:lnTo>
                  <a:lnTo>
                    <a:pt x="2949885" y="3153464"/>
                  </a:lnTo>
                  <a:lnTo>
                    <a:pt x="2949885" y="3171578"/>
                  </a:lnTo>
                  <a:lnTo>
                    <a:pt x="2944412" y="3171578"/>
                  </a:lnTo>
                  <a:lnTo>
                    <a:pt x="2944412" y="3189683"/>
                  </a:lnTo>
                  <a:lnTo>
                    <a:pt x="2938939" y="3189683"/>
                  </a:lnTo>
                  <a:lnTo>
                    <a:pt x="2933466" y="3189683"/>
                  </a:lnTo>
                  <a:lnTo>
                    <a:pt x="2927993" y="3189683"/>
                  </a:lnTo>
                  <a:lnTo>
                    <a:pt x="2922520" y="3189683"/>
                  </a:lnTo>
                  <a:lnTo>
                    <a:pt x="2922520" y="3207763"/>
                  </a:lnTo>
                  <a:lnTo>
                    <a:pt x="2917047" y="3207763"/>
                  </a:lnTo>
                  <a:lnTo>
                    <a:pt x="2911575" y="3207763"/>
                  </a:lnTo>
                  <a:lnTo>
                    <a:pt x="2906102" y="3207763"/>
                  </a:lnTo>
                  <a:lnTo>
                    <a:pt x="2906102" y="3225818"/>
                  </a:lnTo>
                  <a:lnTo>
                    <a:pt x="2900629" y="3225818"/>
                  </a:lnTo>
                  <a:lnTo>
                    <a:pt x="2895156" y="3225818"/>
                  </a:lnTo>
                  <a:lnTo>
                    <a:pt x="2889683" y="3225818"/>
                  </a:lnTo>
                  <a:lnTo>
                    <a:pt x="2884210" y="3225818"/>
                  </a:lnTo>
                  <a:lnTo>
                    <a:pt x="2878737" y="3225818"/>
                  </a:lnTo>
                  <a:lnTo>
                    <a:pt x="2878737" y="3243848"/>
                  </a:lnTo>
                  <a:lnTo>
                    <a:pt x="2873264" y="3243848"/>
                  </a:lnTo>
                  <a:lnTo>
                    <a:pt x="2867791" y="3243848"/>
                  </a:lnTo>
                  <a:lnTo>
                    <a:pt x="2862319" y="3243848"/>
                  </a:lnTo>
                  <a:lnTo>
                    <a:pt x="2862319" y="3261869"/>
                  </a:lnTo>
                  <a:lnTo>
                    <a:pt x="2856846" y="3261869"/>
                  </a:lnTo>
                  <a:lnTo>
                    <a:pt x="2851373" y="3261869"/>
                  </a:lnTo>
                  <a:lnTo>
                    <a:pt x="2851373" y="3279881"/>
                  </a:lnTo>
                  <a:lnTo>
                    <a:pt x="2845900" y="3279881"/>
                  </a:lnTo>
                  <a:lnTo>
                    <a:pt x="2840427" y="3279881"/>
                  </a:lnTo>
                  <a:lnTo>
                    <a:pt x="2834954" y="3279881"/>
                  </a:lnTo>
                  <a:lnTo>
                    <a:pt x="2829481" y="3279881"/>
                  </a:lnTo>
                  <a:lnTo>
                    <a:pt x="2824008" y="3279881"/>
                  </a:lnTo>
                  <a:lnTo>
                    <a:pt x="2818535" y="3279881"/>
                  </a:lnTo>
                  <a:lnTo>
                    <a:pt x="2813063" y="3279881"/>
                  </a:lnTo>
                  <a:lnTo>
                    <a:pt x="2807590" y="3279881"/>
                  </a:lnTo>
                  <a:lnTo>
                    <a:pt x="2802117" y="3279881"/>
                  </a:lnTo>
                  <a:lnTo>
                    <a:pt x="2802117" y="3297820"/>
                  </a:lnTo>
                  <a:lnTo>
                    <a:pt x="2796644" y="3297820"/>
                  </a:lnTo>
                  <a:lnTo>
                    <a:pt x="2796644" y="3315750"/>
                  </a:lnTo>
                  <a:lnTo>
                    <a:pt x="2791171" y="3315750"/>
                  </a:lnTo>
                  <a:lnTo>
                    <a:pt x="2785698" y="3315750"/>
                  </a:lnTo>
                  <a:lnTo>
                    <a:pt x="2780225" y="3315750"/>
                  </a:lnTo>
                  <a:lnTo>
                    <a:pt x="2780225" y="3333655"/>
                  </a:lnTo>
                  <a:lnTo>
                    <a:pt x="2774752" y="3333655"/>
                  </a:lnTo>
                  <a:lnTo>
                    <a:pt x="2769280" y="3333655"/>
                  </a:lnTo>
                  <a:lnTo>
                    <a:pt x="2763807" y="3333655"/>
                  </a:lnTo>
                  <a:lnTo>
                    <a:pt x="2758334" y="3333655"/>
                  </a:lnTo>
                  <a:lnTo>
                    <a:pt x="2758334" y="3351551"/>
                  </a:lnTo>
                  <a:lnTo>
                    <a:pt x="2752861" y="3351551"/>
                  </a:lnTo>
                  <a:lnTo>
                    <a:pt x="2747388" y="3351551"/>
                  </a:lnTo>
                  <a:lnTo>
                    <a:pt x="2741915" y="3351551"/>
                  </a:lnTo>
                  <a:lnTo>
                    <a:pt x="2736442" y="3351551"/>
                  </a:lnTo>
                  <a:lnTo>
                    <a:pt x="2736442" y="3387284"/>
                  </a:lnTo>
                  <a:lnTo>
                    <a:pt x="2730969" y="3387284"/>
                  </a:lnTo>
                  <a:lnTo>
                    <a:pt x="2725496" y="3387284"/>
                  </a:lnTo>
                  <a:lnTo>
                    <a:pt x="2720024" y="3387284"/>
                  </a:lnTo>
                  <a:lnTo>
                    <a:pt x="2714551" y="3387284"/>
                  </a:lnTo>
                  <a:lnTo>
                    <a:pt x="2709078" y="3387284"/>
                  </a:lnTo>
                  <a:lnTo>
                    <a:pt x="2703605" y="3387284"/>
                  </a:lnTo>
                  <a:lnTo>
                    <a:pt x="2698132" y="3387284"/>
                  </a:lnTo>
                  <a:lnTo>
                    <a:pt x="2692659" y="3387284"/>
                  </a:lnTo>
                  <a:lnTo>
                    <a:pt x="2692659" y="3422949"/>
                  </a:lnTo>
                  <a:lnTo>
                    <a:pt x="2687186" y="3422949"/>
                  </a:lnTo>
                  <a:lnTo>
                    <a:pt x="2681713" y="3422949"/>
                  </a:lnTo>
                  <a:lnTo>
                    <a:pt x="2676240" y="3422949"/>
                  </a:lnTo>
                  <a:lnTo>
                    <a:pt x="2676240" y="3440766"/>
                  </a:lnTo>
                  <a:lnTo>
                    <a:pt x="2670768" y="3440766"/>
                  </a:lnTo>
                  <a:lnTo>
                    <a:pt x="2665295" y="3440766"/>
                  </a:lnTo>
                  <a:lnTo>
                    <a:pt x="2659822" y="3440766"/>
                  </a:lnTo>
                  <a:lnTo>
                    <a:pt x="2654349" y="3440766"/>
                  </a:lnTo>
                  <a:lnTo>
                    <a:pt x="2648876" y="3440766"/>
                  </a:lnTo>
                  <a:lnTo>
                    <a:pt x="2643403" y="3440766"/>
                  </a:lnTo>
                  <a:lnTo>
                    <a:pt x="2637930" y="3440766"/>
                  </a:lnTo>
                  <a:lnTo>
                    <a:pt x="2637930" y="3458559"/>
                  </a:lnTo>
                  <a:lnTo>
                    <a:pt x="2632457" y="3458559"/>
                  </a:lnTo>
                  <a:lnTo>
                    <a:pt x="2632457" y="3476342"/>
                  </a:lnTo>
                  <a:lnTo>
                    <a:pt x="2626985" y="3476342"/>
                  </a:lnTo>
                  <a:lnTo>
                    <a:pt x="2621512" y="3476342"/>
                  </a:lnTo>
                  <a:lnTo>
                    <a:pt x="2616039" y="3476342"/>
                  </a:lnTo>
                  <a:lnTo>
                    <a:pt x="2610566" y="3476342"/>
                  </a:lnTo>
                  <a:lnTo>
                    <a:pt x="2610566" y="3511848"/>
                  </a:lnTo>
                  <a:lnTo>
                    <a:pt x="2605093" y="3511848"/>
                  </a:lnTo>
                  <a:lnTo>
                    <a:pt x="2599620" y="3511848"/>
                  </a:lnTo>
                  <a:lnTo>
                    <a:pt x="2594147" y="3511848"/>
                  </a:lnTo>
                  <a:lnTo>
                    <a:pt x="2588674" y="3511848"/>
                  </a:lnTo>
                  <a:lnTo>
                    <a:pt x="2583201" y="3511848"/>
                  </a:lnTo>
                  <a:lnTo>
                    <a:pt x="2577729" y="3511848"/>
                  </a:lnTo>
                  <a:lnTo>
                    <a:pt x="2572256" y="3511848"/>
                  </a:lnTo>
                  <a:lnTo>
                    <a:pt x="2572256" y="3529526"/>
                  </a:lnTo>
                  <a:lnTo>
                    <a:pt x="2566783" y="3529526"/>
                  </a:lnTo>
                  <a:lnTo>
                    <a:pt x="2561310" y="3529526"/>
                  </a:lnTo>
                  <a:lnTo>
                    <a:pt x="2555837" y="3529526"/>
                  </a:lnTo>
                  <a:lnTo>
                    <a:pt x="2550364" y="3529526"/>
                  </a:lnTo>
                  <a:lnTo>
                    <a:pt x="2544891" y="3529526"/>
                  </a:lnTo>
                  <a:lnTo>
                    <a:pt x="2544891" y="3547194"/>
                  </a:lnTo>
                  <a:lnTo>
                    <a:pt x="2539418" y="3547194"/>
                  </a:lnTo>
                  <a:lnTo>
                    <a:pt x="2533945" y="3547194"/>
                  </a:lnTo>
                  <a:lnTo>
                    <a:pt x="2528473" y="3547194"/>
                  </a:lnTo>
                  <a:lnTo>
                    <a:pt x="2528473" y="3564852"/>
                  </a:lnTo>
                  <a:lnTo>
                    <a:pt x="2523000" y="3564852"/>
                  </a:lnTo>
                  <a:lnTo>
                    <a:pt x="2517527" y="3564852"/>
                  </a:lnTo>
                  <a:lnTo>
                    <a:pt x="2512054" y="3564852"/>
                  </a:lnTo>
                  <a:lnTo>
                    <a:pt x="2506581" y="3564852"/>
                  </a:lnTo>
                  <a:lnTo>
                    <a:pt x="2506581" y="3582499"/>
                  </a:lnTo>
                  <a:lnTo>
                    <a:pt x="2501108" y="3582499"/>
                  </a:lnTo>
                  <a:lnTo>
                    <a:pt x="2501108" y="3600120"/>
                  </a:lnTo>
                  <a:lnTo>
                    <a:pt x="2495635" y="3600120"/>
                  </a:lnTo>
                  <a:lnTo>
                    <a:pt x="2490162" y="3600120"/>
                  </a:lnTo>
                  <a:lnTo>
                    <a:pt x="2484689" y="3600120"/>
                  </a:lnTo>
                  <a:lnTo>
                    <a:pt x="2479217" y="3600120"/>
                  </a:lnTo>
                  <a:lnTo>
                    <a:pt x="2473744" y="3600120"/>
                  </a:lnTo>
                  <a:lnTo>
                    <a:pt x="2468271" y="3600120"/>
                  </a:lnTo>
                  <a:lnTo>
                    <a:pt x="2462798" y="3600120"/>
                  </a:lnTo>
                  <a:lnTo>
                    <a:pt x="2457325" y="3600120"/>
                  </a:lnTo>
                  <a:lnTo>
                    <a:pt x="2457325" y="3617731"/>
                  </a:lnTo>
                  <a:lnTo>
                    <a:pt x="2451852" y="3617731"/>
                  </a:lnTo>
                  <a:lnTo>
                    <a:pt x="2446379" y="3617731"/>
                  </a:lnTo>
                  <a:lnTo>
                    <a:pt x="2440906" y="3617731"/>
                  </a:lnTo>
                  <a:lnTo>
                    <a:pt x="2435434" y="3617731"/>
                  </a:lnTo>
                  <a:lnTo>
                    <a:pt x="2435434" y="3635332"/>
                  </a:lnTo>
                  <a:lnTo>
                    <a:pt x="2429961" y="3635332"/>
                  </a:lnTo>
                  <a:lnTo>
                    <a:pt x="2424488" y="3635332"/>
                  </a:lnTo>
                  <a:lnTo>
                    <a:pt x="2419015" y="3635332"/>
                  </a:lnTo>
                  <a:lnTo>
                    <a:pt x="2413542" y="3635332"/>
                  </a:lnTo>
                  <a:lnTo>
                    <a:pt x="2408069" y="3635332"/>
                  </a:lnTo>
                  <a:lnTo>
                    <a:pt x="2408069" y="3652892"/>
                  </a:lnTo>
                  <a:lnTo>
                    <a:pt x="2402596" y="3652892"/>
                  </a:lnTo>
                  <a:lnTo>
                    <a:pt x="2397123" y="3652892"/>
                  </a:lnTo>
                  <a:lnTo>
                    <a:pt x="2391650" y="3652892"/>
                  </a:lnTo>
                  <a:lnTo>
                    <a:pt x="2386178" y="3652892"/>
                  </a:lnTo>
                  <a:lnTo>
                    <a:pt x="2380705" y="3652892"/>
                  </a:lnTo>
                  <a:lnTo>
                    <a:pt x="2375232" y="3652892"/>
                  </a:lnTo>
                  <a:lnTo>
                    <a:pt x="2369759" y="3652892"/>
                  </a:lnTo>
                  <a:lnTo>
                    <a:pt x="2364286" y="3652892"/>
                  </a:lnTo>
                  <a:lnTo>
                    <a:pt x="2358813" y="3652892"/>
                  </a:lnTo>
                  <a:lnTo>
                    <a:pt x="2353340" y="3652892"/>
                  </a:lnTo>
                  <a:lnTo>
                    <a:pt x="2347867" y="3652892"/>
                  </a:lnTo>
                  <a:lnTo>
                    <a:pt x="2347867" y="3670386"/>
                  </a:lnTo>
                  <a:lnTo>
                    <a:pt x="2342394" y="3670386"/>
                  </a:lnTo>
                  <a:lnTo>
                    <a:pt x="2336922" y="3670386"/>
                  </a:lnTo>
                  <a:lnTo>
                    <a:pt x="2331449" y="3670386"/>
                  </a:lnTo>
                  <a:lnTo>
                    <a:pt x="2325976" y="3670386"/>
                  </a:lnTo>
                  <a:lnTo>
                    <a:pt x="2320503" y="3670386"/>
                  </a:lnTo>
                  <a:lnTo>
                    <a:pt x="2315030" y="3670386"/>
                  </a:lnTo>
                  <a:lnTo>
                    <a:pt x="2309557" y="3670386"/>
                  </a:lnTo>
                  <a:lnTo>
                    <a:pt x="2304084" y="3670386"/>
                  </a:lnTo>
                  <a:lnTo>
                    <a:pt x="2298611" y="3670386"/>
                  </a:lnTo>
                  <a:lnTo>
                    <a:pt x="2293138" y="3670386"/>
                  </a:lnTo>
                  <a:lnTo>
                    <a:pt x="2287666" y="3670386"/>
                  </a:lnTo>
                  <a:lnTo>
                    <a:pt x="2282193" y="3670386"/>
                  </a:lnTo>
                  <a:lnTo>
                    <a:pt x="2276720" y="3670386"/>
                  </a:lnTo>
                  <a:lnTo>
                    <a:pt x="2271247" y="3670386"/>
                  </a:lnTo>
                  <a:lnTo>
                    <a:pt x="2271247" y="3705313"/>
                  </a:lnTo>
                  <a:lnTo>
                    <a:pt x="2265774" y="3705313"/>
                  </a:lnTo>
                  <a:lnTo>
                    <a:pt x="2260301" y="3705313"/>
                  </a:lnTo>
                  <a:lnTo>
                    <a:pt x="2254828" y="3705313"/>
                  </a:lnTo>
                  <a:lnTo>
                    <a:pt x="2249355" y="3705313"/>
                  </a:lnTo>
                  <a:lnTo>
                    <a:pt x="2243883" y="3705313"/>
                  </a:lnTo>
                  <a:lnTo>
                    <a:pt x="2243883" y="3722745"/>
                  </a:lnTo>
                  <a:lnTo>
                    <a:pt x="2238410" y="3722745"/>
                  </a:lnTo>
                  <a:lnTo>
                    <a:pt x="2232937" y="3722745"/>
                  </a:lnTo>
                  <a:lnTo>
                    <a:pt x="2232937" y="3740166"/>
                  </a:lnTo>
                  <a:lnTo>
                    <a:pt x="2227464" y="3740166"/>
                  </a:lnTo>
                  <a:lnTo>
                    <a:pt x="2221991" y="3740166"/>
                  </a:lnTo>
                  <a:lnTo>
                    <a:pt x="2216518" y="3740166"/>
                  </a:lnTo>
                  <a:lnTo>
                    <a:pt x="2211045" y="3740166"/>
                  </a:lnTo>
                  <a:lnTo>
                    <a:pt x="2205572" y="3740166"/>
                  </a:lnTo>
                  <a:lnTo>
                    <a:pt x="2200099" y="3740166"/>
                  </a:lnTo>
                  <a:lnTo>
                    <a:pt x="2194627" y="3740166"/>
                  </a:lnTo>
                  <a:lnTo>
                    <a:pt x="2194627" y="3757575"/>
                  </a:lnTo>
                  <a:lnTo>
                    <a:pt x="2189154" y="3757575"/>
                  </a:lnTo>
                  <a:lnTo>
                    <a:pt x="2183681" y="3757575"/>
                  </a:lnTo>
                  <a:lnTo>
                    <a:pt x="2178208" y="3757575"/>
                  </a:lnTo>
                  <a:lnTo>
                    <a:pt x="2172735" y="3757575"/>
                  </a:lnTo>
                  <a:lnTo>
                    <a:pt x="2167262" y="3757575"/>
                  </a:lnTo>
                  <a:lnTo>
                    <a:pt x="2161789" y="3757575"/>
                  </a:lnTo>
                  <a:lnTo>
                    <a:pt x="2156316" y="3757575"/>
                  </a:lnTo>
                  <a:lnTo>
                    <a:pt x="2150843" y="3757575"/>
                  </a:lnTo>
                  <a:lnTo>
                    <a:pt x="2145371" y="3757575"/>
                  </a:lnTo>
                  <a:lnTo>
                    <a:pt x="2139898" y="3757575"/>
                  </a:lnTo>
                  <a:lnTo>
                    <a:pt x="2139898" y="3774959"/>
                  </a:lnTo>
                  <a:lnTo>
                    <a:pt x="2134425" y="3774959"/>
                  </a:lnTo>
                  <a:lnTo>
                    <a:pt x="2128952" y="3774959"/>
                  </a:lnTo>
                  <a:lnTo>
                    <a:pt x="2123479" y="3774959"/>
                  </a:lnTo>
                  <a:lnTo>
                    <a:pt x="2118006" y="3774959"/>
                  </a:lnTo>
                  <a:lnTo>
                    <a:pt x="2112533" y="3774959"/>
                  </a:lnTo>
                  <a:lnTo>
                    <a:pt x="2112533" y="3792318"/>
                  </a:lnTo>
                  <a:lnTo>
                    <a:pt x="2107060" y="3792318"/>
                  </a:lnTo>
                  <a:lnTo>
                    <a:pt x="2101588" y="3792318"/>
                  </a:lnTo>
                  <a:lnTo>
                    <a:pt x="2096115" y="3792318"/>
                  </a:lnTo>
                  <a:lnTo>
                    <a:pt x="2090642" y="3792318"/>
                  </a:lnTo>
                  <a:lnTo>
                    <a:pt x="2085169" y="3792318"/>
                  </a:lnTo>
                  <a:lnTo>
                    <a:pt x="2079696" y="3792318"/>
                  </a:lnTo>
                  <a:lnTo>
                    <a:pt x="2074223" y="3792318"/>
                  </a:lnTo>
                  <a:lnTo>
                    <a:pt x="2074223" y="3809665"/>
                  </a:lnTo>
                  <a:lnTo>
                    <a:pt x="2068750" y="3809665"/>
                  </a:lnTo>
                  <a:lnTo>
                    <a:pt x="2063277" y="3809665"/>
                  </a:lnTo>
                  <a:lnTo>
                    <a:pt x="2063277" y="3826998"/>
                  </a:lnTo>
                  <a:lnTo>
                    <a:pt x="2057804" y="3826998"/>
                  </a:lnTo>
                  <a:lnTo>
                    <a:pt x="2052332" y="3826998"/>
                  </a:lnTo>
                  <a:lnTo>
                    <a:pt x="2046859" y="3826998"/>
                  </a:lnTo>
                  <a:lnTo>
                    <a:pt x="2041386" y="3826998"/>
                  </a:lnTo>
                  <a:lnTo>
                    <a:pt x="2041386" y="3844320"/>
                  </a:lnTo>
                  <a:lnTo>
                    <a:pt x="2035913" y="3844320"/>
                  </a:lnTo>
                  <a:lnTo>
                    <a:pt x="2030440" y="3844320"/>
                  </a:lnTo>
                  <a:lnTo>
                    <a:pt x="2024967" y="3844320"/>
                  </a:lnTo>
                  <a:lnTo>
                    <a:pt x="2019494" y="3844320"/>
                  </a:lnTo>
                  <a:lnTo>
                    <a:pt x="2014021" y="3844320"/>
                  </a:lnTo>
                  <a:lnTo>
                    <a:pt x="2008548" y="3844320"/>
                  </a:lnTo>
                  <a:lnTo>
                    <a:pt x="2003076" y="3844320"/>
                  </a:lnTo>
                  <a:lnTo>
                    <a:pt x="1997603" y="3844320"/>
                  </a:lnTo>
                  <a:lnTo>
                    <a:pt x="1992130" y="3844320"/>
                  </a:lnTo>
                  <a:lnTo>
                    <a:pt x="1986657" y="3844320"/>
                  </a:lnTo>
                  <a:lnTo>
                    <a:pt x="1981184" y="3844320"/>
                  </a:lnTo>
                  <a:lnTo>
                    <a:pt x="1981184" y="3861577"/>
                  </a:lnTo>
                  <a:lnTo>
                    <a:pt x="1975711" y="3861577"/>
                  </a:lnTo>
                  <a:lnTo>
                    <a:pt x="1970238" y="3861577"/>
                  </a:lnTo>
                  <a:lnTo>
                    <a:pt x="1964765" y="3861577"/>
                  </a:lnTo>
                  <a:lnTo>
                    <a:pt x="1959292" y="3861577"/>
                  </a:lnTo>
                  <a:lnTo>
                    <a:pt x="1953820" y="3861577"/>
                  </a:lnTo>
                  <a:lnTo>
                    <a:pt x="1948347" y="3861577"/>
                  </a:lnTo>
                  <a:lnTo>
                    <a:pt x="1942874" y="3861577"/>
                  </a:lnTo>
                  <a:lnTo>
                    <a:pt x="1937401" y="3861577"/>
                  </a:lnTo>
                  <a:lnTo>
                    <a:pt x="1931928" y="3861577"/>
                  </a:lnTo>
                  <a:lnTo>
                    <a:pt x="1926455" y="3861577"/>
                  </a:lnTo>
                  <a:lnTo>
                    <a:pt x="1926455" y="3878809"/>
                  </a:lnTo>
                  <a:lnTo>
                    <a:pt x="1920982" y="3878809"/>
                  </a:lnTo>
                  <a:lnTo>
                    <a:pt x="1915509" y="3878809"/>
                  </a:lnTo>
                  <a:lnTo>
                    <a:pt x="1910037" y="3878809"/>
                  </a:lnTo>
                  <a:lnTo>
                    <a:pt x="1904564" y="3878809"/>
                  </a:lnTo>
                  <a:lnTo>
                    <a:pt x="1899091" y="3878809"/>
                  </a:lnTo>
                  <a:lnTo>
                    <a:pt x="1893618" y="3878809"/>
                  </a:lnTo>
                  <a:lnTo>
                    <a:pt x="1888145" y="3878809"/>
                  </a:lnTo>
                  <a:lnTo>
                    <a:pt x="1888145" y="3896003"/>
                  </a:lnTo>
                  <a:lnTo>
                    <a:pt x="1882672" y="3896003"/>
                  </a:lnTo>
                  <a:lnTo>
                    <a:pt x="1877199" y="3896003"/>
                  </a:lnTo>
                  <a:lnTo>
                    <a:pt x="1871726" y="3896003"/>
                  </a:lnTo>
                  <a:lnTo>
                    <a:pt x="1866253" y="3896003"/>
                  </a:lnTo>
                  <a:lnTo>
                    <a:pt x="1860781" y="3896003"/>
                  </a:lnTo>
                  <a:lnTo>
                    <a:pt x="1855308" y="3896003"/>
                  </a:lnTo>
                  <a:lnTo>
                    <a:pt x="1849835" y="3896003"/>
                  </a:lnTo>
                  <a:lnTo>
                    <a:pt x="1844362" y="3896003"/>
                  </a:lnTo>
                  <a:lnTo>
                    <a:pt x="1838889" y="3896003"/>
                  </a:lnTo>
                  <a:lnTo>
                    <a:pt x="1833416" y="3896003"/>
                  </a:lnTo>
                  <a:lnTo>
                    <a:pt x="1827943" y="3896003"/>
                  </a:lnTo>
                  <a:lnTo>
                    <a:pt x="1827943" y="3913148"/>
                  </a:lnTo>
                  <a:lnTo>
                    <a:pt x="1822470" y="3913148"/>
                  </a:lnTo>
                  <a:lnTo>
                    <a:pt x="1816997" y="3913148"/>
                  </a:lnTo>
                  <a:lnTo>
                    <a:pt x="1811525" y="3913148"/>
                  </a:lnTo>
                  <a:lnTo>
                    <a:pt x="1811525" y="3930278"/>
                  </a:lnTo>
                  <a:lnTo>
                    <a:pt x="1806052" y="3930278"/>
                  </a:lnTo>
                  <a:lnTo>
                    <a:pt x="1800579" y="3930278"/>
                  </a:lnTo>
                  <a:lnTo>
                    <a:pt x="1795106" y="3930278"/>
                  </a:lnTo>
                  <a:lnTo>
                    <a:pt x="1789633" y="3930278"/>
                  </a:lnTo>
                  <a:lnTo>
                    <a:pt x="1784160" y="3930278"/>
                  </a:lnTo>
                  <a:lnTo>
                    <a:pt x="1778687" y="3930278"/>
                  </a:lnTo>
                  <a:lnTo>
                    <a:pt x="1778687" y="3947396"/>
                  </a:lnTo>
                  <a:lnTo>
                    <a:pt x="1773214" y="3947396"/>
                  </a:lnTo>
                  <a:lnTo>
                    <a:pt x="1767741" y="3947396"/>
                  </a:lnTo>
                  <a:lnTo>
                    <a:pt x="1762269" y="3947396"/>
                  </a:lnTo>
                  <a:lnTo>
                    <a:pt x="1756796" y="3947396"/>
                  </a:lnTo>
                  <a:lnTo>
                    <a:pt x="1751323" y="3947396"/>
                  </a:lnTo>
                  <a:lnTo>
                    <a:pt x="1745850" y="3947396"/>
                  </a:lnTo>
                  <a:lnTo>
                    <a:pt x="1745850" y="3964487"/>
                  </a:lnTo>
                  <a:lnTo>
                    <a:pt x="1740377" y="3964487"/>
                  </a:lnTo>
                  <a:lnTo>
                    <a:pt x="1740377" y="3981564"/>
                  </a:lnTo>
                  <a:lnTo>
                    <a:pt x="1734904" y="3981564"/>
                  </a:lnTo>
                  <a:lnTo>
                    <a:pt x="1729431" y="3981564"/>
                  </a:lnTo>
                  <a:lnTo>
                    <a:pt x="1723958" y="3981564"/>
                  </a:lnTo>
                  <a:lnTo>
                    <a:pt x="1718486" y="3981564"/>
                  </a:lnTo>
                  <a:lnTo>
                    <a:pt x="1713013" y="3981564"/>
                  </a:lnTo>
                  <a:lnTo>
                    <a:pt x="1713013" y="3998592"/>
                  </a:lnTo>
                  <a:lnTo>
                    <a:pt x="1707540" y="3998592"/>
                  </a:lnTo>
                  <a:lnTo>
                    <a:pt x="1702067" y="3998592"/>
                  </a:lnTo>
                  <a:lnTo>
                    <a:pt x="1696594" y="3998592"/>
                  </a:lnTo>
                  <a:lnTo>
                    <a:pt x="1691121" y="3998592"/>
                  </a:lnTo>
                  <a:lnTo>
                    <a:pt x="1685648" y="3998592"/>
                  </a:lnTo>
                  <a:lnTo>
                    <a:pt x="1680175" y="3998592"/>
                  </a:lnTo>
                  <a:lnTo>
                    <a:pt x="1674702" y="3998592"/>
                  </a:lnTo>
                  <a:lnTo>
                    <a:pt x="1669230" y="3998592"/>
                  </a:lnTo>
                  <a:lnTo>
                    <a:pt x="1663757" y="3998592"/>
                  </a:lnTo>
                  <a:lnTo>
                    <a:pt x="1658284" y="3998592"/>
                  </a:lnTo>
                  <a:lnTo>
                    <a:pt x="1652811" y="3998592"/>
                  </a:lnTo>
                  <a:lnTo>
                    <a:pt x="1652811" y="4015605"/>
                  </a:lnTo>
                  <a:lnTo>
                    <a:pt x="1647338" y="4015605"/>
                  </a:lnTo>
                  <a:lnTo>
                    <a:pt x="1641865" y="4015605"/>
                  </a:lnTo>
                  <a:lnTo>
                    <a:pt x="1636392" y="4015605"/>
                  </a:lnTo>
                  <a:lnTo>
                    <a:pt x="1630919" y="4015605"/>
                  </a:lnTo>
                  <a:lnTo>
                    <a:pt x="1625446" y="4015605"/>
                  </a:lnTo>
                  <a:lnTo>
                    <a:pt x="1619974" y="4015605"/>
                  </a:lnTo>
                  <a:lnTo>
                    <a:pt x="1614501" y="4015605"/>
                  </a:lnTo>
                  <a:lnTo>
                    <a:pt x="1609028" y="4015605"/>
                  </a:lnTo>
                  <a:lnTo>
                    <a:pt x="1603555" y="4015605"/>
                  </a:lnTo>
                  <a:lnTo>
                    <a:pt x="1603555" y="4032591"/>
                  </a:lnTo>
                  <a:lnTo>
                    <a:pt x="1598082" y="4032591"/>
                  </a:lnTo>
                  <a:lnTo>
                    <a:pt x="1592609" y="4032591"/>
                  </a:lnTo>
                  <a:lnTo>
                    <a:pt x="1587136" y="4032591"/>
                  </a:lnTo>
                  <a:lnTo>
                    <a:pt x="1587136" y="4049563"/>
                  </a:lnTo>
                  <a:lnTo>
                    <a:pt x="1581663" y="4049563"/>
                  </a:lnTo>
                  <a:lnTo>
                    <a:pt x="1581663" y="4066519"/>
                  </a:lnTo>
                  <a:lnTo>
                    <a:pt x="1576191" y="4066519"/>
                  </a:lnTo>
                  <a:lnTo>
                    <a:pt x="1570718" y="4066519"/>
                  </a:lnTo>
                  <a:lnTo>
                    <a:pt x="1565245" y="4066519"/>
                  </a:lnTo>
                  <a:lnTo>
                    <a:pt x="1559772" y="4066519"/>
                  </a:lnTo>
                  <a:lnTo>
                    <a:pt x="1554299" y="4066519"/>
                  </a:lnTo>
                  <a:lnTo>
                    <a:pt x="1548826" y="4066519"/>
                  </a:lnTo>
                  <a:lnTo>
                    <a:pt x="1543353" y="4066519"/>
                  </a:lnTo>
                  <a:lnTo>
                    <a:pt x="1537880" y="4066519"/>
                  </a:lnTo>
                  <a:lnTo>
                    <a:pt x="1532407" y="4066519"/>
                  </a:lnTo>
                  <a:lnTo>
                    <a:pt x="1532407" y="4083426"/>
                  </a:lnTo>
                  <a:lnTo>
                    <a:pt x="1526935" y="4083426"/>
                  </a:lnTo>
                  <a:lnTo>
                    <a:pt x="1521462" y="4083426"/>
                  </a:lnTo>
                  <a:lnTo>
                    <a:pt x="1521462" y="4100306"/>
                  </a:lnTo>
                  <a:lnTo>
                    <a:pt x="1515989" y="4100306"/>
                  </a:lnTo>
                  <a:lnTo>
                    <a:pt x="1510516" y="4100306"/>
                  </a:lnTo>
                  <a:lnTo>
                    <a:pt x="1505043" y="4100306"/>
                  </a:lnTo>
                  <a:lnTo>
                    <a:pt x="1499570" y="4100306"/>
                  </a:lnTo>
                  <a:lnTo>
                    <a:pt x="1494097" y="4100306"/>
                  </a:lnTo>
                  <a:lnTo>
                    <a:pt x="1488624" y="4100306"/>
                  </a:lnTo>
                  <a:lnTo>
                    <a:pt x="1483151" y="4100306"/>
                  </a:lnTo>
                  <a:lnTo>
                    <a:pt x="1477679" y="4100306"/>
                  </a:lnTo>
                  <a:lnTo>
                    <a:pt x="1472206" y="4100306"/>
                  </a:lnTo>
                  <a:lnTo>
                    <a:pt x="1466733" y="4100306"/>
                  </a:lnTo>
                  <a:lnTo>
                    <a:pt x="1461260" y="4100306"/>
                  </a:lnTo>
                  <a:lnTo>
                    <a:pt x="1455787" y="4100306"/>
                  </a:lnTo>
                  <a:lnTo>
                    <a:pt x="1450314" y="4100306"/>
                  </a:lnTo>
                  <a:lnTo>
                    <a:pt x="1444841" y="4100306"/>
                  </a:lnTo>
                  <a:lnTo>
                    <a:pt x="1439368" y="4100306"/>
                  </a:lnTo>
                  <a:lnTo>
                    <a:pt x="1433895" y="4100306"/>
                  </a:lnTo>
                  <a:lnTo>
                    <a:pt x="1428423" y="4100306"/>
                  </a:lnTo>
                  <a:lnTo>
                    <a:pt x="1422950" y="4100306"/>
                  </a:lnTo>
                  <a:lnTo>
                    <a:pt x="1417477" y="4100306"/>
                  </a:lnTo>
                  <a:lnTo>
                    <a:pt x="1412004" y="4100306"/>
                  </a:lnTo>
                  <a:lnTo>
                    <a:pt x="1406531" y="4100306"/>
                  </a:lnTo>
                  <a:lnTo>
                    <a:pt x="1401058" y="4100306"/>
                  </a:lnTo>
                  <a:lnTo>
                    <a:pt x="1395585" y="4100306"/>
                  </a:lnTo>
                  <a:lnTo>
                    <a:pt x="1390112" y="4100306"/>
                  </a:lnTo>
                  <a:lnTo>
                    <a:pt x="1384640" y="4100306"/>
                  </a:lnTo>
                  <a:lnTo>
                    <a:pt x="1379167" y="4100306"/>
                  </a:lnTo>
                  <a:lnTo>
                    <a:pt x="1373694" y="4100306"/>
                  </a:lnTo>
                  <a:lnTo>
                    <a:pt x="1368221" y="4100306"/>
                  </a:lnTo>
                  <a:lnTo>
                    <a:pt x="1362748" y="4100306"/>
                  </a:lnTo>
                  <a:lnTo>
                    <a:pt x="1357275" y="4100306"/>
                  </a:lnTo>
                  <a:lnTo>
                    <a:pt x="1351802" y="4100306"/>
                  </a:lnTo>
                  <a:lnTo>
                    <a:pt x="1351802" y="4133886"/>
                  </a:lnTo>
                  <a:lnTo>
                    <a:pt x="1346329" y="4133886"/>
                  </a:lnTo>
                  <a:lnTo>
                    <a:pt x="1340856" y="4133886"/>
                  </a:lnTo>
                  <a:lnTo>
                    <a:pt x="1335384" y="4133886"/>
                  </a:lnTo>
                  <a:lnTo>
                    <a:pt x="1329911" y="4133886"/>
                  </a:lnTo>
                  <a:lnTo>
                    <a:pt x="1324438" y="4133886"/>
                  </a:lnTo>
                  <a:lnTo>
                    <a:pt x="1318965" y="4133886"/>
                  </a:lnTo>
                  <a:lnTo>
                    <a:pt x="1313492" y="4133886"/>
                  </a:lnTo>
                  <a:lnTo>
                    <a:pt x="1313492" y="4150641"/>
                  </a:lnTo>
                  <a:lnTo>
                    <a:pt x="1308019" y="4150641"/>
                  </a:lnTo>
                  <a:lnTo>
                    <a:pt x="1302546" y="4150641"/>
                  </a:lnTo>
                  <a:lnTo>
                    <a:pt x="1297073" y="4150641"/>
                  </a:lnTo>
                  <a:lnTo>
                    <a:pt x="1291600" y="4150641"/>
                  </a:lnTo>
                  <a:lnTo>
                    <a:pt x="1291600" y="4167379"/>
                  </a:lnTo>
                  <a:lnTo>
                    <a:pt x="1286128" y="4167379"/>
                  </a:lnTo>
                  <a:lnTo>
                    <a:pt x="1280655" y="4167379"/>
                  </a:lnTo>
                  <a:lnTo>
                    <a:pt x="1275182" y="4167379"/>
                  </a:lnTo>
                  <a:lnTo>
                    <a:pt x="1275182" y="4184069"/>
                  </a:lnTo>
                  <a:lnTo>
                    <a:pt x="1269709" y="4184069"/>
                  </a:lnTo>
                  <a:lnTo>
                    <a:pt x="1264236" y="4184069"/>
                  </a:lnTo>
                  <a:lnTo>
                    <a:pt x="1258763" y="4184069"/>
                  </a:lnTo>
                  <a:lnTo>
                    <a:pt x="1253290" y="4184069"/>
                  </a:lnTo>
                  <a:lnTo>
                    <a:pt x="1247817" y="4184069"/>
                  </a:lnTo>
                  <a:lnTo>
                    <a:pt x="1242344" y="4184069"/>
                  </a:lnTo>
                  <a:lnTo>
                    <a:pt x="1236872" y="4184069"/>
                  </a:lnTo>
                  <a:lnTo>
                    <a:pt x="1231399" y="4184069"/>
                  </a:lnTo>
                  <a:lnTo>
                    <a:pt x="1231399" y="4200710"/>
                  </a:lnTo>
                  <a:lnTo>
                    <a:pt x="1225926" y="4200710"/>
                  </a:lnTo>
                  <a:lnTo>
                    <a:pt x="1220453" y="4200710"/>
                  </a:lnTo>
                  <a:lnTo>
                    <a:pt x="1214980" y="4200710"/>
                  </a:lnTo>
                  <a:lnTo>
                    <a:pt x="1209507" y="4200710"/>
                  </a:lnTo>
                  <a:lnTo>
                    <a:pt x="1204034" y="4200710"/>
                  </a:lnTo>
                  <a:lnTo>
                    <a:pt x="1198561" y="4200710"/>
                  </a:lnTo>
                  <a:lnTo>
                    <a:pt x="1193089" y="4200710"/>
                  </a:lnTo>
                  <a:lnTo>
                    <a:pt x="1187616" y="4200710"/>
                  </a:lnTo>
                  <a:lnTo>
                    <a:pt x="1182143" y="4200710"/>
                  </a:lnTo>
                  <a:lnTo>
                    <a:pt x="1176670" y="4200710"/>
                  </a:lnTo>
                  <a:lnTo>
                    <a:pt x="1171197" y="4200710"/>
                  </a:lnTo>
                  <a:lnTo>
                    <a:pt x="1165724" y="4200710"/>
                  </a:lnTo>
                  <a:lnTo>
                    <a:pt x="1160251" y="4200710"/>
                  </a:lnTo>
                  <a:lnTo>
                    <a:pt x="1154778" y="4200710"/>
                  </a:lnTo>
                  <a:lnTo>
                    <a:pt x="1149305" y="4200710"/>
                  </a:lnTo>
                  <a:lnTo>
                    <a:pt x="1143833" y="4200710"/>
                  </a:lnTo>
                  <a:lnTo>
                    <a:pt x="1138360" y="4200710"/>
                  </a:lnTo>
                  <a:lnTo>
                    <a:pt x="1132887" y="4200710"/>
                  </a:lnTo>
                  <a:lnTo>
                    <a:pt x="1127414" y="4200710"/>
                  </a:lnTo>
                  <a:lnTo>
                    <a:pt x="1121941" y="4200710"/>
                  </a:lnTo>
                  <a:lnTo>
                    <a:pt x="1121941" y="4217273"/>
                  </a:lnTo>
                  <a:lnTo>
                    <a:pt x="1116468" y="4217273"/>
                  </a:lnTo>
                  <a:lnTo>
                    <a:pt x="1110995" y="4217273"/>
                  </a:lnTo>
                  <a:lnTo>
                    <a:pt x="1110995" y="4233809"/>
                  </a:lnTo>
                  <a:lnTo>
                    <a:pt x="1105522" y="4233809"/>
                  </a:lnTo>
                  <a:lnTo>
                    <a:pt x="1100049" y="4233809"/>
                  </a:lnTo>
                  <a:lnTo>
                    <a:pt x="1094577" y="4233809"/>
                  </a:lnTo>
                  <a:lnTo>
                    <a:pt x="1089104" y="4233809"/>
                  </a:lnTo>
                  <a:lnTo>
                    <a:pt x="1089104" y="4250316"/>
                  </a:lnTo>
                  <a:lnTo>
                    <a:pt x="1083631" y="4250316"/>
                  </a:lnTo>
                  <a:lnTo>
                    <a:pt x="1083631" y="4283276"/>
                  </a:lnTo>
                  <a:lnTo>
                    <a:pt x="1078158" y="4283276"/>
                  </a:lnTo>
                  <a:lnTo>
                    <a:pt x="1072685" y="4283276"/>
                  </a:lnTo>
                  <a:lnTo>
                    <a:pt x="1067212" y="4283276"/>
                  </a:lnTo>
                  <a:lnTo>
                    <a:pt x="1067212" y="4299727"/>
                  </a:lnTo>
                  <a:lnTo>
                    <a:pt x="1061739" y="4299727"/>
                  </a:lnTo>
                  <a:lnTo>
                    <a:pt x="1056266" y="4299727"/>
                  </a:lnTo>
                  <a:lnTo>
                    <a:pt x="1050794" y="4299727"/>
                  </a:lnTo>
                  <a:lnTo>
                    <a:pt x="1050794" y="4316158"/>
                  </a:lnTo>
                  <a:lnTo>
                    <a:pt x="1045321" y="4316158"/>
                  </a:lnTo>
                  <a:lnTo>
                    <a:pt x="1039848" y="4316158"/>
                  </a:lnTo>
                  <a:lnTo>
                    <a:pt x="1034375" y="4316158"/>
                  </a:lnTo>
                  <a:lnTo>
                    <a:pt x="1028902" y="4316158"/>
                  </a:lnTo>
                  <a:lnTo>
                    <a:pt x="1028902" y="4332550"/>
                  </a:lnTo>
                  <a:lnTo>
                    <a:pt x="1023429" y="4332550"/>
                  </a:lnTo>
                  <a:lnTo>
                    <a:pt x="1017956" y="4332550"/>
                  </a:lnTo>
                  <a:lnTo>
                    <a:pt x="1017956" y="4348921"/>
                  </a:lnTo>
                  <a:lnTo>
                    <a:pt x="1012483" y="4348921"/>
                  </a:lnTo>
                  <a:lnTo>
                    <a:pt x="1007010" y="4348921"/>
                  </a:lnTo>
                  <a:lnTo>
                    <a:pt x="1007010" y="4365272"/>
                  </a:lnTo>
                  <a:lnTo>
                    <a:pt x="1001538" y="4365272"/>
                  </a:lnTo>
                  <a:lnTo>
                    <a:pt x="996065" y="4365272"/>
                  </a:lnTo>
                  <a:lnTo>
                    <a:pt x="990592" y="4365272"/>
                  </a:lnTo>
                  <a:lnTo>
                    <a:pt x="990592" y="4381601"/>
                  </a:lnTo>
                  <a:lnTo>
                    <a:pt x="985119" y="4381601"/>
                  </a:lnTo>
                  <a:lnTo>
                    <a:pt x="979646" y="4381601"/>
                  </a:lnTo>
                  <a:lnTo>
                    <a:pt x="974173" y="4381601"/>
                  </a:lnTo>
                  <a:lnTo>
                    <a:pt x="968700" y="4381601"/>
                  </a:lnTo>
                  <a:lnTo>
                    <a:pt x="963227" y="4381601"/>
                  </a:lnTo>
                  <a:lnTo>
                    <a:pt x="957754" y="4381601"/>
                  </a:lnTo>
                  <a:lnTo>
                    <a:pt x="952282" y="4381601"/>
                  </a:lnTo>
                  <a:lnTo>
                    <a:pt x="946809" y="4381601"/>
                  </a:lnTo>
                  <a:lnTo>
                    <a:pt x="941336" y="4381601"/>
                  </a:lnTo>
                  <a:lnTo>
                    <a:pt x="935863" y="4381601"/>
                  </a:lnTo>
                  <a:lnTo>
                    <a:pt x="935863" y="4397889"/>
                  </a:lnTo>
                  <a:lnTo>
                    <a:pt x="930390" y="4397889"/>
                  </a:lnTo>
                  <a:lnTo>
                    <a:pt x="930390" y="4430378"/>
                  </a:lnTo>
                  <a:lnTo>
                    <a:pt x="924917" y="4430378"/>
                  </a:lnTo>
                  <a:lnTo>
                    <a:pt x="919444" y="4430378"/>
                  </a:lnTo>
                  <a:lnTo>
                    <a:pt x="919444" y="4446578"/>
                  </a:lnTo>
                  <a:lnTo>
                    <a:pt x="913971" y="4446578"/>
                  </a:lnTo>
                  <a:lnTo>
                    <a:pt x="908498" y="4446578"/>
                  </a:lnTo>
                  <a:lnTo>
                    <a:pt x="903026" y="4446578"/>
                  </a:lnTo>
                  <a:lnTo>
                    <a:pt x="897553" y="4446578"/>
                  </a:lnTo>
                  <a:lnTo>
                    <a:pt x="892080" y="4446578"/>
                  </a:lnTo>
                  <a:lnTo>
                    <a:pt x="886607" y="4446578"/>
                  </a:lnTo>
                  <a:lnTo>
                    <a:pt x="881134" y="4446578"/>
                  </a:lnTo>
                  <a:lnTo>
                    <a:pt x="881134" y="4462726"/>
                  </a:lnTo>
                  <a:lnTo>
                    <a:pt x="875661" y="4462726"/>
                  </a:lnTo>
                  <a:lnTo>
                    <a:pt x="870188" y="4462726"/>
                  </a:lnTo>
                  <a:lnTo>
                    <a:pt x="864715" y="4462726"/>
                  </a:lnTo>
                  <a:lnTo>
                    <a:pt x="859243" y="4462726"/>
                  </a:lnTo>
                  <a:lnTo>
                    <a:pt x="859243" y="4478850"/>
                  </a:lnTo>
                  <a:lnTo>
                    <a:pt x="853770" y="4478850"/>
                  </a:lnTo>
                  <a:lnTo>
                    <a:pt x="853770" y="4527066"/>
                  </a:lnTo>
                  <a:lnTo>
                    <a:pt x="848297" y="4527066"/>
                  </a:lnTo>
                  <a:lnTo>
                    <a:pt x="842824" y="4527066"/>
                  </a:lnTo>
                  <a:lnTo>
                    <a:pt x="842824" y="4543083"/>
                  </a:lnTo>
                  <a:lnTo>
                    <a:pt x="837351" y="4543083"/>
                  </a:lnTo>
                  <a:lnTo>
                    <a:pt x="831878" y="4543083"/>
                  </a:lnTo>
                  <a:lnTo>
                    <a:pt x="831878" y="4559072"/>
                  </a:lnTo>
                  <a:lnTo>
                    <a:pt x="826405" y="4559072"/>
                  </a:lnTo>
                  <a:lnTo>
                    <a:pt x="820932" y="4559072"/>
                  </a:lnTo>
                  <a:lnTo>
                    <a:pt x="815459" y="4559072"/>
                  </a:lnTo>
                  <a:lnTo>
                    <a:pt x="809987" y="4559072"/>
                  </a:lnTo>
                  <a:lnTo>
                    <a:pt x="804514" y="4559072"/>
                  </a:lnTo>
                  <a:lnTo>
                    <a:pt x="799041" y="4559072"/>
                  </a:lnTo>
                  <a:lnTo>
                    <a:pt x="793568" y="4559072"/>
                  </a:lnTo>
                  <a:lnTo>
                    <a:pt x="788095" y="4559072"/>
                  </a:lnTo>
                  <a:lnTo>
                    <a:pt x="782622" y="4559072"/>
                  </a:lnTo>
                  <a:lnTo>
                    <a:pt x="777149" y="4559072"/>
                  </a:lnTo>
                  <a:lnTo>
                    <a:pt x="777149" y="4575005"/>
                  </a:lnTo>
                  <a:lnTo>
                    <a:pt x="771676" y="4575005"/>
                  </a:lnTo>
                  <a:lnTo>
                    <a:pt x="771676" y="4590909"/>
                  </a:lnTo>
                  <a:lnTo>
                    <a:pt x="766203" y="4590909"/>
                  </a:lnTo>
                  <a:lnTo>
                    <a:pt x="760731" y="4590909"/>
                  </a:lnTo>
                  <a:lnTo>
                    <a:pt x="760731" y="4606781"/>
                  </a:lnTo>
                  <a:lnTo>
                    <a:pt x="755258" y="4606781"/>
                  </a:lnTo>
                  <a:lnTo>
                    <a:pt x="749785" y="4606781"/>
                  </a:lnTo>
                  <a:lnTo>
                    <a:pt x="749785" y="4622621"/>
                  </a:lnTo>
                  <a:lnTo>
                    <a:pt x="744312" y="4622621"/>
                  </a:lnTo>
                  <a:lnTo>
                    <a:pt x="738839" y="4622621"/>
                  </a:lnTo>
                  <a:lnTo>
                    <a:pt x="738839" y="4654200"/>
                  </a:lnTo>
                  <a:lnTo>
                    <a:pt x="733366" y="4654200"/>
                  </a:lnTo>
                  <a:lnTo>
                    <a:pt x="727893" y="4654200"/>
                  </a:lnTo>
                  <a:lnTo>
                    <a:pt x="722420" y="4654200"/>
                  </a:lnTo>
                  <a:lnTo>
                    <a:pt x="716947" y="4654200"/>
                  </a:lnTo>
                  <a:lnTo>
                    <a:pt x="711475" y="4654200"/>
                  </a:lnTo>
                  <a:lnTo>
                    <a:pt x="711475" y="4669928"/>
                  </a:lnTo>
                  <a:lnTo>
                    <a:pt x="706002" y="4669928"/>
                  </a:lnTo>
                  <a:lnTo>
                    <a:pt x="700529" y="4669928"/>
                  </a:lnTo>
                  <a:lnTo>
                    <a:pt x="695056" y="4669928"/>
                  </a:lnTo>
                  <a:lnTo>
                    <a:pt x="695056" y="4685612"/>
                  </a:lnTo>
                  <a:lnTo>
                    <a:pt x="689583" y="4685612"/>
                  </a:lnTo>
                  <a:lnTo>
                    <a:pt x="689583" y="4701257"/>
                  </a:lnTo>
                  <a:lnTo>
                    <a:pt x="684110" y="4701257"/>
                  </a:lnTo>
                  <a:lnTo>
                    <a:pt x="684110" y="4716862"/>
                  </a:lnTo>
                  <a:lnTo>
                    <a:pt x="678637" y="4716862"/>
                  </a:lnTo>
                  <a:lnTo>
                    <a:pt x="673164" y="4716862"/>
                  </a:lnTo>
                  <a:lnTo>
                    <a:pt x="667692" y="4716862"/>
                  </a:lnTo>
                  <a:lnTo>
                    <a:pt x="667692" y="4747932"/>
                  </a:lnTo>
                  <a:lnTo>
                    <a:pt x="662219" y="4747932"/>
                  </a:lnTo>
                  <a:lnTo>
                    <a:pt x="656746" y="4747932"/>
                  </a:lnTo>
                  <a:lnTo>
                    <a:pt x="656746" y="4763370"/>
                  </a:lnTo>
                  <a:lnTo>
                    <a:pt x="651273" y="4763370"/>
                  </a:lnTo>
                  <a:lnTo>
                    <a:pt x="645800" y="4763370"/>
                  </a:lnTo>
                  <a:lnTo>
                    <a:pt x="640327" y="4763370"/>
                  </a:lnTo>
                  <a:lnTo>
                    <a:pt x="634854" y="4763370"/>
                  </a:lnTo>
                  <a:lnTo>
                    <a:pt x="629381" y="4763370"/>
                  </a:lnTo>
                  <a:lnTo>
                    <a:pt x="629381" y="4778738"/>
                  </a:lnTo>
                  <a:lnTo>
                    <a:pt x="623908" y="4778738"/>
                  </a:lnTo>
                  <a:lnTo>
                    <a:pt x="623908" y="4809298"/>
                  </a:lnTo>
                  <a:lnTo>
                    <a:pt x="618436" y="4809298"/>
                  </a:lnTo>
                  <a:lnTo>
                    <a:pt x="612963" y="4809298"/>
                  </a:lnTo>
                  <a:lnTo>
                    <a:pt x="607490" y="4809298"/>
                  </a:lnTo>
                  <a:lnTo>
                    <a:pt x="607490" y="4824494"/>
                  </a:lnTo>
                  <a:lnTo>
                    <a:pt x="602017" y="4824494"/>
                  </a:lnTo>
                  <a:lnTo>
                    <a:pt x="596544" y="4824494"/>
                  </a:lnTo>
                  <a:lnTo>
                    <a:pt x="591071" y="4824494"/>
                  </a:lnTo>
                  <a:lnTo>
                    <a:pt x="585598" y="4824494"/>
                  </a:lnTo>
                  <a:lnTo>
                    <a:pt x="580125" y="4824494"/>
                  </a:lnTo>
                  <a:lnTo>
                    <a:pt x="574652" y="4824494"/>
                  </a:lnTo>
                  <a:lnTo>
                    <a:pt x="569180" y="4824494"/>
                  </a:lnTo>
                  <a:lnTo>
                    <a:pt x="563707" y="4824494"/>
                  </a:lnTo>
                  <a:lnTo>
                    <a:pt x="558234" y="4824494"/>
                  </a:lnTo>
                  <a:lnTo>
                    <a:pt x="552761" y="4824494"/>
                  </a:lnTo>
                  <a:lnTo>
                    <a:pt x="547288" y="4824494"/>
                  </a:lnTo>
                  <a:lnTo>
                    <a:pt x="541815" y="4824494"/>
                  </a:lnTo>
                  <a:lnTo>
                    <a:pt x="541815" y="4854661"/>
                  </a:lnTo>
                  <a:lnTo>
                    <a:pt x="536342" y="4854661"/>
                  </a:lnTo>
                  <a:lnTo>
                    <a:pt x="530869" y="4854661"/>
                  </a:lnTo>
                  <a:lnTo>
                    <a:pt x="525397" y="4854661"/>
                  </a:lnTo>
                  <a:lnTo>
                    <a:pt x="519924" y="4854661"/>
                  </a:lnTo>
                  <a:lnTo>
                    <a:pt x="514451" y="4854661"/>
                  </a:lnTo>
                  <a:lnTo>
                    <a:pt x="508978" y="4854661"/>
                  </a:lnTo>
                  <a:lnTo>
                    <a:pt x="508978" y="4869627"/>
                  </a:lnTo>
                  <a:lnTo>
                    <a:pt x="503505" y="4869627"/>
                  </a:lnTo>
                  <a:lnTo>
                    <a:pt x="498032" y="4869627"/>
                  </a:lnTo>
                  <a:lnTo>
                    <a:pt x="492559" y="4869627"/>
                  </a:lnTo>
                  <a:lnTo>
                    <a:pt x="487086" y="4869627"/>
                  </a:lnTo>
                  <a:lnTo>
                    <a:pt x="487086" y="4884510"/>
                  </a:lnTo>
                  <a:lnTo>
                    <a:pt x="481613" y="4884510"/>
                  </a:lnTo>
                  <a:lnTo>
                    <a:pt x="476141" y="4884510"/>
                  </a:lnTo>
                  <a:lnTo>
                    <a:pt x="470668" y="4884510"/>
                  </a:lnTo>
                  <a:lnTo>
                    <a:pt x="465195" y="4884510"/>
                  </a:lnTo>
                  <a:lnTo>
                    <a:pt x="459722" y="4884510"/>
                  </a:lnTo>
                  <a:lnTo>
                    <a:pt x="454249" y="4884510"/>
                  </a:lnTo>
                  <a:lnTo>
                    <a:pt x="448776" y="4884510"/>
                  </a:lnTo>
                  <a:lnTo>
                    <a:pt x="443303" y="4884510"/>
                  </a:lnTo>
                  <a:lnTo>
                    <a:pt x="437830" y="4884510"/>
                  </a:lnTo>
                  <a:lnTo>
                    <a:pt x="432357" y="4884510"/>
                  </a:lnTo>
                  <a:lnTo>
                    <a:pt x="426885" y="4884510"/>
                  </a:lnTo>
                  <a:lnTo>
                    <a:pt x="421412" y="4884510"/>
                  </a:lnTo>
                  <a:lnTo>
                    <a:pt x="415939" y="4884510"/>
                  </a:lnTo>
                  <a:lnTo>
                    <a:pt x="410466" y="4884510"/>
                  </a:lnTo>
                  <a:lnTo>
                    <a:pt x="404993" y="4884510"/>
                  </a:lnTo>
                  <a:lnTo>
                    <a:pt x="399520" y="4884510"/>
                  </a:lnTo>
                  <a:lnTo>
                    <a:pt x="394047" y="4884510"/>
                  </a:lnTo>
                  <a:lnTo>
                    <a:pt x="394047" y="4957700"/>
                  </a:lnTo>
                  <a:lnTo>
                    <a:pt x="388574" y="4957700"/>
                  </a:lnTo>
                  <a:lnTo>
                    <a:pt x="383101" y="4957700"/>
                  </a:lnTo>
                  <a:lnTo>
                    <a:pt x="377629" y="4957700"/>
                  </a:lnTo>
                  <a:lnTo>
                    <a:pt x="377629" y="4972077"/>
                  </a:lnTo>
                  <a:lnTo>
                    <a:pt x="372156" y="4972077"/>
                  </a:lnTo>
                  <a:lnTo>
                    <a:pt x="366683" y="4972077"/>
                  </a:lnTo>
                  <a:lnTo>
                    <a:pt x="361210" y="4972077"/>
                  </a:lnTo>
                  <a:lnTo>
                    <a:pt x="355737" y="4972077"/>
                  </a:lnTo>
                  <a:lnTo>
                    <a:pt x="355737" y="4986362"/>
                  </a:lnTo>
                  <a:lnTo>
                    <a:pt x="350264" y="4986362"/>
                  </a:lnTo>
                  <a:lnTo>
                    <a:pt x="344791" y="4986362"/>
                  </a:lnTo>
                  <a:lnTo>
                    <a:pt x="339318" y="4986362"/>
                  </a:lnTo>
                  <a:lnTo>
                    <a:pt x="333846" y="4986362"/>
                  </a:lnTo>
                  <a:lnTo>
                    <a:pt x="333846" y="5000540"/>
                  </a:lnTo>
                  <a:lnTo>
                    <a:pt x="328373" y="5000540"/>
                  </a:lnTo>
                  <a:lnTo>
                    <a:pt x="322900" y="5000540"/>
                  </a:lnTo>
                  <a:lnTo>
                    <a:pt x="322900" y="5014604"/>
                  </a:lnTo>
                  <a:lnTo>
                    <a:pt x="317427" y="5014604"/>
                  </a:lnTo>
                  <a:lnTo>
                    <a:pt x="317427" y="5042364"/>
                  </a:lnTo>
                  <a:lnTo>
                    <a:pt x="311954" y="5042364"/>
                  </a:lnTo>
                  <a:lnTo>
                    <a:pt x="306481" y="5042364"/>
                  </a:lnTo>
                  <a:lnTo>
                    <a:pt x="301008" y="5042364"/>
                  </a:lnTo>
                  <a:lnTo>
                    <a:pt x="295535" y="5042364"/>
                  </a:lnTo>
                  <a:lnTo>
                    <a:pt x="290062" y="5042364"/>
                  </a:lnTo>
                  <a:lnTo>
                    <a:pt x="290062" y="5056039"/>
                  </a:lnTo>
                  <a:lnTo>
                    <a:pt x="284590" y="5056039"/>
                  </a:lnTo>
                  <a:lnTo>
                    <a:pt x="279117" y="5056039"/>
                  </a:lnTo>
                  <a:lnTo>
                    <a:pt x="273644" y="5056039"/>
                  </a:lnTo>
                  <a:lnTo>
                    <a:pt x="268171" y="5056039"/>
                  </a:lnTo>
                  <a:lnTo>
                    <a:pt x="262698" y="5056039"/>
                  </a:lnTo>
                  <a:lnTo>
                    <a:pt x="257225" y="5056039"/>
                  </a:lnTo>
                  <a:lnTo>
                    <a:pt x="251752" y="5056039"/>
                  </a:lnTo>
                  <a:lnTo>
                    <a:pt x="246279" y="5056039"/>
                  </a:lnTo>
                  <a:lnTo>
                    <a:pt x="240806" y="5056039"/>
                  </a:lnTo>
                  <a:lnTo>
                    <a:pt x="240806" y="5069519"/>
                  </a:lnTo>
                  <a:lnTo>
                    <a:pt x="235334" y="5069519"/>
                  </a:lnTo>
                  <a:lnTo>
                    <a:pt x="235334" y="5082835"/>
                  </a:lnTo>
                  <a:lnTo>
                    <a:pt x="229861" y="5082835"/>
                  </a:lnTo>
                  <a:lnTo>
                    <a:pt x="224388" y="5082835"/>
                  </a:lnTo>
                  <a:lnTo>
                    <a:pt x="224388" y="5095964"/>
                  </a:lnTo>
                  <a:lnTo>
                    <a:pt x="218915" y="5095964"/>
                  </a:lnTo>
                  <a:lnTo>
                    <a:pt x="213442" y="5095964"/>
                  </a:lnTo>
                  <a:lnTo>
                    <a:pt x="207969" y="5095964"/>
                  </a:lnTo>
                  <a:lnTo>
                    <a:pt x="202496" y="5095964"/>
                  </a:lnTo>
                  <a:lnTo>
                    <a:pt x="197023" y="5095964"/>
                  </a:lnTo>
                  <a:lnTo>
                    <a:pt x="197023" y="5108888"/>
                  </a:lnTo>
                  <a:lnTo>
                    <a:pt x="191550" y="5108888"/>
                  </a:lnTo>
                  <a:lnTo>
                    <a:pt x="191550" y="5121577"/>
                  </a:lnTo>
                  <a:lnTo>
                    <a:pt x="186078" y="5121577"/>
                  </a:lnTo>
                  <a:lnTo>
                    <a:pt x="180605" y="5121577"/>
                  </a:lnTo>
                  <a:lnTo>
                    <a:pt x="175132" y="5121577"/>
                  </a:lnTo>
                  <a:lnTo>
                    <a:pt x="169659" y="5121577"/>
                  </a:lnTo>
                  <a:lnTo>
                    <a:pt x="164186" y="5121577"/>
                  </a:lnTo>
                  <a:lnTo>
                    <a:pt x="164186" y="5133962"/>
                  </a:lnTo>
                  <a:lnTo>
                    <a:pt x="158713" y="5133962"/>
                  </a:lnTo>
                  <a:lnTo>
                    <a:pt x="153240" y="5133962"/>
                  </a:lnTo>
                  <a:lnTo>
                    <a:pt x="153240" y="5146045"/>
                  </a:lnTo>
                  <a:lnTo>
                    <a:pt x="147767" y="5146045"/>
                  </a:lnTo>
                  <a:lnTo>
                    <a:pt x="142295" y="5146045"/>
                  </a:lnTo>
                  <a:lnTo>
                    <a:pt x="136822" y="5146045"/>
                  </a:lnTo>
                  <a:lnTo>
                    <a:pt x="131349" y="5146045"/>
                  </a:lnTo>
                  <a:lnTo>
                    <a:pt x="125876" y="5146045"/>
                  </a:lnTo>
                  <a:lnTo>
                    <a:pt x="125876" y="5157764"/>
                  </a:lnTo>
                  <a:lnTo>
                    <a:pt x="120403" y="5157764"/>
                  </a:lnTo>
                  <a:lnTo>
                    <a:pt x="120403" y="5169057"/>
                  </a:lnTo>
                  <a:lnTo>
                    <a:pt x="114930" y="5169057"/>
                  </a:lnTo>
                  <a:lnTo>
                    <a:pt x="109457" y="5169057"/>
                  </a:lnTo>
                  <a:lnTo>
                    <a:pt x="103984" y="5169057"/>
                  </a:lnTo>
                  <a:lnTo>
                    <a:pt x="98511" y="5169057"/>
                  </a:lnTo>
                  <a:lnTo>
                    <a:pt x="93039" y="5169057"/>
                  </a:lnTo>
                  <a:lnTo>
                    <a:pt x="87566" y="5169057"/>
                  </a:lnTo>
                  <a:lnTo>
                    <a:pt x="87566" y="5179811"/>
                  </a:lnTo>
                  <a:lnTo>
                    <a:pt x="82093" y="5179811"/>
                  </a:lnTo>
                  <a:lnTo>
                    <a:pt x="76620" y="5179811"/>
                  </a:lnTo>
                  <a:lnTo>
                    <a:pt x="71147" y="5179811"/>
                  </a:lnTo>
                  <a:lnTo>
                    <a:pt x="65674" y="5179811"/>
                  </a:lnTo>
                  <a:lnTo>
                    <a:pt x="60201" y="5179811"/>
                  </a:lnTo>
                  <a:lnTo>
                    <a:pt x="54728" y="5179811"/>
                  </a:lnTo>
                  <a:lnTo>
                    <a:pt x="49255" y="5179811"/>
                  </a:lnTo>
                  <a:lnTo>
                    <a:pt x="49255" y="5206961"/>
                  </a:lnTo>
                  <a:lnTo>
                    <a:pt x="43783" y="5206961"/>
                  </a:lnTo>
                  <a:lnTo>
                    <a:pt x="38310" y="5206961"/>
                  </a:lnTo>
                  <a:lnTo>
                    <a:pt x="32837" y="5206961"/>
                  </a:lnTo>
                  <a:lnTo>
                    <a:pt x="27364" y="5206961"/>
                  </a:lnTo>
                  <a:lnTo>
                    <a:pt x="21891" y="5206961"/>
                  </a:lnTo>
                  <a:lnTo>
                    <a:pt x="16418" y="5206961"/>
                  </a:lnTo>
                  <a:lnTo>
                    <a:pt x="10945" y="5206961"/>
                  </a:lnTo>
                  <a:lnTo>
                    <a:pt x="5472" y="5206961"/>
                  </a:lnTo>
                  <a:lnTo>
                    <a:pt x="0" y="5206961"/>
                  </a:lnTo>
                  <a:close/>
                </a:path>
              </a:pathLst>
            </a:custGeom>
            <a:solidFill>
              <a:srgbClr val="B79F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09709" y="883368"/>
              <a:ext cx="9922341" cy="5089084"/>
            </a:xfrm>
            <a:custGeom>
              <a:avLst/>
              <a:pathLst>
                <a:path w="9922341" h="5089084">
                  <a:moveTo>
                    <a:pt x="0" y="5089084"/>
                  </a:moveTo>
                  <a:lnTo>
                    <a:pt x="5472" y="5089084"/>
                  </a:lnTo>
                  <a:lnTo>
                    <a:pt x="5472" y="5089084"/>
                  </a:lnTo>
                  <a:lnTo>
                    <a:pt x="10945" y="5089084"/>
                  </a:lnTo>
                  <a:lnTo>
                    <a:pt x="10945" y="5089084"/>
                  </a:lnTo>
                  <a:lnTo>
                    <a:pt x="16418" y="5089084"/>
                  </a:lnTo>
                  <a:lnTo>
                    <a:pt x="16418" y="5089084"/>
                  </a:lnTo>
                  <a:lnTo>
                    <a:pt x="21891" y="5089084"/>
                  </a:lnTo>
                  <a:lnTo>
                    <a:pt x="21891" y="5089084"/>
                  </a:lnTo>
                  <a:lnTo>
                    <a:pt x="27364" y="5089084"/>
                  </a:lnTo>
                  <a:lnTo>
                    <a:pt x="27364" y="5089084"/>
                  </a:lnTo>
                  <a:lnTo>
                    <a:pt x="32837" y="5089084"/>
                  </a:lnTo>
                  <a:lnTo>
                    <a:pt x="32837" y="5089084"/>
                  </a:lnTo>
                  <a:lnTo>
                    <a:pt x="38310" y="5089084"/>
                  </a:lnTo>
                  <a:lnTo>
                    <a:pt x="38310" y="5089084"/>
                  </a:lnTo>
                  <a:lnTo>
                    <a:pt x="43783" y="5089084"/>
                  </a:lnTo>
                  <a:lnTo>
                    <a:pt x="43783" y="5089084"/>
                  </a:lnTo>
                  <a:lnTo>
                    <a:pt x="49255" y="5089084"/>
                  </a:lnTo>
                  <a:lnTo>
                    <a:pt x="49255" y="5012512"/>
                  </a:lnTo>
                  <a:lnTo>
                    <a:pt x="54728" y="5012512"/>
                  </a:lnTo>
                  <a:lnTo>
                    <a:pt x="54728" y="5012512"/>
                  </a:lnTo>
                  <a:lnTo>
                    <a:pt x="60201" y="5012512"/>
                  </a:lnTo>
                  <a:lnTo>
                    <a:pt x="60201" y="5012512"/>
                  </a:lnTo>
                  <a:lnTo>
                    <a:pt x="65674" y="5012512"/>
                  </a:lnTo>
                  <a:lnTo>
                    <a:pt x="65674" y="5012512"/>
                  </a:lnTo>
                  <a:lnTo>
                    <a:pt x="71147" y="5012512"/>
                  </a:lnTo>
                  <a:lnTo>
                    <a:pt x="71147" y="5012512"/>
                  </a:lnTo>
                  <a:lnTo>
                    <a:pt x="76620" y="5012512"/>
                  </a:lnTo>
                  <a:lnTo>
                    <a:pt x="76620" y="5012512"/>
                  </a:lnTo>
                  <a:lnTo>
                    <a:pt x="82093" y="5012512"/>
                  </a:lnTo>
                  <a:lnTo>
                    <a:pt x="82093" y="5012512"/>
                  </a:lnTo>
                  <a:lnTo>
                    <a:pt x="87566" y="5012512"/>
                  </a:lnTo>
                  <a:lnTo>
                    <a:pt x="87566" y="4987952"/>
                  </a:lnTo>
                  <a:lnTo>
                    <a:pt x="93039" y="4987952"/>
                  </a:lnTo>
                  <a:lnTo>
                    <a:pt x="93039" y="4987952"/>
                  </a:lnTo>
                  <a:lnTo>
                    <a:pt x="98511" y="4987952"/>
                  </a:lnTo>
                  <a:lnTo>
                    <a:pt x="98511" y="4987952"/>
                  </a:lnTo>
                  <a:lnTo>
                    <a:pt x="103984" y="4987952"/>
                  </a:lnTo>
                  <a:lnTo>
                    <a:pt x="103984" y="4987952"/>
                  </a:lnTo>
                  <a:lnTo>
                    <a:pt x="109457" y="4987952"/>
                  </a:lnTo>
                  <a:lnTo>
                    <a:pt x="109457" y="4987952"/>
                  </a:lnTo>
                  <a:lnTo>
                    <a:pt x="114930" y="4987952"/>
                  </a:lnTo>
                  <a:lnTo>
                    <a:pt x="114930" y="4987952"/>
                  </a:lnTo>
                  <a:lnTo>
                    <a:pt x="120403" y="4987952"/>
                  </a:lnTo>
                  <a:lnTo>
                    <a:pt x="120403" y="4963746"/>
                  </a:lnTo>
                  <a:lnTo>
                    <a:pt x="125876" y="4963746"/>
                  </a:lnTo>
                  <a:lnTo>
                    <a:pt x="125876" y="4939907"/>
                  </a:lnTo>
                  <a:lnTo>
                    <a:pt x="131349" y="4939907"/>
                  </a:lnTo>
                  <a:lnTo>
                    <a:pt x="131349" y="4939907"/>
                  </a:lnTo>
                  <a:lnTo>
                    <a:pt x="136822" y="4939907"/>
                  </a:lnTo>
                  <a:lnTo>
                    <a:pt x="136822" y="4939907"/>
                  </a:lnTo>
                  <a:lnTo>
                    <a:pt x="142295" y="4939907"/>
                  </a:lnTo>
                  <a:lnTo>
                    <a:pt x="142295" y="4939907"/>
                  </a:lnTo>
                  <a:lnTo>
                    <a:pt x="147767" y="4939907"/>
                  </a:lnTo>
                  <a:lnTo>
                    <a:pt x="147767" y="4939907"/>
                  </a:lnTo>
                  <a:lnTo>
                    <a:pt x="153240" y="4939907"/>
                  </a:lnTo>
                  <a:lnTo>
                    <a:pt x="153240" y="4916346"/>
                  </a:lnTo>
                  <a:lnTo>
                    <a:pt x="158713" y="4916346"/>
                  </a:lnTo>
                  <a:lnTo>
                    <a:pt x="158713" y="4916346"/>
                  </a:lnTo>
                  <a:lnTo>
                    <a:pt x="164186" y="4916346"/>
                  </a:lnTo>
                  <a:lnTo>
                    <a:pt x="164186" y="4893055"/>
                  </a:lnTo>
                  <a:lnTo>
                    <a:pt x="169659" y="4893055"/>
                  </a:lnTo>
                  <a:lnTo>
                    <a:pt x="169659" y="4893055"/>
                  </a:lnTo>
                  <a:lnTo>
                    <a:pt x="175132" y="4893055"/>
                  </a:lnTo>
                  <a:lnTo>
                    <a:pt x="175132" y="4893055"/>
                  </a:lnTo>
                  <a:lnTo>
                    <a:pt x="180605" y="4893055"/>
                  </a:lnTo>
                  <a:lnTo>
                    <a:pt x="180605" y="4893055"/>
                  </a:lnTo>
                  <a:lnTo>
                    <a:pt x="186078" y="4893055"/>
                  </a:lnTo>
                  <a:lnTo>
                    <a:pt x="186078" y="4893055"/>
                  </a:lnTo>
                  <a:lnTo>
                    <a:pt x="191550" y="4893055"/>
                  </a:lnTo>
                  <a:lnTo>
                    <a:pt x="191550" y="4869857"/>
                  </a:lnTo>
                  <a:lnTo>
                    <a:pt x="197023" y="4869857"/>
                  </a:lnTo>
                  <a:lnTo>
                    <a:pt x="197023" y="4846858"/>
                  </a:lnTo>
                  <a:lnTo>
                    <a:pt x="202496" y="4846858"/>
                  </a:lnTo>
                  <a:lnTo>
                    <a:pt x="202496" y="4846858"/>
                  </a:lnTo>
                  <a:lnTo>
                    <a:pt x="207969" y="4846858"/>
                  </a:lnTo>
                  <a:lnTo>
                    <a:pt x="207969" y="4846858"/>
                  </a:lnTo>
                  <a:lnTo>
                    <a:pt x="213442" y="4846858"/>
                  </a:lnTo>
                  <a:lnTo>
                    <a:pt x="213442" y="4846858"/>
                  </a:lnTo>
                  <a:lnTo>
                    <a:pt x="218915" y="4846858"/>
                  </a:lnTo>
                  <a:lnTo>
                    <a:pt x="218915" y="4846858"/>
                  </a:lnTo>
                  <a:lnTo>
                    <a:pt x="224388" y="4846858"/>
                  </a:lnTo>
                  <a:lnTo>
                    <a:pt x="224388" y="4824050"/>
                  </a:lnTo>
                  <a:lnTo>
                    <a:pt x="229861" y="4824050"/>
                  </a:lnTo>
                  <a:lnTo>
                    <a:pt x="229861" y="4824050"/>
                  </a:lnTo>
                  <a:lnTo>
                    <a:pt x="235334" y="4824050"/>
                  </a:lnTo>
                  <a:lnTo>
                    <a:pt x="235334" y="4801398"/>
                  </a:lnTo>
                  <a:lnTo>
                    <a:pt x="240806" y="4801398"/>
                  </a:lnTo>
                  <a:lnTo>
                    <a:pt x="240806" y="4778902"/>
                  </a:lnTo>
                  <a:lnTo>
                    <a:pt x="246279" y="4778902"/>
                  </a:lnTo>
                  <a:lnTo>
                    <a:pt x="246279" y="4778902"/>
                  </a:lnTo>
                  <a:lnTo>
                    <a:pt x="251752" y="4778902"/>
                  </a:lnTo>
                  <a:lnTo>
                    <a:pt x="251752" y="4778902"/>
                  </a:lnTo>
                  <a:lnTo>
                    <a:pt x="257225" y="4778902"/>
                  </a:lnTo>
                  <a:lnTo>
                    <a:pt x="257225" y="4778902"/>
                  </a:lnTo>
                  <a:lnTo>
                    <a:pt x="262698" y="4778902"/>
                  </a:lnTo>
                  <a:lnTo>
                    <a:pt x="262698" y="4778902"/>
                  </a:lnTo>
                  <a:lnTo>
                    <a:pt x="268171" y="4778902"/>
                  </a:lnTo>
                  <a:lnTo>
                    <a:pt x="268171" y="4778902"/>
                  </a:lnTo>
                  <a:lnTo>
                    <a:pt x="273644" y="4778902"/>
                  </a:lnTo>
                  <a:lnTo>
                    <a:pt x="273644" y="4778902"/>
                  </a:lnTo>
                  <a:lnTo>
                    <a:pt x="279117" y="4778902"/>
                  </a:lnTo>
                  <a:lnTo>
                    <a:pt x="279117" y="4778902"/>
                  </a:lnTo>
                  <a:lnTo>
                    <a:pt x="284590" y="4778902"/>
                  </a:lnTo>
                  <a:lnTo>
                    <a:pt x="284590" y="4778902"/>
                  </a:lnTo>
                  <a:lnTo>
                    <a:pt x="290062" y="4778902"/>
                  </a:lnTo>
                  <a:lnTo>
                    <a:pt x="290062" y="4756423"/>
                  </a:lnTo>
                  <a:lnTo>
                    <a:pt x="295535" y="4756423"/>
                  </a:lnTo>
                  <a:lnTo>
                    <a:pt x="295535" y="4756423"/>
                  </a:lnTo>
                  <a:lnTo>
                    <a:pt x="301008" y="4756423"/>
                  </a:lnTo>
                  <a:lnTo>
                    <a:pt x="301008" y="4756423"/>
                  </a:lnTo>
                  <a:lnTo>
                    <a:pt x="306481" y="4756423"/>
                  </a:lnTo>
                  <a:lnTo>
                    <a:pt x="306481" y="4756423"/>
                  </a:lnTo>
                  <a:lnTo>
                    <a:pt x="311954" y="4756423"/>
                  </a:lnTo>
                  <a:lnTo>
                    <a:pt x="311954" y="4756423"/>
                  </a:lnTo>
                  <a:lnTo>
                    <a:pt x="317427" y="4756423"/>
                  </a:lnTo>
                  <a:lnTo>
                    <a:pt x="317427" y="4711819"/>
                  </a:lnTo>
                  <a:lnTo>
                    <a:pt x="322900" y="4711819"/>
                  </a:lnTo>
                  <a:lnTo>
                    <a:pt x="322900" y="4689675"/>
                  </a:lnTo>
                  <a:lnTo>
                    <a:pt x="328373" y="4689675"/>
                  </a:lnTo>
                  <a:lnTo>
                    <a:pt x="328373" y="4689675"/>
                  </a:lnTo>
                  <a:lnTo>
                    <a:pt x="333846" y="4689675"/>
                  </a:lnTo>
                  <a:lnTo>
                    <a:pt x="333846" y="4667619"/>
                  </a:lnTo>
                  <a:lnTo>
                    <a:pt x="339318" y="4667619"/>
                  </a:lnTo>
                  <a:lnTo>
                    <a:pt x="339318" y="4667619"/>
                  </a:lnTo>
                  <a:lnTo>
                    <a:pt x="344791" y="4667619"/>
                  </a:lnTo>
                  <a:lnTo>
                    <a:pt x="344791" y="4667619"/>
                  </a:lnTo>
                  <a:lnTo>
                    <a:pt x="350264" y="4667619"/>
                  </a:lnTo>
                  <a:lnTo>
                    <a:pt x="350264" y="4667619"/>
                  </a:lnTo>
                  <a:lnTo>
                    <a:pt x="355737" y="4667619"/>
                  </a:lnTo>
                  <a:lnTo>
                    <a:pt x="355737" y="4645644"/>
                  </a:lnTo>
                  <a:lnTo>
                    <a:pt x="361210" y="4645644"/>
                  </a:lnTo>
                  <a:lnTo>
                    <a:pt x="361210" y="4645644"/>
                  </a:lnTo>
                  <a:lnTo>
                    <a:pt x="366683" y="4645644"/>
                  </a:lnTo>
                  <a:lnTo>
                    <a:pt x="366683" y="4645644"/>
                  </a:lnTo>
                  <a:lnTo>
                    <a:pt x="372156" y="4645644"/>
                  </a:lnTo>
                  <a:lnTo>
                    <a:pt x="372156" y="4645644"/>
                  </a:lnTo>
                  <a:lnTo>
                    <a:pt x="377629" y="4645644"/>
                  </a:lnTo>
                  <a:lnTo>
                    <a:pt x="377629" y="4623760"/>
                  </a:lnTo>
                  <a:lnTo>
                    <a:pt x="383101" y="4623760"/>
                  </a:lnTo>
                  <a:lnTo>
                    <a:pt x="383101" y="4623760"/>
                  </a:lnTo>
                  <a:lnTo>
                    <a:pt x="388574" y="4623760"/>
                  </a:lnTo>
                  <a:lnTo>
                    <a:pt x="388574" y="4623760"/>
                  </a:lnTo>
                  <a:lnTo>
                    <a:pt x="394047" y="4623760"/>
                  </a:lnTo>
                  <a:lnTo>
                    <a:pt x="394047" y="4515284"/>
                  </a:lnTo>
                  <a:lnTo>
                    <a:pt x="399520" y="4515284"/>
                  </a:lnTo>
                  <a:lnTo>
                    <a:pt x="399520" y="4515284"/>
                  </a:lnTo>
                  <a:lnTo>
                    <a:pt x="404993" y="4515284"/>
                  </a:lnTo>
                  <a:lnTo>
                    <a:pt x="404993" y="4515284"/>
                  </a:lnTo>
                  <a:lnTo>
                    <a:pt x="410466" y="4515284"/>
                  </a:lnTo>
                  <a:lnTo>
                    <a:pt x="410466" y="4515284"/>
                  </a:lnTo>
                  <a:lnTo>
                    <a:pt x="415939" y="4515284"/>
                  </a:lnTo>
                  <a:lnTo>
                    <a:pt x="415939" y="4515284"/>
                  </a:lnTo>
                  <a:lnTo>
                    <a:pt x="421412" y="4515284"/>
                  </a:lnTo>
                  <a:lnTo>
                    <a:pt x="421412" y="4515284"/>
                  </a:lnTo>
                  <a:lnTo>
                    <a:pt x="426885" y="4515284"/>
                  </a:lnTo>
                  <a:lnTo>
                    <a:pt x="426885" y="4515284"/>
                  </a:lnTo>
                  <a:lnTo>
                    <a:pt x="432357" y="4515284"/>
                  </a:lnTo>
                  <a:lnTo>
                    <a:pt x="432357" y="4515284"/>
                  </a:lnTo>
                  <a:lnTo>
                    <a:pt x="437830" y="4515284"/>
                  </a:lnTo>
                  <a:lnTo>
                    <a:pt x="437830" y="4515284"/>
                  </a:lnTo>
                  <a:lnTo>
                    <a:pt x="443303" y="4515284"/>
                  </a:lnTo>
                  <a:lnTo>
                    <a:pt x="443303" y="4515284"/>
                  </a:lnTo>
                  <a:lnTo>
                    <a:pt x="448776" y="4515284"/>
                  </a:lnTo>
                  <a:lnTo>
                    <a:pt x="448776" y="4515284"/>
                  </a:lnTo>
                  <a:lnTo>
                    <a:pt x="454249" y="4515284"/>
                  </a:lnTo>
                  <a:lnTo>
                    <a:pt x="454249" y="4515284"/>
                  </a:lnTo>
                  <a:lnTo>
                    <a:pt x="459722" y="4515284"/>
                  </a:lnTo>
                  <a:lnTo>
                    <a:pt x="459722" y="4515284"/>
                  </a:lnTo>
                  <a:lnTo>
                    <a:pt x="465195" y="4515284"/>
                  </a:lnTo>
                  <a:lnTo>
                    <a:pt x="465195" y="4515284"/>
                  </a:lnTo>
                  <a:lnTo>
                    <a:pt x="470668" y="4515284"/>
                  </a:lnTo>
                  <a:lnTo>
                    <a:pt x="470668" y="4515284"/>
                  </a:lnTo>
                  <a:lnTo>
                    <a:pt x="476141" y="4515284"/>
                  </a:lnTo>
                  <a:lnTo>
                    <a:pt x="476141" y="4515284"/>
                  </a:lnTo>
                  <a:lnTo>
                    <a:pt x="481613" y="4515284"/>
                  </a:lnTo>
                  <a:lnTo>
                    <a:pt x="481613" y="4515284"/>
                  </a:lnTo>
                  <a:lnTo>
                    <a:pt x="487086" y="4515284"/>
                  </a:lnTo>
                  <a:lnTo>
                    <a:pt x="487086" y="4493720"/>
                  </a:lnTo>
                  <a:lnTo>
                    <a:pt x="492559" y="4493720"/>
                  </a:lnTo>
                  <a:lnTo>
                    <a:pt x="492559" y="4493720"/>
                  </a:lnTo>
                  <a:lnTo>
                    <a:pt x="498032" y="4493720"/>
                  </a:lnTo>
                  <a:lnTo>
                    <a:pt x="498032" y="4493720"/>
                  </a:lnTo>
                  <a:lnTo>
                    <a:pt x="503505" y="4493720"/>
                  </a:lnTo>
                  <a:lnTo>
                    <a:pt x="503505" y="4493720"/>
                  </a:lnTo>
                  <a:lnTo>
                    <a:pt x="508978" y="4493720"/>
                  </a:lnTo>
                  <a:lnTo>
                    <a:pt x="508978" y="4472171"/>
                  </a:lnTo>
                  <a:lnTo>
                    <a:pt x="514451" y="4472171"/>
                  </a:lnTo>
                  <a:lnTo>
                    <a:pt x="514451" y="4472171"/>
                  </a:lnTo>
                  <a:lnTo>
                    <a:pt x="519924" y="4472171"/>
                  </a:lnTo>
                  <a:lnTo>
                    <a:pt x="519924" y="4472171"/>
                  </a:lnTo>
                  <a:lnTo>
                    <a:pt x="525397" y="4472171"/>
                  </a:lnTo>
                  <a:lnTo>
                    <a:pt x="525397" y="4472171"/>
                  </a:lnTo>
                  <a:lnTo>
                    <a:pt x="530869" y="4472171"/>
                  </a:lnTo>
                  <a:lnTo>
                    <a:pt x="530869" y="4472171"/>
                  </a:lnTo>
                  <a:lnTo>
                    <a:pt x="536342" y="4472171"/>
                  </a:lnTo>
                  <a:lnTo>
                    <a:pt x="536342" y="4472171"/>
                  </a:lnTo>
                  <a:lnTo>
                    <a:pt x="541815" y="4472171"/>
                  </a:lnTo>
                  <a:lnTo>
                    <a:pt x="541815" y="4429126"/>
                  </a:lnTo>
                  <a:lnTo>
                    <a:pt x="547288" y="4429126"/>
                  </a:lnTo>
                  <a:lnTo>
                    <a:pt x="547288" y="4429126"/>
                  </a:lnTo>
                  <a:lnTo>
                    <a:pt x="552761" y="4429126"/>
                  </a:lnTo>
                  <a:lnTo>
                    <a:pt x="552761" y="4429126"/>
                  </a:lnTo>
                  <a:lnTo>
                    <a:pt x="558234" y="4429126"/>
                  </a:lnTo>
                  <a:lnTo>
                    <a:pt x="558234" y="4429126"/>
                  </a:lnTo>
                  <a:lnTo>
                    <a:pt x="563707" y="4429126"/>
                  </a:lnTo>
                  <a:lnTo>
                    <a:pt x="563707" y="4429126"/>
                  </a:lnTo>
                  <a:lnTo>
                    <a:pt x="569180" y="4429126"/>
                  </a:lnTo>
                  <a:lnTo>
                    <a:pt x="569180" y="4429126"/>
                  </a:lnTo>
                  <a:lnTo>
                    <a:pt x="574652" y="4429126"/>
                  </a:lnTo>
                  <a:lnTo>
                    <a:pt x="574652" y="4429126"/>
                  </a:lnTo>
                  <a:lnTo>
                    <a:pt x="580125" y="4429126"/>
                  </a:lnTo>
                  <a:lnTo>
                    <a:pt x="580125" y="4429126"/>
                  </a:lnTo>
                  <a:lnTo>
                    <a:pt x="585598" y="4429126"/>
                  </a:lnTo>
                  <a:lnTo>
                    <a:pt x="585598" y="4429126"/>
                  </a:lnTo>
                  <a:lnTo>
                    <a:pt x="591071" y="4429126"/>
                  </a:lnTo>
                  <a:lnTo>
                    <a:pt x="591071" y="4429126"/>
                  </a:lnTo>
                  <a:lnTo>
                    <a:pt x="596544" y="4429126"/>
                  </a:lnTo>
                  <a:lnTo>
                    <a:pt x="596544" y="4429126"/>
                  </a:lnTo>
                  <a:lnTo>
                    <a:pt x="602017" y="4429126"/>
                  </a:lnTo>
                  <a:lnTo>
                    <a:pt x="602017" y="4429126"/>
                  </a:lnTo>
                  <a:lnTo>
                    <a:pt x="607490" y="4429126"/>
                  </a:lnTo>
                  <a:lnTo>
                    <a:pt x="607490" y="4407624"/>
                  </a:lnTo>
                  <a:lnTo>
                    <a:pt x="612963" y="4407624"/>
                  </a:lnTo>
                  <a:lnTo>
                    <a:pt x="612963" y="4407624"/>
                  </a:lnTo>
                  <a:lnTo>
                    <a:pt x="618436" y="4407624"/>
                  </a:lnTo>
                  <a:lnTo>
                    <a:pt x="618436" y="4407624"/>
                  </a:lnTo>
                  <a:lnTo>
                    <a:pt x="623908" y="4407624"/>
                  </a:lnTo>
                  <a:lnTo>
                    <a:pt x="623908" y="4364741"/>
                  </a:lnTo>
                  <a:lnTo>
                    <a:pt x="629381" y="4364741"/>
                  </a:lnTo>
                  <a:lnTo>
                    <a:pt x="629381" y="4343341"/>
                  </a:lnTo>
                  <a:lnTo>
                    <a:pt x="634854" y="4343341"/>
                  </a:lnTo>
                  <a:lnTo>
                    <a:pt x="634854" y="4343341"/>
                  </a:lnTo>
                  <a:lnTo>
                    <a:pt x="640327" y="4343341"/>
                  </a:lnTo>
                  <a:lnTo>
                    <a:pt x="640327" y="4343341"/>
                  </a:lnTo>
                  <a:lnTo>
                    <a:pt x="645800" y="4343341"/>
                  </a:lnTo>
                  <a:lnTo>
                    <a:pt x="645800" y="4343341"/>
                  </a:lnTo>
                  <a:lnTo>
                    <a:pt x="651273" y="4343341"/>
                  </a:lnTo>
                  <a:lnTo>
                    <a:pt x="651273" y="4343341"/>
                  </a:lnTo>
                  <a:lnTo>
                    <a:pt x="656746" y="4343341"/>
                  </a:lnTo>
                  <a:lnTo>
                    <a:pt x="656746" y="4321941"/>
                  </a:lnTo>
                  <a:lnTo>
                    <a:pt x="662219" y="4321941"/>
                  </a:lnTo>
                  <a:lnTo>
                    <a:pt x="662219" y="4321941"/>
                  </a:lnTo>
                  <a:lnTo>
                    <a:pt x="667692" y="4321941"/>
                  </a:lnTo>
                  <a:lnTo>
                    <a:pt x="667692" y="4279148"/>
                  </a:lnTo>
                  <a:lnTo>
                    <a:pt x="673164" y="4279148"/>
                  </a:lnTo>
                  <a:lnTo>
                    <a:pt x="673164" y="4279148"/>
                  </a:lnTo>
                  <a:lnTo>
                    <a:pt x="678637" y="4279148"/>
                  </a:lnTo>
                  <a:lnTo>
                    <a:pt x="678637" y="4279148"/>
                  </a:lnTo>
                  <a:lnTo>
                    <a:pt x="684110" y="4279148"/>
                  </a:lnTo>
                  <a:lnTo>
                    <a:pt x="684110" y="4257799"/>
                  </a:lnTo>
                  <a:lnTo>
                    <a:pt x="689583" y="4257799"/>
                  </a:lnTo>
                  <a:lnTo>
                    <a:pt x="689583" y="4236489"/>
                  </a:lnTo>
                  <a:lnTo>
                    <a:pt x="695056" y="4236489"/>
                  </a:lnTo>
                  <a:lnTo>
                    <a:pt x="695056" y="4215217"/>
                  </a:lnTo>
                  <a:lnTo>
                    <a:pt x="700529" y="4215217"/>
                  </a:lnTo>
                  <a:lnTo>
                    <a:pt x="700529" y="4215217"/>
                  </a:lnTo>
                  <a:lnTo>
                    <a:pt x="706002" y="4215217"/>
                  </a:lnTo>
                  <a:lnTo>
                    <a:pt x="706002" y="4215217"/>
                  </a:lnTo>
                  <a:lnTo>
                    <a:pt x="711475" y="4215217"/>
                  </a:lnTo>
                  <a:lnTo>
                    <a:pt x="711475" y="4193966"/>
                  </a:lnTo>
                  <a:lnTo>
                    <a:pt x="716947" y="4193966"/>
                  </a:lnTo>
                  <a:lnTo>
                    <a:pt x="716947" y="4193966"/>
                  </a:lnTo>
                  <a:lnTo>
                    <a:pt x="722420" y="4193966"/>
                  </a:lnTo>
                  <a:lnTo>
                    <a:pt x="722420" y="4193966"/>
                  </a:lnTo>
                  <a:lnTo>
                    <a:pt x="727893" y="4193966"/>
                  </a:lnTo>
                  <a:lnTo>
                    <a:pt x="727893" y="4193966"/>
                  </a:lnTo>
                  <a:lnTo>
                    <a:pt x="733366" y="4193966"/>
                  </a:lnTo>
                  <a:lnTo>
                    <a:pt x="733366" y="4193966"/>
                  </a:lnTo>
                  <a:lnTo>
                    <a:pt x="738839" y="4193966"/>
                  </a:lnTo>
                  <a:lnTo>
                    <a:pt x="738839" y="4151538"/>
                  </a:lnTo>
                  <a:lnTo>
                    <a:pt x="744312" y="4151538"/>
                  </a:lnTo>
                  <a:lnTo>
                    <a:pt x="744312" y="4151538"/>
                  </a:lnTo>
                  <a:lnTo>
                    <a:pt x="749785" y="4151538"/>
                  </a:lnTo>
                  <a:lnTo>
                    <a:pt x="749785" y="4130374"/>
                  </a:lnTo>
                  <a:lnTo>
                    <a:pt x="755258" y="4130374"/>
                  </a:lnTo>
                  <a:lnTo>
                    <a:pt x="755258" y="4130374"/>
                  </a:lnTo>
                  <a:lnTo>
                    <a:pt x="760731" y="4130374"/>
                  </a:lnTo>
                  <a:lnTo>
                    <a:pt x="760731" y="4109242"/>
                  </a:lnTo>
                  <a:lnTo>
                    <a:pt x="766203" y="4109242"/>
                  </a:lnTo>
                  <a:lnTo>
                    <a:pt x="766203" y="4109242"/>
                  </a:lnTo>
                  <a:lnTo>
                    <a:pt x="771676" y="4109242"/>
                  </a:lnTo>
                  <a:lnTo>
                    <a:pt x="771676" y="4088141"/>
                  </a:lnTo>
                  <a:lnTo>
                    <a:pt x="777149" y="4088141"/>
                  </a:lnTo>
                  <a:lnTo>
                    <a:pt x="777149" y="4067069"/>
                  </a:lnTo>
                  <a:lnTo>
                    <a:pt x="782622" y="4067069"/>
                  </a:lnTo>
                  <a:lnTo>
                    <a:pt x="782622" y="4067069"/>
                  </a:lnTo>
                  <a:lnTo>
                    <a:pt x="788095" y="4067069"/>
                  </a:lnTo>
                  <a:lnTo>
                    <a:pt x="788095" y="4067069"/>
                  </a:lnTo>
                  <a:lnTo>
                    <a:pt x="793568" y="4067069"/>
                  </a:lnTo>
                  <a:lnTo>
                    <a:pt x="793568" y="4067069"/>
                  </a:lnTo>
                  <a:lnTo>
                    <a:pt x="799041" y="4067069"/>
                  </a:lnTo>
                  <a:lnTo>
                    <a:pt x="799041" y="4067069"/>
                  </a:lnTo>
                  <a:lnTo>
                    <a:pt x="804514" y="4067069"/>
                  </a:lnTo>
                  <a:lnTo>
                    <a:pt x="804514" y="4067069"/>
                  </a:lnTo>
                  <a:lnTo>
                    <a:pt x="809987" y="4067069"/>
                  </a:lnTo>
                  <a:lnTo>
                    <a:pt x="809987" y="4067069"/>
                  </a:lnTo>
                  <a:lnTo>
                    <a:pt x="815459" y="4067069"/>
                  </a:lnTo>
                  <a:lnTo>
                    <a:pt x="815459" y="4067069"/>
                  </a:lnTo>
                  <a:lnTo>
                    <a:pt x="820932" y="4067069"/>
                  </a:lnTo>
                  <a:lnTo>
                    <a:pt x="820932" y="4067069"/>
                  </a:lnTo>
                  <a:lnTo>
                    <a:pt x="826405" y="4067069"/>
                  </a:lnTo>
                  <a:lnTo>
                    <a:pt x="826405" y="4067069"/>
                  </a:lnTo>
                  <a:lnTo>
                    <a:pt x="831878" y="4067069"/>
                  </a:lnTo>
                  <a:lnTo>
                    <a:pt x="831878" y="4045981"/>
                  </a:lnTo>
                  <a:lnTo>
                    <a:pt x="837351" y="4045981"/>
                  </a:lnTo>
                  <a:lnTo>
                    <a:pt x="837351" y="4045981"/>
                  </a:lnTo>
                  <a:lnTo>
                    <a:pt x="842824" y="4045981"/>
                  </a:lnTo>
                  <a:lnTo>
                    <a:pt x="842824" y="4024921"/>
                  </a:lnTo>
                  <a:lnTo>
                    <a:pt x="848297" y="4024921"/>
                  </a:lnTo>
                  <a:lnTo>
                    <a:pt x="848297" y="4024921"/>
                  </a:lnTo>
                  <a:lnTo>
                    <a:pt x="853770" y="4024921"/>
                  </a:lnTo>
                  <a:lnTo>
                    <a:pt x="853770" y="3961902"/>
                  </a:lnTo>
                  <a:lnTo>
                    <a:pt x="859243" y="3961902"/>
                  </a:lnTo>
                  <a:lnTo>
                    <a:pt x="859243" y="3940947"/>
                  </a:lnTo>
                  <a:lnTo>
                    <a:pt x="864715" y="3940947"/>
                  </a:lnTo>
                  <a:lnTo>
                    <a:pt x="864715" y="3940947"/>
                  </a:lnTo>
                  <a:lnTo>
                    <a:pt x="870188" y="3940947"/>
                  </a:lnTo>
                  <a:lnTo>
                    <a:pt x="870188" y="3940947"/>
                  </a:lnTo>
                  <a:lnTo>
                    <a:pt x="875661" y="3940947"/>
                  </a:lnTo>
                  <a:lnTo>
                    <a:pt x="875661" y="3940947"/>
                  </a:lnTo>
                  <a:lnTo>
                    <a:pt x="881134" y="3940947"/>
                  </a:lnTo>
                  <a:lnTo>
                    <a:pt x="881134" y="3920016"/>
                  </a:lnTo>
                  <a:lnTo>
                    <a:pt x="886607" y="3920016"/>
                  </a:lnTo>
                  <a:lnTo>
                    <a:pt x="886607" y="3920016"/>
                  </a:lnTo>
                  <a:lnTo>
                    <a:pt x="892080" y="3920016"/>
                  </a:lnTo>
                  <a:lnTo>
                    <a:pt x="892080" y="3920016"/>
                  </a:lnTo>
                  <a:lnTo>
                    <a:pt x="897553" y="3920016"/>
                  </a:lnTo>
                  <a:lnTo>
                    <a:pt x="897553" y="3920016"/>
                  </a:lnTo>
                  <a:lnTo>
                    <a:pt x="903026" y="3920016"/>
                  </a:lnTo>
                  <a:lnTo>
                    <a:pt x="903026" y="3920016"/>
                  </a:lnTo>
                  <a:lnTo>
                    <a:pt x="908498" y="3920016"/>
                  </a:lnTo>
                  <a:lnTo>
                    <a:pt x="908498" y="3920016"/>
                  </a:lnTo>
                  <a:lnTo>
                    <a:pt x="913971" y="3920016"/>
                  </a:lnTo>
                  <a:lnTo>
                    <a:pt x="913971" y="3920016"/>
                  </a:lnTo>
                  <a:lnTo>
                    <a:pt x="919444" y="3920016"/>
                  </a:lnTo>
                  <a:lnTo>
                    <a:pt x="919444" y="3899063"/>
                  </a:lnTo>
                  <a:lnTo>
                    <a:pt x="924917" y="3899063"/>
                  </a:lnTo>
                  <a:lnTo>
                    <a:pt x="924917" y="3899063"/>
                  </a:lnTo>
                  <a:lnTo>
                    <a:pt x="930390" y="3899063"/>
                  </a:lnTo>
                  <a:lnTo>
                    <a:pt x="930390" y="3857194"/>
                  </a:lnTo>
                  <a:lnTo>
                    <a:pt x="935863" y="3857194"/>
                  </a:lnTo>
                  <a:lnTo>
                    <a:pt x="935863" y="3836277"/>
                  </a:lnTo>
                  <a:lnTo>
                    <a:pt x="941336" y="3836277"/>
                  </a:lnTo>
                  <a:lnTo>
                    <a:pt x="941336" y="3836277"/>
                  </a:lnTo>
                  <a:lnTo>
                    <a:pt x="946809" y="3836277"/>
                  </a:lnTo>
                  <a:lnTo>
                    <a:pt x="946809" y="3836277"/>
                  </a:lnTo>
                  <a:lnTo>
                    <a:pt x="952282" y="3836277"/>
                  </a:lnTo>
                  <a:lnTo>
                    <a:pt x="952282" y="3836277"/>
                  </a:lnTo>
                  <a:lnTo>
                    <a:pt x="957754" y="3836277"/>
                  </a:lnTo>
                  <a:lnTo>
                    <a:pt x="957754" y="3836277"/>
                  </a:lnTo>
                  <a:lnTo>
                    <a:pt x="963227" y="3836277"/>
                  </a:lnTo>
                  <a:lnTo>
                    <a:pt x="963227" y="3836277"/>
                  </a:lnTo>
                  <a:lnTo>
                    <a:pt x="968700" y="3836277"/>
                  </a:lnTo>
                  <a:lnTo>
                    <a:pt x="968700" y="3836277"/>
                  </a:lnTo>
                  <a:lnTo>
                    <a:pt x="974173" y="3836277"/>
                  </a:lnTo>
                  <a:lnTo>
                    <a:pt x="974173" y="3836277"/>
                  </a:lnTo>
                  <a:lnTo>
                    <a:pt x="979646" y="3836277"/>
                  </a:lnTo>
                  <a:lnTo>
                    <a:pt x="979646" y="3836277"/>
                  </a:lnTo>
                  <a:lnTo>
                    <a:pt x="985119" y="3836277"/>
                  </a:lnTo>
                  <a:lnTo>
                    <a:pt x="985119" y="3836277"/>
                  </a:lnTo>
                  <a:lnTo>
                    <a:pt x="990592" y="3836277"/>
                  </a:lnTo>
                  <a:lnTo>
                    <a:pt x="990592" y="3815351"/>
                  </a:lnTo>
                  <a:lnTo>
                    <a:pt x="996065" y="3815351"/>
                  </a:lnTo>
                  <a:lnTo>
                    <a:pt x="996065" y="3815351"/>
                  </a:lnTo>
                  <a:lnTo>
                    <a:pt x="1001538" y="3815351"/>
                  </a:lnTo>
                  <a:lnTo>
                    <a:pt x="1001538" y="3815351"/>
                  </a:lnTo>
                  <a:lnTo>
                    <a:pt x="1007010" y="3815351"/>
                  </a:lnTo>
                  <a:lnTo>
                    <a:pt x="1007010" y="3794446"/>
                  </a:lnTo>
                  <a:lnTo>
                    <a:pt x="1012483" y="3794446"/>
                  </a:lnTo>
                  <a:lnTo>
                    <a:pt x="1012483" y="3794446"/>
                  </a:lnTo>
                  <a:lnTo>
                    <a:pt x="1017956" y="3794446"/>
                  </a:lnTo>
                  <a:lnTo>
                    <a:pt x="1017956" y="3773561"/>
                  </a:lnTo>
                  <a:lnTo>
                    <a:pt x="1023429" y="3773561"/>
                  </a:lnTo>
                  <a:lnTo>
                    <a:pt x="1023429" y="3773561"/>
                  </a:lnTo>
                  <a:lnTo>
                    <a:pt x="1028902" y="3773561"/>
                  </a:lnTo>
                  <a:lnTo>
                    <a:pt x="1028902" y="3752698"/>
                  </a:lnTo>
                  <a:lnTo>
                    <a:pt x="1034375" y="3752698"/>
                  </a:lnTo>
                  <a:lnTo>
                    <a:pt x="1034375" y="3752698"/>
                  </a:lnTo>
                  <a:lnTo>
                    <a:pt x="1039848" y="3752698"/>
                  </a:lnTo>
                  <a:lnTo>
                    <a:pt x="1039848" y="3752698"/>
                  </a:lnTo>
                  <a:lnTo>
                    <a:pt x="1045321" y="3752698"/>
                  </a:lnTo>
                  <a:lnTo>
                    <a:pt x="1045321" y="3752698"/>
                  </a:lnTo>
                  <a:lnTo>
                    <a:pt x="1050794" y="3752698"/>
                  </a:lnTo>
                  <a:lnTo>
                    <a:pt x="1050794" y="3731821"/>
                  </a:lnTo>
                  <a:lnTo>
                    <a:pt x="1056266" y="3731821"/>
                  </a:lnTo>
                  <a:lnTo>
                    <a:pt x="1056266" y="3731821"/>
                  </a:lnTo>
                  <a:lnTo>
                    <a:pt x="1061739" y="3731821"/>
                  </a:lnTo>
                  <a:lnTo>
                    <a:pt x="1061739" y="3731821"/>
                  </a:lnTo>
                  <a:lnTo>
                    <a:pt x="1067212" y="3731821"/>
                  </a:lnTo>
                  <a:lnTo>
                    <a:pt x="1067212" y="3710965"/>
                  </a:lnTo>
                  <a:lnTo>
                    <a:pt x="1072685" y="3710965"/>
                  </a:lnTo>
                  <a:lnTo>
                    <a:pt x="1072685" y="3710965"/>
                  </a:lnTo>
                  <a:lnTo>
                    <a:pt x="1078158" y="3710965"/>
                  </a:lnTo>
                  <a:lnTo>
                    <a:pt x="1078158" y="3710965"/>
                  </a:lnTo>
                  <a:lnTo>
                    <a:pt x="1083631" y="3710965"/>
                  </a:lnTo>
                  <a:lnTo>
                    <a:pt x="1083631" y="3669308"/>
                  </a:lnTo>
                  <a:lnTo>
                    <a:pt x="1089104" y="3669308"/>
                  </a:lnTo>
                  <a:lnTo>
                    <a:pt x="1089104" y="3648507"/>
                  </a:lnTo>
                  <a:lnTo>
                    <a:pt x="1094577" y="3648507"/>
                  </a:lnTo>
                  <a:lnTo>
                    <a:pt x="1094577" y="3648507"/>
                  </a:lnTo>
                  <a:lnTo>
                    <a:pt x="1100049" y="3648507"/>
                  </a:lnTo>
                  <a:lnTo>
                    <a:pt x="1100049" y="3648507"/>
                  </a:lnTo>
                  <a:lnTo>
                    <a:pt x="1105522" y="3648507"/>
                  </a:lnTo>
                  <a:lnTo>
                    <a:pt x="1105522" y="3648507"/>
                  </a:lnTo>
                  <a:lnTo>
                    <a:pt x="1110995" y="3648507"/>
                  </a:lnTo>
                  <a:lnTo>
                    <a:pt x="1110995" y="3627708"/>
                  </a:lnTo>
                  <a:lnTo>
                    <a:pt x="1116468" y="3627708"/>
                  </a:lnTo>
                  <a:lnTo>
                    <a:pt x="1116468" y="3627708"/>
                  </a:lnTo>
                  <a:lnTo>
                    <a:pt x="1121941" y="3627708"/>
                  </a:lnTo>
                  <a:lnTo>
                    <a:pt x="1121941" y="3606910"/>
                  </a:lnTo>
                  <a:lnTo>
                    <a:pt x="1127414" y="3606910"/>
                  </a:lnTo>
                  <a:lnTo>
                    <a:pt x="1127414" y="3606910"/>
                  </a:lnTo>
                  <a:lnTo>
                    <a:pt x="1132887" y="3606910"/>
                  </a:lnTo>
                  <a:lnTo>
                    <a:pt x="1132887" y="3606910"/>
                  </a:lnTo>
                  <a:lnTo>
                    <a:pt x="1138360" y="3606910"/>
                  </a:lnTo>
                  <a:lnTo>
                    <a:pt x="1138360" y="3606910"/>
                  </a:lnTo>
                  <a:lnTo>
                    <a:pt x="1143833" y="3606910"/>
                  </a:lnTo>
                  <a:lnTo>
                    <a:pt x="1143833" y="3606910"/>
                  </a:lnTo>
                  <a:lnTo>
                    <a:pt x="1149305" y="3606910"/>
                  </a:lnTo>
                  <a:lnTo>
                    <a:pt x="1149305" y="3606910"/>
                  </a:lnTo>
                  <a:lnTo>
                    <a:pt x="1154778" y="3606910"/>
                  </a:lnTo>
                  <a:lnTo>
                    <a:pt x="1154778" y="3606910"/>
                  </a:lnTo>
                  <a:lnTo>
                    <a:pt x="1160251" y="3606910"/>
                  </a:lnTo>
                  <a:lnTo>
                    <a:pt x="1160251" y="3606910"/>
                  </a:lnTo>
                  <a:lnTo>
                    <a:pt x="1165724" y="3606910"/>
                  </a:lnTo>
                  <a:lnTo>
                    <a:pt x="1165724" y="3606910"/>
                  </a:lnTo>
                  <a:lnTo>
                    <a:pt x="1171197" y="3606910"/>
                  </a:lnTo>
                  <a:lnTo>
                    <a:pt x="1171197" y="3606910"/>
                  </a:lnTo>
                  <a:lnTo>
                    <a:pt x="1176670" y="3606910"/>
                  </a:lnTo>
                  <a:lnTo>
                    <a:pt x="1176670" y="3606910"/>
                  </a:lnTo>
                  <a:lnTo>
                    <a:pt x="1182143" y="3606910"/>
                  </a:lnTo>
                  <a:lnTo>
                    <a:pt x="1182143" y="3606910"/>
                  </a:lnTo>
                  <a:lnTo>
                    <a:pt x="1187616" y="3606910"/>
                  </a:lnTo>
                  <a:lnTo>
                    <a:pt x="1187616" y="3606910"/>
                  </a:lnTo>
                  <a:lnTo>
                    <a:pt x="1193089" y="3606910"/>
                  </a:lnTo>
                  <a:lnTo>
                    <a:pt x="1193089" y="3606910"/>
                  </a:lnTo>
                  <a:lnTo>
                    <a:pt x="1198561" y="3606910"/>
                  </a:lnTo>
                  <a:lnTo>
                    <a:pt x="1198561" y="3606910"/>
                  </a:lnTo>
                  <a:lnTo>
                    <a:pt x="1204034" y="3606910"/>
                  </a:lnTo>
                  <a:lnTo>
                    <a:pt x="1204034" y="3606910"/>
                  </a:lnTo>
                  <a:lnTo>
                    <a:pt x="1209507" y="3606910"/>
                  </a:lnTo>
                  <a:lnTo>
                    <a:pt x="1209507" y="3606910"/>
                  </a:lnTo>
                  <a:lnTo>
                    <a:pt x="1214980" y="3606910"/>
                  </a:lnTo>
                  <a:lnTo>
                    <a:pt x="1214980" y="3606910"/>
                  </a:lnTo>
                  <a:lnTo>
                    <a:pt x="1220453" y="3606910"/>
                  </a:lnTo>
                  <a:lnTo>
                    <a:pt x="1220453" y="3606910"/>
                  </a:lnTo>
                  <a:lnTo>
                    <a:pt x="1225926" y="3606910"/>
                  </a:lnTo>
                  <a:lnTo>
                    <a:pt x="1225926" y="3606910"/>
                  </a:lnTo>
                  <a:lnTo>
                    <a:pt x="1231399" y="3606910"/>
                  </a:lnTo>
                  <a:lnTo>
                    <a:pt x="1231399" y="3586032"/>
                  </a:lnTo>
                  <a:lnTo>
                    <a:pt x="1236872" y="3586032"/>
                  </a:lnTo>
                  <a:lnTo>
                    <a:pt x="1236872" y="3586032"/>
                  </a:lnTo>
                  <a:lnTo>
                    <a:pt x="1242344" y="3586032"/>
                  </a:lnTo>
                  <a:lnTo>
                    <a:pt x="1242344" y="3586032"/>
                  </a:lnTo>
                  <a:lnTo>
                    <a:pt x="1247817" y="3586032"/>
                  </a:lnTo>
                  <a:lnTo>
                    <a:pt x="1247817" y="3586032"/>
                  </a:lnTo>
                  <a:lnTo>
                    <a:pt x="1253290" y="3586032"/>
                  </a:lnTo>
                  <a:lnTo>
                    <a:pt x="1253290" y="3586032"/>
                  </a:lnTo>
                  <a:lnTo>
                    <a:pt x="1258763" y="3586032"/>
                  </a:lnTo>
                  <a:lnTo>
                    <a:pt x="1258763" y="3586032"/>
                  </a:lnTo>
                  <a:lnTo>
                    <a:pt x="1264236" y="3586032"/>
                  </a:lnTo>
                  <a:lnTo>
                    <a:pt x="1264236" y="3586032"/>
                  </a:lnTo>
                  <a:lnTo>
                    <a:pt x="1269709" y="3586032"/>
                  </a:lnTo>
                  <a:lnTo>
                    <a:pt x="1269709" y="3586032"/>
                  </a:lnTo>
                  <a:lnTo>
                    <a:pt x="1275182" y="3586032"/>
                  </a:lnTo>
                  <a:lnTo>
                    <a:pt x="1275182" y="3565121"/>
                  </a:lnTo>
                  <a:lnTo>
                    <a:pt x="1280655" y="3565121"/>
                  </a:lnTo>
                  <a:lnTo>
                    <a:pt x="1280655" y="3565121"/>
                  </a:lnTo>
                  <a:lnTo>
                    <a:pt x="1286128" y="3565121"/>
                  </a:lnTo>
                  <a:lnTo>
                    <a:pt x="1286128" y="3565121"/>
                  </a:lnTo>
                  <a:lnTo>
                    <a:pt x="1291600" y="3565121"/>
                  </a:lnTo>
                  <a:lnTo>
                    <a:pt x="1291600" y="3544177"/>
                  </a:lnTo>
                  <a:lnTo>
                    <a:pt x="1297073" y="3544177"/>
                  </a:lnTo>
                  <a:lnTo>
                    <a:pt x="1297073" y="3544177"/>
                  </a:lnTo>
                  <a:lnTo>
                    <a:pt x="1302546" y="3544177"/>
                  </a:lnTo>
                  <a:lnTo>
                    <a:pt x="1302546" y="3544177"/>
                  </a:lnTo>
                  <a:lnTo>
                    <a:pt x="1308019" y="3544177"/>
                  </a:lnTo>
                  <a:lnTo>
                    <a:pt x="1308019" y="3544177"/>
                  </a:lnTo>
                  <a:lnTo>
                    <a:pt x="1313492" y="3544177"/>
                  </a:lnTo>
                  <a:lnTo>
                    <a:pt x="1313492" y="3523250"/>
                  </a:lnTo>
                  <a:lnTo>
                    <a:pt x="1318965" y="3523250"/>
                  </a:lnTo>
                  <a:lnTo>
                    <a:pt x="1318965" y="3523250"/>
                  </a:lnTo>
                  <a:lnTo>
                    <a:pt x="1324438" y="3523250"/>
                  </a:lnTo>
                  <a:lnTo>
                    <a:pt x="1324438" y="3523250"/>
                  </a:lnTo>
                  <a:lnTo>
                    <a:pt x="1329911" y="3523250"/>
                  </a:lnTo>
                  <a:lnTo>
                    <a:pt x="1329911" y="3523250"/>
                  </a:lnTo>
                  <a:lnTo>
                    <a:pt x="1335384" y="3523250"/>
                  </a:lnTo>
                  <a:lnTo>
                    <a:pt x="1335384" y="3523250"/>
                  </a:lnTo>
                  <a:lnTo>
                    <a:pt x="1340856" y="3523250"/>
                  </a:lnTo>
                  <a:lnTo>
                    <a:pt x="1340856" y="3523250"/>
                  </a:lnTo>
                  <a:lnTo>
                    <a:pt x="1346329" y="3523250"/>
                  </a:lnTo>
                  <a:lnTo>
                    <a:pt x="1346329" y="3523250"/>
                  </a:lnTo>
                  <a:lnTo>
                    <a:pt x="1351802" y="3523250"/>
                  </a:lnTo>
                  <a:lnTo>
                    <a:pt x="1351802" y="3481411"/>
                  </a:lnTo>
                  <a:lnTo>
                    <a:pt x="1357275" y="3481411"/>
                  </a:lnTo>
                  <a:lnTo>
                    <a:pt x="1357275" y="3481411"/>
                  </a:lnTo>
                  <a:lnTo>
                    <a:pt x="1362748" y="3481411"/>
                  </a:lnTo>
                  <a:lnTo>
                    <a:pt x="1362748" y="3481411"/>
                  </a:lnTo>
                  <a:lnTo>
                    <a:pt x="1368221" y="3481411"/>
                  </a:lnTo>
                  <a:lnTo>
                    <a:pt x="1368221" y="3481411"/>
                  </a:lnTo>
                  <a:lnTo>
                    <a:pt x="1373694" y="3481411"/>
                  </a:lnTo>
                  <a:lnTo>
                    <a:pt x="1373694" y="3481411"/>
                  </a:lnTo>
                  <a:lnTo>
                    <a:pt x="1379167" y="3481411"/>
                  </a:lnTo>
                  <a:lnTo>
                    <a:pt x="1379167" y="3481411"/>
                  </a:lnTo>
                  <a:lnTo>
                    <a:pt x="1384640" y="3481411"/>
                  </a:lnTo>
                  <a:lnTo>
                    <a:pt x="1384640" y="3481411"/>
                  </a:lnTo>
                  <a:lnTo>
                    <a:pt x="1390112" y="3481411"/>
                  </a:lnTo>
                  <a:lnTo>
                    <a:pt x="1390112" y="3481411"/>
                  </a:lnTo>
                  <a:lnTo>
                    <a:pt x="1395585" y="3481411"/>
                  </a:lnTo>
                  <a:lnTo>
                    <a:pt x="1395585" y="3481411"/>
                  </a:lnTo>
                  <a:lnTo>
                    <a:pt x="1401058" y="3481411"/>
                  </a:lnTo>
                  <a:lnTo>
                    <a:pt x="1401058" y="3481411"/>
                  </a:lnTo>
                  <a:lnTo>
                    <a:pt x="1406531" y="3481411"/>
                  </a:lnTo>
                  <a:lnTo>
                    <a:pt x="1406531" y="3481411"/>
                  </a:lnTo>
                  <a:lnTo>
                    <a:pt x="1412004" y="3481411"/>
                  </a:lnTo>
                  <a:lnTo>
                    <a:pt x="1412004" y="3481411"/>
                  </a:lnTo>
                  <a:lnTo>
                    <a:pt x="1417477" y="3481411"/>
                  </a:lnTo>
                  <a:lnTo>
                    <a:pt x="1417477" y="3481411"/>
                  </a:lnTo>
                  <a:lnTo>
                    <a:pt x="1422950" y="3481411"/>
                  </a:lnTo>
                  <a:lnTo>
                    <a:pt x="1422950" y="3481411"/>
                  </a:lnTo>
                  <a:lnTo>
                    <a:pt x="1428423" y="3481411"/>
                  </a:lnTo>
                  <a:lnTo>
                    <a:pt x="1428423" y="3481411"/>
                  </a:lnTo>
                  <a:lnTo>
                    <a:pt x="1433895" y="3481411"/>
                  </a:lnTo>
                  <a:lnTo>
                    <a:pt x="1433895" y="3481411"/>
                  </a:lnTo>
                  <a:lnTo>
                    <a:pt x="1439368" y="3481411"/>
                  </a:lnTo>
                  <a:lnTo>
                    <a:pt x="1439368" y="3481411"/>
                  </a:lnTo>
                  <a:lnTo>
                    <a:pt x="1444841" y="3481411"/>
                  </a:lnTo>
                  <a:lnTo>
                    <a:pt x="1444841" y="3481411"/>
                  </a:lnTo>
                  <a:lnTo>
                    <a:pt x="1450314" y="3481411"/>
                  </a:lnTo>
                  <a:lnTo>
                    <a:pt x="1450314" y="3481411"/>
                  </a:lnTo>
                  <a:lnTo>
                    <a:pt x="1455787" y="3481411"/>
                  </a:lnTo>
                  <a:lnTo>
                    <a:pt x="1455787" y="3481411"/>
                  </a:lnTo>
                  <a:lnTo>
                    <a:pt x="1461260" y="3481411"/>
                  </a:lnTo>
                  <a:lnTo>
                    <a:pt x="1461260" y="3481411"/>
                  </a:lnTo>
                  <a:lnTo>
                    <a:pt x="1466733" y="3481411"/>
                  </a:lnTo>
                  <a:lnTo>
                    <a:pt x="1466733" y="3481411"/>
                  </a:lnTo>
                  <a:lnTo>
                    <a:pt x="1472206" y="3481411"/>
                  </a:lnTo>
                  <a:lnTo>
                    <a:pt x="1472206" y="3481411"/>
                  </a:lnTo>
                  <a:lnTo>
                    <a:pt x="1477679" y="3481411"/>
                  </a:lnTo>
                  <a:lnTo>
                    <a:pt x="1477679" y="3481411"/>
                  </a:lnTo>
                  <a:lnTo>
                    <a:pt x="1483151" y="3481411"/>
                  </a:lnTo>
                  <a:lnTo>
                    <a:pt x="1483151" y="3481411"/>
                  </a:lnTo>
                  <a:lnTo>
                    <a:pt x="1488624" y="3481411"/>
                  </a:lnTo>
                  <a:lnTo>
                    <a:pt x="1488624" y="3481411"/>
                  </a:lnTo>
                  <a:lnTo>
                    <a:pt x="1494097" y="3481411"/>
                  </a:lnTo>
                  <a:lnTo>
                    <a:pt x="1494097" y="3481411"/>
                  </a:lnTo>
                  <a:lnTo>
                    <a:pt x="1499570" y="3481411"/>
                  </a:lnTo>
                  <a:lnTo>
                    <a:pt x="1499570" y="3481411"/>
                  </a:lnTo>
                  <a:lnTo>
                    <a:pt x="1505043" y="3481411"/>
                  </a:lnTo>
                  <a:lnTo>
                    <a:pt x="1505043" y="3481411"/>
                  </a:lnTo>
                  <a:lnTo>
                    <a:pt x="1510516" y="3481411"/>
                  </a:lnTo>
                  <a:lnTo>
                    <a:pt x="1510516" y="3481411"/>
                  </a:lnTo>
                  <a:lnTo>
                    <a:pt x="1515989" y="3481411"/>
                  </a:lnTo>
                  <a:lnTo>
                    <a:pt x="1515989" y="3481411"/>
                  </a:lnTo>
                  <a:lnTo>
                    <a:pt x="1521462" y="3481411"/>
                  </a:lnTo>
                  <a:lnTo>
                    <a:pt x="1521462" y="3460411"/>
                  </a:lnTo>
                  <a:lnTo>
                    <a:pt x="1526935" y="3460411"/>
                  </a:lnTo>
                  <a:lnTo>
                    <a:pt x="1526935" y="3460411"/>
                  </a:lnTo>
                  <a:lnTo>
                    <a:pt x="1532407" y="3460411"/>
                  </a:lnTo>
                  <a:lnTo>
                    <a:pt x="1532407" y="3439410"/>
                  </a:lnTo>
                  <a:lnTo>
                    <a:pt x="1537880" y="3439410"/>
                  </a:lnTo>
                  <a:lnTo>
                    <a:pt x="1537880" y="3439410"/>
                  </a:lnTo>
                  <a:lnTo>
                    <a:pt x="1543353" y="3439410"/>
                  </a:lnTo>
                  <a:lnTo>
                    <a:pt x="1543353" y="3439410"/>
                  </a:lnTo>
                  <a:lnTo>
                    <a:pt x="1548826" y="3439410"/>
                  </a:lnTo>
                  <a:lnTo>
                    <a:pt x="1548826" y="3439410"/>
                  </a:lnTo>
                  <a:lnTo>
                    <a:pt x="1554299" y="3439410"/>
                  </a:lnTo>
                  <a:lnTo>
                    <a:pt x="1554299" y="3439410"/>
                  </a:lnTo>
                  <a:lnTo>
                    <a:pt x="1559772" y="3439410"/>
                  </a:lnTo>
                  <a:lnTo>
                    <a:pt x="1559772" y="3439410"/>
                  </a:lnTo>
                  <a:lnTo>
                    <a:pt x="1565245" y="3439410"/>
                  </a:lnTo>
                  <a:lnTo>
                    <a:pt x="1565245" y="3439410"/>
                  </a:lnTo>
                  <a:lnTo>
                    <a:pt x="1570718" y="3439410"/>
                  </a:lnTo>
                  <a:lnTo>
                    <a:pt x="1570718" y="3439410"/>
                  </a:lnTo>
                  <a:lnTo>
                    <a:pt x="1576191" y="3439410"/>
                  </a:lnTo>
                  <a:lnTo>
                    <a:pt x="1576191" y="3439410"/>
                  </a:lnTo>
                  <a:lnTo>
                    <a:pt x="1581663" y="3439410"/>
                  </a:lnTo>
                  <a:lnTo>
                    <a:pt x="1581663" y="3418371"/>
                  </a:lnTo>
                  <a:lnTo>
                    <a:pt x="1587136" y="3418371"/>
                  </a:lnTo>
                  <a:lnTo>
                    <a:pt x="1587136" y="3397347"/>
                  </a:lnTo>
                  <a:lnTo>
                    <a:pt x="1592609" y="3397347"/>
                  </a:lnTo>
                  <a:lnTo>
                    <a:pt x="1592609" y="3397347"/>
                  </a:lnTo>
                  <a:lnTo>
                    <a:pt x="1598082" y="3397347"/>
                  </a:lnTo>
                  <a:lnTo>
                    <a:pt x="1598082" y="3397347"/>
                  </a:lnTo>
                  <a:lnTo>
                    <a:pt x="1603555" y="3397347"/>
                  </a:lnTo>
                  <a:lnTo>
                    <a:pt x="1603555" y="3376339"/>
                  </a:lnTo>
                  <a:lnTo>
                    <a:pt x="1609028" y="3376339"/>
                  </a:lnTo>
                  <a:lnTo>
                    <a:pt x="1609028" y="3376339"/>
                  </a:lnTo>
                  <a:lnTo>
                    <a:pt x="1614501" y="3376339"/>
                  </a:lnTo>
                  <a:lnTo>
                    <a:pt x="1614501" y="3376339"/>
                  </a:lnTo>
                  <a:lnTo>
                    <a:pt x="1619974" y="3376339"/>
                  </a:lnTo>
                  <a:lnTo>
                    <a:pt x="1619974" y="3376339"/>
                  </a:lnTo>
                  <a:lnTo>
                    <a:pt x="1625446" y="3376339"/>
                  </a:lnTo>
                  <a:lnTo>
                    <a:pt x="1625446" y="3376339"/>
                  </a:lnTo>
                  <a:lnTo>
                    <a:pt x="1630919" y="3376339"/>
                  </a:lnTo>
                  <a:lnTo>
                    <a:pt x="1630919" y="3376339"/>
                  </a:lnTo>
                  <a:lnTo>
                    <a:pt x="1636392" y="3376339"/>
                  </a:lnTo>
                  <a:lnTo>
                    <a:pt x="1636392" y="3376339"/>
                  </a:lnTo>
                  <a:lnTo>
                    <a:pt x="1641865" y="3376339"/>
                  </a:lnTo>
                  <a:lnTo>
                    <a:pt x="1641865" y="3376339"/>
                  </a:lnTo>
                  <a:lnTo>
                    <a:pt x="1647338" y="3376339"/>
                  </a:lnTo>
                  <a:lnTo>
                    <a:pt x="1647338" y="3376339"/>
                  </a:lnTo>
                  <a:lnTo>
                    <a:pt x="1652811" y="3376339"/>
                  </a:lnTo>
                  <a:lnTo>
                    <a:pt x="1652811" y="3355327"/>
                  </a:lnTo>
                  <a:lnTo>
                    <a:pt x="1658284" y="3355327"/>
                  </a:lnTo>
                  <a:lnTo>
                    <a:pt x="1658284" y="3355327"/>
                  </a:lnTo>
                  <a:lnTo>
                    <a:pt x="1663757" y="3355327"/>
                  </a:lnTo>
                  <a:lnTo>
                    <a:pt x="1663757" y="3355327"/>
                  </a:lnTo>
                  <a:lnTo>
                    <a:pt x="1669230" y="3355327"/>
                  </a:lnTo>
                  <a:lnTo>
                    <a:pt x="1669230" y="3355327"/>
                  </a:lnTo>
                  <a:lnTo>
                    <a:pt x="1674702" y="3355327"/>
                  </a:lnTo>
                  <a:lnTo>
                    <a:pt x="1674702" y="3355327"/>
                  </a:lnTo>
                  <a:lnTo>
                    <a:pt x="1680175" y="3355327"/>
                  </a:lnTo>
                  <a:lnTo>
                    <a:pt x="1680175" y="3355327"/>
                  </a:lnTo>
                  <a:lnTo>
                    <a:pt x="1685648" y="3355327"/>
                  </a:lnTo>
                  <a:lnTo>
                    <a:pt x="1685648" y="3355327"/>
                  </a:lnTo>
                  <a:lnTo>
                    <a:pt x="1691121" y="3355327"/>
                  </a:lnTo>
                  <a:lnTo>
                    <a:pt x="1691121" y="3355327"/>
                  </a:lnTo>
                  <a:lnTo>
                    <a:pt x="1696594" y="3355327"/>
                  </a:lnTo>
                  <a:lnTo>
                    <a:pt x="1696594" y="3355327"/>
                  </a:lnTo>
                  <a:lnTo>
                    <a:pt x="1702067" y="3355327"/>
                  </a:lnTo>
                  <a:lnTo>
                    <a:pt x="1702067" y="3355327"/>
                  </a:lnTo>
                  <a:lnTo>
                    <a:pt x="1707540" y="3355327"/>
                  </a:lnTo>
                  <a:lnTo>
                    <a:pt x="1707540" y="3355327"/>
                  </a:lnTo>
                  <a:lnTo>
                    <a:pt x="1713013" y="3355327"/>
                  </a:lnTo>
                  <a:lnTo>
                    <a:pt x="1713013" y="3334330"/>
                  </a:lnTo>
                  <a:lnTo>
                    <a:pt x="1718486" y="3334330"/>
                  </a:lnTo>
                  <a:lnTo>
                    <a:pt x="1718486" y="3334330"/>
                  </a:lnTo>
                  <a:lnTo>
                    <a:pt x="1723958" y="3334330"/>
                  </a:lnTo>
                  <a:lnTo>
                    <a:pt x="1723958" y="3334330"/>
                  </a:lnTo>
                  <a:lnTo>
                    <a:pt x="1729431" y="3334330"/>
                  </a:lnTo>
                  <a:lnTo>
                    <a:pt x="1729431" y="3334330"/>
                  </a:lnTo>
                  <a:lnTo>
                    <a:pt x="1734904" y="3334330"/>
                  </a:lnTo>
                  <a:lnTo>
                    <a:pt x="1734904" y="3334330"/>
                  </a:lnTo>
                  <a:lnTo>
                    <a:pt x="1740377" y="3334330"/>
                  </a:lnTo>
                  <a:lnTo>
                    <a:pt x="1740377" y="3313292"/>
                  </a:lnTo>
                  <a:lnTo>
                    <a:pt x="1745850" y="3313292"/>
                  </a:lnTo>
                  <a:lnTo>
                    <a:pt x="1745850" y="3292269"/>
                  </a:lnTo>
                  <a:lnTo>
                    <a:pt x="1751323" y="3292269"/>
                  </a:lnTo>
                  <a:lnTo>
                    <a:pt x="1751323" y="3292269"/>
                  </a:lnTo>
                  <a:lnTo>
                    <a:pt x="1756796" y="3292269"/>
                  </a:lnTo>
                  <a:lnTo>
                    <a:pt x="1756796" y="3292269"/>
                  </a:lnTo>
                  <a:lnTo>
                    <a:pt x="1762269" y="3292269"/>
                  </a:lnTo>
                  <a:lnTo>
                    <a:pt x="1762269" y="3292269"/>
                  </a:lnTo>
                  <a:lnTo>
                    <a:pt x="1767741" y="3292269"/>
                  </a:lnTo>
                  <a:lnTo>
                    <a:pt x="1767741" y="3292269"/>
                  </a:lnTo>
                  <a:lnTo>
                    <a:pt x="1773214" y="3292269"/>
                  </a:lnTo>
                  <a:lnTo>
                    <a:pt x="1773214" y="3292269"/>
                  </a:lnTo>
                  <a:lnTo>
                    <a:pt x="1778687" y="3292269"/>
                  </a:lnTo>
                  <a:lnTo>
                    <a:pt x="1778687" y="3271241"/>
                  </a:lnTo>
                  <a:lnTo>
                    <a:pt x="1784160" y="3271241"/>
                  </a:lnTo>
                  <a:lnTo>
                    <a:pt x="1784160" y="3271241"/>
                  </a:lnTo>
                  <a:lnTo>
                    <a:pt x="1789633" y="3271241"/>
                  </a:lnTo>
                  <a:lnTo>
                    <a:pt x="1789633" y="3271241"/>
                  </a:lnTo>
                  <a:lnTo>
                    <a:pt x="1795106" y="3271241"/>
                  </a:lnTo>
                  <a:lnTo>
                    <a:pt x="1795106" y="3271241"/>
                  </a:lnTo>
                  <a:lnTo>
                    <a:pt x="1800579" y="3271241"/>
                  </a:lnTo>
                  <a:lnTo>
                    <a:pt x="1800579" y="3271241"/>
                  </a:lnTo>
                  <a:lnTo>
                    <a:pt x="1806052" y="3271241"/>
                  </a:lnTo>
                  <a:lnTo>
                    <a:pt x="1806052" y="3271241"/>
                  </a:lnTo>
                  <a:lnTo>
                    <a:pt x="1811525" y="3271241"/>
                  </a:lnTo>
                  <a:lnTo>
                    <a:pt x="1811525" y="3250227"/>
                  </a:lnTo>
                  <a:lnTo>
                    <a:pt x="1816997" y="3250227"/>
                  </a:lnTo>
                  <a:lnTo>
                    <a:pt x="1816997" y="3250227"/>
                  </a:lnTo>
                  <a:lnTo>
                    <a:pt x="1822470" y="3250227"/>
                  </a:lnTo>
                  <a:lnTo>
                    <a:pt x="1822470" y="3250227"/>
                  </a:lnTo>
                  <a:lnTo>
                    <a:pt x="1827943" y="3250227"/>
                  </a:lnTo>
                  <a:lnTo>
                    <a:pt x="1827943" y="3229226"/>
                  </a:lnTo>
                  <a:lnTo>
                    <a:pt x="1833416" y="3229226"/>
                  </a:lnTo>
                  <a:lnTo>
                    <a:pt x="1833416" y="3229226"/>
                  </a:lnTo>
                  <a:lnTo>
                    <a:pt x="1838889" y="3229226"/>
                  </a:lnTo>
                  <a:lnTo>
                    <a:pt x="1838889" y="3229226"/>
                  </a:lnTo>
                  <a:lnTo>
                    <a:pt x="1844362" y="3229226"/>
                  </a:lnTo>
                  <a:lnTo>
                    <a:pt x="1844362" y="3229226"/>
                  </a:lnTo>
                  <a:lnTo>
                    <a:pt x="1849835" y="3229226"/>
                  </a:lnTo>
                  <a:lnTo>
                    <a:pt x="1849835" y="3229226"/>
                  </a:lnTo>
                  <a:lnTo>
                    <a:pt x="1855308" y="3229226"/>
                  </a:lnTo>
                  <a:lnTo>
                    <a:pt x="1855308" y="3229226"/>
                  </a:lnTo>
                  <a:lnTo>
                    <a:pt x="1860781" y="3229226"/>
                  </a:lnTo>
                  <a:lnTo>
                    <a:pt x="1860781" y="3229226"/>
                  </a:lnTo>
                  <a:lnTo>
                    <a:pt x="1866253" y="3229226"/>
                  </a:lnTo>
                  <a:lnTo>
                    <a:pt x="1866253" y="3229226"/>
                  </a:lnTo>
                  <a:lnTo>
                    <a:pt x="1871726" y="3229226"/>
                  </a:lnTo>
                  <a:lnTo>
                    <a:pt x="1871726" y="3229226"/>
                  </a:lnTo>
                  <a:lnTo>
                    <a:pt x="1877199" y="3229226"/>
                  </a:lnTo>
                  <a:lnTo>
                    <a:pt x="1877199" y="3229226"/>
                  </a:lnTo>
                  <a:lnTo>
                    <a:pt x="1882672" y="3229226"/>
                  </a:lnTo>
                  <a:lnTo>
                    <a:pt x="1882672" y="3229226"/>
                  </a:lnTo>
                  <a:lnTo>
                    <a:pt x="1888145" y="3229226"/>
                  </a:lnTo>
                  <a:lnTo>
                    <a:pt x="1888145" y="3208183"/>
                  </a:lnTo>
                  <a:lnTo>
                    <a:pt x="1893618" y="3208183"/>
                  </a:lnTo>
                  <a:lnTo>
                    <a:pt x="1893618" y="3208183"/>
                  </a:lnTo>
                  <a:lnTo>
                    <a:pt x="1899091" y="3208183"/>
                  </a:lnTo>
                  <a:lnTo>
                    <a:pt x="1899091" y="3208183"/>
                  </a:lnTo>
                  <a:lnTo>
                    <a:pt x="1904564" y="3208183"/>
                  </a:lnTo>
                  <a:lnTo>
                    <a:pt x="1904564" y="3208183"/>
                  </a:lnTo>
                  <a:lnTo>
                    <a:pt x="1910037" y="3208183"/>
                  </a:lnTo>
                  <a:lnTo>
                    <a:pt x="1910037" y="3208183"/>
                  </a:lnTo>
                  <a:lnTo>
                    <a:pt x="1915509" y="3208183"/>
                  </a:lnTo>
                  <a:lnTo>
                    <a:pt x="1915509" y="3208183"/>
                  </a:lnTo>
                  <a:lnTo>
                    <a:pt x="1920982" y="3208183"/>
                  </a:lnTo>
                  <a:lnTo>
                    <a:pt x="1920982" y="3208183"/>
                  </a:lnTo>
                  <a:lnTo>
                    <a:pt x="1926455" y="3208183"/>
                  </a:lnTo>
                  <a:lnTo>
                    <a:pt x="1926455" y="3187115"/>
                  </a:lnTo>
                  <a:lnTo>
                    <a:pt x="1931928" y="3187115"/>
                  </a:lnTo>
                  <a:lnTo>
                    <a:pt x="1931928" y="3187115"/>
                  </a:lnTo>
                  <a:lnTo>
                    <a:pt x="1937401" y="3187115"/>
                  </a:lnTo>
                  <a:lnTo>
                    <a:pt x="1937401" y="3187115"/>
                  </a:lnTo>
                  <a:lnTo>
                    <a:pt x="1942874" y="3187115"/>
                  </a:lnTo>
                  <a:lnTo>
                    <a:pt x="1942874" y="3187115"/>
                  </a:lnTo>
                  <a:lnTo>
                    <a:pt x="1948347" y="3187115"/>
                  </a:lnTo>
                  <a:lnTo>
                    <a:pt x="1948347" y="3187115"/>
                  </a:lnTo>
                  <a:lnTo>
                    <a:pt x="1953820" y="3187115"/>
                  </a:lnTo>
                  <a:lnTo>
                    <a:pt x="1953820" y="3187115"/>
                  </a:lnTo>
                  <a:lnTo>
                    <a:pt x="1959292" y="3187115"/>
                  </a:lnTo>
                  <a:lnTo>
                    <a:pt x="1959292" y="3187115"/>
                  </a:lnTo>
                  <a:lnTo>
                    <a:pt x="1964765" y="3187115"/>
                  </a:lnTo>
                  <a:lnTo>
                    <a:pt x="1964765" y="3187115"/>
                  </a:lnTo>
                  <a:lnTo>
                    <a:pt x="1970238" y="3187115"/>
                  </a:lnTo>
                  <a:lnTo>
                    <a:pt x="1970238" y="3187115"/>
                  </a:lnTo>
                  <a:lnTo>
                    <a:pt x="1975711" y="3187115"/>
                  </a:lnTo>
                  <a:lnTo>
                    <a:pt x="1975711" y="3187115"/>
                  </a:lnTo>
                  <a:lnTo>
                    <a:pt x="1981184" y="3187115"/>
                  </a:lnTo>
                  <a:lnTo>
                    <a:pt x="1981184" y="3166041"/>
                  </a:lnTo>
                  <a:lnTo>
                    <a:pt x="1986657" y="3166041"/>
                  </a:lnTo>
                  <a:lnTo>
                    <a:pt x="1986657" y="3166041"/>
                  </a:lnTo>
                  <a:lnTo>
                    <a:pt x="1992130" y="3166041"/>
                  </a:lnTo>
                  <a:lnTo>
                    <a:pt x="1992130" y="3166041"/>
                  </a:lnTo>
                  <a:lnTo>
                    <a:pt x="1997603" y="3166041"/>
                  </a:lnTo>
                  <a:lnTo>
                    <a:pt x="1997603" y="3166041"/>
                  </a:lnTo>
                  <a:lnTo>
                    <a:pt x="2003076" y="3166041"/>
                  </a:lnTo>
                  <a:lnTo>
                    <a:pt x="2003076" y="3166041"/>
                  </a:lnTo>
                  <a:lnTo>
                    <a:pt x="2008548" y="3166041"/>
                  </a:lnTo>
                  <a:lnTo>
                    <a:pt x="2008548" y="3166041"/>
                  </a:lnTo>
                  <a:lnTo>
                    <a:pt x="2014021" y="3166041"/>
                  </a:lnTo>
                  <a:lnTo>
                    <a:pt x="2014021" y="3166041"/>
                  </a:lnTo>
                  <a:lnTo>
                    <a:pt x="2019494" y="3166041"/>
                  </a:lnTo>
                  <a:lnTo>
                    <a:pt x="2019494" y="3166041"/>
                  </a:lnTo>
                  <a:lnTo>
                    <a:pt x="2024967" y="3166041"/>
                  </a:lnTo>
                  <a:lnTo>
                    <a:pt x="2024967" y="3166041"/>
                  </a:lnTo>
                  <a:lnTo>
                    <a:pt x="2030440" y="3166041"/>
                  </a:lnTo>
                  <a:lnTo>
                    <a:pt x="2030440" y="3166041"/>
                  </a:lnTo>
                  <a:lnTo>
                    <a:pt x="2035913" y="3166041"/>
                  </a:lnTo>
                  <a:lnTo>
                    <a:pt x="2035913" y="3166041"/>
                  </a:lnTo>
                  <a:lnTo>
                    <a:pt x="2041386" y="3166041"/>
                  </a:lnTo>
                  <a:lnTo>
                    <a:pt x="2041386" y="3144903"/>
                  </a:lnTo>
                  <a:lnTo>
                    <a:pt x="2046859" y="3144903"/>
                  </a:lnTo>
                  <a:lnTo>
                    <a:pt x="2046859" y="3144903"/>
                  </a:lnTo>
                  <a:lnTo>
                    <a:pt x="2052332" y="3144903"/>
                  </a:lnTo>
                  <a:lnTo>
                    <a:pt x="2052332" y="3144903"/>
                  </a:lnTo>
                  <a:lnTo>
                    <a:pt x="2057804" y="3144903"/>
                  </a:lnTo>
                  <a:lnTo>
                    <a:pt x="2057804" y="3144903"/>
                  </a:lnTo>
                  <a:lnTo>
                    <a:pt x="2063277" y="3144903"/>
                  </a:lnTo>
                  <a:lnTo>
                    <a:pt x="2063277" y="3123777"/>
                  </a:lnTo>
                  <a:lnTo>
                    <a:pt x="2068750" y="3123777"/>
                  </a:lnTo>
                  <a:lnTo>
                    <a:pt x="2068750" y="3123777"/>
                  </a:lnTo>
                  <a:lnTo>
                    <a:pt x="2074223" y="3123777"/>
                  </a:lnTo>
                  <a:lnTo>
                    <a:pt x="2074223" y="3102665"/>
                  </a:lnTo>
                  <a:lnTo>
                    <a:pt x="2079696" y="3102665"/>
                  </a:lnTo>
                  <a:lnTo>
                    <a:pt x="2079696" y="3102665"/>
                  </a:lnTo>
                  <a:lnTo>
                    <a:pt x="2085169" y="3102665"/>
                  </a:lnTo>
                  <a:lnTo>
                    <a:pt x="2085169" y="3102665"/>
                  </a:lnTo>
                  <a:lnTo>
                    <a:pt x="2090642" y="3102665"/>
                  </a:lnTo>
                  <a:lnTo>
                    <a:pt x="2090642" y="3102665"/>
                  </a:lnTo>
                  <a:lnTo>
                    <a:pt x="2096115" y="3102665"/>
                  </a:lnTo>
                  <a:lnTo>
                    <a:pt x="2096115" y="3102665"/>
                  </a:lnTo>
                  <a:lnTo>
                    <a:pt x="2101588" y="3102665"/>
                  </a:lnTo>
                  <a:lnTo>
                    <a:pt x="2101588" y="3102665"/>
                  </a:lnTo>
                  <a:lnTo>
                    <a:pt x="2107060" y="3102665"/>
                  </a:lnTo>
                  <a:lnTo>
                    <a:pt x="2107060" y="3102665"/>
                  </a:lnTo>
                  <a:lnTo>
                    <a:pt x="2112533" y="3102665"/>
                  </a:lnTo>
                  <a:lnTo>
                    <a:pt x="2112533" y="3081564"/>
                  </a:lnTo>
                  <a:lnTo>
                    <a:pt x="2118006" y="3081564"/>
                  </a:lnTo>
                  <a:lnTo>
                    <a:pt x="2118006" y="3081564"/>
                  </a:lnTo>
                  <a:lnTo>
                    <a:pt x="2123479" y="3081564"/>
                  </a:lnTo>
                  <a:lnTo>
                    <a:pt x="2123479" y="3081564"/>
                  </a:lnTo>
                  <a:lnTo>
                    <a:pt x="2128952" y="3081564"/>
                  </a:lnTo>
                  <a:lnTo>
                    <a:pt x="2128952" y="3081564"/>
                  </a:lnTo>
                  <a:lnTo>
                    <a:pt x="2134425" y="3081564"/>
                  </a:lnTo>
                  <a:lnTo>
                    <a:pt x="2134425" y="3081564"/>
                  </a:lnTo>
                  <a:lnTo>
                    <a:pt x="2139898" y="3081564"/>
                  </a:lnTo>
                  <a:lnTo>
                    <a:pt x="2139898" y="3060456"/>
                  </a:lnTo>
                  <a:lnTo>
                    <a:pt x="2145371" y="3060456"/>
                  </a:lnTo>
                  <a:lnTo>
                    <a:pt x="2145371" y="3060456"/>
                  </a:lnTo>
                  <a:lnTo>
                    <a:pt x="2150843" y="3060456"/>
                  </a:lnTo>
                  <a:lnTo>
                    <a:pt x="2150843" y="3060456"/>
                  </a:lnTo>
                  <a:lnTo>
                    <a:pt x="2156316" y="3060456"/>
                  </a:lnTo>
                  <a:lnTo>
                    <a:pt x="2156316" y="3060456"/>
                  </a:lnTo>
                  <a:lnTo>
                    <a:pt x="2161789" y="3060456"/>
                  </a:lnTo>
                  <a:lnTo>
                    <a:pt x="2161789" y="3060456"/>
                  </a:lnTo>
                  <a:lnTo>
                    <a:pt x="2167262" y="3060456"/>
                  </a:lnTo>
                  <a:lnTo>
                    <a:pt x="2167262" y="3060456"/>
                  </a:lnTo>
                  <a:lnTo>
                    <a:pt x="2172735" y="3060456"/>
                  </a:lnTo>
                  <a:lnTo>
                    <a:pt x="2172735" y="3060456"/>
                  </a:lnTo>
                  <a:lnTo>
                    <a:pt x="2178208" y="3060456"/>
                  </a:lnTo>
                  <a:lnTo>
                    <a:pt x="2178208" y="3060456"/>
                  </a:lnTo>
                  <a:lnTo>
                    <a:pt x="2183681" y="3060456"/>
                  </a:lnTo>
                  <a:lnTo>
                    <a:pt x="2183681" y="3060456"/>
                  </a:lnTo>
                  <a:lnTo>
                    <a:pt x="2189154" y="3060456"/>
                  </a:lnTo>
                  <a:lnTo>
                    <a:pt x="2189154" y="3060456"/>
                  </a:lnTo>
                  <a:lnTo>
                    <a:pt x="2194627" y="3060456"/>
                  </a:lnTo>
                  <a:lnTo>
                    <a:pt x="2194627" y="3039341"/>
                  </a:lnTo>
                  <a:lnTo>
                    <a:pt x="2200099" y="3039341"/>
                  </a:lnTo>
                  <a:lnTo>
                    <a:pt x="2200099" y="3039341"/>
                  </a:lnTo>
                  <a:lnTo>
                    <a:pt x="2205572" y="3039341"/>
                  </a:lnTo>
                  <a:lnTo>
                    <a:pt x="2205572" y="3039341"/>
                  </a:lnTo>
                  <a:lnTo>
                    <a:pt x="2211045" y="3039341"/>
                  </a:lnTo>
                  <a:lnTo>
                    <a:pt x="2211045" y="3039341"/>
                  </a:lnTo>
                  <a:lnTo>
                    <a:pt x="2216518" y="3039341"/>
                  </a:lnTo>
                  <a:lnTo>
                    <a:pt x="2216518" y="3039341"/>
                  </a:lnTo>
                  <a:lnTo>
                    <a:pt x="2221991" y="3039341"/>
                  </a:lnTo>
                  <a:lnTo>
                    <a:pt x="2221991" y="3039341"/>
                  </a:lnTo>
                  <a:lnTo>
                    <a:pt x="2227464" y="3039341"/>
                  </a:lnTo>
                  <a:lnTo>
                    <a:pt x="2227464" y="3039341"/>
                  </a:lnTo>
                  <a:lnTo>
                    <a:pt x="2232937" y="3039341"/>
                  </a:lnTo>
                  <a:lnTo>
                    <a:pt x="2232937" y="3018237"/>
                  </a:lnTo>
                  <a:lnTo>
                    <a:pt x="2238410" y="3018237"/>
                  </a:lnTo>
                  <a:lnTo>
                    <a:pt x="2238410" y="3018237"/>
                  </a:lnTo>
                  <a:lnTo>
                    <a:pt x="2243883" y="3018237"/>
                  </a:lnTo>
                  <a:lnTo>
                    <a:pt x="2243883" y="2997145"/>
                  </a:lnTo>
                  <a:lnTo>
                    <a:pt x="2249355" y="2997145"/>
                  </a:lnTo>
                  <a:lnTo>
                    <a:pt x="2249355" y="2997145"/>
                  </a:lnTo>
                  <a:lnTo>
                    <a:pt x="2254828" y="2997145"/>
                  </a:lnTo>
                  <a:lnTo>
                    <a:pt x="2254828" y="2997145"/>
                  </a:lnTo>
                  <a:lnTo>
                    <a:pt x="2260301" y="2997145"/>
                  </a:lnTo>
                  <a:lnTo>
                    <a:pt x="2260301" y="2997145"/>
                  </a:lnTo>
                  <a:lnTo>
                    <a:pt x="2265774" y="2997145"/>
                  </a:lnTo>
                  <a:lnTo>
                    <a:pt x="2265774" y="2997145"/>
                  </a:lnTo>
                  <a:lnTo>
                    <a:pt x="2271247" y="2997145"/>
                  </a:lnTo>
                  <a:lnTo>
                    <a:pt x="2271247" y="2954955"/>
                  </a:lnTo>
                  <a:lnTo>
                    <a:pt x="2276720" y="2954955"/>
                  </a:lnTo>
                  <a:lnTo>
                    <a:pt x="2276720" y="2954955"/>
                  </a:lnTo>
                  <a:lnTo>
                    <a:pt x="2282193" y="2954955"/>
                  </a:lnTo>
                  <a:lnTo>
                    <a:pt x="2282193" y="2954955"/>
                  </a:lnTo>
                  <a:lnTo>
                    <a:pt x="2287666" y="2954955"/>
                  </a:lnTo>
                  <a:lnTo>
                    <a:pt x="2287666" y="2954955"/>
                  </a:lnTo>
                  <a:lnTo>
                    <a:pt x="2293138" y="2954955"/>
                  </a:lnTo>
                  <a:lnTo>
                    <a:pt x="2293138" y="2954955"/>
                  </a:lnTo>
                  <a:lnTo>
                    <a:pt x="2298611" y="2954955"/>
                  </a:lnTo>
                  <a:lnTo>
                    <a:pt x="2298611" y="2954955"/>
                  </a:lnTo>
                  <a:lnTo>
                    <a:pt x="2304084" y="2954955"/>
                  </a:lnTo>
                  <a:lnTo>
                    <a:pt x="2304084" y="2954955"/>
                  </a:lnTo>
                  <a:lnTo>
                    <a:pt x="2309557" y="2954955"/>
                  </a:lnTo>
                  <a:lnTo>
                    <a:pt x="2309557" y="2954955"/>
                  </a:lnTo>
                  <a:lnTo>
                    <a:pt x="2315030" y="2954955"/>
                  </a:lnTo>
                  <a:lnTo>
                    <a:pt x="2315030" y="2954955"/>
                  </a:lnTo>
                  <a:lnTo>
                    <a:pt x="2320503" y="2954955"/>
                  </a:lnTo>
                  <a:lnTo>
                    <a:pt x="2320503" y="2954955"/>
                  </a:lnTo>
                  <a:lnTo>
                    <a:pt x="2325976" y="2954955"/>
                  </a:lnTo>
                  <a:lnTo>
                    <a:pt x="2325976" y="2954955"/>
                  </a:lnTo>
                  <a:lnTo>
                    <a:pt x="2331449" y="2954955"/>
                  </a:lnTo>
                  <a:lnTo>
                    <a:pt x="2331449" y="2954955"/>
                  </a:lnTo>
                  <a:lnTo>
                    <a:pt x="2336922" y="2954955"/>
                  </a:lnTo>
                  <a:lnTo>
                    <a:pt x="2336922" y="2954955"/>
                  </a:lnTo>
                  <a:lnTo>
                    <a:pt x="2342394" y="2954955"/>
                  </a:lnTo>
                  <a:lnTo>
                    <a:pt x="2342394" y="2954955"/>
                  </a:lnTo>
                  <a:lnTo>
                    <a:pt x="2347867" y="2954955"/>
                  </a:lnTo>
                  <a:lnTo>
                    <a:pt x="2347867" y="2933857"/>
                  </a:lnTo>
                  <a:lnTo>
                    <a:pt x="2353340" y="2933857"/>
                  </a:lnTo>
                  <a:lnTo>
                    <a:pt x="2353340" y="2933857"/>
                  </a:lnTo>
                  <a:lnTo>
                    <a:pt x="2358813" y="2933857"/>
                  </a:lnTo>
                  <a:lnTo>
                    <a:pt x="2358813" y="2933857"/>
                  </a:lnTo>
                  <a:lnTo>
                    <a:pt x="2364286" y="2933857"/>
                  </a:lnTo>
                  <a:lnTo>
                    <a:pt x="2364286" y="2933857"/>
                  </a:lnTo>
                  <a:lnTo>
                    <a:pt x="2369759" y="2933857"/>
                  </a:lnTo>
                  <a:lnTo>
                    <a:pt x="2369759" y="2933857"/>
                  </a:lnTo>
                  <a:lnTo>
                    <a:pt x="2375232" y="2933857"/>
                  </a:lnTo>
                  <a:lnTo>
                    <a:pt x="2375232" y="2933857"/>
                  </a:lnTo>
                  <a:lnTo>
                    <a:pt x="2380705" y="2933857"/>
                  </a:lnTo>
                  <a:lnTo>
                    <a:pt x="2380705" y="2933857"/>
                  </a:lnTo>
                  <a:lnTo>
                    <a:pt x="2386178" y="2933857"/>
                  </a:lnTo>
                  <a:lnTo>
                    <a:pt x="2386178" y="2933857"/>
                  </a:lnTo>
                  <a:lnTo>
                    <a:pt x="2391650" y="2933857"/>
                  </a:lnTo>
                  <a:lnTo>
                    <a:pt x="2391650" y="2933857"/>
                  </a:lnTo>
                  <a:lnTo>
                    <a:pt x="2397123" y="2933857"/>
                  </a:lnTo>
                  <a:lnTo>
                    <a:pt x="2397123" y="2933857"/>
                  </a:lnTo>
                  <a:lnTo>
                    <a:pt x="2402596" y="2933857"/>
                  </a:lnTo>
                  <a:lnTo>
                    <a:pt x="2402596" y="2933857"/>
                  </a:lnTo>
                  <a:lnTo>
                    <a:pt x="2408069" y="2933857"/>
                  </a:lnTo>
                  <a:lnTo>
                    <a:pt x="2408069" y="2912687"/>
                  </a:lnTo>
                  <a:lnTo>
                    <a:pt x="2413542" y="2912687"/>
                  </a:lnTo>
                  <a:lnTo>
                    <a:pt x="2413542" y="2912687"/>
                  </a:lnTo>
                  <a:lnTo>
                    <a:pt x="2419015" y="2912687"/>
                  </a:lnTo>
                  <a:lnTo>
                    <a:pt x="2419015" y="2912687"/>
                  </a:lnTo>
                  <a:lnTo>
                    <a:pt x="2424488" y="2912687"/>
                  </a:lnTo>
                  <a:lnTo>
                    <a:pt x="2424488" y="2912687"/>
                  </a:lnTo>
                  <a:lnTo>
                    <a:pt x="2429961" y="2912687"/>
                  </a:lnTo>
                  <a:lnTo>
                    <a:pt x="2429961" y="2912687"/>
                  </a:lnTo>
                  <a:lnTo>
                    <a:pt x="2435434" y="2912687"/>
                  </a:lnTo>
                  <a:lnTo>
                    <a:pt x="2435434" y="2891485"/>
                  </a:lnTo>
                  <a:lnTo>
                    <a:pt x="2440906" y="2891485"/>
                  </a:lnTo>
                  <a:lnTo>
                    <a:pt x="2440906" y="2891485"/>
                  </a:lnTo>
                  <a:lnTo>
                    <a:pt x="2446379" y="2891485"/>
                  </a:lnTo>
                  <a:lnTo>
                    <a:pt x="2446379" y="2891485"/>
                  </a:lnTo>
                  <a:lnTo>
                    <a:pt x="2451852" y="2891485"/>
                  </a:lnTo>
                  <a:lnTo>
                    <a:pt x="2451852" y="2891485"/>
                  </a:lnTo>
                  <a:lnTo>
                    <a:pt x="2457325" y="2891485"/>
                  </a:lnTo>
                  <a:lnTo>
                    <a:pt x="2457325" y="2870296"/>
                  </a:lnTo>
                  <a:lnTo>
                    <a:pt x="2462798" y="2870296"/>
                  </a:lnTo>
                  <a:lnTo>
                    <a:pt x="2462798" y="2870296"/>
                  </a:lnTo>
                  <a:lnTo>
                    <a:pt x="2468271" y="2870296"/>
                  </a:lnTo>
                  <a:lnTo>
                    <a:pt x="2468271" y="2870296"/>
                  </a:lnTo>
                  <a:lnTo>
                    <a:pt x="2473744" y="2870296"/>
                  </a:lnTo>
                  <a:lnTo>
                    <a:pt x="2473744" y="2870296"/>
                  </a:lnTo>
                  <a:lnTo>
                    <a:pt x="2479217" y="2870296"/>
                  </a:lnTo>
                  <a:lnTo>
                    <a:pt x="2479217" y="2870296"/>
                  </a:lnTo>
                  <a:lnTo>
                    <a:pt x="2484689" y="2870296"/>
                  </a:lnTo>
                  <a:lnTo>
                    <a:pt x="2484689" y="2870296"/>
                  </a:lnTo>
                  <a:lnTo>
                    <a:pt x="2490162" y="2870296"/>
                  </a:lnTo>
                  <a:lnTo>
                    <a:pt x="2490162" y="2870296"/>
                  </a:lnTo>
                  <a:lnTo>
                    <a:pt x="2495635" y="2870296"/>
                  </a:lnTo>
                  <a:lnTo>
                    <a:pt x="2495635" y="2870296"/>
                  </a:lnTo>
                  <a:lnTo>
                    <a:pt x="2501108" y="2870296"/>
                  </a:lnTo>
                  <a:lnTo>
                    <a:pt x="2501108" y="2849116"/>
                  </a:lnTo>
                  <a:lnTo>
                    <a:pt x="2506581" y="2849116"/>
                  </a:lnTo>
                  <a:lnTo>
                    <a:pt x="2506581" y="2827927"/>
                  </a:lnTo>
                  <a:lnTo>
                    <a:pt x="2512054" y="2827927"/>
                  </a:lnTo>
                  <a:lnTo>
                    <a:pt x="2512054" y="2827927"/>
                  </a:lnTo>
                  <a:lnTo>
                    <a:pt x="2517527" y="2827927"/>
                  </a:lnTo>
                  <a:lnTo>
                    <a:pt x="2517527" y="2827927"/>
                  </a:lnTo>
                  <a:lnTo>
                    <a:pt x="2523000" y="2827927"/>
                  </a:lnTo>
                  <a:lnTo>
                    <a:pt x="2523000" y="2827927"/>
                  </a:lnTo>
                  <a:lnTo>
                    <a:pt x="2528473" y="2827927"/>
                  </a:lnTo>
                  <a:lnTo>
                    <a:pt x="2528473" y="2806747"/>
                  </a:lnTo>
                  <a:lnTo>
                    <a:pt x="2533945" y="2806747"/>
                  </a:lnTo>
                  <a:lnTo>
                    <a:pt x="2533945" y="2806747"/>
                  </a:lnTo>
                  <a:lnTo>
                    <a:pt x="2539418" y="2806747"/>
                  </a:lnTo>
                  <a:lnTo>
                    <a:pt x="2539418" y="2806747"/>
                  </a:lnTo>
                  <a:lnTo>
                    <a:pt x="2544891" y="2806747"/>
                  </a:lnTo>
                  <a:lnTo>
                    <a:pt x="2544891" y="2785578"/>
                  </a:lnTo>
                  <a:lnTo>
                    <a:pt x="2550364" y="2785578"/>
                  </a:lnTo>
                  <a:lnTo>
                    <a:pt x="2550364" y="2785578"/>
                  </a:lnTo>
                  <a:lnTo>
                    <a:pt x="2555837" y="2785578"/>
                  </a:lnTo>
                  <a:lnTo>
                    <a:pt x="2555837" y="2785578"/>
                  </a:lnTo>
                  <a:lnTo>
                    <a:pt x="2561310" y="2785578"/>
                  </a:lnTo>
                  <a:lnTo>
                    <a:pt x="2561310" y="2785578"/>
                  </a:lnTo>
                  <a:lnTo>
                    <a:pt x="2566783" y="2785578"/>
                  </a:lnTo>
                  <a:lnTo>
                    <a:pt x="2566783" y="2785578"/>
                  </a:lnTo>
                  <a:lnTo>
                    <a:pt x="2572256" y="2785578"/>
                  </a:lnTo>
                  <a:lnTo>
                    <a:pt x="2572256" y="2764420"/>
                  </a:lnTo>
                  <a:lnTo>
                    <a:pt x="2577729" y="2764420"/>
                  </a:lnTo>
                  <a:lnTo>
                    <a:pt x="2577729" y="2764420"/>
                  </a:lnTo>
                  <a:lnTo>
                    <a:pt x="2583201" y="2764420"/>
                  </a:lnTo>
                  <a:lnTo>
                    <a:pt x="2583201" y="2764420"/>
                  </a:lnTo>
                  <a:lnTo>
                    <a:pt x="2588674" y="2764420"/>
                  </a:lnTo>
                  <a:lnTo>
                    <a:pt x="2588674" y="2764420"/>
                  </a:lnTo>
                  <a:lnTo>
                    <a:pt x="2594147" y="2764420"/>
                  </a:lnTo>
                  <a:lnTo>
                    <a:pt x="2594147" y="2764420"/>
                  </a:lnTo>
                  <a:lnTo>
                    <a:pt x="2599620" y="2764420"/>
                  </a:lnTo>
                  <a:lnTo>
                    <a:pt x="2599620" y="2764420"/>
                  </a:lnTo>
                  <a:lnTo>
                    <a:pt x="2605093" y="2764420"/>
                  </a:lnTo>
                  <a:lnTo>
                    <a:pt x="2605093" y="2764420"/>
                  </a:lnTo>
                  <a:lnTo>
                    <a:pt x="2610566" y="2764420"/>
                  </a:lnTo>
                  <a:lnTo>
                    <a:pt x="2610566" y="2721959"/>
                  </a:lnTo>
                  <a:lnTo>
                    <a:pt x="2616039" y="2721959"/>
                  </a:lnTo>
                  <a:lnTo>
                    <a:pt x="2616039" y="2721959"/>
                  </a:lnTo>
                  <a:lnTo>
                    <a:pt x="2621512" y="2721959"/>
                  </a:lnTo>
                  <a:lnTo>
                    <a:pt x="2621512" y="2721959"/>
                  </a:lnTo>
                  <a:lnTo>
                    <a:pt x="2626985" y="2721959"/>
                  </a:lnTo>
                  <a:lnTo>
                    <a:pt x="2626985" y="2721959"/>
                  </a:lnTo>
                  <a:lnTo>
                    <a:pt x="2632457" y="2721959"/>
                  </a:lnTo>
                  <a:lnTo>
                    <a:pt x="2632457" y="2700721"/>
                  </a:lnTo>
                  <a:lnTo>
                    <a:pt x="2637930" y="2700721"/>
                  </a:lnTo>
                  <a:lnTo>
                    <a:pt x="2637930" y="2679494"/>
                  </a:lnTo>
                  <a:lnTo>
                    <a:pt x="2643403" y="2679494"/>
                  </a:lnTo>
                  <a:lnTo>
                    <a:pt x="2643403" y="2679494"/>
                  </a:lnTo>
                  <a:lnTo>
                    <a:pt x="2648876" y="2679494"/>
                  </a:lnTo>
                  <a:lnTo>
                    <a:pt x="2648876" y="2679494"/>
                  </a:lnTo>
                  <a:lnTo>
                    <a:pt x="2654349" y="2679494"/>
                  </a:lnTo>
                  <a:lnTo>
                    <a:pt x="2654349" y="2679494"/>
                  </a:lnTo>
                  <a:lnTo>
                    <a:pt x="2659822" y="2679494"/>
                  </a:lnTo>
                  <a:lnTo>
                    <a:pt x="2659822" y="2679494"/>
                  </a:lnTo>
                  <a:lnTo>
                    <a:pt x="2665295" y="2679494"/>
                  </a:lnTo>
                  <a:lnTo>
                    <a:pt x="2665295" y="2679494"/>
                  </a:lnTo>
                  <a:lnTo>
                    <a:pt x="2670768" y="2679494"/>
                  </a:lnTo>
                  <a:lnTo>
                    <a:pt x="2670768" y="2679494"/>
                  </a:lnTo>
                  <a:lnTo>
                    <a:pt x="2676240" y="2679494"/>
                  </a:lnTo>
                  <a:lnTo>
                    <a:pt x="2676240" y="2658254"/>
                  </a:lnTo>
                  <a:lnTo>
                    <a:pt x="2681713" y="2658254"/>
                  </a:lnTo>
                  <a:lnTo>
                    <a:pt x="2681713" y="2658254"/>
                  </a:lnTo>
                  <a:lnTo>
                    <a:pt x="2687186" y="2658254"/>
                  </a:lnTo>
                  <a:lnTo>
                    <a:pt x="2687186" y="2658254"/>
                  </a:lnTo>
                  <a:lnTo>
                    <a:pt x="2692659" y="2658254"/>
                  </a:lnTo>
                  <a:lnTo>
                    <a:pt x="2692659" y="2615803"/>
                  </a:lnTo>
                  <a:lnTo>
                    <a:pt x="2698132" y="2615803"/>
                  </a:lnTo>
                  <a:lnTo>
                    <a:pt x="2698132" y="2615803"/>
                  </a:lnTo>
                  <a:lnTo>
                    <a:pt x="2703605" y="2615803"/>
                  </a:lnTo>
                  <a:lnTo>
                    <a:pt x="2703605" y="2615803"/>
                  </a:lnTo>
                  <a:lnTo>
                    <a:pt x="2709078" y="2615803"/>
                  </a:lnTo>
                  <a:lnTo>
                    <a:pt x="2709078" y="2615803"/>
                  </a:lnTo>
                  <a:lnTo>
                    <a:pt x="2714551" y="2615803"/>
                  </a:lnTo>
                  <a:lnTo>
                    <a:pt x="2714551" y="2615803"/>
                  </a:lnTo>
                  <a:lnTo>
                    <a:pt x="2720024" y="2615803"/>
                  </a:lnTo>
                  <a:lnTo>
                    <a:pt x="2720024" y="2615803"/>
                  </a:lnTo>
                  <a:lnTo>
                    <a:pt x="2725496" y="2615803"/>
                  </a:lnTo>
                  <a:lnTo>
                    <a:pt x="2725496" y="2615803"/>
                  </a:lnTo>
                  <a:lnTo>
                    <a:pt x="2730969" y="2615803"/>
                  </a:lnTo>
                  <a:lnTo>
                    <a:pt x="2730969" y="2615803"/>
                  </a:lnTo>
                  <a:lnTo>
                    <a:pt x="2736442" y="2615803"/>
                  </a:lnTo>
                  <a:lnTo>
                    <a:pt x="2736442" y="2573346"/>
                  </a:lnTo>
                  <a:lnTo>
                    <a:pt x="2741915" y="2573346"/>
                  </a:lnTo>
                  <a:lnTo>
                    <a:pt x="2741915" y="2573346"/>
                  </a:lnTo>
                  <a:lnTo>
                    <a:pt x="2747388" y="2573346"/>
                  </a:lnTo>
                  <a:lnTo>
                    <a:pt x="2747388" y="2573346"/>
                  </a:lnTo>
                  <a:lnTo>
                    <a:pt x="2752861" y="2573346"/>
                  </a:lnTo>
                  <a:lnTo>
                    <a:pt x="2752861" y="2573346"/>
                  </a:lnTo>
                  <a:lnTo>
                    <a:pt x="2758334" y="2573346"/>
                  </a:lnTo>
                  <a:lnTo>
                    <a:pt x="2758334" y="2552108"/>
                  </a:lnTo>
                  <a:lnTo>
                    <a:pt x="2763807" y="2552108"/>
                  </a:lnTo>
                  <a:lnTo>
                    <a:pt x="2763807" y="2552108"/>
                  </a:lnTo>
                  <a:lnTo>
                    <a:pt x="2769280" y="2552108"/>
                  </a:lnTo>
                  <a:lnTo>
                    <a:pt x="2769280" y="2552108"/>
                  </a:lnTo>
                  <a:lnTo>
                    <a:pt x="2774752" y="2552108"/>
                  </a:lnTo>
                  <a:lnTo>
                    <a:pt x="2774752" y="2552108"/>
                  </a:lnTo>
                  <a:lnTo>
                    <a:pt x="2780225" y="2552108"/>
                  </a:lnTo>
                  <a:lnTo>
                    <a:pt x="2780225" y="2530880"/>
                  </a:lnTo>
                  <a:lnTo>
                    <a:pt x="2785698" y="2530880"/>
                  </a:lnTo>
                  <a:lnTo>
                    <a:pt x="2785698" y="2530880"/>
                  </a:lnTo>
                  <a:lnTo>
                    <a:pt x="2791171" y="2530880"/>
                  </a:lnTo>
                  <a:lnTo>
                    <a:pt x="2791171" y="2530880"/>
                  </a:lnTo>
                  <a:lnTo>
                    <a:pt x="2796644" y="2530880"/>
                  </a:lnTo>
                  <a:lnTo>
                    <a:pt x="2796644" y="2509638"/>
                  </a:lnTo>
                  <a:lnTo>
                    <a:pt x="2802117" y="2509638"/>
                  </a:lnTo>
                  <a:lnTo>
                    <a:pt x="2802117" y="2488405"/>
                  </a:lnTo>
                  <a:lnTo>
                    <a:pt x="2807590" y="2488405"/>
                  </a:lnTo>
                  <a:lnTo>
                    <a:pt x="2807590" y="2488405"/>
                  </a:lnTo>
                  <a:lnTo>
                    <a:pt x="2813063" y="2488405"/>
                  </a:lnTo>
                  <a:lnTo>
                    <a:pt x="2813063" y="2488405"/>
                  </a:lnTo>
                  <a:lnTo>
                    <a:pt x="2818535" y="2488405"/>
                  </a:lnTo>
                  <a:lnTo>
                    <a:pt x="2818535" y="2488405"/>
                  </a:lnTo>
                  <a:lnTo>
                    <a:pt x="2824008" y="2488405"/>
                  </a:lnTo>
                  <a:lnTo>
                    <a:pt x="2824008" y="2488405"/>
                  </a:lnTo>
                  <a:lnTo>
                    <a:pt x="2829481" y="2488405"/>
                  </a:lnTo>
                  <a:lnTo>
                    <a:pt x="2829481" y="2488405"/>
                  </a:lnTo>
                  <a:lnTo>
                    <a:pt x="2834954" y="2488405"/>
                  </a:lnTo>
                  <a:lnTo>
                    <a:pt x="2834954" y="2488405"/>
                  </a:lnTo>
                  <a:lnTo>
                    <a:pt x="2840427" y="2488405"/>
                  </a:lnTo>
                  <a:lnTo>
                    <a:pt x="2840427" y="2488405"/>
                  </a:lnTo>
                  <a:lnTo>
                    <a:pt x="2845900" y="2488405"/>
                  </a:lnTo>
                  <a:lnTo>
                    <a:pt x="2845900" y="2488405"/>
                  </a:lnTo>
                  <a:lnTo>
                    <a:pt x="2851373" y="2488405"/>
                  </a:lnTo>
                  <a:lnTo>
                    <a:pt x="2851373" y="2467088"/>
                  </a:lnTo>
                  <a:lnTo>
                    <a:pt x="2856846" y="2467088"/>
                  </a:lnTo>
                  <a:lnTo>
                    <a:pt x="2856846" y="2467088"/>
                  </a:lnTo>
                  <a:lnTo>
                    <a:pt x="2862319" y="2467088"/>
                  </a:lnTo>
                  <a:lnTo>
                    <a:pt x="2862319" y="2445780"/>
                  </a:lnTo>
                  <a:lnTo>
                    <a:pt x="2867791" y="2445780"/>
                  </a:lnTo>
                  <a:lnTo>
                    <a:pt x="2867791" y="2445780"/>
                  </a:lnTo>
                  <a:lnTo>
                    <a:pt x="2873264" y="2445780"/>
                  </a:lnTo>
                  <a:lnTo>
                    <a:pt x="2873264" y="2445780"/>
                  </a:lnTo>
                  <a:lnTo>
                    <a:pt x="2878737" y="2445780"/>
                  </a:lnTo>
                  <a:lnTo>
                    <a:pt x="2878737" y="2424480"/>
                  </a:lnTo>
                  <a:lnTo>
                    <a:pt x="2884210" y="2424480"/>
                  </a:lnTo>
                  <a:lnTo>
                    <a:pt x="2884210" y="2424480"/>
                  </a:lnTo>
                  <a:lnTo>
                    <a:pt x="2889683" y="2424480"/>
                  </a:lnTo>
                  <a:lnTo>
                    <a:pt x="2889683" y="2424480"/>
                  </a:lnTo>
                  <a:lnTo>
                    <a:pt x="2895156" y="2424480"/>
                  </a:lnTo>
                  <a:lnTo>
                    <a:pt x="2895156" y="2424480"/>
                  </a:lnTo>
                  <a:lnTo>
                    <a:pt x="2900629" y="2424480"/>
                  </a:lnTo>
                  <a:lnTo>
                    <a:pt x="2900629" y="2424480"/>
                  </a:lnTo>
                  <a:lnTo>
                    <a:pt x="2906102" y="2424480"/>
                  </a:lnTo>
                  <a:lnTo>
                    <a:pt x="2906102" y="2403166"/>
                  </a:lnTo>
                  <a:lnTo>
                    <a:pt x="2911575" y="2403166"/>
                  </a:lnTo>
                  <a:lnTo>
                    <a:pt x="2911575" y="2403166"/>
                  </a:lnTo>
                  <a:lnTo>
                    <a:pt x="2917047" y="2403166"/>
                  </a:lnTo>
                  <a:lnTo>
                    <a:pt x="2917047" y="2403166"/>
                  </a:lnTo>
                  <a:lnTo>
                    <a:pt x="2922520" y="2403166"/>
                  </a:lnTo>
                  <a:lnTo>
                    <a:pt x="2922520" y="2381837"/>
                  </a:lnTo>
                  <a:lnTo>
                    <a:pt x="2927993" y="2381837"/>
                  </a:lnTo>
                  <a:lnTo>
                    <a:pt x="2927993" y="2381837"/>
                  </a:lnTo>
                  <a:lnTo>
                    <a:pt x="2933466" y="2381837"/>
                  </a:lnTo>
                  <a:lnTo>
                    <a:pt x="2933466" y="2381837"/>
                  </a:lnTo>
                  <a:lnTo>
                    <a:pt x="2938939" y="2381837"/>
                  </a:lnTo>
                  <a:lnTo>
                    <a:pt x="2938939" y="2381837"/>
                  </a:lnTo>
                  <a:lnTo>
                    <a:pt x="2944412" y="2381837"/>
                  </a:lnTo>
                  <a:lnTo>
                    <a:pt x="2944412" y="2360493"/>
                  </a:lnTo>
                  <a:lnTo>
                    <a:pt x="2949885" y="2360493"/>
                  </a:lnTo>
                  <a:lnTo>
                    <a:pt x="2949885" y="2339157"/>
                  </a:lnTo>
                  <a:lnTo>
                    <a:pt x="2955358" y="2339157"/>
                  </a:lnTo>
                  <a:lnTo>
                    <a:pt x="2955358" y="2339157"/>
                  </a:lnTo>
                  <a:lnTo>
                    <a:pt x="2960831" y="2339157"/>
                  </a:lnTo>
                  <a:lnTo>
                    <a:pt x="2960831" y="2339157"/>
                  </a:lnTo>
                  <a:lnTo>
                    <a:pt x="2966303" y="2339157"/>
                  </a:lnTo>
                  <a:lnTo>
                    <a:pt x="2966303" y="2339157"/>
                  </a:lnTo>
                  <a:lnTo>
                    <a:pt x="2971776" y="2339157"/>
                  </a:lnTo>
                  <a:lnTo>
                    <a:pt x="2971776" y="2339157"/>
                  </a:lnTo>
                  <a:lnTo>
                    <a:pt x="2977249" y="2339157"/>
                  </a:lnTo>
                  <a:lnTo>
                    <a:pt x="2977249" y="2317806"/>
                  </a:lnTo>
                  <a:lnTo>
                    <a:pt x="2982722" y="2317806"/>
                  </a:lnTo>
                  <a:lnTo>
                    <a:pt x="2982722" y="2317806"/>
                  </a:lnTo>
                  <a:lnTo>
                    <a:pt x="2988195" y="2317806"/>
                  </a:lnTo>
                  <a:lnTo>
                    <a:pt x="2988195" y="2317806"/>
                  </a:lnTo>
                  <a:lnTo>
                    <a:pt x="2993668" y="2317806"/>
                  </a:lnTo>
                  <a:lnTo>
                    <a:pt x="2993668" y="2317806"/>
                  </a:lnTo>
                  <a:lnTo>
                    <a:pt x="2999141" y="2317806"/>
                  </a:lnTo>
                  <a:lnTo>
                    <a:pt x="2999141" y="2317806"/>
                  </a:lnTo>
                  <a:lnTo>
                    <a:pt x="3004614" y="2317806"/>
                  </a:lnTo>
                  <a:lnTo>
                    <a:pt x="3004614" y="2317806"/>
                  </a:lnTo>
                  <a:lnTo>
                    <a:pt x="3010086" y="2317806"/>
                  </a:lnTo>
                  <a:lnTo>
                    <a:pt x="3010086" y="2317806"/>
                  </a:lnTo>
                  <a:lnTo>
                    <a:pt x="3015559" y="2317806"/>
                  </a:lnTo>
                  <a:lnTo>
                    <a:pt x="3015559" y="2317806"/>
                  </a:lnTo>
                  <a:lnTo>
                    <a:pt x="3021032" y="2317806"/>
                  </a:lnTo>
                  <a:lnTo>
                    <a:pt x="3021032" y="2317806"/>
                  </a:lnTo>
                  <a:lnTo>
                    <a:pt x="3026505" y="2317806"/>
                  </a:lnTo>
                  <a:lnTo>
                    <a:pt x="3026505" y="2317806"/>
                  </a:lnTo>
                  <a:lnTo>
                    <a:pt x="3031978" y="2317806"/>
                  </a:lnTo>
                  <a:lnTo>
                    <a:pt x="3031978" y="2317806"/>
                  </a:lnTo>
                  <a:lnTo>
                    <a:pt x="3037451" y="2317806"/>
                  </a:lnTo>
                  <a:lnTo>
                    <a:pt x="3037451" y="2317806"/>
                  </a:lnTo>
                  <a:lnTo>
                    <a:pt x="3042924" y="2317806"/>
                  </a:lnTo>
                  <a:lnTo>
                    <a:pt x="3042924" y="2296415"/>
                  </a:lnTo>
                  <a:lnTo>
                    <a:pt x="3048397" y="2296415"/>
                  </a:lnTo>
                  <a:lnTo>
                    <a:pt x="3048397" y="2296415"/>
                  </a:lnTo>
                  <a:lnTo>
                    <a:pt x="3053870" y="2296415"/>
                  </a:lnTo>
                  <a:lnTo>
                    <a:pt x="3053870" y="2296415"/>
                  </a:lnTo>
                  <a:lnTo>
                    <a:pt x="3059342" y="2296415"/>
                  </a:lnTo>
                  <a:lnTo>
                    <a:pt x="3059342" y="2296415"/>
                  </a:lnTo>
                  <a:lnTo>
                    <a:pt x="3064815" y="2296415"/>
                  </a:lnTo>
                  <a:lnTo>
                    <a:pt x="3064815" y="2296415"/>
                  </a:lnTo>
                  <a:lnTo>
                    <a:pt x="3070288" y="2296415"/>
                  </a:lnTo>
                  <a:lnTo>
                    <a:pt x="3070288" y="2296415"/>
                  </a:lnTo>
                  <a:lnTo>
                    <a:pt x="3075761" y="2296415"/>
                  </a:lnTo>
                  <a:lnTo>
                    <a:pt x="3075761" y="2296415"/>
                  </a:lnTo>
                  <a:lnTo>
                    <a:pt x="3081234" y="2296415"/>
                  </a:lnTo>
                  <a:lnTo>
                    <a:pt x="3081234" y="2296415"/>
                  </a:lnTo>
                  <a:lnTo>
                    <a:pt x="3086707" y="2296415"/>
                  </a:lnTo>
                  <a:lnTo>
                    <a:pt x="3086707" y="2296415"/>
                  </a:lnTo>
                  <a:lnTo>
                    <a:pt x="3092180" y="2296415"/>
                  </a:lnTo>
                  <a:lnTo>
                    <a:pt x="3092180" y="2296415"/>
                  </a:lnTo>
                  <a:lnTo>
                    <a:pt x="3097653" y="2296415"/>
                  </a:lnTo>
                  <a:lnTo>
                    <a:pt x="3097653" y="2296415"/>
                  </a:lnTo>
                  <a:lnTo>
                    <a:pt x="3103126" y="2296415"/>
                  </a:lnTo>
                  <a:lnTo>
                    <a:pt x="3103126" y="2296415"/>
                  </a:lnTo>
                  <a:lnTo>
                    <a:pt x="3108598" y="2296415"/>
                  </a:lnTo>
                  <a:lnTo>
                    <a:pt x="3108598" y="2296415"/>
                  </a:lnTo>
                  <a:lnTo>
                    <a:pt x="3114071" y="2296415"/>
                  </a:lnTo>
                  <a:lnTo>
                    <a:pt x="3114071" y="2296415"/>
                  </a:lnTo>
                  <a:lnTo>
                    <a:pt x="3119544" y="2296415"/>
                  </a:lnTo>
                  <a:lnTo>
                    <a:pt x="3119544" y="2274983"/>
                  </a:lnTo>
                  <a:lnTo>
                    <a:pt x="3125017" y="2274983"/>
                  </a:lnTo>
                  <a:lnTo>
                    <a:pt x="3125017" y="2253535"/>
                  </a:lnTo>
                  <a:lnTo>
                    <a:pt x="3130490" y="2253535"/>
                  </a:lnTo>
                  <a:lnTo>
                    <a:pt x="3130490" y="2253535"/>
                  </a:lnTo>
                  <a:lnTo>
                    <a:pt x="3135963" y="2253535"/>
                  </a:lnTo>
                  <a:lnTo>
                    <a:pt x="3135963" y="2253535"/>
                  </a:lnTo>
                  <a:lnTo>
                    <a:pt x="3141436" y="2253535"/>
                  </a:lnTo>
                  <a:lnTo>
                    <a:pt x="3141436" y="2253535"/>
                  </a:lnTo>
                  <a:lnTo>
                    <a:pt x="3146909" y="2253535"/>
                  </a:lnTo>
                  <a:lnTo>
                    <a:pt x="3146909" y="2253535"/>
                  </a:lnTo>
                  <a:lnTo>
                    <a:pt x="3152382" y="2253535"/>
                  </a:lnTo>
                  <a:lnTo>
                    <a:pt x="3152382" y="2253535"/>
                  </a:lnTo>
                  <a:lnTo>
                    <a:pt x="3157854" y="2253535"/>
                  </a:lnTo>
                  <a:lnTo>
                    <a:pt x="3157854" y="2253535"/>
                  </a:lnTo>
                  <a:lnTo>
                    <a:pt x="3163327" y="2253535"/>
                  </a:lnTo>
                  <a:lnTo>
                    <a:pt x="3163327" y="2253535"/>
                  </a:lnTo>
                  <a:lnTo>
                    <a:pt x="3168800" y="2253535"/>
                  </a:lnTo>
                  <a:lnTo>
                    <a:pt x="3168800" y="2253535"/>
                  </a:lnTo>
                  <a:lnTo>
                    <a:pt x="3174273" y="2253535"/>
                  </a:lnTo>
                  <a:lnTo>
                    <a:pt x="3174273" y="2253535"/>
                  </a:lnTo>
                  <a:lnTo>
                    <a:pt x="3179746" y="2253535"/>
                  </a:lnTo>
                  <a:lnTo>
                    <a:pt x="3179746" y="2253535"/>
                  </a:lnTo>
                  <a:lnTo>
                    <a:pt x="3185219" y="2253535"/>
                  </a:lnTo>
                  <a:lnTo>
                    <a:pt x="3185219" y="2231870"/>
                  </a:lnTo>
                  <a:lnTo>
                    <a:pt x="3190692" y="2231870"/>
                  </a:lnTo>
                  <a:lnTo>
                    <a:pt x="3190692" y="2231870"/>
                  </a:lnTo>
                  <a:lnTo>
                    <a:pt x="3196165" y="2231870"/>
                  </a:lnTo>
                  <a:lnTo>
                    <a:pt x="3196165" y="2231870"/>
                  </a:lnTo>
                  <a:lnTo>
                    <a:pt x="3201637" y="2231870"/>
                  </a:lnTo>
                  <a:lnTo>
                    <a:pt x="3201637" y="2231870"/>
                  </a:lnTo>
                  <a:lnTo>
                    <a:pt x="3207110" y="2231870"/>
                  </a:lnTo>
                  <a:lnTo>
                    <a:pt x="3207110" y="2210086"/>
                  </a:lnTo>
                  <a:lnTo>
                    <a:pt x="3212583" y="2210086"/>
                  </a:lnTo>
                  <a:lnTo>
                    <a:pt x="3212583" y="2210086"/>
                  </a:lnTo>
                  <a:lnTo>
                    <a:pt x="3218056" y="2210086"/>
                  </a:lnTo>
                  <a:lnTo>
                    <a:pt x="3218056" y="2210086"/>
                  </a:lnTo>
                  <a:lnTo>
                    <a:pt x="3223529" y="2210086"/>
                  </a:lnTo>
                  <a:lnTo>
                    <a:pt x="3223529" y="2210086"/>
                  </a:lnTo>
                  <a:lnTo>
                    <a:pt x="3229002" y="2210086"/>
                  </a:lnTo>
                  <a:lnTo>
                    <a:pt x="3229002" y="2210086"/>
                  </a:lnTo>
                  <a:lnTo>
                    <a:pt x="3234475" y="2210086"/>
                  </a:lnTo>
                  <a:lnTo>
                    <a:pt x="3234475" y="2210086"/>
                  </a:lnTo>
                  <a:lnTo>
                    <a:pt x="3239948" y="2210086"/>
                  </a:lnTo>
                  <a:lnTo>
                    <a:pt x="3239948" y="2188259"/>
                  </a:lnTo>
                  <a:lnTo>
                    <a:pt x="3245421" y="2188259"/>
                  </a:lnTo>
                  <a:lnTo>
                    <a:pt x="3245421" y="2188259"/>
                  </a:lnTo>
                  <a:lnTo>
                    <a:pt x="3250893" y="2188259"/>
                  </a:lnTo>
                  <a:lnTo>
                    <a:pt x="3250893" y="2188259"/>
                  </a:lnTo>
                  <a:lnTo>
                    <a:pt x="3256366" y="2188259"/>
                  </a:lnTo>
                  <a:lnTo>
                    <a:pt x="3256366" y="2166388"/>
                  </a:lnTo>
                  <a:lnTo>
                    <a:pt x="3261839" y="2166388"/>
                  </a:lnTo>
                  <a:lnTo>
                    <a:pt x="3261839" y="2166388"/>
                  </a:lnTo>
                  <a:lnTo>
                    <a:pt x="3267312" y="2166388"/>
                  </a:lnTo>
                  <a:lnTo>
                    <a:pt x="3267312" y="2166388"/>
                  </a:lnTo>
                  <a:lnTo>
                    <a:pt x="3272785" y="2166388"/>
                  </a:lnTo>
                  <a:lnTo>
                    <a:pt x="3272785" y="2166388"/>
                  </a:lnTo>
                  <a:lnTo>
                    <a:pt x="3278258" y="2166388"/>
                  </a:lnTo>
                  <a:lnTo>
                    <a:pt x="3278258" y="2166388"/>
                  </a:lnTo>
                  <a:lnTo>
                    <a:pt x="3283731" y="2166388"/>
                  </a:lnTo>
                  <a:lnTo>
                    <a:pt x="3283731" y="2166388"/>
                  </a:lnTo>
                  <a:lnTo>
                    <a:pt x="3289204" y="2166388"/>
                  </a:lnTo>
                  <a:lnTo>
                    <a:pt x="3289204" y="2144419"/>
                  </a:lnTo>
                  <a:lnTo>
                    <a:pt x="3294677" y="2144419"/>
                  </a:lnTo>
                  <a:lnTo>
                    <a:pt x="3294677" y="2144419"/>
                  </a:lnTo>
                  <a:lnTo>
                    <a:pt x="3300149" y="2144419"/>
                  </a:lnTo>
                  <a:lnTo>
                    <a:pt x="3300149" y="2144419"/>
                  </a:lnTo>
                  <a:lnTo>
                    <a:pt x="3305622" y="2144419"/>
                  </a:lnTo>
                  <a:lnTo>
                    <a:pt x="3305622" y="2144419"/>
                  </a:lnTo>
                  <a:lnTo>
                    <a:pt x="3311095" y="2144419"/>
                  </a:lnTo>
                  <a:lnTo>
                    <a:pt x="3311095" y="2144419"/>
                  </a:lnTo>
                  <a:lnTo>
                    <a:pt x="3316568" y="2144419"/>
                  </a:lnTo>
                  <a:lnTo>
                    <a:pt x="3316568" y="2144419"/>
                  </a:lnTo>
                  <a:lnTo>
                    <a:pt x="3322041" y="2144419"/>
                  </a:lnTo>
                  <a:lnTo>
                    <a:pt x="3322041" y="2144419"/>
                  </a:lnTo>
                  <a:lnTo>
                    <a:pt x="3327514" y="2144419"/>
                  </a:lnTo>
                  <a:lnTo>
                    <a:pt x="3327514" y="2144419"/>
                  </a:lnTo>
                  <a:lnTo>
                    <a:pt x="3332987" y="2144419"/>
                  </a:lnTo>
                  <a:lnTo>
                    <a:pt x="3332987" y="2144419"/>
                  </a:lnTo>
                  <a:lnTo>
                    <a:pt x="3338460" y="2144419"/>
                  </a:lnTo>
                  <a:lnTo>
                    <a:pt x="3338460" y="2144419"/>
                  </a:lnTo>
                  <a:lnTo>
                    <a:pt x="3343932" y="2144419"/>
                  </a:lnTo>
                  <a:lnTo>
                    <a:pt x="3343932" y="2144419"/>
                  </a:lnTo>
                  <a:lnTo>
                    <a:pt x="3349405" y="2144419"/>
                  </a:lnTo>
                  <a:lnTo>
                    <a:pt x="3349405" y="2144419"/>
                  </a:lnTo>
                  <a:lnTo>
                    <a:pt x="3354878" y="2144419"/>
                  </a:lnTo>
                  <a:lnTo>
                    <a:pt x="3354878" y="2144419"/>
                  </a:lnTo>
                  <a:lnTo>
                    <a:pt x="3360351" y="2144419"/>
                  </a:lnTo>
                  <a:lnTo>
                    <a:pt x="3360351" y="2144419"/>
                  </a:lnTo>
                  <a:lnTo>
                    <a:pt x="3365824" y="2144419"/>
                  </a:lnTo>
                  <a:lnTo>
                    <a:pt x="3365824" y="2144419"/>
                  </a:lnTo>
                  <a:lnTo>
                    <a:pt x="3371297" y="2144419"/>
                  </a:lnTo>
                  <a:lnTo>
                    <a:pt x="3371297" y="2144419"/>
                  </a:lnTo>
                  <a:lnTo>
                    <a:pt x="3376770" y="2144419"/>
                  </a:lnTo>
                  <a:lnTo>
                    <a:pt x="3376770" y="2144419"/>
                  </a:lnTo>
                  <a:lnTo>
                    <a:pt x="3382243" y="2144419"/>
                  </a:lnTo>
                  <a:lnTo>
                    <a:pt x="3382243" y="2144419"/>
                  </a:lnTo>
                  <a:lnTo>
                    <a:pt x="3387716" y="2144419"/>
                  </a:lnTo>
                  <a:lnTo>
                    <a:pt x="3387716" y="2144419"/>
                  </a:lnTo>
                  <a:lnTo>
                    <a:pt x="3393188" y="2144419"/>
                  </a:lnTo>
                  <a:lnTo>
                    <a:pt x="3393188" y="2144419"/>
                  </a:lnTo>
                  <a:lnTo>
                    <a:pt x="3398661" y="2144419"/>
                  </a:lnTo>
                  <a:lnTo>
                    <a:pt x="3398661" y="2144419"/>
                  </a:lnTo>
                  <a:lnTo>
                    <a:pt x="3404134" y="2144419"/>
                  </a:lnTo>
                  <a:lnTo>
                    <a:pt x="3404134" y="2144419"/>
                  </a:lnTo>
                  <a:lnTo>
                    <a:pt x="3409607" y="2144419"/>
                  </a:lnTo>
                  <a:lnTo>
                    <a:pt x="3409607" y="2144419"/>
                  </a:lnTo>
                  <a:lnTo>
                    <a:pt x="3415080" y="2144419"/>
                  </a:lnTo>
                  <a:lnTo>
                    <a:pt x="3415080" y="2122187"/>
                  </a:lnTo>
                  <a:lnTo>
                    <a:pt x="3420553" y="2122187"/>
                  </a:lnTo>
                  <a:lnTo>
                    <a:pt x="3420553" y="2099936"/>
                  </a:lnTo>
                  <a:lnTo>
                    <a:pt x="3426026" y="2099936"/>
                  </a:lnTo>
                  <a:lnTo>
                    <a:pt x="3426026" y="2077667"/>
                  </a:lnTo>
                  <a:lnTo>
                    <a:pt x="3431499" y="2077667"/>
                  </a:lnTo>
                  <a:lnTo>
                    <a:pt x="3431499" y="2077667"/>
                  </a:lnTo>
                  <a:lnTo>
                    <a:pt x="3436972" y="2077667"/>
                  </a:lnTo>
                  <a:lnTo>
                    <a:pt x="3436972" y="2077667"/>
                  </a:lnTo>
                  <a:lnTo>
                    <a:pt x="3442444" y="2077667"/>
                  </a:lnTo>
                  <a:lnTo>
                    <a:pt x="3442444" y="2055406"/>
                  </a:lnTo>
                  <a:lnTo>
                    <a:pt x="3447917" y="2055406"/>
                  </a:lnTo>
                  <a:lnTo>
                    <a:pt x="3447917" y="2055406"/>
                  </a:lnTo>
                  <a:lnTo>
                    <a:pt x="3453390" y="2055406"/>
                  </a:lnTo>
                  <a:lnTo>
                    <a:pt x="3453390" y="2055406"/>
                  </a:lnTo>
                  <a:lnTo>
                    <a:pt x="3458863" y="2055406"/>
                  </a:lnTo>
                  <a:lnTo>
                    <a:pt x="3458863" y="2055406"/>
                  </a:lnTo>
                  <a:lnTo>
                    <a:pt x="3464336" y="2055406"/>
                  </a:lnTo>
                  <a:lnTo>
                    <a:pt x="3464336" y="2055406"/>
                  </a:lnTo>
                  <a:lnTo>
                    <a:pt x="3469809" y="2055406"/>
                  </a:lnTo>
                  <a:lnTo>
                    <a:pt x="3469809" y="2055406"/>
                  </a:lnTo>
                  <a:lnTo>
                    <a:pt x="3475282" y="2055406"/>
                  </a:lnTo>
                  <a:lnTo>
                    <a:pt x="3475282" y="2055406"/>
                  </a:lnTo>
                  <a:lnTo>
                    <a:pt x="3480755" y="2055406"/>
                  </a:lnTo>
                  <a:lnTo>
                    <a:pt x="3480755" y="2055406"/>
                  </a:lnTo>
                  <a:lnTo>
                    <a:pt x="3486228" y="2055406"/>
                  </a:lnTo>
                  <a:lnTo>
                    <a:pt x="3486228" y="2055406"/>
                  </a:lnTo>
                  <a:lnTo>
                    <a:pt x="3491700" y="2055406"/>
                  </a:lnTo>
                  <a:lnTo>
                    <a:pt x="3491700" y="2055406"/>
                  </a:lnTo>
                  <a:lnTo>
                    <a:pt x="3497173" y="2055406"/>
                  </a:lnTo>
                  <a:lnTo>
                    <a:pt x="3497173" y="2055406"/>
                  </a:lnTo>
                  <a:lnTo>
                    <a:pt x="3502646" y="2055406"/>
                  </a:lnTo>
                  <a:lnTo>
                    <a:pt x="3502646" y="2055406"/>
                  </a:lnTo>
                  <a:lnTo>
                    <a:pt x="3508119" y="2055406"/>
                  </a:lnTo>
                  <a:lnTo>
                    <a:pt x="3508119" y="2055406"/>
                  </a:lnTo>
                  <a:lnTo>
                    <a:pt x="3513592" y="2055406"/>
                  </a:lnTo>
                  <a:lnTo>
                    <a:pt x="3513592" y="2055406"/>
                  </a:lnTo>
                  <a:lnTo>
                    <a:pt x="3519065" y="2055406"/>
                  </a:lnTo>
                  <a:lnTo>
                    <a:pt x="3519065" y="2055406"/>
                  </a:lnTo>
                  <a:lnTo>
                    <a:pt x="3524538" y="2055406"/>
                  </a:lnTo>
                  <a:lnTo>
                    <a:pt x="3524538" y="2055406"/>
                  </a:lnTo>
                  <a:lnTo>
                    <a:pt x="3530011" y="2055406"/>
                  </a:lnTo>
                  <a:lnTo>
                    <a:pt x="3530011" y="2055406"/>
                  </a:lnTo>
                  <a:lnTo>
                    <a:pt x="3535483" y="2055406"/>
                  </a:lnTo>
                  <a:lnTo>
                    <a:pt x="3535483" y="2032780"/>
                  </a:lnTo>
                  <a:lnTo>
                    <a:pt x="3540956" y="2032780"/>
                  </a:lnTo>
                  <a:lnTo>
                    <a:pt x="3540956" y="2032780"/>
                  </a:lnTo>
                  <a:lnTo>
                    <a:pt x="3546429" y="2032780"/>
                  </a:lnTo>
                  <a:lnTo>
                    <a:pt x="3546429" y="2032780"/>
                  </a:lnTo>
                  <a:lnTo>
                    <a:pt x="3551902" y="2032780"/>
                  </a:lnTo>
                  <a:lnTo>
                    <a:pt x="3551902" y="2032780"/>
                  </a:lnTo>
                  <a:lnTo>
                    <a:pt x="3557375" y="2032780"/>
                  </a:lnTo>
                  <a:lnTo>
                    <a:pt x="3557375" y="2032780"/>
                  </a:lnTo>
                  <a:lnTo>
                    <a:pt x="3562848" y="2032780"/>
                  </a:lnTo>
                  <a:lnTo>
                    <a:pt x="3562848" y="2032780"/>
                  </a:lnTo>
                  <a:lnTo>
                    <a:pt x="3568321" y="2032780"/>
                  </a:lnTo>
                  <a:lnTo>
                    <a:pt x="3568321" y="2032780"/>
                  </a:lnTo>
                  <a:lnTo>
                    <a:pt x="3573794" y="2032780"/>
                  </a:lnTo>
                  <a:lnTo>
                    <a:pt x="3573794" y="2032780"/>
                  </a:lnTo>
                  <a:lnTo>
                    <a:pt x="3579267" y="2032780"/>
                  </a:lnTo>
                  <a:lnTo>
                    <a:pt x="3579267" y="2032780"/>
                  </a:lnTo>
                  <a:lnTo>
                    <a:pt x="3584739" y="2032780"/>
                  </a:lnTo>
                  <a:lnTo>
                    <a:pt x="3584739" y="2032780"/>
                  </a:lnTo>
                  <a:lnTo>
                    <a:pt x="3590212" y="2032780"/>
                  </a:lnTo>
                  <a:lnTo>
                    <a:pt x="3590212" y="2009956"/>
                  </a:lnTo>
                  <a:lnTo>
                    <a:pt x="3595685" y="2009956"/>
                  </a:lnTo>
                  <a:lnTo>
                    <a:pt x="3595685" y="2009956"/>
                  </a:lnTo>
                  <a:lnTo>
                    <a:pt x="3601158" y="2009956"/>
                  </a:lnTo>
                  <a:lnTo>
                    <a:pt x="3601158" y="2009956"/>
                  </a:lnTo>
                  <a:lnTo>
                    <a:pt x="3606631" y="2009956"/>
                  </a:lnTo>
                  <a:lnTo>
                    <a:pt x="3606631" y="2009956"/>
                  </a:lnTo>
                  <a:lnTo>
                    <a:pt x="3612104" y="2009956"/>
                  </a:lnTo>
                  <a:lnTo>
                    <a:pt x="3612104" y="2009956"/>
                  </a:lnTo>
                  <a:lnTo>
                    <a:pt x="3617577" y="2009956"/>
                  </a:lnTo>
                  <a:lnTo>
                    <a:pt x="3617577" y="2009956"/>
                  </a:lnTo>
                  <a:lnTo>
                    <a:pt x="3623050" y="2009956"/>
                  </a:lnTo>
                  <a:lnTo>
                    <a:pt x="3623050" y="2009956"/>
                  </a:lnTo>
                  <a:lnTo>
                    <a:pt x="3628523" y="2009956"/>
                  </a:lnTo>
                  <a:lnTo>
                    <a:pt x="3628523" y="2009956"/>
                  </a:lnTo>
                  <a:lnTo>
                    <a:pt x="3633995" y="2009956"/>
                  </a:lnTo>
                  <a:lnTo>
                    <a:pt x="3633995" y="2009956"/>
                  </a:lnTo>
                  <a:lnTo>
                    <a:pt x="3639468" y="2009956"/>
                  </a:lnTo>
                  <a:lnTo>
                    <a:pt x="3639468" y="2009956"/>
                  </a:lnTo>
                  <a:lnTo>
                    <a:pt x="3644941" y="2009956"/>
                  </a:lnTo>
                  <a:lnTo>
                    <a:pt x="3644941" y="2009956"/>
                  </a:lnTo>
                  <a:lnTo>
                    <a:pt x="3650414" y="2009956"/>
                  </a:lnTo>
                  <a:lnTo>
                    <a:pt x="3650414" y="2009956"/>
                  </a:lnTo>
                  <a:lnTo>
                    <a:pt x="3655887" y="2009956"/>
                  </a:lnTo>
                  <a:lnTo>
                    <a:pt x="3655887" y="2009956"/>
                  </a:lnTo>
                  <a:lnTo>
                    <a:pt x="3661360" y="2009956"/>
                  </a:lnTo>
                  <a:lnTo>
                    <a:pt x="3661360" y="2009956"/>
                  </a:lnTo>
                  <a:lnTo>
                    <a:pt x="3666833" y="2009956"/>
                  </a:lnTo>
                  <a:lnTo>
                    <a:pt x="3666833" y="2009956"/>
                  </a:lnTo>
                  <a:lnTo>
                    <a:pt x="3672306" y="2009956"/>
                  </a:lnTo>
                  <a:lnTo>
                    <a:pt x="3672306" y="2009956"/>
                  </a:lnTo>
                  <a:lnTo>
                    <a:pt x="3677779" y="2009956"/>
                  </a:lnTo>
                  <a:lnTo>
                    <a:pt x="3677779" y="2009956"/>
                  </a:lnTo>
                  <a:lnTo>
                    <a:pt x="3683251" y="2009956"/>
                  </a:lnTo>
                  <a:lnTo>
                    <a:pt x="3683251" y="1986989"/>
                  </a:lnTo>
                  <a:lnTo>
                    <a:pt x="3688724" y="1986989"/>
                  </a:lnTo>
                  <a:lnTo>
                    <a:pt x="3688724" y="1963971"/>
                  </a:lnTo>
                  <a:lnTo>
                    <a:pt x="3694197" y="1963971"/>
                  </a:lnTo>
                  <a:lnTo>
                    <a:pt x="3694197" y="1963971"/>
                  </a:lnTo>
                  <a:lnTo>
                    <a:pt x="3699670" y="1963971"/>
                  </a:lnTo>
                  <a:lnTo>
                    <a:pt x="3699670" y="1963971"/>
                  </a:lnTo>
                  <a:lnTo>
                    <a:pt x="3705143" y="1963971"/>
                  </a:lnTo>
                  <a:lnTo>
                    <a:pt x="3705143" y="1963971"/>
                  </a:lnTo>
                  <a:lnTo>
                    <a:pt x="3710616" y="1963971"/>
                  </a:lnTo>
                  <a:lnTo>
                    <a:pt x="3710616" y="1963971"/>
                  </a:lnTo>
                  <a:lnTo>
                    <a:pt x="3716089" y="1963971"/>
                  </a:lnTo>
                  <a:lnTo>
                    <a:pt x="3716089" y="1963971"/>
                  </a:lnTo>
                  <a:lnTo>
                    <a:pt x="3721562" y="1963971"/>
                  </a:lnTo>
                  <a:lnTo>
                    <a:pt x="3721562" y="1963971"/>
                  </a:lnTo>
                  <a:lnTo>
                    <a:pt x="3727034" y="1963971"/>
                  </a:lnTo>
                  <a:lnTo>
                    <a:pt x="3727034" y="1963971"/>
                  </a:lnTo>
                  <a:lnTo>
                    <a:pt x="3732507" y="1963971"/>
                  </a:lnTo>
                  <a:lnTo>
                    <a:pt x="3732507" y="1963971"/>
                  </a:lnTo>
                  <a:lnTo>
                    <a:pt x="3737980" y="1963971"/>
                  </a:lnTo>
                  <a:lnTo>
                    <a:pt x="3737980" y="1963971"/>
                  </a:lnTo>
                  <a:lnTo>
                    <a:pt x="3743453" y="1963971"/>
                  </a:lnTo>
                  <a:lnTo>
                    <a:pt x="3743453" y="1963971"/>
                  </a:lnTo>
                  <a:lnTo>
                    <a:pt x="3748926" y="1963971"/>
                  </a:lnTo>
                  <a:lnTo>
                    <a:pt x="3748926" y="1940806"/>
                  </a:lnTo>
                  <a:lnTo>
                    <a:pt x="3754399" y="1940806"/>
                  </a:lnTo>
                  <a:lnTo>
                    <a:pt x="3754399" y="1940806"/>
                  </a:lnTo>
                  <a:lnTo>
                    <a:pt x="3759872" y="1940806"/>
                  </a:lnTo>
                  <a:lnTo>
                    <a:pt x="3759872" y="1940806"/>
                  </a:lnTo>
                  <a:lnTo>
                    <a:pt x="3765345" y="1940806"/>
                  </a:lnTo>
                  <a:lnTo>
                    <a:pt x="3765345" y="1940806"/>
                  </a:lnTo>
                  <a:lnTo>
                    <a:pt x="3770818" y="1940806"/>
                  </a:lnTo>
                  <a:lnTo>
                    <a:pt x="3770818" y="1940806"/>
                  </a:lnTo>
                  <a:lnTo>
                    <a:pt x="3776290" y="1940806"/>
                  </a:lnTo>
                  <a:lnTo>
                    <a:pt x="3776290" y="1940806"/>
                  </a:lnTo>
                  <a:lnTo>
                    <a:pt x="3781763" y="1940806"/>
                  </a:lnTo>
                  <a:lnTo>
                    <a:pt x="3781763" y="1940806"/>
                  </a:lnTo>
                  <a:lnTo>
                    <a:pt x="3787236" y="1940806"/>
                  </a:lnTo>
                  <a:lnTo>
                    <a:pt x="3787236" y="1940806"/>
                  </a:lnTo>
                  <a:lnTo>
                    <a:pt x="3792709" y="1940806"/>
                  </a:lnTo>
                  <a:lnTo>
                    <a:pt x="3792709" y="1940806"/>
                  </a:lnTo>
                  <a:lnTo>
                    <a:pt x="3798182" y="1940806"/>
                  </a:lnTo>
                  <a:lnTo>
                    <a:pt x="3798182" y="1940806"/>
                  </a:lnTo>
                  <a:lnTo>
                    <a:pt x="3803655" y="1940806"/>
                  </a:lnTo>
                  <a:lnTo>
                    <a:pt x="3803655" y="1940806"/>
                  </a:lnTo>
                  <a:lnTo>
                    <a:pt x="3809128" y="1940806"/>
                  </a:lnTo>
                  <a:lnTo>
                    <a:pt x="3809128" y="1940806"/>
                  </a:lnTo>
                  <a:lnTo>
                    <a:pt x="3814601" y="1940806"/>
                  </a:lnTo>
                  <a:lnTo>
                    <a:pt x="3814601" y="1940806"/>
                  </a:lnTo>
                  <a:lnTo>
                    <a:pt x="3820074" y="1940806"/>
                  </a:lnTo>
                  <a:lnTo>
                    <a:pt x="3820074" y="1940806"/>
                  </a:lnTo>
                  <a:lnTo>
                    <a:pt x="3825546" y="1940806"/>
                  </a:lnTo>
                  <a:lnTo>
                    <a:pt x="3825546" y="1940806"/>
                  </a:lnTo>
                  <a:lnTo>
                    <a:pt x="3831019" y="1940806"/>
                  </a:lnTo>
                  <a:lnTo>
                    <a:pt x="3831019" y="1940806"/>
                  </a:lnTo>
                  <a:lnTo>
                    <a:pt x="3836492" y="1940806"/>
                  </a:lnTo>
                  <a:lnTo>
                    <a:pt x="3836492" y="1940806"/>
                  </a:lnTo>
                  <a:lnTo>
                    <a:pt x="3841965" y="1940806"/>
                  </a:lnTo>
                  <a:lnTo>
                    <a:pt x="3841965" y="1940806"/>
                  </a:lnTo>
                  <a:lnTo>
                    <a:pt x="3847438" y="1940806"/>
                  </a:lnTo>
                  <a:lnTo>
                    <a:pt x="3847438" y="1940806"/>
                  </a:lnTo>
                  <a:lnTo>
                    <a:pt x="3852911" y="1940806"/>
                  </a:lnTo>
                  <a:lnTo>
                    <a:pt x="3852911" y="1940806"/>
                  </a:lnTo>
                  <a:lnTo>
                    <a:pt x="3858384" y="1940806"/>
                  </a:lnTo>
                  <a:lnTo>
                    <a:pt x="3858384" y="1940806"/>
                  </a:lnTo>
                  <a:lnTo>
                    <a:pt x="3863857" y="1940806"/>
                  </a:lnTo>
                  <a:lnTo>
                    <a:pt x="3863857" y="1917232"/>
                  </a:lnTo>
                  <a:lnTo>
                    <a:pt x="3869329" y="1917232"/>
                  </a:lnTo>
                  <a:lnTo>
                    <a:pt x="3869329" y="1917232"/>
                  </a:lnTo>
                  <a:lnTo>
                    <a:pt x="3874802" y="1917232"/>
                  </a:lnTo>
                  <a:lnTo>
                    <a:pt x="3874802" y="1917232"/>
                  </a:lnTo>
                  <a:lnTo>
                    <a:pt x="3880275" y="1917232"/>
                  </a:lnTo>
                  <a:lnTo>
                    <a:pt x="3880275" y="1917232"/>
                  </a:lnTo>
                  <a:lnTo>
                    <a:pt x="3885748" y="1917232"/>
                  </a:lnTo>
                  <a:lnTo>
                    <a:pt x="3885748" y="1917232"/>
                  </a:lnTo>
                  <a:lnTo>
                    <a:pt x="3891221" y="1917232"/>
                  </a:lnTo>
                  <a:lnTo>
                    <a:pt x="3891221" y="1917232"/>
                  </a:lnTo>
                  <a:lnTo>
                    <a:pt x="3896694" y="1917232"/>
                  </a:lnTo>
                  <a:lnTo>
                    <a:pt x="3896694" y="1917232"/>
                  </a:lnTo>
                  <a:lnTo>
                    <a:pt x="3902167" y="1917232"/>
                  </a:lnTo>
                  <a:lnTo>
                    <a:pt x="3902167" y="1917232"/>
                  </a:lnTo>
                  <a:lnTo>
                    <a:pt x="3907640" y="1917232"/>
                  </a:lnTo>
                  <a:lnTo>
                    <a:pt x="3907640" y="1917232"/>
                  </a:lnTo>
                  <a:lnTo>
                    <a:pt x="3913113" y="1917232"/>
                  </a:lnTo>
                  <a:lnTo>
                    <a:pt x="3913113" y="1917232"/>
                  </a:lnTo>
                  <a:lnTo>
                    <a:pt x="3918585" y="1917232"/>
                  </a:lnTo>
                  <a:lnTo>
                    <a:pt x="3918585" y="1917232"/>
                  </a:lnTo>
                  <a:lnTo>
                    <a:pt x="3924058" y="1917232"/>
                  </a:lnTo>
                  <a:lnTo>
                    <a:pt x="3924058" y="1917232"/>
                  </a:lnTo>
                  <a:lnTo>
                    <a:pt x="3929531" y="1917232"/>
                  </a:lnTo>
                  <a:lnTo>
                    <a:pt x="3929531" y="1917232"/>
                  </a:lnTo>
                  <a:lnTo>
                    <a:pt x="3935004" y="1917232"/>
                  </a:lnTo>
                  <a:lnTo>
                    <a:pt x="3935004" y="1917232"/>
                  </a:lnTo>
                  <a:lnTo>
                    <a:pt x="3940477" y="1917232"/>
                  </a:lnTo>
                  <a:lnTo>
                    <a:pt x="3940477" y="1893601"/>
                  </a:lnTo>
                  <a:lnTo>
                    <a:pt x="3945950" y="1893601"/>
                  </a:lnTo>
                  <a:lnTo>
                    <a:pt x="3945950" y="1893601"/>
                  </a:lnTo>
                  <a:lnTo>
                    <a:pt x="3951423" y="1893601"/>
                  </a:lnTo>
                  <a:lnTo>
                    <a:pt x="3951423" y="1893601"/>
                  </a:lnTo>
                  <a:lnTo>
                    <a:pt x="3956896" y="1893601"/>
                  </a:lnTo>
                  <a:lnTo>
                    <a:pt x="3956896" y="1869914"/>
                  </a:lnTo>
                  <a:lnTo>
                    <a:pt x="3962369" y="1869914"/>
                  </a:lnTo>
                  <a:lnTo>
                    <a:pt x="3962369" y="1869914"/>
                  </a:lnTo>
                  <a:lnTo>
                    <a:pt x="3967841" y="1869914"/>
                  </a:lnTo>
                  <a:lnTo>
                    <a:pt x="3967841" y="1869914"/>
                  </a:lnTo>
                  <a:lnTo>
                    <a:pt x="3973314" y="1869914"/>
                  </a:lnTo>
                  <a:lnTo>
                    <a:pt x="3973314" y="1869914"/>
                  </a:lnTo>
                  <a:lnTo>
                    <a:pt x="3978787" y="1869914"/>
                  </a:lnTo>
                  <a:lnTo>
                    <a:pt x="3978787" y="1869914"/>
                  </a:lnTo>
                  <a:lnTo>
                    <a:pt x="3984260" y="1869914"/>
                  </a:lnTo>
                  <a:lnTo>
                    <a:pt x="3984260" y="1869914"/>
                  </a:lnTo>
                  <a:lnTo>
                    <a:pt x="3989733" y="1869914"/>
                  </a:lnTo>
                  <a:lnTo>
                    <a:pt x="3989733" y="1869914"/>
                  </a:lnTo>
                  <a:lnTo>
                    <a:pt x="3995206" y="1869914"/>
                  </a:lnTo>
                  <a:lnTo>
                    <a:pt x="3995206" y="1869914"/>
                  </a:lnTo>
                  <a:lnTo>
                    <a:pt x="4000679" y="1869914"/>
                  </a:lnTo>
                  <a:lnTo>
                    <a:pt x="4000679" y="1869914"/>
                  </a:lnTo>
                  <a:lnTo>
                    <a:pt x="4006152" y="1869914"/>
                  </a:lnTo>
                  <a:lnTo>
                    <a:pt x="4006152" y="1869914"/>
                  </a:lnTo>
                  <a:lnTo>
                    <a:pt x="4011625" y="1869914"/>
                  </a:lnTo>
                  <a:lnTo>
                    <a:pt x="4011625" y="1869914"/>
                  </a:lnTo>
                  <a:lnTo>
                    <a:pt x="4017097" y="1869914"/>
                  </a:lnTo>
                  <a:lnTo>
                    <a:pt x="4017097" y="1869914"/>
                  </a:lnTo>
                  <a:lnTo>
                    <a:pt x="4022570" y="1869914"/>
                  </a:lnTo>
                  <a:lnTo>
                    <a:pt x="4022570" y="1869914"/>
                  </a:lnTo>
                  <a:lnTo>
                    <a:pt x="4028043" y="1869914"/>
                  </a:lnTo>
                  <a:lnTo>
                    <a:pt x="4028043" y="1869914"/>
                  </a:lnTo>
                  <a:lnTo>
                    <a:pt x="4033516" y="1869914"/>
                  </a:lnTo>
                  <a:lnTo>
                    <a:pt x="4033516" y="1869914"/>
                  </a:lnTo>
                  <a:lnTo>
                    <a:pt x="4038989" y="1869914"/>
                  </a:lnTo>
                  <a:lnTo>
                    <a:pt x="4038989" y="1869914"/>
                  </a:lnTo>
                  <a:lnTo>
                    <a:pt x="4044462" y="1869914"/>
                  </a:lnTo>
                  <a:lnTo>
                    <a:pt x="4044462" y="1869914"/>
                  </a:lnTo>
                  <a:lnTo>
                    <a:pt x="4049935" y="1869914"/>
                  </a:lnTo>
                  <a:lnTo>
                    <a:pt x="4049935" y="1869914"/>
                  </a:lnTo>
                  <a:lnTo>
                    <a:pt x="4055408" y="1869914"/>
                  </a:lnTo>
                  <a:lnTo>
                    <a:pt x="4055408" y="1869914"/>
                  </a:lnTo>
                  <a:lnTo>
                    <a:pt x="4060880" y="1869914"/>
                  </a:lnTo>
                  <a:lnTo>
                    <a:pt x="4060880" y="1869914"/>
                  </a:lnTo>
                  <a:lnTo>
                    <a:pt x="4066353" y="1869914"/>
                  </a:lnTo>
                  <a:lnTo>
                    <a:pt x="4066353" y="1869914"/>
                  </a:lnTo>
                  <a:lnTo>
                    <a:pt x="4071826" y="1869914"/>
                  </a:lnTo>
                  <a:lnTo>
                    <a:pt x="4071826" y="1869914"/>
                  </a:lnTo>
                  <a:lnTo>
                    <a:pt x="4077299" y="1869914"/>
                  </a:lnTo>
                  <a:lnTo>
                    <a:pt x="4077299" y="1869914"/>
                  </a:lnTo>
                  <a:lnTo>
                    <a:pt x="4082772" y="1869914"/>
                  </a:lnTo>
                  <a:lnTo>
                    <a:pt x="4082772" y="1869914"/>
                  </a:lnTo>
                  <a:lnTo>
                    <a:pt x="4088245" y="1869914"/>
                  </a:lnTo>
                  <a:lnTo>
                    <a:pt x="4088245" y="1869914"/>
                  </a:lnTo>
                  <a:lnTo>
                    <a:pt x="4093718" y="1869914"/>
                  </a:lnTo>
                  <a:lnTo>
                    <a:pt x="4093718" y="1869914"/>
                  </a:lnTo>
                  <a:lnTo>
                    <a:pt x="4099191" y="1869914"/>
                  </a:lnTo>
                  <a:lnTo>
                    <a:pt x="4099191" y="1869914"/>
                  </a:lnTo>
                  <a:lnTo>
                    <a:pt x="4104664" y="1869914"/>
                  </a:lnTo>
                  <a:lnTo>
                    <a:pt x="4104664" y="1869914"/>
                  </a:lnTo>
                  <a:lnTo>
                    <a:pt x="4110136" y="1869914"/>
                  </a:lnTo>
                  <a:lnTo>
                    <a:pt x="4110136" y="1869914"/>
                  </a:lnTo>
                  <a:lnTo>
                    <a:pt x="4115609" y="1869914"/>
                  </a:lnTo>
                  <a:lnTo>
                    <a:pt x="4115609" y="1869914"/>
                  </a:lnTo>
                  <a:lnTo>
                    <a:pt x="4121082" y="1869914"/>
                  </a:lnTo>
                  <a:lnTo>
                    <a:pt x="4121082" y="1869914"/>
                  </a:lnTo>
                  <a:lnTo>
                    <a:pt x="4126555" y="1869914"/>
                  </a:lnTo>
                  <a:lnTo>
                    <a:pt x="4126555" y="1869914"/>
                  </a:lnTo>
                  <a:lnTo>
                    <a:pt x="4132028" y="1869914"/>
                  </a:lnTo>
                  <a:lnTo>
                    <a:pt x="4132028" y="1869914"/>
                  </a:lnTo>
                  <a:lnTo>
                    <a:pt x="4137501" y="1869914"/>
                  </a:lnTo>
                  <a:lnTo>
                    <a:pt x="4137501" y="1869914"/>
                  </a:lnTo>
                  <a:lnTo>
                    <a:pt x="4142974" y="1869914"/>
                  </a:lnTo>
                  <a:lnTo>
                    <a:pt x="4142974" y="1845712"/>
                  </a:lnTo>
                  <a:lnTo>
                    <a:pt x="4148447" y="1845712"/>
                  </a:lnTo>
                  <a:lnTo>
                    <a:pt x="4148447" y="1845712"/>
                  </a:lnTo>
                  <a:lnTo>
                    <a:pt x="4153920" y="1845712"/>
                  </a:lnTo>
                  <a:lnTo>
                    <a:pt x="4153920" y="1845712"/>
                  </a:lnTo>
                  <a:lnTo>
                    <a:pt x="4159392" y="1845712"/>
                  </a:lnTo>
                  <a:lnTo>
                    <a:pt x="4159392" y="1845712"/>
                  </a:lnTo>
                  <a:lnTo>
                    <a:pt x="4164865" y="1845712"/>
                  </a:lnTo>
                  <a:lnTo>
                    <a:pt x="4164865" y="1845712"/>
                  </a:lnTo>
                  <a:lnTo>
                    <a:pt x="4170338" y="1845712"/>
                  </a:lnTo>
                  <a:lnTo>
                    <a:pt x="4170338" y="1845712"/>
                  </a:lnTo>
                  <a:lnTo>
                    <a:pt x="4175811" y="1845712"/>
                  </a:lnTo>
                  <a:lnTo>
                    <a:pt x="4175811" y="1845712"/>
                  </a:lnTo>
                  <a:lnTo>
                    <a:pt x="4181284" y="1845712"/>
                  </a:lnTo>
                  <a:lnTo>
                    <a:pt x="4181284" y="1845712"/>
                  </a:lnTo>
                  <a:lnTo>
                    <a:pt x="4186757" y="1845712"/>
                  </a:lnTo>
                  <a:lnTo>
                    <a:pt x="4186757" y="1845712"/>
                  </a:lnTo>
                  <a:lnTo>
                    <a:pt x="4192230" y="1845712"/>
                  </a:lnTo>
                  <a:lnTo>
                    <a:pt x="4192230" y="1845712"/>
                  </a:lnTo>
                  <a:lnTo>
                    <a:pt x="4197703" y="1845712"/>
                  </a:lnTo>
                  <a:lnTo>
                    <a:pt x="4197703" y="1845712"/>
                  </a:lnTo>
                  <a:lnTo>
                    <a:pt x="4203176" y="1845712"/>
                  </a:lnTo>
                  <a:lnTo>
                    <a:pt x="4203176" y="1845712"/>
                  </a:lnTo>
                  <a:lnTo>
                    <a:pt x="4208648" y="1845712"/>
                  </a:lnTo>
                  <a:lnTo>
                    <a:pt x="4208648" y="1845712"/>
                  </a:lnTo>
                  <a:lnTo>
                    <a:pt x="4214121" y="1845712"/>
                  </a:lnTo>
                  <a:lnTo>
                    <a:pt x="4214121" y="1845712"/>
                  </a:lnTo>
                  <a:lnTo>
                    <a:pt x="4219594" y="1845712"/>
                  </a:lnTo>
                  <a:lnTo>
                    <a:pt x="4219594" y="1845712"/>
                  </a:lnTo>
                  <a:lnTo>
                    <a:pt x="4225067" y="1845712"/>
                  </a:lnTo>
                  <a:lnTo>
                    <a:pt x="4225067" y="1845712"/>
                  </a:lnTo>
                  <a:lnTo>
                    <a:pt x="4230540" y="1845712"/>
                  </a:lnTo>
                  <a:lnTo>
                    <a:pt x="4230540" y="1845712"/>
                  </a:lnTo>
                  <a:lnTo>
                    <a:pt x="4236013" y="1845712"/>
                  </a:lnTo>
                  <a:lnTo>
                    <a:pt x="4236013" y="1821265"/>
                  </a:lnTo>
                  <a:lnTo>
                    <a:pt x="4241486" y="1821265"/>
                  </a:lnTo>
                  <a:lnTo>
                    <a:pt x="4241486" y="1796830"/>
                  </a:lnTo>
                  <a:lnTo>
                    <a:pt x="4246959" y="1796830"/>
                  </a:lnTo>
                  <a:lnTo>
                    <a:pt x="4246959" y="1796830"/>
                  </a:lnTo>
                  <a:lnTo>
                    <a:pt x="4252431" y="1796830"/>
                  </a:lnTo>
                  <a:lnTo>
                    <a:pt x="4252431" y="1796830"/>
                  </a:lnTo>
                  <a:lnTo>
                    <a:pt x="4257904" y="1796830"/>
                  </a:lnTo>
                  <a:lnTo>
                    <a:pt x="4257904" y="1772406"/>
                  </a:lnTo>
                  <a:lnTo>
                    <a:pt x="4263377" y="1772406"/>
                  </a:lnTo>
                  <a:lnTo>
                    <a:pt x="4263377" y="1772406"/>
                  </a:lnTo>
                  <a:lnTo>
                    <a:pt x="4268850" y="1772406"/>
                  </a:lnTo>
                  <a:lnTo>
                    <a:pt x="4268850" y="1772406"/>
                  </a:lnTo>
                  <a:lnTo>
                    <a:pt x="4274323" y="1772406"/>
                  </a:lnTo>
                  <a:lnTo>
                    <a:pt x="4274323" y="1772406"/>
                  </a:lnTo>
                  <a:lnTo>
                    <a:pt x="4279796" y="1772406"/>
                  </a:lnTo>
                  <a:lnTo>
                    <a:pt x="4279796" y="1772406"/>
                  </a:lnTo>
                  <a:lnTo>
                    <a:pt x="4285269" y="1772406"/>
                  </a:lnTo>
                  <a:lnTo>
                    <a:pt x="4285269" y="1772406"/>
                  </a:lnTo>
                  <a:lnTo>
                    <a:pt x="4290742" y="1772406"/>
                  </a:lnTo>
                  <a:lnTo>
                    <a:pt x="4290742" y="1772406"/>
                  </a:lnTo>
                  <a:lnTo>
                    <a:pt x="4296215" y="1772406"/>
                  </a:lnTo>
                  <a:lnTo>
                    <a:pt x="4296215" y="1772406"/>
                  </a:lnTo>
                  <a:lnTo>
                    <a:pt x="4301687" y="1772406"/>
                  </a:lnTo>
                  <a:lnTo>
                    <a:pt x="4301687" y="1772406"/>
                  </a:lnTo>
                  <a:lnTo>
                    <a:pt x="4307160" y="1772406"/>
                  </a:lnTo>
                  <a:lnTo>
                    <a:pt x="4307160" y="1772406"/>
                  </a:lnTo>
                  <a:lnTo>
                    <a:pt x="4312633" y="1772406"/>
                  </a:lnTo>
                  <a:lnTo>
                    <a:pt x="4312633" y="1772406"/>
                  </a:lnTo>
                  <a:lnTo>
                    <a:pt x="4318106" y="1772406"/>
                  </a:lnTo>
                  <a:lnTo>
                    <a:pt x="4318106" y="1772406"/>
                  </a:lnTo>
                  <a:lnTo>
                    <a:pt x="4323579" y="1772406"/>
                  </a:lnTo>
                  <a:lnTo>
                    <a:pt x="4323579" y="1772406"/>
                  </a:lnTo>
                  <a:lnTo>
                    <a:pt x="4329052" y="1772406"/>
                  </a:lnTo>
                  <a:lnTo>
                    <a:pt x="4329052" y="1772406"/>
                  </a:lnTo>
                  <a:lnTo>
                    <a:pt x="4334525" y="1772406"/>
                  </a:lnTo>
                  <a:lnTo>
                    <a:pt x="4334525" y="1772406"/>
                  </a:lnTo>
                  <a:lnTo>
                    <a:pt x="4339998" y="1772406"/>
                  </a:lnTo>
                  <a:lnTo>
                    <a:pt x="4339998" y="1772406"/>
                  </a:lnTo>
                  <a:lnTo>
                    <a:pt x="4345471" y="1772406"/>
                  </a:lnTo>
                  <a:lnTo>
                    <a:pt x="4345471" y="1772406"/>
                  </a:lnTo>
                  <a:lnTo>
                    <a:pt x="4350943" y="1772406"/>
                  </a:lnTo>
                  <a:lnTo>
                    <a:pt x="4350943" y="1772406"/>
                  </a:lnTo>
                  <a:lnTo>
                    <a:pt x="4356416" y="1772406"/>
                  </a:lnTo>
                  <a:lnTo>
                    <a:pt x="4356416" y="1772406"/>
                  </a:lnTo>
                  <a:lnTo>
                    <a:pt x="4361889" y="1772406"/>
                  </a:lnTo>
                  <a:lnTo>
                    <a:pt x="4361889" y="1772406"/>
                  </a:lnTo>
                  <a:lnTo>
                    <a:pt x="4367362" y="1772406"/>
                  </a:lnTo>
                  <a:lnTo>
                    <a:pt x="4367362" y="1772406"/>
                  </a:lnTo>
                  <a:lnTo>
                    <a:pt x="4372835" y="1772406"/>
                  </a:lnTo>
                  <a:lnTo>
                    <a:pt x="4372835" y="1772406"/>
                  </a:lnTo>
                  <a:lnTo>
                    <a:pt x="4378308" y="1772406"/>
                  </a:lnTo>
                  <a:lnTo>
                    <a:pt x="4378308" y="1772406"/>
                  </a:lnTo>
                  <a:lnTo>
                    <a:pt x="4383781" y="1772406"/>
                  </a:lnTo>
                  <a:lnTo>
                    <a:pt x="4383781" y="1747371"/>
                  </a:lnTo>
                  <a:lnTo>
                    <a:pt x="4389254" y="1747371"/>
                  </a:lnTo>
                  <a:lnTo>
                    <a:pt x="4389254" y="1747371"/>
                  </a:lnTo>
                  <a:lnTo>
                    <a:pt x="4394726" y="1747371"/>
                  </a:lnTo>
                  <a:lnTo>
                    <a:pt x="4394726" y="1747371"/>
                  </a:lnTo>
                  <a:lnTo>
                    <a:pt x="4400199" y="1747371"/>
                  </a:lnTo>
                  <a:lnTo>
                    <a:pt x="4400199" y="1747371"/>
                  </a:lnTo>
                  <a:lnTo>
                    <a:pt x="4405672" y="1747371"/>
                  </a:lnTo>
                  <a:lnTo>
                    <a:pt x="4405672" y="1747371"/>
                  </a:lnTo>
                  <a:lnTo>
                    <a:pt x="4411145" y="1747371"/>
                  </a:lnTo>
                  <a:lnTo>
                    <a:pt x="4411145" y="1747371"/>
                  </a:lnTo>
                  <a:lnTo>
                    <a:pt x="4416618" y="1747371"/>
                  </a:lnTo>
                  <a:lnTo>
                    <a:pt x="4416618" y="1722268"/>
                  </a:lnTo>
                  <a:lnTo>
                    <a:pt x="4422091" y="1722268"/>
                  </a:lnTo>
                  <a:lnTo>
                    <a:pt x="4422091" y="1722268"/>
                  </a:lnTo>
                  <a:lnTo>
                    <a:pt x="4427564" y="1722268"/>
                  </a:lnTo>
                  <a:lnTo>
                    <a:pt x="4427564" y="1722268"/>
                  </a:lnTo>
                  <a:lnTo>
                    <a:pt x="4433037" y="1722268"/>
                  </a:lnTo>
                  <a:lnTo>
                    <a:pt x="4433037" y="1722268"/>
                  </a:lnTo>
                  <a:lnTo>
                    <a:pt x="4438510" y="1722268"/>
                  </a:lnTo>
                  <a:lnTo>
                    <a:pt x="4438510" y="1722268"/>
                  </a:lnTo>
                  <a:lnTo>
                    <a:pt x="4443982" y="1722268"/>
                  </a:lnTo>
                  <a:lnTo>
                    <a:pt x="4443982" y="1722268"/>
                  </a:lnTo>
                  <a:lnTo>
                    <a:pt x="4449455" y="1722268"/>
                  </a:lnTo>
                  <a:lnTo>
                    <a:pt x="4449455" y="1722268"/>
                  </a:lnTo>
                  <a:lnTo>
                    <a:pt x="4454928" y="1722268"/>
                  </a:lnTo>
                  <a:lnTo>
                    <a:pt x="4454928" y="1722268"/>
                  </a:lnTo>
                  <a:lnTo>
                    <a:pt x="4460401" y="1722268"/>
                  </a:lnTo>
                  <a:lnTo>
                    <a:pt x="4460401" y="1722268"/>
                  </a:lnTo>
                  <a:lnTo>
                    <a:pt x="4465874" y="1722268"/>
                  </a:lnTo>
                  <a:lnTo>
                    <a:pt x="4465874" y="1722268"/>
                  </a:lnTo>
                  <a:lnTo>
                    <a:pt x="4471347" y="1722268"/>
                  </a:lnTo>
                  <a:lnTo>
                    <a:pt x="4471347" y="1722268"/>
                  </a:lnTo>
                  <a:lnTo>
                    <a:pt x="4476820" y="1722268"/>
                  </a:lnTo>
                  <a:lnTo>
                    <a:pt x="4476820" y="1722268"/>
                  </a:lnTo>
                  <a:lnTo>
                    <a:pt x="4482293" y="1722268"/>
                  </a:lnTo>
                  <a:lnTo>
                    <a:pt x="4482293" y="1722268"/>
                  </a:lnTo>
                  <a:lnTo>
                    <a:pt x="4487766" y="1722268"/>
                  </a:lnTo>
                  <a:lnTo>
                    <a:pt x="4487766" y="1697013"/>
                  </a:lnTo>
                  <a:lnTo>
                    <a:pt x="4493238" y="1697013"/>
                  </a:lnTo>
                  <a:lnTo>
                    <a:pt x="4493238" y="1697013"/>
                  </a:lnTo>
                  <a:lnTo>
                    <a:pt x="4498711" y="1697013"/>
                  </a:lnTo>
                  <a:lnTo>
                    <a:pt x="4498711" y="1697013"/>
                  </a:lnTo>
                  <a:lnTo>
                    <a:pt x="4504184" y="1697013"/>
                  </a:lnTo>
                  <a:lnTo>
                    <a:pt x="4504184" y="1697013"/>
                  </a:lnTo>
                  <a:lnTo>
                    <a:pt x="4509657" y="1697013"/>
                  </a:lnTo>
                  <a:lnTo>
                    <a:pt x="4509657" y="1697013"/>
                  </a:lnTo>
                  <a:lnTo>
                    <a:pt x="4515130" y="1697013"/>
                  </a:lnTo>
                  <a:lnTo>
                    <a:pt x="4515130" y="1671728"/>
                  </a:lnTo>
                  <a:lnTo>
                    <a:pt x="4520603" y="1671728"/>
                  </a:lnTo>
                  <a:lnTo>
                    <a:pt x="4520603" y="1671728"/>
                  </a:lnTo>
                  <a:lnTo>
                    <a:pt x="4526076" y="1671728"/>
                  </a:lnTo>
                  <a:lnTo>
                    <a:pt x="4526076" y="1671728"/>
                  </a:lnTo>
                  <a:lnTo>
                    <a:pt x="4531549" y="1671728"/>
                  </a:lnTo>
                  <a:lnTo>
                    <a:pt x="4531549" y="1646456"/>
                  </a:lnTo>
                  <a:lnTo>
                    <a:pt x="4537022" y="1646456"/>
                  </a:lnTo>
                  <a:lnTo>
                    <a:pt x="4537022" y="1646456"/>
                  </a:lnTo>
                  <a:lnTo>
                    <a:pt x="4542494" y="1646456"/>
                  </a:lnTo>
                  <a:lnTo>
                    <a:pt x="4542494" y="1646456"/>
                  </a:lnTo>
                  <a:lnTo>
                    <a:pt x="4547967" y="1646456"/>
                  </a:lnTo>
                  <a:lnTo>
                    <a:pt x="4547967" y="1646456"/>
                  </a:lnTo>
                  <a:lnTo>
                    <a:pt x="4553440" y="1646456"/>
                  </a:lnTo>
                  <a:lnTo>
                    <a:pt x="4553440" y="1646456"/>
                  </a:lnTo>
                  <a:lnTo>
                    <a:pt x="4558913" y="1646456"/>
                  </a:lnTo>
                  <a:lnTo>
                    <a:pt x="4558913" y="1646456"/>
                  </a:lnTo>
                  <a:lnTo>
                    <a:pt x="4564386" y="1646456"/>
                  </a:lnTo>
                  <a:lnTo>
                    <a:pt x="4564386" y="1646456"/>
                  </a:lnTo>
                  <a:lnTo>
                    <a:pt x="4569859" y="1646456"/>
                  </a:lnTo>
                  <a:lnTo>
                    <a:pt x="4569859" y="1646456"/>
                  </a:lnTo>
                  <a:lnTo>
                    <a:pt x="4575332" y="1646456"/>
                  </a:lnTo>
                  <a:lnTo>
                    <a:pt x="4575332" y="1646456"/>
                  </a:lnTo>
                  <a:lnTo>
                    <a:pt x="4580805" y="1646456"/>
                  </a:lnTo>
                  <a:lnTo>
                    <a:pt x="4580805" y="1620896"/>
                  </a:lnTo>
                  <a:lnTo>
                    <a:pt x="4586277" y="1620896"/>
                  </a:lnTo>
                  <a:lnTo>
                    <a:pt x="4586277" y="1620896"/>
                  </a:lnTo>
                  <a:lnTo>
                    <a:pt x="4591750" y="1620896"/>
                  </a:lnTo>
                  <a:lnTo>
                    <a:pt x="4591750" y="1595348"/>
                  </a:lnTo>
                  <a:lnTo>
                    <a:pt x="4597223" y="1595348"/>
                  </a:lnTo>
                  <a:lnTo>
                    <a:pt x="4597223" y="1595348"/>
                  </a:lnTo>
                  <a:lnTo>
                    <a:pt x="4602696" y="1595348"/>
                  </a:lnTo>
                  <a:lnTo>
                    <a:pt x="4602696" y="1595348"/>
                  </a:lnTo>
                  <a:lnTo>
                    <a:pt x="4608169" y="1595348"/>
                  </a:lnTo>
                  <a:lnTo>
                    <a:pt x="4608169" y="1595348"/>
                  </a:lnTo>
                  <a:lnTo>
                    <a:pt x="4613642" y="1595348"/>
                  </a:lnTo>
                  <a:lnTo>
                    <a:pt x="4613642" y="1595348"/>
                  </a:lnTo>
                  <a:lnTo>
                    <a:pt x="4619115" y="1595348"/>
                  </a:lnTo>
                  <a:lnTo>
                    <a:pt x="4619115" y="1595348"/>
                  </a:lnTo>
                  <a:lnTo>
                    <a:pt x="4624588" y="1595348"/>
                  </a:lnTo>
                  <a:lnTo>
                    <a:pt x="4624588" y="1595348"/>
                  </a:lnTo>
                  <a:lnTo>
                    <a:pt x="4630061" y="1595348"/>
                  </a:lnTo>
                  <a:lnTo>
                    <a:pt x="4630061" y="1595348"/>
                  </a:lnTo>
                  <a:lnTo>
                    <a:pt x="4635533" y="1595348"/>
                  </a:lnTo>
                  <a:lnTo>
                    <a:pt x="4635533" y="1595348"/>
                  </a:lnTo>
                  <a:lnTo>
                    <a:pt x="4641006" y="1595348"/>
                  </a:lnTo>
                  <a:lnTo>
                    <a:pt x="4641006" y="1595348"/>
                  </a:lnTo>
                  <a:lnTo>
                    <a:pt x="4646479" y="1595348"/>
                  </a:lnTo>
                  <a:lnTo>
                    <a:pt x="4646479" y="1595348"/>
                  </a:lnTo>
                  <a:lnTo>
                    <a:pt x="4651952" y="1595348"/>
                  </a:lnTo>
                  <a:lnTo>
                    <a:pt x="4651952" y="1595348"/>
                  </a:lnTo>
                  <a:lnTo>
                    <a:pt x="4657425" y="1595348"/>
                  </a:lnTo>
                  <a:lnTo>
                    <a:pt x="4657425" y="1595348"/>
                  </a:lnTo>
                  <a:lnTo>
                    <a:pt x="4662898" y="1595348"/>
                  </a:lnTo>
                  <a:lnTo>
                    <a:pt x="4662898" y="1595348"/>
                  </a:lnTo>
                  <a:lnTo>
                    <a:pt x="4668371" y="1595348"/>
                  </a:lnTo>
                  <a:lnTo>
                    <a:pt x="4668371" y="1595348"/>
                  </a:lnTo>
                  <a:lnTo>
                    <a:pt x="4673844" y="1595348"/>
                  </a:lnTo>
                  <a:lnTo>
                    <a:pt x="4673844" y="1595348"/>
                  </a:lnTo>
                  <a:lnTo>
                    <a:pt x="4679317" y="1595348"/>
                  </a:lnTo>
                  <a:lnTo>
                    <a:pt x="4679317" y="1595348"/>
                  </a:lnTo>
                  <a:lnTo>
                    <a:pt x="4684789" y="1595348"/>
                  </a:lnTo>
                  <a:lnTo>
                    <a:pt x="4684789" y="1595348"/>
                  </a:lnTo>
                  <a:lnTo>
                    <a:pt x="4690262" y="1595348"/>
                  </a:lnTo>
                  <a:lnTo>
                    <a:pt x="4690262" y="1595348"/>
                  </a:lnTo>
                  <a:lnTo>
                    <a:pt x="4695735" y="1595348"/>
                  </a:lnTo>
                  <a:lnTo>
                    <a:pt x="4695735" y="1595348"/>
                  </a:lnTo>
                  <a:lnTo>
                    <a:pt x="4701208" y="1595348"/>
                  </a:lnTo>
                  <a:lnTo>
                    <a:pt x="4701208" y="1595348"/>
                  </a:lnTo>
                  <a:lnTo>
                    <a:pt x="4706681" y="1595348"/>
                  </a:lnTo>
                  <a:lnTo>
                    <a:pt x="4706681" y="1595348"/>
                  </a:lnTo>
                  <a:lnTo>
                    <a:pt x="4712154" y="1595348"/>
                  </a:lnTo>
                  <a:lnTo>
                    <a:pt x="4712154" y="1569636"/>
                  </a:lnTo>
                  <a:lnTo>
                    <a:pt x="4717627" y="1569636"/>
                  </a:lnTo>
                  <a:lnTo>
                    <a:pt x="4717627" y="1569636"/>
                  </a:lnTo>
                  <a:lnTo>
                    <a:pt x="4723100" y="1569636"/>
                  </a:lnTo>
                  <a:lnTo>
                    <a:pt x="4723100" y="1543891"/>
                  </a:lnTo>
                  <a:lnTo>
                    <a:pt x="4728573" y="1543891"/>
                  </a:lnTo>
                  <a:lnTo>
                    <a:pt x="4728573" y="1543891"/>
                  </a:lnTo>
                  <a:lnTo>
                    <a:pt x="4734045" y="1543891"/>
                  </a:lnTo>
                  <a:lnTo>
                    <a:pt x="4734045" y="1543891"/>
                  </a:lnTo>
                  <a:lnTo>
                    <a:pt x="4739518" y="1543891"/>
                  </a:lnTo>
                  <a:lnTo>
                    <a:pt x="4739518" y="1543891"/>
                  </a:lnTo>
                  <a:lnTo>
                    <a:pt x="4744991" y="1543891"/>
                  </a:lnTo>
                  <a:lnTo>
                    <a:pt x="4744991" y="1518160"/>
                  </a:lnTo>
                  <a:lnTo>
                    <a:pt x="4750464" y="1518160"/>
                  </a:lnTo>
                  <a:lnTo>
                    <a:pt x="4750464" y="1518160"/>
                  </a:lnTo>
                  <a:lnTo>
                    <a:pt x="4755937" y="1518160"/>
                  </a:lnTo>
                  <a:lnTo>
                    <a:pt x="4755937" y="1518160"/>
                  </a:lnTo>
                  <a:lnTo>
                    <a:pt x="4761410" y="1518160"/>
                  </a:lnTo>
                  <a:lnTo>
                    <a:pt x="4761410" y="1518160"/>
                  </a:lnTo>
                  <a:lnTo>
                    <a:pt x="4766883" y="1518160"/>
                  </a:lnTo>
                  <a:lnTo>
                    <a:pt x="4766883" y="1518160"/>
                  </a:lnTo>
                  <a:lnTo>
                    <a:pt x="4772356" y="1518160"/>
                  </a:lnTo>
                  <a:lnTo>
                    <a:pt x="4772356" y="1518160"/>
                  </a:lnTo>
                  <a:lnTo>
                    <a:pt x="4777828" y="1518160"/>
                  </a:lnTo>
                  <a:lnTo>
                    <a:pt x="4777828" y="1518160"/>
                  </a:lnTo>
                  <a:lnTo>
                    <a:pt x="4783301" y="1518160"/>
                  </a:lnTo>
                  <a:lnTo>
                    <a:pt x="4783301" y="1518160"/>
                  </a:lnTo>
                  <a:lnTo>
                    <a:pt x="4788774" y="1518160"/>
                  </a:lnTo>
                  <a:lnTo>
                    <a:pt x="4788774" y="1518160"/>
                  </a:lnTo>
                  <a:lnTo>
                    <a:pt x="4794247" y="1518160"/>
                  </a:lnTo>
                  <a:lnTo>
                    <a:pt x="4794247" y="1518160"/>
                  </a:lnTo>
                  <a:lnTo>
                    <a:pt x="4799720" y="1518160"/>
                  </a:lnTo>
                  <a:lnTo>
                    <a:pt x="4799720" y="1518160"/>
                  </a:lnTo>
                  <a:lnTo>
                    <a:pt x="4805193" y="1518160"/>
                  </a:lnTo>
                  <a:lnTo>
                    <a:pt x="4805193" y="1518160"/>
                  </a:lnTo>
                  <a:lnTo>
                    <a:pt x="4810666" y="1518160"/>
                  </a:lnTo>
                  <a:lnTo>
                    <a:pt x="4810666" y="1518160"/>
                  </a:lnTo>
                  <a:lnTo>
                    <a:pt x="4816139" y="1518160"/>
                  </a:lnTo>
                  <a:lnTo>
                    <a:pt x="4816139" y="1518160"/>
                  </a:lnTo>
                  <a:lnTo>
                    <a:pt x="4821612" y="1518160"/>
                  </a:lnTo>
                  <a:lnTo>
                    <a:pt x="4821612" y="1518160"/>
                  </a:lnTo>
                  <a:lnTo>
                    <a:pt x="4827084" y="1518160"/>
                  </a:lnTo>
                  <a:lnTo>
                    <a:pt x="4827084" y="1518160"/>
                  </a:lnTo>
                  <a:lnTo>
                    <a:pt x="4832557" y="1518160"/>
                  </a:lnTo>
                  <a:lnTo>
                    <a:pt x="4832557" y="1492304"/>
                  </a:lnTo>
                  <a:lnTo>
                    <a:pt x="4838030" y="1492304"/>
                  </a:lnTo>
                  <a:lnTo>
                    <a:pt x="4838030" y="1492304"/>
                  </a:lnTo>
                  <a:lnTo>
                    <a:pt x="4843503" y="1492304"/>
                  </a:lnTo>
                  <a:lnTo>
                    <a:pt x="4843503" y="1492304"/>
                  </a:lnTo>
                  <a:lnTo>
                    <a:pt x="4848976" y="1492304"/>
                  </a:lnTo>
                  <a:lnTo>
                    <a:pt x="4848976" y="1492304"/>
                  </a:lnTo>
                  <a:lnTo>
                    <a:pt x="4854449" y="1492304"/>
                  </a:lnTo>
                  <a:lnTo>
                    <a:pt x="4854449" y="1492304"/>
                  </a:lnTo>
                  <a:lnTo>
                    <a:pt x="4859922" y="1492304"/>
                  </a:lnTo>
                  <a:lnTo>
                    <a:pt x="4859922" y="1492304"/>
                  </a:lnTo>
                  <a:lnTo>
                    <a:pt x="4865395" y="1492304"/>
                  </a:lnTo>
                  <a:lnTo>
                    <a:pt x="4865395" y="1492304"/>
                  </a:lnTo>
                  <a:lnTo>
                    <a:pt x="4870868" y="1492304"/>
                  </a:lnTo>
                  <a:lnTo>
                    <a:pt x="4870868" y="1492304"/>
                  </a:lnTo>
                  <a:lnTo>
                    <a:pt x="4876340" y="1492304"/>
                  </a:lnTo>
                  <a:lnTo>
                    <a:pt x="4876340" y="1492304"/>
                  </a:lnTo>
                  <a:lnTo>
                    <a:pt x="4881813" y="1492304"/>
                  </a:lnTo>
                  <a:lnTo>
                    <a:pt x="4881813" y="1492304"/>
                  </a:lnTo>
                  <a:lnTo>
                    <a:pt x="4887286" y="1492304"/>
                  </a:lnTo>
                  <a:lnTo>
                    <a:pt x="4887286" y="1466042"/>
                  </a:lnTo>
                  <a:lnTo>
                    <a:pt x="4892759" y="1466042"/>
                  </a:lnTo>
                  <a:lnTo>
                    <a:pt x="4892759" y="1466042"/>
                  </a:lnTo>
                  <a:lnTo>
                    <a:pt x="4898232" y="1466042"/>
                  </a:lnTo>
                  <a:lnTo>
                    <a:pt x="4898232" y="1466042"/>
                  </a:lnTo>
                  <a:lnTo>
                    <a:pt x="4903705" y="1466042"/>
                  </a:lnTo>
                  <a:lnTo>
                    <a:pt x="4903705" y="1466042"/>
                  </a:lnTo>
                  <a:lnTo>
                    <a:pt x="4909178" y="1466042"/>
                  </a:lnTo>
                  <a:lnTo>
                    <a:pt x="4909178" y="1466042"/>
                  </a:lnTo>
                  <a:lnTo>
                    <a:pt x="4914651" y="1466042"/>
                  </a:lnTo>
                  <a:lnTo>
                    <a:pt x="4914651" y="1439648"/>
                  </a:lnTo>
                  <a:lnTo>
                    <a:pt x="4920123" y="1439648"/>
                  </a:lnTo>
                  <a:lnTo>
                    <a:pt x="4920123" y="1439648"/>
                  </a:lnTo>
                  <a:lnTo>
                    <a:pt x="4925596" y="1439648"/>
                  </a:lnTo>
                  <a:lnTo>
                    <a:pt x="4925596" y="1439648"/>
                  </a:lnTo>
                  <a:lnTo>
                    <a:pt x="4931069" y="1439648"/>
                  </a:lnTo>
                  <a:lnTo>
                    <a:pt x="4931069" y="1439648"/>
                  </a:lnTo>
                  <a:lnTo>
                    <a:pt x="4936542" y="1439648"/>
                  </a:lnTo>
                  <a:lnTo>
                    <a:pt x="4936542" y="1439648"/>
                  </a:lnTo>
                  <a:lnTo>
                    <a:pt x="4942015" y="1439648"/>
                  </a:lnTo>
                  <a:lnTo>
                    <a:pt x="4942015" y="1439648"/>
                  </a:lnTo>
                  <a:lnTo>
                    <a:pt x="4947488" y="1439648"/>
                  </a:lnTo>
                  <a:lnTo>
                    <a:pt x="4947488" y="1439648"/>
                  </a:lnTo>
                  <a:lnTo>
                    <a:pt x="4952961" y="1439648"/>
                  </a:lnTo>
                  <a:lnTo>
                    <a:pt x="4952961" y="1439648"/>
                  </a:lnTo>
                  <a:lnTo>
                    <a:pt x="4958434" y="1439648"/>
                  </a:lnTo>
                  <a:lnTo>
                    <a:pt x="4958434" y="1439648"/>
                  </a:lnTo>
                  <a:lnTo>
                    <a:pt x="4963907" y="1439648"/>
                  </a:lnTo>
                  <a:lnTo>
                    <a:pt x="4963907" y="1439648"/>
                  </a:lnTo>
                  <a:lnTo>
                    <a:pt x="4969379" y="1439648"/>
                  </a:lnTo>
                  <a:lnTo>
                    <a:pt x="4969379" y="1439648"/>
                  </a:lnTo>
                  <a:lnTo>
                    <a:pt x="4974852" y="1439648"/>
                  </a:lnTo>
                  <a:lnTo>
                    <a:pt x="4974852" y="1439648"/>
                  </a:lnTo>
                  <a:lnTo>
                    <a:pt x="4980325" y="1439648"/>
                  </a:lnTo>
                  <a:lnTo>
                    <a:pt x="4980325" y="1439648"/>
                  </a:lnTo>
                  <a:lnTo>
                    <a:pt x="4985798" y="1439648"/>
                  </a:lnTo>
                  <a:lnTo>
                    <a:pt x="4985798" y="1439648"/>
                  </a:lnTo>
                  <a:lnTo>
                    <a:pt x="4991271" y="1439648"/>
                  </a:lnTo>
                  <a:lnTo>
                    <a:pt x="4991271" y="1439648"/>
                  </a:lnTo>
                  <a:lnTo>
                    <a:pt x="4996744" y="1439648"/>
                  </a:lnTo>
                  <a:lnTo>
                    <a:pt x="4996744" y="1439648"/>
                  </a:lnTo>
                  <a:lnTo>
                    <a:pt x="5002217" y="1439648"/>
                  </a:lnTo>
                  <a:lnTo>
                    <a:pt x="5002217" y="1412773"/>
                  </a:lnTo>
                  <a:lnTo>
                    <a:pt x="5007690" y="1412773"/>
                  </a:lnTo>
                  <a:lnTo>
                    <a:pt x="5007690" y="1412773"/>
                  </a:lnTo>
                  <a:lnTo>
                    <a:pt x="5013163" y="1412773"/>
                  </a:lnTo>
                  <a:lnTo>
                    <a:pt x="5013163" y="1412773"/>
                  </a:lnTo>
                  <a:lnTo>
                    <a:pt x="5018635" y="1412773"/>
                  </a:lnTo>
                  <a:lnTo>
                    <a:pt x="5018635" y="1412773"/>
                  </a:lnTo>
                  <a:lnTo>
                    <a:pt x="5024108" y="1412773"/>
                  </a:lnTo>
                  <a:lnTo>
                    <a:pt x="5024108" y="1412773"/>
                  </a:lnTo>
                  <a:lnTo>
                    <a:pt x="5029581" y="1412773"/>
                  </a:lnTo>
                  <a:lnTo>
                    <a:pt x="5029581" y="1412773"/>
                  </a:lnTo>
                  <a:lnTo>
                    <a:pt x="5035054" y="1412773"/>
                  </a:lnTo>
                  <a:lnTo>
                    <a:pt x="5035054" y="1412773"/>
                  </a:lnTo>
                  <a:lnTo>
                    <a:pt x="5040527" y="1412773"/>
                  </a:lnTo>
                  <a:lnTo>
                    <a:pt x="5040527" y="1412773"/>
                  </a:lnTo>
                  <a:lnTo>
                    <a:pt x="5046000" y="1412773"/>
                  </a:lnTo>
                  <a:lnTo>
                    <a:pt x="5046000" y="1412773"/>
                  </a:lnTo>
                  <a:lnTo>
                    <a:pt x="5051473" y="1412773"/>
                  </a:lnTo>
                  <a:lnTo>
                    <a:pt x="5051473" y="1412773"/>
                  </a:lnTo>
                  <a:lnTo>
                    <a:pt x="5056946" y="1412773"/>
                  </a:lnTo>
                  <a:lnTo>
                    <a:pt x="5056946" y="1412773"/>
                  </a:lnTo>
                  <a:lnTo>
                    <a:pt x="5062419" y="1412773"/>
                  </a:lnTo>
                  <a:lnTo>
                    <a:pt x="5062419" y="1412773"/>
                  </a:lnTo>
                  <a:lnTo>
                    <a:pt x="5067891" y="1412773"/>
                  </a:lnTo>
                  <a:lnTo>
                    <a:pt x="5067891" y="1412773"/>
                  </a:lnTo>
                  <a:lnTo>
                    <a:pt x="5073364" y="1412773"/>
                  </a:lnTo>
                  <a:lnTo>
                    <a:pt x="5073364" y="1412773"/>
                  </a:lnTo>
                  <a:lnTo>
                    <a:pt x="5078837" y="1412773"/>
                  </a:lnTo>
                  <a:lnTo>
                    <a:pt x="5078837" y="1412773"/>
                  </a:lnTo>
                  <a:lnTo>
                    <a:pt x="5084310" y="1412773"/>
                  </a:lnTo>
                  <a:lnTo>
                    <a:pt x="5084310" y="1412773"/>
                  </a:lnTo>
                  <a:lnTo>
                    <a:pt x="5089783" y="1412773"/>
                  </a:lnTo>
                  <a:lnTo>
                    <a:pt x="5089783" y="1412773"/>
                  </a:lnTo>
                  <a:lnTo>
                    <a:pt x="5095256" y="1412773"/>
                  </a:lnTo>
                  <a:lnTo>
                    <a:pt x="5095256" y="1412773"/>
                  </a:lnTo>
                  <a:lnTo>
                    <a:pt x="5100729" y="1412773"/>
                  </a:lnTo>
                  <a:lnTo>
                    <a:pt x="5100729" y="1385656"/>
                  </a:lnTo>
                  <a:lnTo>
                    <a:pt x="5106202" y="1385656"/>
                  </a:lnTo>
                  <a:lnTo>
                    <a:pt x="5106202" y="1385656"/>
                  </a:lnTo>
                  <a:lnTo>
                    <a:pt x="5111674" y="1385656"/>
                  </a:lnTo>
                  <a:lnTo>
                    <a:pt x="5111674" y="1358502"/>
                  </a:lnTo>
                  <a:lnTo>
                    <a:pt x="5117147" y="1358502"/>
                  </a:lnTo>
                  <a:lnTo>
                    <a:pt x="5117147" y="1358502"/>
                  </a:lnTo>
                  <a:lnTo>
                    <a:pt x="5122620" y="1358502"/>
                  </a:lnTo>
                  <a:lnTo>
                    <a:pt x="5122620" y="1358502"/>
                  </a:lnTo>
                  <a:lnTo>
                    <a:pt x="5128093" y="1358502"/>
                  </a:lnTo>
                  <a:lnTo>
                    <a:pt x="5128093" y="1358502"/>
                  </a:lnTo>
                  <a:lnTo>
                    <a:pt x="5133566" y="1358502"/>
                  </a:lnTo>
                  <a:lnTo>
                    <a:pt x="5133566" y="1358502"/>
                  </a:lnTo>
                  <a:lnTo>
                    <a:pt x="5139039" y="1358502"/>
                  </a:lnTo>
                  <a:lnTo>
                    <a:pt x="5139039" y="1358502"/>
                  </a:lnTo>
                  <a:lnTo>
                    <a:pt x="5144512" y="1358502"/>
                  </a:lnTo>
                  <a:lnTo>
                    <a:pt x="5144512" y="1331362"/>
                  </a:lnTo>
                  <a:lnTo>
                    <a:pt x="5149985" y="1331362"/>
                  </a:lnTo>
                  <a:lnTo>
                    <a:pt x="5149985" y="1331362"/>
                  </a:lnTo>
                  <a:lnTo>
                    <a:pt x="5155458" y="1331362"/>
                  </a:lnTo>
                  <a:lnTo>
                    <a:pt x="5155458" y="1331362"/>
                  </a:lnTo>
                  <a:lnTo>
                    <a:pt x="5160930" y="1331362"/>
                  </a:lnTo>
                  <a:lnTo>
                    <a:pt x="5160930" y="1331362"/>
                  </a:lnTo>
                  <a:lnTo>
                    <a:pt x="5166403" y="1331362"/>
                  </a:lnTo>
                  <a:lnTo>
                    <a:pt x="5166403" y="1331362"/>
                  </a:lnTo>
                  <a:lnTo>
                    <a:pt x="5171876" y="1331362"/>
                  </a:lnTo>
                  <a:lnTo>
                    <a:pt x="5171876" y="1331362"/>
                  </a:lnTo>
                  <a:lnTo>
                    <a:pt x="5177349" y="1331362"/>
                  </a:lnTo>
                  <a:lnTo>
                    <a:pt x="5177349" y="1331362"/>
                  </a:lnTo>
                  <a:lnTo>
                    <a:pt x="5182822" y="1331362"/>
                  </a:lnTo>
                  <a:lnTo>
                    <a:pt x="5182822" y="1331362"/>
                  </a:lnTo>
                  <a:lnTo>
                    <a:pt x="5188295" y="1331362"/>
                  </a:lnTo>
                  <a:lnTo>
                    <a:pt x="5188295" y="1331362"/>
                  </a:lnTo>
                  <a:lnTo>
                    <a:pt x="5193768" y="1331362"/>
                  </a:lnTo>
                  <a:lnTo>
                    <a:pt x="5193768" y="1331362"/>
                  </a:lnTo>
                  <a:lnTo>
                    <a:pt x="5199241" y="1331362"/>
                  </a:lnTo>
                  <a:lnTo>
                    <a:pt x="5199241" y="1331362"/>
                  </a:lnTo>
                  <a:lnTo>
                    <a:pt x="5204714" y="1331362"/>
                  </a:lnTo>
                  <a:lnTo>
                    <a:pt x="5204714" y="1331362"/>
                  </a:lnTo>
                  <a:lnTo>
                    <a:pt x="5210186" y="1331362"/>
                  </a:lnTo>
                  <a:lnTo>
                    <a:pt x="5210186" y="1331362"/>
                  </a:lnTo>
                  <a:lnTo>
                    <a:pt x="5215659" y="1331362"/>
                  </a:lnTo>
                  <a:lnTo>
                    <a:pt x="5215659" y="1331362"/>
                  </a:lnTo>
                  <a:lnTo>
                    <a:pt x="5221132" y="1331362"/>
                  </a:lnTo>
                  <a:lnTo>
                    <a:pt x="5221132" y="1331362"/>
                  </a:lnTo>
                  <a:lnTo>
                    <a:pt x="5226605" y="1331362"/>
                  </a:lnTo>
                  <a:lnTo>
                    <a:pt x="5226605" y="1331362"/>
                  </a:lnTo>
                  <a:lnTo>
                    <a:pt x="5232078" y="1331362"/>
                  </a:lnTo>
                  <a:lnTo>
                    <a:pt x="5232078" y="1331362"/>
                  </a:lnTo>
                  <a:lnTo>
                    <a:pt x="5237551" y="1331362"/>
                  </a:lnTo>
                  <a:lnTo>
                    <a:pt x="5237551" y="1331362"/>
                  </a:lnTo>
                  <a:lnTo>
                    <a:pt x="5243024" y="1331362"/>
                  </a:lnTo>
                  <a:lnTo>
                    <a:pt x="5243024" y="1331362"/>
                  </a:lnTo>
                  <a:lnTo>
                    <a:pt x="5248497" y="1331362"/>
                  </a:lnTo>
                  <a:lnTo>
                    <a:pt x="5248497" y="1331362"/>
                  </a:lnTo>
                  <a:lnTo>
                    <a:pt x="5253970" y="1331362"/>
                  </a:lnTo>
                  <a:lnTo>
                    <a:pt x="5253970" y="1331362"/>
                  </a:lnTo>
                  <a:lnTo>
                    <a:pt x="5259442" y="1331362"/>
                  </a:lnTo>
                  <a:lnTo>
                    <a:pt x="5259442" y="1331362"/>
                  </a:lnTo>
                  <a:lnTo>
                    <a:pt x="5264915" y="1331362"/>
                  </a:lnTo>
                  <a:lnTo>
                    <a:pt x="5264915" y="1331362"/>
                  </a:lnTo>
                  <a:lnTo>
                    <a:pt x="5270388" y="1331362"/>
                  </a:lnTo>
                  <a:lnTo>
                    <a:pt x="5270388" y="1331362"/>
                  </a:lnTo>
                  <a:lnTo>
                    <a:pt x="5275861" y="1331362"/>
                  </a:lnTo>
                  <a:lnTo>
                    <a:pt x="5275861" y="1331362"/>
                  </a:lnTo>
                  <a:lnTo>
                    <a:pt x="5281334" y="1331362"/>
                  </a:lnTo>
                  <a:lnTo>
                    <a:pt x="5281334" y="1331362"/>
                  </a:lnTo>
                  <a:lnTo>
                    <a:pt x="5286807" y="1331362"/>
                  </a:lnTo>
                  <a:lnTo>
                    <a:pt x="5286807" y="1303807"/>
                  </a:lnTo>
                  <a:lnTo>
                    <a:pt x="5292280" y="1303807"/>
                  </a:lnTo>
                  <a:lnTo>
                    <a:pt x="5292280" y="1303807"/>
                  </a:lnTo>
                  <a:lnTo>
                    <a:pt x="5297753" y="1303807"/>
                  </a:lnTo>
                  <a:lnTo>
                    <a:pt x="5297753" y="1303807"/>
                  </a:lnTo>
                  <a:lnTo>
                    <a:pt x="5303225" y="1303807"/>
                  </a:lnTo>
                  <a:lnTo>
                    <a:pt x="5303225" y="1303807"/>
                  </a:lnTo>
                  <a:lnTo>
                    <a:pt x="5308698" y="1303807"/>
                  </a:lnTo>
                  <a:lnTo>
                    <a:pt x="5308698" y="1303807"/>
                  </a:lnTo>
                  <a:lnTo>
                    <a:pt x="5314171" y="1303807"/>
                  </a:lnTo>
                  <a:lnTo>
                    <a:pt x="5314171" y="1303807"/>
                  </a:lnTo>
                  <a:lnTo>
                    <a:pt x="5319644" y="1303807"/>
                  </a:lnTo>
                  <a:lnTo>
                    <a:pt x="5319644" y="1303807"/>
                  </a:lnTo>
                  <a:lnTo>
                    <a:pt x="5325117" y="1303807"/>
                  </a:lnTo>
                  <a:lnTo>
                    <a:pt x="5325117" y="1248740"/>
                  </a:lnTo>
                  <a:lnTo>
                    <a:pt x="5330590" y="1248740"/>
                  </a:lnTo>
                  <a:lnTo>
                    <a:pt x="5330590" y="1248740"/>
                  </a:lnTo>
                  <a:lnTo>
                    <a:pt x="5336063" y="1248740"/>
                  </a:lnTo>
                  <a:lnTo>
                    <a:pt x="5336063" y="1248740"/>
                  </a:lnTo>
                  <a:lnTo>
                    <a:pt x="5341536" y="1248740"/>
                  </a:lnTo>
                  <a:lnTo>
                    <a:pt x="5341536" y="1248740"/>
                  </a:lnTo>
                  <a:lnTo>
                    <a:pt x="5347009" y="1248740"/>
                  </a:lnTo>
                  <a:lnTo>
                    <a:pt x="5347009" y="1221173"/>
                  </a:lnTo>
                  <a:lnTo>
                    <a:pt x="5352481" y="1221173"/>
                  </a:lnTo>
                  <a:lnTo>
                    <a:pt x="5352481" y="1221173"/>
                  </a:lnTo>
                  <a:lnTo>
                    <a:pt x="5357954" y="1221173"/>
                  </a:lnTo>
                  <a:lnTo>
                    <a:pt x="5357954" y="1221173"/>
                  </a:lnTo>
                  <a:lnTo>
                    <a:pt x="5363427" y="1221173"/>
                  </a:lnTo>
                  <a:lnTo>
                    <a:pt x="5363427" y="1221173"/>
                  </a:lnTo>
                  <a:lnTo>
                    <a:pt x="5368900" y="1221173"/>
                  </a:lnTo>
                  <a:lnTo>
                    <a:pt x="5368900" y="1221173"/>
                  </a:lnTo>
                  <a:lnTo>
                    <a:pt x="5374373" y="1221173"/>
                  </a:lnTo>
                  <a:lnTo>
                    <a:pt x="5374373" y="1221173"/>
                  </a:lnTo>
                  <a:lnTo>
                    <a:pt x="5379846" y="1221173"/>
                  </a:lnTo>
                  <a:lnTo>
                    <a:pt x="5379846" y="1221173"/>
                  </a:lnTo>
                  <a:lnTo>
                    <a:pt x="5385319" y="1221173"/>
                  </a:lnTo>
                  <a:lnTo>
                    <a:pt x="5385319" y="1221173"/>
                  </a:lnTo>
                  <a:lnTo>
                    <a:pt x="5390792" y="1221173"/>
                  </a:lnTo>
                  <a:lnTo>
                    <a:pt x="5390792" y="1221173"/>
                  </a:lnTo>
                  <a:lnTo>
                    <a:pt x="5396265" y="1221173"/>
                  </a:lnTo>
                  <a:lnTo>
                    <a:pt x="5396265" y="1221173"/>
                  </a:lnTo>
                  <a:lnTo>
                    <a:pt x="5401737" y="1221173"/>
                  </a:lnTo>
                  <a:lnTo>
                    <a:pt x="5401737" y="1221173"/>
                  </a:lnTo>
                  <a:lnTo>
                    <a:pt x="5407210" y="1221173"/>
                  </a:lnTo>
                  <a:lnTo>
                    <a:pt x="5407210" y="1221173"/>
                  </a:lnTo>
                  <a:lnTo>
                    <a:pt x="5412683" y="1221173"/>
                  </a:lnTo>
                  <a:lnTo>
                    <a:pt x="5412683" y="1221173"/>
                  </a:lnTo>
                  <a:lnTo>
                    <a:pt x="5418156" y="1221173"/>
                  </a:lnTo>
                  <a:lnTo>
                    <a:pt x="5418156" y="1221173"/>
                  </a:lnTo>
                  <a:lnTo>
                    <a:pt x="5423629" y="1221173"/>
                  </a:lnTo>
                  <a:lnTo>
                    <a:pt x="5423629" y="1221173"/>
                  </a:lnTo>
                  <a:lnTo>
                    <a:pt x="5429102" y="1221173"/>
                  </a:lnTo>
                  <a:lnTo>
                    <a:pt x="5429102" y="1221173"/>
                  </a:lnTo>
                  <a:lnTo>
                    <a:pt x="5434575" y="1221173"/>
                  </a:lnTo>
                  <a:lnTo>
                    <a:pt x="5434575" y="1221173"/>
                  </a:lnTo>
                  <a:lnTo>
                    <a:pt x="5440048" y="1221173"/>
                  </a:lnTo>
                  <a:lnTo>
                    <a:pt x="5440048" y="1221173"/>
                  </a:lnTo>
                  <a:lnTo>
                    <a:pt x="5445520" y="1221173"/>
                  </a:lnTo>
                  <a:lnTo>
                    <a:pt x="5445520" y="1221173"/>
                  </a:lnTo>
                  <a:lnTo>
                    <a:pt x="5450993" y="1221173"/>
                  </a:lnTo>
                  <a:lnTo>
                    <a:pt x="5450993" y="1221173"/>
                  </a:lnTo>
                  <a:lnTo>
                    <a:pt x="5456466" y="1221173"/>
                  </a:lnTo>
                  <a:lnTo>
                    <a:pt x="5456466" y="1221173"/>
                  </a:lnTo>
                  <a:lnTo>
                    <a:pt x="5461939" y="1221173"/>
                  </a:lnTo>
                  <a:lnTo>
                    <a:pt x="5461939" y="1221173"/>
                  </a:lnTo>
                  <a:lnTo>
                    <a:pt x="5467412" y="1221173"/>
                  </a:lnTo>
                  <a:lnTo>
                    <a:pt x="5467412" y="1221173"/>
                  </a:lnTo>
                  <a:lnTo>
                    <a:pt x="5472885" y="1221173"/>
                  </a:lnTo>
                  <a:lnTo>
                    <a:pt x="5472885" y="1221173"/>
                  </a:lnTo>
                  <a:lnTo>
                    <a:pt x="5478358" y="1221173"/>
                  </a:lnTo>
                  <a:lnTo>
                    <a:pt x="5478358" y="1221173"/>
                  </a:lnTo>
                  <a:lnTo>
                    <a:pt x="5483831" y="1221173"/>
                  </a:lnTo>
                  <a:lnTo>
                    <a:pt x="5483831" y="1221173"/>
                  </a:lnTo>
                  <a:lnTo>
                    <a:pt x="5489304" y="1221173"/>
                  </a:lnTo>
                  <a:lnTo>
                    <a:pt x="5489304" y="1221173"/>
                  </a:lnTo>
                  <a:lnTo>
                    <a:pt x="5494776" y="1221173"/>
                  </a:lnTo>
                  <a:lnTo>
                    <a:pt x="5494776" y="1221173"/>
                  </a:lnTo>
                  <a:lnTo>
                    <a:pt x="5500249" y="1221173"/>
                  </a:lnTo>
                  <a:lnTo>
                    <a:pt x="5500249" y="1221173"/>
                  </a:lnTo>
                  <a:lnTo>
                    <a:pt x="5505722" y="1221173"/>
                  </a:lnTo>
                  <a:lnTo>
                    <a:pt x="5505722" y="1221173"/>
                  </a:lnTo>
                  <a:lnTo>
                    <a:pt x="5511195" y="1221173"/>
                  </a:lnTo>
                  <a:lnTo>
                    <a:pt x="5511195" y="1221173"/>
                  </a:lnTo>
                  <a:lnTo>
                    <a:pt x="5516668" y="1221173"/>
                  </a:lnTo>
                  <a:lnTo>
                    <a:pt x="5516668" y="1221173"/>
                  </a:lnTo>
                  <a:lnTo>
                    <a:pt x="5522141" y="1221173"/>
                  </a:lnTo>
                  <a:lnTo>
                    <a:pt x="5522141" y="1221173"/>
                  </a:lnTo>
                  <a:lnTo>
                    <a:pt x="5527614" y="1221173"/>
                  </a:lnTo>
                  <a:lnTo>
                    <a:pt x="5527614" y="1193276"/>
                  </a:lnTo>
                  <a:lnTo>
                    <a:pt x="5533087" y="1193276"/>
                  </a:lnTo>
                  <a:lnTo>
                    <a:pt x="5533087" y="1193276"/>
                  </a:lnTo>
                  <a:lnTo>
                    <a:pt x="5538560" y="1193276"/>
                  </a:lnTo>
                  <a:lnTo>
                    <a:pt x="5538560" y="1193276"/>
                  </a:lnTo>
                  <a:lnTo>
                    <a:pt x="5544032" y="1193276"/>
                  </a:lnTo>
                  <a:lnTo>
                    <a:pt x="5544032" y="1193276"/>
                  </a:lnTo>
                  <a:lnTo>
                    <a:pt x="5549505" y="1193276"/>
                  </a:lnTo>
                  <a:lnTo>
                    <a:pt x="5549505" y="1193276"/>
                  </a:lnTo>
                  <a:lnTo>
                    <a:pt x="5554978" y="1193276"/>
                  </a:lnTo>
                  <a:lnTo>
                    <a:pt x="5554978" y="1193276"/>
                  </a:lnTo>
                  <a:lnTo>
                    <a:pt x="5560451" y="1193276"/>
                  </a:lnTo>
                  <a:lnTo>
                    <a:pt x="5560451" y="1193276"/>
                  </a:lnTo>
                  <a:lnTo>
                    <a:pt x="5565924" y="1193276"/>
                  </a:lnTo>
                  <a:lnTo>
                    <a:pt x="5565924" y="1193276"/>
                  </a:lnTo>
                  <a:lnTo>
                    <a:pt x="5571397" y="1193276"/>
                  </a:lnTo>
                  <a:lnTo>
                    <a:pt x="5571397" y="1165215"/>
                  </a:lnTo>
                  <a:lnTo>
                    <a:pt x="5576870" y="1165215"/>
                  </a:lnTo>
                  <a:lnTo>
                    <a:pt x="5576870" y="1165215"/>
                  </a:lnTo>
                  <a:lnTo>
                    <a:pt x="5582343" y="1165215"/>
                  </a:lnTo>
                  <a:lnTo>
                    <a:pt x="5582343" y="1165215"/>
                  </a:lnTo>
                  <a:lnTo>
                    <a:pt x="5587816" y="1165215"/>
                  </a:lnTo>
                  <a:lnTo>
                    <a:pt x="5587816" y="1165215"/>
                  </a:lnTo>
                  <a:lnTo>
                    <a:pt x="5593288" y="1165215"/>
                  </a:lnTo>
                  <a:lnTo>
                    <a:pt x="5593288" y="1165215"/>
                  </a:lnTo>
                  <a:lnTo>
                    <a:pt x="5598761" y="1165215"/>
                  </a:lnTo>
                  <a:lnTo>
                    <a:pt x="5598761" y="1137050"/>
                  </a:lnTo>
                  <a:lnTo>
                    <a:pt x="5604234" y="1137050"/>
                  </a:lnTo>
                  <a:lnTo>
                    <a:pt x="5604234" y="1108839"/>
                  </a:lnTo>
                  <a:lnTo>
                    <a:pt x="5609707" y="1108839"/>
                  </a:lnTo>
                  <a:lnTo>
                    <a:pt x="5609707" y="1108839"/>
                  </a:lnTo>
                  <a:lnTo>
                    <a:pt x="5615180" y="1108839"/>
                  </a:lnTo>
                  <a:lnTo>
                    <a:pt x="5615180" y="1108839"/>
                  </a:lnTo>
                  <a:lnTo>
                    <a:pt x="5620653" y="1108839"/>
                  </a:lnTo>
                  <a:lnTo>
                    <a:pt x="5620653" y="1108839"/>
                  </a:lnTo>
                  <a:lnTo>
                    <a:pt x="5626126" y="1108839"/>
                  </a:lnTo>
                  <a:lnTo>
                    <a:pt x="5626126" y="1108839"/>
                  </a:lnTo>
                  <a:lnTo>
                    <a:pt x="5631599" y="1108839"/>
                  </a:lnTo>
                  <a:lnTo>
                    <a:pt x="5631599" y="1108839"/>
                  </a:lnTo>
                  <a:lnTo>
                    <a:pt x="5637071" y="1108839"/>
                  </a:lnTo>
                  <a:lnTo>
                    <a:pt x="5637071" y="1080582"/>
                  </a:lnTo>
                  <a:lnTo>
                    <a:pt x="5642544" y="1080582"/>
                  </a:lnTo>
                  <a:lnTo>
                    <a:pt x="5642544" y="1080582"/>
                  </a:lnTo>
                  <a:lnTo>
                    <a:pt x="5648017" y="1080582"/>
                  </a:lnTo>
                  <a:lnTo>
                    <a:pt x="5648017" y="1080582"/>
                  </a:lnTo>
                  <a:lnTo>
                    <a:pt x="5653490" y="1080582"/>
                  </a:lnTo>
                  <a:lnTo>
                    <a:pt x="5653490" y="1080582"/>
                  </a:lnTo>
                  <a:lnTo>
                    <a:pt x="5658963" y="1080582"/>
                  </a:lnTo>
                  <a:lnTo>
                    <a:pt x="5658963" y="1080582"/>
                  </a:lnTo>
                  <a:lnTo>
                    <a:pt x="5664436" y="1080582"/>
                  </a:lnTo>
                  <a:lnTo>
                    <a:pt x="5664436" y="1080582"/>
                  </a:lnTo>
                  <a:lnTo>
                    <a:pt x="5669909" y="1080582"/>
                  </a:lnTo>
                  <a:lnTo>
                    <a:pt x="5669909" y="1080582"/>
                  </a:lnTo>
                  <a:lnTo>
                    <a:pt x="5675382" y="1080582"/>
                  </a:lnTo>
                  <a:lnTo>
                    <a:pt x="5675382" y="1080582"/>
                  </a:lnTo>
                  <a:lnTo>
                    <a:pt x="5680855" y="1080582"/>
                  </a:lnTo>
                  <a:lnTo>
                    <a:pt x="5680855" y="1080582"/>
                  </a:lnTo>
                  <a:lnTo>
                    <a:pt x="5686327" y="1080582"/>
                  </a:lnTo>
                  <a:lnTo>
                    <a:pt x="5686327" y="1080582"/>
                  </a:lnTo>
                  <a:lnTo>
                    <a:pt x="5691800" y="1080582"/>
                  </a:lnTo>
                  <a:lnTo>
                    <a:pt x="5691800" y="1080582"/>
                  </a:lnTo>
                  <a:lnTo>
                    <a:pt x="5697273" y="1080582"/>
                  </a:lnTo>
                  <a:lnTo>
                    <a:pt x="5697273" y="1080582"/>
                  </a:lnTo>
                  <a:lnTo>
                    <a:pt x="5702746" y="1080582"/>
                  </a:lnTo>
                  <a:lnTo>
                    <a:pt x="5702746" y="1080582"/>
                  </a:lnTo>
                  <a:lnTo>
                    <a:pt x="5708219" y="1080582"/>
                  </a:lnTo>
                  <a:lnTo>
                    <a:pt x="5708219" y="1080582"/>
                  </a:lnTo>
                  <a:lnTo>
                    <a:pt x="5713692" y="1080582"/>
                  </a:lnTo>
                  <a:lnTo>
                    <a:pt x="5713692" y="1080582"/>
                  </a:lnTo>
                  <a:lnTo>
                    <a:pt x="5719165" y="1080582"/>
                  </a:lnTo>
                  <a:lnTo>
                    <a:pt x="5719165" y="1080582"/>
                  </a:lnTo>
                  <a:lnTo>
                    <a:pt x="5724638" y="1080582"/>
                  </a:lnTo>
                  <a:lnTo>
                    <a:pt x="5724638" y="1080582"/>
                  </a:lnTo>
                  <a:lnTo>
                    <a:pt x="5730111" y="1080582"/>
                  </a:lnTo>
                  <a:lnTo>
                    <a:pt x="5730111" y="1080582"/>
                  </a:lnTo>
                  <a:lnTo>
                    <a:pt x="5735583" y="1080582"/>
                  </a:lnTo>
                  <a:lnTo>
                    <a:pt x="5735583" y="1080582"/>
                  </a:lnTo>
                  <a:lnTo>
                    <a:pt x="5741056" y="1080582"/>
                  </a:lnTo>
                  <a:lnTo>
                    <a:pt x="5741056" y="1080582"/>
                  </a:lnTo>
                  <a:lnTo>
                    <a:pt x="5746529" y="1080582"/>
                  </a:lnTo>
                  <a:lnTo>
                    <a:pt x="5746529" y="1080582"/>
                  </a:lnTo>
                  <a:lnTo>
                    <a:pt x="5752002" y="1080582"/>
                  </a:lnTo>
                  <a:lnTo>
                    <a:pt x="5752002" y="1080582"/>
                  </a:lnTo>
                  <a:lnTo>
                    <a:pt x="5757475" y="1080582"/>
                  </a:lnTo>
                  <a:lnTo>
                    <a:pt x="5757475" y="1080582"/>
                  </a:lnTo>
                  <a:lnTo>
                    <a:pt x="5762948" y="1080582"/>
                  </a:lnTo>
                  <a:lnTo>
                    <a:pt x="5762948" y="1080582"/>
                  </a:lnTo>
                  <a:lnTo>
                    <a:pt x="5768421" y="1080582"/>
                  </a:lnTo>
                  <a:lnTo>
                    <a:pt x="5768421" y="1080582"/>
                  </a:lnTo>
                  <a:lnTo>
                    <a:pt x="5773894" y="1080582"/>
                  </a:lnTo>
                  <a:lnTo>
                    <a:pt x="5773894" y="1080582"/>
                  </a:lnTo>
                  <a:lnTo>
                    <a:pt x="5779367" y="1080582"/>
                  </a:lnTo>
                  <a:lnTo>
                    <a:pt x="5779367" y="1080582"/>
                  </a:lnTo>
                  <a:lnTo>
                    <a:pt x="5784839" y="1080582"/>
                  </a:lnTo>
                  <a:lnTo>
                    <a:pt x="5784839" y="1080582"/>
                  </a:lnTo>
                  <a:lnTo>
                    <a:pt x="5790312" y="1080582"/>
                  </a:lnTo>
                  <a:lnTo>
                    <a:pt x="5790312" y="1080582"/>
                  </a:lnTo>
                  <a:lnTo>
                    <a:pt x="5795785" y="1080582"/>
                  </a:lnTo>
                  <a:lnTo>
                    <a:pt x="5795785" y="1080582"/>
                  </a:lnTo>
                  <a:lnTo>
                    <a:pt x="5801258" y="1080582"/>
                  </a:lnTo>
                  <a:lnTo>
                    <a:pt x="5801258" y="1080582"/>
                  </a:lnTo>
                  <a:lnTo>
                    <a:pt x="5806731" y="1080582"/>
                  </a:lnTo>
                  <a:lnTo>
                    <a:pt x="5806731" y="1080582"/>
                  </a:lnTo>
                  <a:lnTo>
                    <a:pt x="5812204" y="1080582"/>
                  </a:lnTo>
                  <a:lnTo>
                    <a:pt x="5812204" y="1080582"/>
                  </a:lnTo>
                  <a:lnTo>
                    <a:pt x="5817677" y="1080582"/>
                  </a:lnTo>
                  <a:lnTo>
                    <a:pt x="5817677" y="1080582"/>
                  </a:lnTo>
                  <a:lnTo>
                    <a:pt x="5823150" y="1080582"/>
                  </a:lnTo>
                  <a:lnTo>
                    <a:pt x="5823150" y="1080582"/>
                  </a:lnTo>
                  <a:lnTo>
                    <a:pt x="5828622" y="1080582"/>
                  </a:lnTo>
                  <a:lnTo>
                    <a:pt x="5828622" y="1080582"/>
                  </a:lnTo>
                  <a:lnTo>
                    <a:pt x="5834095" y="1080582"/>
                  </a:lnTo>
                  <a:lnTo>
                    <a:pt x="5834095" y="1080582"/>
                  </a:lnTo>
                  <a:lnTo>
                    <a:pt x="5839568" y="1080582"/>
                  </a:lnTo>
                  <a:lnTo>
                    <a:pt x="5839568" y="1080582"/>
                  </a:lnTo>
                  <a:lnTo>
                    <a:pt x="5845041" y="1080582"/>
                  </a:lnTo>
                  <a:lnTo>
                    <a:pt x="5845041" y="1080582"/>
                  </a:lnTo>
                  <a:lnTo>
                    <a:pt x="5850514" y="1080582"/>
                  </a:lnTo>
                  <a:lnTo>
                    <a:pt x="5850514" y="1080582"/>
                  </a:lnTo>
                  <a:lnTo>
                    <a:pt x="5855987" y="1080582"/>
                  </a:lnTo>
                  <a:lnTo>
                    <a:pt x="5855987" y="1080582"/>
                  </a:lnTo>
                  <a:lnTo>
                    <a:pt x="5861460" y="1080582"/>
                  </a:lnTo>
                  <a:lnTo>
                    <a:pt x="5861460" y="1051316"/>
                  </a:lnTo>
                  <a:lnTo>
                    <a:pt x="5866933" y="1051316"/>
                  </a:lnTo>
                  <a:lnTo>
                    <a:pt x="5866933" y="1051316"/>
                  </a:lnTo>
                  <a:lnTo>
                    <a:pt x="5872406" y="1051316"/>
                  </a:lnTo>
                  <a:lnTo>
                    <a:pt x="5872406" y="1051316"/>
                  </a:lnTo>
                  <a:lnTo>
                    <a:pt x="5877878" y="1051316"/>
                  </a:lnTo>
                  <a:lnTo>
                    <a:pt x="5877878" y="1051316"/>
                  </a:lnTo>
                  <a:lnTo>
                    <a:pt x="5883351" y="1051316"/>
                  </a:lnTo>
                  <a:lnTo>
                    <a:pt x="5883351" y="1051316"/>
                  </a:lnTo>
                  <a:lnTo>
                    <a:pt x="5888824" y="1051316"/>
                  </a:lnTo>
                  <a:lnTo>
                    <a:pt x="5888824" y="1051316"/>
                  </a:lnTo>
                  <a:lnTo>
                    <a:pt x="5894297" y="1051316"/>
                  </a:lnTo>
                  <a:lnTo>
                    <a:pt x="5894297" y="1051316"/>
                  </a:lnTo>
                  <a:lnTo>
                    <a:pt x="5899770" y="1051316"/>
                  </a:lnTo>
                  <a:lnTo>
                    <a:pt x="5899770" y="1051316"/>
                  </a:lnTo>
                  <a:lnTo>
                    <a:pt x="5905243" y="1051316"/>
                  </a:lnTo>
                  <a:lnTo>
                    <a:pt x="5905243" y="1051316"/>
                  </a:lnTo>
                  <a:lnTo>
                    <a:pt x="5910716" y="1051316"/>
                  </a:lnTo>
                  <a:lnTo>
                    <a:pt x="5910716" y="1051316"/>
                  </a:lnTo>
                  <a:lnTo>
                    <a:pt x="5916189" y="1051316"/>
                  </a:lnTo>
                  <a:lnTo>
                    <a:pt x="5916189" y="1051316"/>
                  </a:lnTo>
                  <a:lnTo>
                    <a:pt x="5921662" y="1051316"/>
                  </a:lnTo>
                  <a:lnTo>
                    <a:pt x="5921662" y="1051316"/>
                  </a:lnTo>
                  <a:lnTo>
                    <a:pt x="5927134" y="1051316"/>
                  </a:lnTo>
                  <a:lnTo>
                    <a:pt x="5927134" y="1051316"/>
                  </a:lnTo>
                  <a:lnTo>
                    <a:pt x="5932607" y="1051316"/>
                  </a:lnTo>
                  <a:lnTo>
                    <a:pt x="5932607" y="1051316"/>
                  </a:lnTo>
                  <a:lnTo>
                    <a:pt x="5938080" y="1051316"/>
                  </a:lnTo>
                  <a:lnTo>
                    <a:pt x="5938080" y="1051316"/>
                  </a:lnTo>
                  <a:lnTo>
                    <a:pt x="5943553" y="1051316"/>
                  </a:lnTo>
                  <a:lnTo>
                    <a:pt x="5943553" y="1021795"/>
                  </a:lnTo>
                  <a:lnTo>
                    <a:pt x="5949026" y="1021795"/>
                  </a:lnTo>
                  <a:lnTo>
                    <a:pt x="5949026" y="992292"/>
                  </a:lnTo>
                  <a:lnTo>
                    <a:pt x="5954499" y="992292"/>
                  </a:lnTo>
                  <a:lnTo>
                    <a:pt x="5954499" y="992292"/>
                  </a:lnTo>
                  <a:lnTo>
                    <a:pt x="5959972" y="992292"/>
                  </a:lnTo>
                  <a:lnTo>
                    <a:pt x="5959972" y="992292"/>
                  </a:lnTo>
                  <a:lnTo>
                    <a:pt x="5965445" y="992292"/>
                  </a:lnTo>
                  <a:lnTo>
                    <a:pt x="5965445" y="992292"/>
                  </a:lnTo>
                  <a:lnTo>
                    <a:pt x="5970918" y="992292"/>
                  </a:lnTo>
                  <a:lnTo>
                    <a:pt x="5970918" y="962667"/>
                  </a:lnTo>
                  <a:lnTo>
                    <a:pt x="5976390" y="962667"/>
                  </a:lnTo>
                  <a:lnTo>
                    <a:pt x="5976390" y="962667"/>
                  </a:lnTo>
                  <a:lnTo>
                    <a:pt x="5981863" y="962667"/>
                  </a:lnTo>
                  <a:lnTo>
                    <a:pt x="5981863" y="962667"/>
                  </a:lnTo>
                  <a:lnTo>
                    <a:pt x="5987336" y="962667"/>
                  </a:lnTo>
                  <a:lnTo>
                    <a:pt x="5987336" y="962667"/>
                  </a:lnTo>
                  <a:lnTo>
                    <a:pt x="5992809" y="962667"/>
                  </a:lnTo>
                  <a:lnTo>
                    <a:pt x="5992809" y="962667"/>
                  </a:lnTo>
                  <a:lnTo>
                    <a:pt x="5998282" y="962667"/>
                  </a:lnTo>
                  <a:lnTo>
                    <a:pt x="5998282" y="962667"/>
                  </a:lnTo>
                  <a:lnTo>
                    <a:pt x="6003755" y="962667"/>
                  </a:lnTo>
                  <a:lnTo>
                    <a:pt x="6003755" y="962667"/>
                  </a:lnTo>
                  <a:lnTo>
                    <a:pt x="6009228" y="962667"/>
                  </a:lnTo>
                  <a:lnTo>
                    <a:pt x="6009228" y="932920"/>
                  </a:lnTo>
                  <a:lnTo>
                    <a:pt x="6014701" y="932920"/>
                  </a:lnTo>
                  <a:lnTo>
                    <a:pt x="6014701" y="932920"/>
                  </a:lnTo>
                  <a:lnTo>
                    <a:pt x="6020173" y="932920"/>
                  </a:lnTo>
                  <a:lnTo>
                    <a:pt x="6020173" y="903118"/>
                  </a:lnTo>
                  <a:lnTo>
                    <a:pt x="6025646" y="903118"/>
                  </a:lnTo>
                  <a:lnTo>
                    <a:pt x="6025646" y="903118"/>
                  </a:lnTo>
                  <a:lnTo>
                    <a:pt x="6031119" y="903118"/>
                  </a:lnTo>
                  <a:lnTo>
                    <a:pt x="6031119" y="903118"/>
                  </a:lnTo>
                  <a:lnTo>
                    <a:pt x="6036592" y="903118"/>
                  </a:lnTo>
                  <a:lnTo>
                    <a:pt x="6036592" y="903118"/>
                  </a:lnTo>
                  <a:lnTo>
                    <a:pt x="6042065" y="903118"/>
                  </a:lnTo>
                  <a:lnTo>
                    <a:pt x="6042065" y="873192"/>
                  </a:lnTo>
                  <a:lnTo>
                    <a:pt x="6047538" y="873192"/>
                  </a:lnTo>
                  <a:lnTo>
                    <a:pt x="6047538" y="873192"/>
                  </a:lnTo>
                  <a:lnTo>
                    <a:pt x="6053011" y="873192"/>
                  </a:lnTo>
                  <a:lnTo>
                    <a:pt x="6053011" y="873192"/>
                  </a:lnTo>
                  <a:lnTo>
                    <a:pt x="6058484" y="873192"/>
                  </a:lnTo>
                  <a:lnTo>
                    <a:pt x="6058484" y="873192"/>
                  </a:lnTo>
                  <a:lnTo>
                    <a:pt x="6063957" y="873192"/>
                  </a:lnTo>
                  <a:lnTo>
                    <a:pt x="6063957" y="843064"/>
                  </a:lnTo>
                  <a:lnTo>
                    <a:pt x="6069429" y="843064"/>
                  </a:lnTo>
                  <a:lnTo>
                    <a:pt x="6069429" y="843064"/>
                  </a:lnTo>
                  <a:lnTo>
                    <a:pt x="6074902" y="843064"/>
                  </a:lnTo>
                  <a:lnTo>
                    <a:pt x="6074902" y="843064"/>
                  </a:lnTo>
                  <a:lnTo>
                    <a:pt x="6080375" y="843064"/>
                  </a:lnTo>
                  <a:lnTo>
                    <a:pt x="6080375" y="843064"/>
                  </a:lnTo>
                  <a:lnTo>
                    <a:pt x="6085848" y="843064"/>
                  </a:lnTo>
                  <a:lnTo>
                    <a:pt x="6085848" y="843064"/>
                  </a:lnTo>
                  <a:lnTo>
                    <a:pt x="6091321" y="843064"/>
                  </a:lnTo>
                  <a:lnTo>
                    <a:pt x="6091321" y="843064"/>
                  </a:lnTo>
                  <a:lnTo>
                    <a:pt x="6096794" y="843064"/>
                  </a:lnTo>
                  <a:lnTo>
                    <a:pt x="6096794" y="843064"/>
                  </a:lnTo>
                  <a:lnTo>
                    <a:pt x="6102267" y="843064"/>
                  </a:lnTo>
                  <a:lnTo>
                    <a:pt x="6102267" y="843064"/>
                  </a:lnTo>
                  <a:lnTo>
                    <a:pt x="6107740" y="843064"/>
                  </a:lnTo>
                  <a:lnTo>
                    <a:pt x="6107740" y="843064"/>
                  </a:lnTo>
                  <a:lnTo>
                    <a:pt x="6113213" y="843064"/>
                  </a:lnTo>
                  <a:lnTo>
                    <a:pt x="6113213" y="843064"/>
                  </a:lnTo>
                  <a:lnTo>
                    <a:pt x="6118685" y="843064"/>
                  </a:lnTo>
                  <a:lnTo>
                    <a:pt x="6118685" y="843064"/>
                  </a:lnTo>
                  <a:lnTo>
                    <a:pt x="6124158" y="843064"/>
                  </a:lnTo>
                  <a:lnTo>
                    <a:pt x="6124158" y="843064"/>
                  </a:lnTo>
                  <a:lnTo>
                    <a:pt x="6129631" y="843064"/>
                  </a:lnTo>
                  <a:lnTo>
                    <a:pt x="6129631" y="843064"/>
                  </a:lnTo>
                  <a:lnTo>
                    <a:pt x="6135104" y="843064"/>
                  </a:lnTo>
                  <a:lnTo>
                    <a:pt x="6135104" y="843064"/>
                  </a:lnTo>
                  <a:lnTo>
                    <a:pt x="6140577" y="843064"/>
                  </a:lnTo>
                  <a:lnTo>
                    <a:pt x="6140577" y="843064"/>
                  </a:lnTo>
                  <a:lnTo>
                    <a:pt x="6146050" y="843064"/>
                  </a:lnTo>
                  <a:lnTo>
                    <a:pt x="6146050" y="843064"/>
                  </a:lnTo>
                  <a:lnTo>
                    <a:pt x="6151523" y="843064"/>
                  </a:lnTo>
                  <a:lnTo>
                    <a:pt x="6151523" y="843064"/>
                  </a:lnTo>
                  <a:lnTo>
                    <a:pt x="6156996" y="843064"/>
                  </a:lnTo>
                  <a:lnTo>
                    <a:pt x="6156996" y="843064"/>
                  </a:lnTo>
                  <a:lnTo>
                    <a:pt x="6162468" y="843064"/>
                  </a:lnTo>
                  <a:lnTo>
                    <a:pt x="6162468" y="843064"/>
                  </a:lnTo>
                  <a:lnTo>
                    <a:pt x="6167941" y="843064"/>
                  </a:lnTo>
                  <a:lnTo>
                    <a:pt x="6167941" y="843064"/>
                  </a:lnTo>
                  <a:lnTo>
                    <a:pt x="6173414" y="843064"/>
                  </a:lnTo>
                  <a:lnTo>
                    <a:pt x="6173414" y="843064"/>
                  </a:lnTo>
                  <a:lnTo>
                    <a:pt x="6178887" y="843064"/>
                  </a:lnTo>
                  <a:lnTo>
                    <a:pt x="6178887" y="843064"/>
                  </a:lnTo>
                  <a:lnTo>
                    <a:pt x="6184360" y="843064"/>
                  </a:lnTo>
                  <a:lnTo>
                    <a:pt x="6184360" y="843064"/>
                  </a:lnTo>
                  <a:lnTo>
                    <a:pt x="6189833" y="843064"/>
                  </a:lnTo>
                  <a:lnTo>
                    <a:pt x="6189833" y="843064"/>
                  </a:lnTo>
                  <a:lnTo>
                    <a:pt x="6195306" y="843064"/>
                  </a:lnTo>
                  <a:lnTo>
                    <a:pt x="6195306" y="843064"/>
                  </a:lnTo>
                  <a:lnTo>
                    <a:pt x="6200779" y="843064"/>
                  </a:lnTo>
                  <a:lnTo>
                    <a:pt x="6200779" y="843064"/>
                  </a:lnTo>
                  <a:lnTo>
                    <a:pt x="6206252" y="843064"/>
                  </a:lnTo>
                  <a:lnTo>
                    <a:pt x="6206252" y="843064"/>
                  </a:lnTo>
                  <a:lnTo>
                    <a:pt x="6211724" y="843064"/>
                  </a:lnTo>
                  <a:lnTo>
                    <a:pt x="6211724" y="843064"/>
                  </a:lnTo>
                  <a:lnTo>
                    <a:pt x="6217197" y="843064"/>
                  </a:lnTo>
                  <a:lnTo>
                    <a:pt x="6217197" y="843064"/>
                  </a:lnTo>
                  <a:lnTo>
                    <a:pt x="6222670" y="843064"/>
                  </a:lnTo>
                  <a:lnTo>
                    <a:pt x="6222670" y="843064"/>
                  </a:lnTo>
                  <a:lnTo>
                    <a:pt x="6233616" y="843064"/>
                  </a:lnTo>
                  <a:lnTo>
                    <a:pt x="6233616" y="843064"/>
                  </a:lnTo>
                  <a:lnTo>
                    <a:pt x="6239089" y="843064"/>
                  </a:lnTo>
                  <a:lnTo>
                    <a:pt x="6239089" y="843064"/>
                  </a:lnTo>
                  <a:lnTo>
                    <a:pt x="6244562" y="843064"/>
                  </a:lnTo>
                  <a:lnTo>
                    <a:pt x="6244562" y="843064"/>
                  </a:lnTo>
                  <a:lnTo>
                    <a:pt x="6250035" y="843064"/>
                  </a:lnTo>
                  <a:lnTo>
                    <a:pt x="6250035" y="843064"/>
                  </a:lnTo>
                  <a:lnTo>
                    <a:pt x="6255508" y="843064"/>
                  </a:lnTo>
                  <a:lnTo>
                    <a:pt x="6255508" y="843064"/>
                  </a:lnTo>
                  <a:lnTo>
                    <a:pt x="6260980" y="843064"/>
                  </a:lnTo>
                  <a:lnTo>
                    <a:pt x="6260980" y="843064"/>
                  </a:lnTo>
                  <a:lnTo>
                    <a:pt x="6266453" y="843064"/>
                  </a:lnTo>
                  <a:lnTo>
                    <a:pt x="6266453" y="843064"/>
                  </a:lnTo>
                  <a:lnTo>
                    <a:pt x="6271926" y="843064"/>
                  </a:lnTo>
                  <a:lnTo>
                    <a:pt x="6271926" y="843064"/>
                  </a:lnTo>
                  <a:lnTo>
                    <a:pt x="6277399" y="843064"/>
                  </a:lnTo>
                  <a:lnTo>
                    <a:pt x="6277399" y="843064"/>
                  </a:lnTo>
                  <a:lnTo>
                    <a:pt x="6282872" y="843064"/>
                  </a:lnTo>
                  <a:lnTo>
                    <a:pt x="6282872" y="843064"/>
                  </a:lnTo>
                  <a:lnTo>
                    <a:pt x="6288345" y="843064"/>
                  </a:lnTo>
                  <a:lnTo>
                    <a:pt x="6288345" y="843064"/>
                  </a:lnTo>
                  <a:lnTo>
                    <a:pt x="6293818" y="843064"/>
                  </a:lnTo>
                  <a:lnTo>
                    <a:pt x="6293818" y="843064"/>
                  </a:lnTo>
                  <a:lnTo>
                    <a:pt x="6299291" y="843064"/>
                  </a:lnTo>
                  <a:lnTo>
                    <a:pt x="6299291" y="843064"/>
                  </a:lnTo>
                  <a:lnTo>
                    <a:pt x="6304764" y="843064"/>
                  </a:lnTo>
                  <a:lnTo>
                    <a:pt x="6304764" y="843064"/>
                  </a:lnTo>
                  <a:lnTo>
                    <a:pt x="6310236" y="843064"/>
                  </a:lnTo>
                  <a:lnTo>
                    <a:pt x="6310236" y="843064"/>
                  </a:lnTo>
                  <a:lnTo>
                    <a:pt x="6315709" y="843064"/>
                  </a:lnTo>
                  <a:lnTo>
                    <a:pt x="6315709" y="843064"/>
                  </a:lnTo>
                  <a:lnTo>
                    <a:pt x="6326655" y="843064"/>
                  </a:lnTo>
                  <a:lnTo>
                    <a:pt x="6326655" y="843064"/>
                  </a:lnTo>
                  <a:lnTo>
                    <a:pt x="6332128" y="843064"/>
                  </a:lnTo>
                  <a:lnTo>
                    <a:pt x="6332128" y="843064"/>
                  </a:lnTo>
                  <a:lnTo>
                    <a:pt x="6337601" y="843064"/>
                  </a:lnTo>
                  <a:lnTo>
                    <a:pt x="6337601" y="843064"/>
                  </a:lnTo>
                  <a:lnTo>
                    <a:pt x="6343074" y="843064"/>
                  </a:lnTo>
                  <a:lnTo>
                    <a:pt x="6343074" y="843064"/>
                  </a:lnTo>
                  <a:lnTo>
                    <a:pt x="6348547" y="843064"/>
                  </a:lnTo>
                  <a:lnTo>
                    <a:pt x="6348547" y="843064"/>
                  </a:lnTo>
                  <a:lnTo>
                    <a:pt x="6354019" y="843064"/>
                  </a:lnTo>
                  <a:lnTo>
                    <a:pt x="6354019" y="843064"/>
                  </a:lnTo>
                  <a:lnTo>
                    <a:pt x="6359492" y="843064"/>
                  </a:lnTo>
                  <a:lnTo>
                    <a:pt x="6359492" y="843064"/>
                  </a:lnTo>
                  <a:lnTo>
                    <a:pt x="6364965" y="843064"/>
                  </a:lnTo>
                  <a:lnTo>
                    <a:pt x="6364965" y="843064"/>
                  </a:lnTo>
                  <a:lnTo>
                    <a:pt x="6370438" y="843064"/>
                  </a:lnTo>
                  <a:lnTo>
                    <a:pt x="6370438" y="843064"/>
                  </a:lnTo>
                  <a:lnTo>
                    <a:pt x="6375911" y="843064"/>
                  </a:lnTo>
                  <a:lnTo>
                    <a:pt x="6375911" y="843064"/>
                  </a:lnTo>
                  <a:lnTo>
                    <a:pt x="6381384" y="843064"/>
                  </a:lnTo>
                  <a:lnTo>
                    <a:pt x="6381384" y="843064"/>
                  </a:lnTo>
                  <a:lnTo>
                    <a:pt x="6386857" y="843064"/>
                  </a:lnTo>
                  <a:lnTo>
                    <a:pt x="6386857" y="843064"/>
                  </a:lnTo>
                  <a:lnTo>
                    <a:pt x="6392330" y="843064"/>
                  </a:lnTo>
                  <a:lnTo>
                    <a:pt x="6392330" y="811807"/>
                  </a:lnTo>
                  <a:lnTo>
                    <a:pt x="6397803" y="811807"/>
                  </a:lnTo>
                  <a:lnTo>
                    <a:pt x="6397803" y="811807"/>
                  </a:lnTo>
                  <a:lnTo>
                    <a:pt x="6403275" y="811807"/>
                  </a:lnTo>
                  <a:lnTo>
                    <a:pt x="6403275" y="811807"/>
                  </a:lnTo>
                  <a:lnTo>
                    <a:pt x="6408748" y="811807"/>
                  </a:lnTo>
                  <a:lnTo>
                    <a:pt x="6408748" y="811807"/>
                  </a:lnTo>
                  <a:lnTo>
                    <a:pt x="6414221" y="811807"/>
                  </a:lnTo>
                  <a:lnTo>
                    <a:pt x="6414221" y="811807"/>
                  </a:lnTo>
                  <a:lnTo>
                    <a:pt x="6419694" y="811807"/>
                  </a:lnTo>
                  <a:lnTo>
                    <a:pt x="6419694" y="811807"/>
                  </a:lnTo>
                  <a:lnTo>
                    <a:pt x="6425167" y="811807"/>
                  </a:lnTo>
                  <a:lnTo>
                    <a:pt x="6425167" y="811807"/>
                  </a:lnTo>
                  <a:lnTo>
                    <a:pt x="6430640" y="811807"/>
                  </a:lnTo>
                  <a:lnTo>
                    <a:pt x="6430640" y="811807"/>
                  </a:lnTo>
                  <a:lnTo>
                    <a:pt x="6436113" y="811807"/>
                  </a:lnTo>
                  <a:lnTo>
                    <a:pt x="6436113" y="811807"/>
                  </a:lnTo>
                  <a:lnTo>
                    <a:pt x="6441586" y="811807"/>
                  </a:lnTo>
                  <a:lnTo>
                    <a:pt x="6441586" y="811807"/>
                  </a:lnTo>
                  <a:lnTo>
                    <a:pt x="6447059" y="811807"/>
                  </a:lnTo>
                  <a:lnTo>
                    <a:pt x="6447059" y="811807"/>
                  </a:lnTo>
                  <a:lnTo>
                    <a:pt x="6452531" y="811807"/>
                  </a:lnTo>
                  <a:lnTo>
                    <a:pt x="6452531" y="811807"/>
                  </a:lnTo>
                  <a:lnTo>
                    <a:pt x="6458004" y="811807"/>
                  </a:lnTo>
                  <a:lnTo>
                    <a:pt x="6458004" y="811807"/>
                  </a:lnTo>
                  <a:lnTo>
                    <a:pt x="6463477" y="811807"/>
                  </a:lnTo>
                  <a:lnTo>
                    <a:pt x="6463477" y="811807"/>
                  </a:lnTo>
                  <a:lnTo>
                    <a:pt x="6468950" y="811807"/>
                  </a:lnTo>
                  <a:lnTo>
                    <a:pt x="6468950" y="811807"/>
                  </a:lnTo>
                  <a:lnTo>
                    <a:pt x="6474423" y="811807"/>
                  </a:lnTo>
                  <a:lnTo>
                    <a:pt x="6474423" y="811807"/>
                  </a:lnTo>
                  <a:lnTo>
                    <a:pt x="6479896" y="811807"/>
                  </a:lnTo>
                  <a:lnTo>
                    <a:pt x="6479896" y="811807"/>
                  </a:lnTo>
                  <a:lnTo>
                    <a:pt x="6485369" y="811807"/>
                  </a:lnTo>
                  <a:lnTo>
                    <a:pt x="6485369" y="811807"/>
                  </a:lnTo>
                  <a:lnTo>
                    <a:pt x="6490842" y="811807"/>
                  </a:lnTo>
                  <a:lnTo>
                    <a:pt x="6490842" y="811807"/>
                  </a:lnTo>
                  <a:lnTo>
                    <a:pt x="6496315" y="811807"/>
                  </a:lnTo>
                  <a:lnTo>
                    <a:pt x="6496315" y="811807"/>
                  </a:lnTo>
                  <a:lnTo>
                    <a:pt x="6501787" y="811807"/>
                  </a:lnTo>
                  <a:lnTo>
                    <a:pt x="6501787" y="811807"/>
                  </a:lnTo>
                  <a:lnTo>
                    <a:pt x="6512733" y="811807"/>
                  </a:lnTo>
                  <a:lnTo>
                    <a:pt x="6512733" y="811807"/>
                  </a:lnTo>
                  <a:lnTo>
                    <a:pt x="6523679" y="811807"/>
                  </a:lnTo>
                  <a:lnTo>
                    <a:pt x="6523679" y="811807"/>
                  </a:lnTo>
                  <a:lnTo>
                    <a:pt x="6529152" y="811807"/>
                  </a:lnTo>
                  <a:lnTo>
                    <a:pt x="6529152" y="811807"/>
                  </a:lnTo>
                  <a:lnTo>
                    <a:pt x="6534625" y="811807"/>
                  </a:lnTo>
                  <a:lnTo>
                    <a:pt x="6534625" y="811807"/>
                  </a:lnTo>
                  <a:lnTo>
                    <a:pt x="6540098" y="811807"/>
                  </a:lnTo>
                  <a:lnTo>
                    <a:pt x="6540098" y="811807"/>
                  </a:lnTo>
                  <a:lnTo>
                    <a:pt x="6545570" y="811807"/>
                  </a:lnTo>
                  <a:lnTo>
                    <a:pt x="6545570" y="811807"/>
                  </a:lnTo>
                  <a:lnTo>
                    <a:pt x="6551043" y="811807"/>
                  </a:lnTo>
                  <a:lnTo>
                    <a:pt x="6551043" y="811807"/>
                  </a:lnTo>
                  <a:lnTo>
                    <a:pt x="6556516" y="811807"/>
                  </a:lnTo>
                  <a:lnTo>
                    <a:pt x="6556516" y="811807"/>
                  </a:lnTo>
                  <a:lnTo>
                    <a:pt x="6561989" y="811807"/>
                  </a:lnTo>
                  <a:lnTo>
                    <a:pt x="6561989" y="811807"/>
                  </a:lnTo>
                  <a:lnTo>
                    <a:pt x="6567462" y="811807"/>
                  </a:lnTo>
                  <a:lnTo>
                    <a:pt x="6567462" y="811807"/>
                  </a:lnTo>
                  <a:lnTo>
                    <a:pt x="6572935" y="811807"/>
                  </a:lnTo>
                  <a:lnTo>
                    <a:pt x="6572935" y="811807"/>
                  </a:lnTo>
                  <a:lnTo>
                    <a:pt x="6578408" y="811807"/>
                  </a:lnTo>
                  <a:lnTo>
                    <a:pt x="6578408" y="811807"/>
                  </a:lnTo>
                  <a:lnTo>
                    <a:pt x="6583881" y="811807"/>
                  </a:lnTo>
                  <a:lnTo>
                    <a:pt x="6583881" y="811807"/>
                  </a:lnTo>
                  <a:lnTo>
                    <a:pt x="6589354" y="811807"/>
                  </a:lnTo>
                  <a:lnTo>
                    <a:pt x="6589354" y="811807"/>
                  </a:lnTo>
                  <a:lnTo>
                    <a:pt x="6594826" y="811807"/>
                  </a:lnTo>
                  <a:lnTo>
                    <a:pt x="6594826" y="811807"/>
                  </a:lnTo>
                  <a:lnTo>
                    <a:pt x="6600299" y="811807"/>
                  </a:lnTo>
                  <a:lnTo>
                    <a:pt x="6600299" y="811807"/>
                  </a:lnTo>
                  <a:lnTo>
                    <a:pt x="6605772" y="811807"/>
                  </a:lnTo>
                  <a:lnTo>
                    <a:pt x="6605772" y="811807"/>
                  </a:lnTo>
                  <a:lnTo>
                    <a:pt x="6611245" y="811807"/>
                  </a:lnTo>
                  <a:lnTo>
                    <a:pt x="6611245" y="811807"/>
                  </a:lnTo>
                  <a:lnTo>
                    <a:pt x="6616718" y="811807"/>
                  </a:lnTo>
                  <a:lnTo>
                    <a:pt x="6616718" y="811807"/>
                  </a:lnTo>
                  <a:lnTo>
                    <a:pt x="6622191" y="811807"/>
                  </a:lnTo>
                  <a:lnTo>
                    <a:pt x="6622191" y="811807"/>
                  </a:lnTo>
                  <a:lnTo>
                    <a:pt x="6627664" y="811807"/>
                  </a:lnTo>
                  <a:lnTo>
                    <a:pt x="6627664" y="811807"/>
                  </a:lnTo>
                  <a:lnTo>
                    <a:pt x="6633137" y="811807"/>
                  </a:lnTo>
                  <a:lnTo>
                    <a:pt x="6633137" y="811807"/>
                  </a:lnTo>
                  <a:lnTo>
                    <a:pt x="6638610" y="811807"/>
                  </a:lnTo>
                  <a:lnTo>
                    <a:pt x="6638610" y="811807"/>
                  </a:lnTo>
                  <a:lnTo>
                    <a:pt x="6644082" y="811807"/>
                  </a:lnTo>
                  <a:lnTo>
                    <a:pt x="6644082" y="811807"/>
                  </a:lnTo>
                  <a:lnTo>
                    <a:pt x="6649555" y="811807"/>
                  </a:lnTo>
                  <a:lnTo>
                    <a:pt x="6649555" y="811807"/>
                  </a:lnTo>
                  <a:lnTo>
                    <a:pt x="6655028" y="811807"/>
                  </a:lnTo>
                  <a:lnTo>
                    <a:pt x="6655028" y="811807"/>
                  </a:lnTo>
                  <a:lnTo>
                    <a:pt x="6660501" y="811807"/>
                  </a:lnTo>
                  <a:lnTo>
                    <a:pt x="6660501" y="811807"/>
                  </a:lnTo>
                  <a:lnTo>
                    <a:pt x="6665974" y="811807"/>
                  </a:lnTo>
                  <a:lnTo>
                    <a:pt x="6665974" y="811807"/>
                  </a:lnTo>
                  <a:lnTo>
                    <a:pt x="6671447" y="811807"/>
                  </a:lnTo>
                  <a:lnTo>
                    <a:pt x="6671447" y="811807"/>
                  </a:lnTo>
                  <a:lnTo>
                    <a:pt x="6676920" y="811807"/>
                  </a:lnTo>
                  <a:lnTo>
                    <a:pt x="6676920" y="811807"/>
                  </a:lnTo>
                  <a:lnTo>
                    <a:pt x="6682393" y="811807"/>
                  </a:lnTo>
                  <a:lnTo>
                    <a:pt x="6682393" y="811807"/>
                  </a:lnTo>
                  <a:lnTo>
                    <a:pt x="6687865" y="811807"/>
                  </a:lnTo>
                  <a:lnTo>
                    <a:pt x="6687865" y="811807"/>
                  </a:lnTo>
                  <a:lnTo>
                    <a:pt x="6693338" y="811807"/>
                  </a:lnTo>
                  <a:lnTo>
                    <a:pt x="6693338" y="811807"/>
                  </a:lnTo>
                  <a:lnTo>
                    <a:pt x="6698811" y="811807"/>
                  </a:lnTo>
                  <a:lnTo>
                    <a:pt x="6698811" y="811807"/>
                  </a:lnTo>
                  <a:lnTo>
                    <a:pt x="6704284" y="811807"/>
                  </a:lnTo>
                  <a:lnTo>
                    <a:pt x="6704284" y="811807"/>
                  </a:lnTo>
                  <a:lnTo>
                    <a:pt x="6709757" y="811807"/>
                  </a:lnTo>
                  <a:lnTo>
                    <a:pt x="6709757" y="811807"/>
                  </a:lnTo>
                  <a:lnTo>
                    <a:pt x="6715230" y="811807"/>
                  </a:lnTo>
                  <a:lnTo>
                    <a:pt x="6715230" y="811807"/>
                  </a:lnTo>
                  <a:lnTo>
                    <a:pt x="6720703" y="811807"/>
                  </a:lnTo>
                  <a:lnTo>
                    <a:pt x="6720703" y="811807"/>
                  </a:lnTo>
                  <a:lnTo>
                    <a:pt x="6726176" y="811807"/>
                  </a:lnTo>
                  <a:lnTo>
                    <a:pt x="6726176" y="811807"/>
                  </a:lnTo>
                  <a:lnTo>
                    <a:pt x="6731649" y="811807"/>
                  </a:lnTo>
                  <a:lnTo>
                    <a:pt x="6731649" y="811807"/>
                  </a:lnTo>
                  <a:lnTo>
                    <a:pt x="6737121" y="811807"/>
                  </a:lnTo>
                  <a:lnTo>
                    <a:pt x="6737121" y="811807"/>
                  </a:lnTo>
                  <a:lnTo>
                    <a:pt x="6742594" y="811807"/>
                  </a:lnTo>
                  <a:lnTo>
                    <a:pt x="6742594" y="811807"/>
                  </a:lnTo>
                  <a:lnTo>
                    <a:pt x="6748067" y="811807"/>
                  </a:lnTo>
                  <a:lnTo>
                    <a:pt x="6748067" y="811807"/>
                  </a:lnTo>
                  <a:lnTo>
                    <a:pt x="6753540" y="811807"/>
                  </a:lnTo>
                  <a:lnTo>
                    <a:pt x="6753540" y="811807"/>
                  </a:lnTo>
                  <a:lnTo>
                    <a:pt x="6759013" y="811807"/>
                  </a:lnTo>
                  <a:lnTo>
                    <a:pt x="6759013" y="811807"/>
                  </a:lnTo>
                  <a:lnTo>
                    <a:pt x="6764486" y="811807"/>
                  </a:lnTo>
                  <a:lnTo>
                    <a:pt x="6764486" y="811807"/>
                  </a:lnTo>
                  <a:lnTo>
                    <a:pt x="6769959" y="811807"/>
                  </a:lnTo>
                  <a:lnTo>
                    <a:pt x="6769959" y="811807"/>
                  </a:lnTo>
                  <a:lnTo>
                    <a:pt x="6780905" y="811807"/>
                  </a:lnTo>
                  <a:lnTo>
                    <a:pt x="6780905" y="811807"/>
                  </a:lnTo>
                  <a:lnTo>
                    <a:pt x="6786377" y="811807"/>
                  </a:lnTo>
                  <a:lnTo>
                    <a:pt x="6786377" y="811807"/>
                  </a:lnTo>
                  <a:lnTo>
                    <a:pt x="6791850" y="811807"/>
                  </a:lnTo>
                  <a:lnTo>
                    <a:pt x="6791850" y="811807"/>
                  </a:lnTo>
                  <a:lnTo>
                    <a:pt x="6797323" y="811807"/>
                  </a:lnTo>
                  <a:lnTo>
                    <a:pt x="6797323" y="811807"/>
                  </a:lnTo>
                  <a:lnTo>
                    <a:pt x="6802796" y="811807"/>
                  </a:lnTo>
                  <a:lnTo>
                    <a:pt x="6802796" y="811807"/>
                  </a:lnTo>
                  <a:lnTo>
                    <a:pt x="6808269" y="811807"/>
                  </a:lnTo>
                  <a:lnTo>
                    <a:pt x="6808269" y="811807"/>
                  </a:lnTo>
                  <a:lnTo>
                    <a:pt x="6813742" y="811807"/>
                  </a:lnTo>
                  <a:lnTo>
                    <a:pt x="6813742" y="811807"/>
                  </a:lnTo>
                  <a:lnTo>
                    <a:pt x="6819215" y="811807"/>
                  </a:lnTo>
                  <a:lnTo>
                    <a:pt x="6819215" y="811807"/>
                  </a:lnTo>
                  <a:lnTo>
                    <a:pt x="6824688" y="811807"/>
                  </a:lnTo>
                  <a:lnTo>
                    <a:pt x="6824688" y="811807"/>
                  </a:lnTo>
                  <a:lnTo>
                    <a:pt x="6830161" y="811807"/>
                  </a:lnTo>
                  <a:lnTo>
                    <a:pt x="6830161" y="778442"/>
                  </a:lnTo>
                  <a:lnTo>
                    <a:pt x="6835633" y="778442"/>
                  </a:lnTo>
                  <a:lnTo>
                    <a:pt x="6835633" y="778442"/>
                  </a:lnTo>
                  <a:lnTo>
                    <a:pt x="6841106" y="778442"/>
                  </a:lnTo>
                  <a:lnTo>
                    <a:pt x="6841106" y="778442"/>
                  </a:lnTo>
                  <a:lnTo>
                    <a:pt x="6846579" y="778442"/>
                  </a:lnTo>
                  <a:lnTo>
                    <a:pt x="6846579" y="778442"/>
                  </a:lnTo>
                  <a:lnTo>
                    <a:pt x="6852052" y="778442"/>
                  </a:lnTo>
                  <a:lnTo>
                    <a:pt x="6852052" y="778442"/>
                  </a:lnTo>
                  <a:lnTo>
                    <a:pt x="6857525" y="778442"/>
                  </a:lnTo>
                  <a:lnTo>
                    <a:pt x="6857525" y="778442"/>
                  </a:lnTo>
                  <a:lnTo>
                    <a:pt x="6862998" y="778442"/>
                  </a:lnTo>
                  <a:lnTo>
                    <a:pt x="6862998" y="778442"/>
                  </a:lnTo>
                  <a:lnTo>
                    <a:pt x="6868471" y="778442"/>
                  </a:lnTo>
                  <a:lnTo>
                    <a:pt x="6868471" y="778442"/>
                  </a:lnTo>
                  <a:lnTo>
                    <a:pt x="6873944" y="778442"/>
                  </a:lnTo>
                  <a:lnTo>
                    <a:pt x="6873944" y="778442"/>
                  </a:lnTo>
                  <a:lnTo>
                    <a:pt x="6879416" y="778442"/>
                  </a:lnTo>
                  <a:lnTo>
                    <a:pt x="6879416" y="778442"/>
                  </a:lnTo>
                  <a:lnTo>
                    <a:pt x="6884889" y="778442"/>
                  </a:lnTo>
                  <a:lnTo>
                    <a:pt x="6884889" y="778442"/>
                  </a:lnTo>
                  <a:lnTo>
                    <a:pt x="6890362" y="778442"/>
                  </a:lnTo>
                  <a:lnTo>
                    <a:pt x="6890362" y="778442"/>
                  </a:lnTo>
                  <a:lnTo>
                    <a:pt x="6895835" y="778442"/>
                  </a:lnTo>
                  <a:lnTo>
                    <a:pt x="6895835" y="778442"/>
                  </a:lnTo>
                  <a:lnTo>
                    <a:pt x="6901308" y="778442"/>
                  </a:lnTo>
                  <a:lnTo>
                    <a:pt x="6901308" y="778442"/>
                  </a:lnTo>
                  <a:lnTo>
                    <a:pt x="6906781" y="778442"/>
                  </a:lnTo>
                  <a:lnTo>
                    <a:pt x="6906781" y="778442"/>
                  </a:lnTo>
                  <a:lnTo>
                    <a:pt x="6912254" y="778442"/>
                  </a:lnTo>
                  <a:lnTo>
                    <a:pt x="6912254" y="778442"/>
                  </a:lnTo>
                  <a:lnTo>
                    <a:pt x="6917727" y="778442"/>
                  </a:lnTo>
                  <a:lnTo>
                    <a:pt x="6917727" y="778442"/>
                  </a:lnTo>
                  <a:lnTo>
                    <a:pt x="6923200" y="778442"/>
                  </a:lnTo>
                  <a:lnTo>
                    <a:pt x="6923200" y="778442"/>
                  </a:lnTo>
                  <a:lnTo>
                    <a:pt x="6928672" y="778442"/>
                  </a:lnTo>
                  <a:lnTo>
                    <a:pt x="6928672" y="778442"/>
                  </a:lnTo>
                  <a:lnTo>
                    <a:pt x="6934145" y="778442"/>
                  </a:lnTo>
                  <a:lnTo>
                    <a:pt x="6934145" y="778442"/>
                  </a:lnTo>
                  <a:lnTo>
                    <a:pt x="6939618" y="778442"/>
                  </a:lnTo>
                  <a:lnTo>
                    <a:pt x="6939618" y="778442"/>
                  </a:lnTo>
                  <a:lnTo>
                    <a:pt x="6945091" y="778442"/>
                  </a:lnTo>
                  <a:lnTo>
                    <a:pt x="6945091" y="744713"/>
                  </a:lnTo>
                  <a:lnTo>
                    <a:pt x="6950564" y="744713"/>
                  </a:lnTo>
                  <a:lnTo>
                    <a:pt x="6950564" y="744713"/>
                  </a:lnTo>
                  <a:lnTo>
                    <a:pt x="6956037" y="744713"/>
                  </a:lnTo>
                  <a:lnTo>
                    <a:pt x="6956037" y="744713"/>
                  </a:lnTo>
                  <a:lnTo>
                    <a:pt x="6961510" y="744713"/>
                  </a:lnTo>
                  <a:lnTo>
                    <a:pt x="6961510" y="744713"/>
                  </a:lnTo>
                  <a:lnTo>
                    <a:pt x="6966983" y="744713"/>
                  </a:lnTo>
                  <a:lnTo>
                    <a:pt x="6966983" y="744713"/>
                  </a:lnTo>
                  <a:lnTo>
                    <a:pt x="6972456" y="744713"/>
                  </a:lnTo>
                  <a:lnTo>
                    <a:pt x="6972456" y="744713"/>
                  </a:lnTo>
                  <a:lnTo>
                    <a:pt x="6977928" y="744713"/>
                  </a:lnTo>
                  <a:lnTo>
                    <a:pt x="6977928" y="744713"/>
                  </a:lnTo>
                  <a:lnTo>
                    <a:pt x="6983401" y="744713"/>
                  </a:lnTo>
                  <a:lnTo>
                    <a:pt x="6983401" y="744713"/>
                  </a:lnTo>
                  <a:lnTo>
                    <a:pt x="6988874" y="744713"/>
                  </a:lnTo>
                  <a:lnTo>
                    <a:pt x="6988874" y="744713"/>
                  </a:lnTo>
                  <a:lnTo>
                    <a:pt x="6994347" y="744713"/>
                  </a:lnTo>
                  <a:lnTo>
                    <a:pt x="6994347" y="744713"/>
                  </a:lnTo>
                  <a:lnTo>
                    <a:pt x="6999820" y="744713"/>
                  </a:lnTo>
                  <a:lnTo>
                    <a:pt x="6999820" y="744713"/>
                  </a:lnTo>
                  <a:lnTo>
                    <a:pt x="7005293" y="744713"/>
                  </a:lnTo>
                  <a:lnTo>
                    <a:pt x="7005293" y="744713"/>
                  </a:lnTo>
                  <a:lnTo>
                    <a:pt x="7010766" y="744713"/>
                  </a:lnTo>
                  <a:lnTo>
                    <a:pt x="7010766" y="744713"/>
                  </a:lnTo>
                  <a:lnTo>
                    <a:pt x="7016239" y="744713"/>
                  </a:lnTo>
                  <a:lnTo>
                    <a:pt x="7016239" y="744713"/>
                  </a:lnTo>
                  <a:lnTo>
                    <a:pt x="7021712" y="744713"/>
                  </a:lnTo>
                  <a:lnTo>
                    <a:pt x="7021712" y="744713"/>
                  </a:lnTo>
                  <a:lnTo>
                    <a:pt x="7027184" y="744713"/>
                  </a:lnTo>
                  <a:lnTo>
                    <a:pt x="7027184" y="744713"/>
                  </a:lnTo>
                  <a:lnTo>
                    <a:pt x="7032657" y="744713"/>
                  </a:lnTo>
                  <a:lnTo>
                    <a:pt x="7032657" y="744713"/>
                  </a:lnTo>
                  <a:lnTo>
                    <a:pt x="7038130" y="744713"/>
                  </a:lnTo>
                  <a:lnTo>
                    <a:pt x="7038130" y="744713"/>
                  </a:lnTo>
                  <a:lnTo>
                    <a:pt x="7043603" y="744713"/>
                  </a:lnTo>
                  <a:lnTo>
                    <a:pt x="7043603" y="744713"/>
                  </a:lnTo>
                  <a:lnTo>
                    <a:pt x="7054549" y="744713"/>
                  </a:lnTo>
                  <a:lnTo>
                    <a:pt x="7054549" y="744713"/>
                  </a:lnTo>
                  <a:lnTo>
                    <a:pt x="7060022" y="744713"/>
                  </a:lnTo>
                  <a:lnTo>
                    <a:pt x="7060022" y="744713"/>
                  </a:lnTo>
                  <a:lnTo>
                    <a:pt x="7065495" y="744713"/>
                  </a:lnTo>
                  <a:lnTo>
                    <a:pt x="7065495" y="744713"/>
                  </a:lnTo>
                  <a:lnTo>
                    <a:pt x="7070967" y="744713"/>
                  </a:lnTo>
                  <a:lnTo>
                    <a:pt x="7070967" y="744713"/>
                  </a:lnTo>
                  <a:lnTo>
                    <a:pt x="7076440" y="744713"/>
                  </a:lnTo>
                  <a:lnTo>
                    <a:pt x="7076440" y="744713"/>
                  </a:lnTo>
                  <a:lnTo>
                    <a:pt x="7081913" y="744713"/>
                  </a:lnTo>
                  <a:lnTo>
                    <a:pt x="7081913" y="744713"/>
                  </a:lnTo>
                  <a:lnTo>
                    <a:pt x="7087386" y="744713"/>
                  </a:lnTo>
                  <a:lnTo>
                    <a:pt x="7087386" y="744713"/>
                  </a:lnTo>
                  <a:lnTo>
                    <a:pt x="7092859" y="744713"/>
                  </a:lnTo>
                  <a:lnTo>
                    <a:pt x="7092859" y="744713"/>
                  </a:lnTo>
                  <a:lnTo>
                    <a:pt x="7098332" y="744713"/>
                  </a:lnTo>
                  <a:lnTo>
                    <a:pt x="7098332" y="744713"/>
                  </a:lnTo>
                  <a:lnTo>
                    <a:pt x="7103805" y="744713"/>
                  </a:lnTo>
                  <a:lnTo>
                    <a:pt x="7103805" y="744713"/>
                  </a:lnTo>
                  <a:lnTo>
                    <a:pt x="7109278" y="744713"/>
                  </a:lnTo>
                  <a:lnTo>
                    <a:pt x="7109278" y="744713"/>
                  </a:lnTo>
                  <a:lnTo>
                    <a:pt x="7114751" y="744713"/>
                  </a:lnTo>
                  <a:lnTo>
                    <a:pt x="7114751" y="744713"/>
                  </a:lnTo>
                  <a:lnTo>
                    <a:pt x="7120223" y="744713"/>
                  </a:lnTo>
                  <a:lnTo>
                    <a:pt x="7120223" y="744713"/>
                  </a:lnTo>
                  <a:lnTo>
                    <a:pt x="7125696" y="744713"/>
                  </a:lnTo>
                  <a:lnTo>
                    <a:pt x="7125696" y="744713"/>
                  </a:lnTo>
                  <a:lnTo>
                    <a:pt x="7131169" y="744713"/>
                  </a:lnTo>
                  <a:lnTo>
                    <a:pt x="7131169" y="744713"/>
                  </a:lnTo>
                  <a:lnTo>
                    <a:pt x="7136642" y="744713"/>
                  </a:lnTo>
                  <a:lnTo>
                    <a:pt x="7136642" y="744713"/>
                  </a:lnTo>
                  <a:lnTo>
                    <a:pt x="7142115" y="744713"/>
                  </a:lnTo>
                  <a:lnTo>
                    <a:pt x="7142115" y="744713"/>
                  </a:lnTo>
                  <a:lnTo>
                    <a:pt x="7147588" y="744713"/>
                  </a:lnTo>
                  <a:lnTo>
                    <a:pt x="7147588" y="744713"/>
                  </a:lnTo>
                  <a:lnTo>
                    <a:pt x="7153061" y="744713"/>
                  </a:lnTo>
                  <a:lnTo>
                    <a:pt x="7153061" y="744713"/>
                  </a:lnTo>
                  <a:lnTo>
                    <a:pt x="7158534" y="744713"/>
                  </a:lnTo>
                  <a:lnTo>
                    <a:pt x="7158534" y="744713"/>
                  </a:lnTo>
                  <a:lnTo>
                    <a:pt x="7164007" y="744713"/>
                  </a:lnTo>
                  <a:lnTo>
                    <a:pt x="7164007" y="744713"/>
                  </a:lnTo>
                  <a:lnTo>
                    <a:pt x="7169479" y="744713"/>
                  </a:lnTo>
                  <a:lnTo>
                    <a:pt x="7169479" y="744713"/>
                  </a:lnTo>
                  <a:lnTo>
                    <a:pt x="7174952" y="744713"/>
                  </a:lnTo>
                  <a:lnTo>
                    <a:pt x="7174952" y="744713"/>
                  </a:lnTo>
                  <a:lnTo>
                    <a:pt x="7180425" y="744713"/>
                  </a:lnTo>
                  <a:lnTo>
                    <a:pt x="7180425" y="744713"/>
                  </a:lnTo>
                  <a:lnTo>
                    <a:pt x="7185898" y="744713"/>
                  </a:lnTo>
                  <a:lnTo>
                    <a:pt x="7185898" y="744713"/>
                  </a:lnTo>
                  <a:lnTo>
                    <a:pt x="7191371" y="744713"/>
                  </a:lnTo>
                  <a:lnTo>
                    <a:pt x="7191371" y="744713"/>
                  </a:lnTo>
                  <a:lnTo>
                    <a:pt x="7196844" y="744713"/>
                  </a:lnTo>
                  <a:lnTo>
                    <a:pt x="7196844" y="744713"/>
                  </a:lnTo>
                  <a:lnTo>
                    <a:pt x="7202317" y="744713"/>
                  </a:lnTo>
                  <a:lnTo>
                    <a:pt x="7202317" y="709764"/>
                  </a:lnTo>
                  <a:lnTo>
                    <a:pt x="7213262" y="709764"/>
                  </a:lnTo>
                  <a:lnTo>
                    <a:pt x="7213262" y="709764"/>
                  </a:lnTo>
                  <a:lnTo>
                    <a:pt x="7218735" y="709764"/>
                  </a:lnTo>
                  <a:lnTo>
                    <a:pt x="7218735" y="709764"/>
                  </a:lnTo>
                  <a:lnTo>
                    <a:pt x="7224208" y="709764"/>
                  </a:lnTo>
                  <a:lnTo>
                    <a:pt x="7224208" y="709764"/>
                  </a:lnTo>
                  <a:lnTo>
                    <a:pt x="7229681" y="709764"/>
                  </a:lnTo>
                  <a:lnTo>
                    <a:pt x="7229681" y="709764"/>
                  </a:lnTo>
                  <a:lnTo>
                    <a:pt x="7235154" y="709764"/>
                  </a:lnTo>
                  <a:lnTo>
                    <a:pt x="7235154" y="709764"/>
                  </a:lnTo>
                  <a:lnTo>
                    <a:pt x="7240627" y="709764"/>
                  </a:lnTo>
                  <a:lnTo>
                    <a:pt x="7240627" y="709764"/>
                  </a:lnTo>
                  <a:lnTo>
                    <a:pt x="7246100" y="709764"/>
                  </a:lnTo>
                  <a:lnTo>
                    <a:pt x="7246100" y="709764"/>
                  </a:lnTo>
                  <a:lnTo>
                    <a:pt x="7251573" y="709764"/>
                  </a:lnTo>
                  <a:lnTo>
                    <a:pt x="7251573" y="709764"/>
                  </a:lnTo>
                  <a:lnTo>
                    <a:pt x="7257046" y="709764"/>
                  </a:lnTo>
                  <a:lnTo>
                    <a:pt x="7257046" y="709764"/>
                  </a:lnTo>
                  <a:lnTo>
                    <a:pt x="7262518" y="709764"/>
                  </a:lnTo>
                  <a:lnTo>
                    <a:pt x="7262518" y="709764"/>
                  </a:lnTo>
                  <a:lnTo>
                    <a:pt x="7267991" y="709764"/>
                  </a:lnTo>
                  <a:lnTo>
                    <a:pt x="7267991" y="709764"/>
                  </a:lnTo>
                  <a:lnTo>
                    <a:pt x="7273464" y="709764"/>
                  </a:lnTo>
                  <a:lnTo>
                    <a:pt x="7273464" y="709764"/>
                  </a:lnTo>
                  <a:lnTo>
                    <a:pt x="7278937" y="709764"/>
                  </a:lnTo>
                  <a:lnTo>
                    <a:pt x="7278937" y="709764"/>
                  </a:lnTo>
                  <a:lnTo>
                    <a:pt x="7284410" y="709764"/>
                  </a:lnTo>
                  <a:lnTo>
                    <a:pt x="7284410" y="709764"/>
                  </a:lnTo>
                  <a:lnTo>
                    <a:pt x="7289883" y="709764"/>
                  </a:lnTo>
                  <a:lnTo>
                    <a:pt x="7289883" y="709764"/>
                  </a:lnTo>
                  <a:lnTo>
                    <a:pt x="7295356" y="709764"/>
                  </a:lnTo>
                  <a:lnTo>
                    <a:pt x="7295356" y="709764"/>
                  </a:lnTo>
                  <a:lnTo>
                    <a:pt x="7300829" y="709764"/>
                  </a:lnTo>
                  <a:lnTo>
                    <a:pt x="7300829" y="709764"/>
                  </a:lnTo>
                  <a:lnTo>
                    <a:pt x="7306302" y="709764"/>
                  </a:lnTo>
                  <a:lnTo>
                    <a:pt x="7306302" y="709764"/>
                  </a:lnTo>
                  <a:lnTo>
                    <a:pt x="7311774" y="709764"/>
                  </a:lnTo>
                  <a:lnTo>
                    <a:pt x="7311774" y="709764"/>
                  </a:lnTo>
                  <a:lnTo>
                    <a:pt x="7317247" y="709764"/>
                  </a:lnTo>
                  <a:lnTo>
                    <a:pt x="7317247" y="709764"/>
                  </a:lnTo>
                  <a:lnTo>
                    <a:pt x="7322720" y="709764"/>
                  </a:lnTo>
                  <a:lnTo>
                    <a:pt x="7322720" y="709764"/>
                  </a:lnTo>
                  <a:lnTo>
                    <a:pt x="7328193" y="709764"/>
                  </a:lnTo>
                  <a:lnTo>
                    <a:pt x="7328193" y="709764"/>
                  </a:lnTo>
                  <a:lnTo>
                    <a:pt x="7333666" y="709764"/>
                  </a:lnTo>
                  <a:lnTo>
                    <a:pt x="7333666" y="709764"/>
                  </a:lnTo>
                  <a:lnTo>
                    <a:pt x="7339139" y="709764"/>
                  </a:lnTo>
                  <a:lnTo>
                    <a:pt x="7339139" y="709764"/>
                  </a:lnTo>
                  <a:lnTo>
                    <a:pt x="7344612" y="709764"/>
                  </a:lnTo>
                  <a:lnTo>
                    <a:pt x="7344612" y="709764"/>
                  </a:lnTo>
                  <a:lnTo>
                    <a:pt x="7350085" y="709764"/>
                  </a:lnTo>
                  <a:lnTo>
                    <a:pt x="7350085" y="709764"/>
                  </a:lnTo>
                  <a:lnTo>
                    <a:pt x="7355558" y="709764"/>
                  </a:lnTo>
                  <a:lnTo>
                    <a:pt x="7355558" y="709764"/>
                  </a:lnTo>
                  <a:lnTo>
                    <a:pt x="7361030" y="709764"/>
                  </a:lnTo>
                  <a:lnTo>
                    <a:pt x="7361030" y="709764"/>
                  </a:lnTo>
                  <a:lnTo>
                    <a:pt x="7366503" y="709764"/>
                  </a:lnTo>
                  <a:lnTo>
                    <a:pt x="7366503" y="709764"/>
                  </a:lnTo>
                  <a:lnTo>
                    <a:pt x="7371976" y="709764"/>
                  </a:lnTo>
                  <a:lnTo>
                    <a:pt x="7371976" y="709764"/>
                  </a:lnTo>
                  <a:lnTo>
                    <a:pt x="7377449" y="709764"/>
                  </a:lnTo>
                  <a:lnTo>
                    <a:pt x="7377449" y="709764"/>
                  </a:lnTo>
                  <a:lnTo>
                    <a:pt x="7382922" y="709764"/>
                  </a:lnTo>
                  <a:lnTo>
                    <a:pt x="7382922" y="709764"/>
                  </a:lnTo>
                  <a:lnTo>
                    <a:pt x="7388395" y="709764"/>
                  </a:lnTo>
                  <a:lnTo>
                    <a:pt x="7388395" y="709764"/>
                  </a:lnTo>
                  <a:lnTo>
                    <a:pt x="7393868" y="709764"/>
                  </a:lnTo>
                  <a:lnTo>
                    <a:pt x="7393868" y="709764"/>
                  </a:lnTo>
                  <a:lnTo>
                    <a:pt x="7399341" y="709764"/>
                  </a:lnTo>
                  <a:lnTo>
                    <a:pt x="7399341" y="709764"/>
                  </a:lnTo>
                  <a:lnTo>
                    <a:pt x="7404813" y="709764"/>
                  </a:lnTo>
                  <a:lnTo>
                    <a:pt x="7404813" y="709764"/>
                  </a:lnTo>
                  <a:lnTo>
                    <a:pt x="7410286" y="709764"/>
                  </a:lnTo>
                  <a:lnTo>
                    <a:pt x="7410286" y="709764"/>
                  </a:lnTo>
                  <a:lnTo>
                    <a:pt x="7415759" y="709764"/>
                  </a:lnTo>
                  <a:lnTo>
                    <a:pt x="7415759" y="709764"/>
                  </a:lnTo>
                  <a:lnTo>
                    <a:pt x="7421232" y="709764"/>
                  </a:lnTo>
                  <a:lnTo>
                    <a:pt x="7421232" y="709764"/>
                  </a:lnTo>
                  <a:lnTo>
                    <a:pt x="7426705" y="709764"/>
                  </a:lnTo>
                  <a:lnTo>
                    <a:pt x="7426705" y="709764"/>
                  </a:lnTo>
                  <a:lnTo>
                    <a:pt x="7432178" y="709764"/>
                  </a:lnTo>
                  <a:lnTo>
                    <a:pt x="7432178" y="709764"/>
                  </a:lnTo>
                  <a:lnTo>
                    <a:pt x="7437651" y="709764"/>
                  </a:lnTo>
                  <a:lnTo>
                    <a:pt x="7437651" y="709764"/>
                  </a:lnTo>
                  <a:lnTo>
                    <a:pt x="7443124" y="709764"/>
                  </a:lnTo>
                  <a:lnTo>
                    <a:pt x="7443124" y="709764"/>
                  </a:lnTo>
                  <a:lnTo>
                    <a:pt x="7448597" y="709764"/>
                  </a:lnTo>
                  <a:lnTo>
                    <a:pt x="7448597" y="709764"/>
                  </a:lnTo>
                  <a:lnTo>
                    <a:pt x="7454069" y="709764"/>
                  </a:lnTo>
                  <a:lnTo>
                    <a:pt x="7454069" y="709764"/>
                  </a:lnTo>
                  <a:lnTo>
                    <a:pt x="7459542" y="709764"/>
                  </a:lnTo>
                  <a:lnTo>
                    <a:pt x="7459542" y="709764"/>
                  </a:lnTo>
                  <a:lnTo>
                    <a:pt x="7465015" y="709764"/>
                  </a:lnTo>
                  <a:lnTo>
                    <a:pt x="7465015" y="709764"/>
                  </a:lnTo>
                  <a:lnTo>
                    <a:pt x="7475961" y="709764"/>
                  </a:lnTo>
                  <a:lnTo>
                    <a:pt x="7475961" y="709764"/>
                  </a:lnTo>
                  <a:lnTo>
                    <a:pt x="7481434" y="709764"/>
                  </a:lnTo>
                  <a:lnTo>
                    <a:pt x="7481434" y="709764"/>
                  </a:lnTo>
                  <a:lnTo>
                    <a:pt x="7486907" y="709764"/>
                  </a:lnTo>
                  <a:lnTo>
                    <a:pt x="7486907" y="709764"/>
                  </a:lnTo>
                  <a:lnTo>
                    <a:pt x="7492380" y="709764"/>
                  </a:lnTo>
                  <a:lnTo>
                    <a:pt x="7492380" y="709764"/>
                  </a:lnTo>
                  <a:lnTo>
                    <a:pt x="7497853" y="709764"/>
                  </a:lnTo>
                  <a:lnTo>
                    <a:pt x="7497853" y="709764"/>
                  </a:lnTo>
                  <a:lnTo>
                    <a:pt x="7503325" y="709764"/>
                  </a:lnTo>
                  <a:lnTo>
                    <a:pt x="7503325" y="709764"/>
                  </a:lnTo>
                  <a:lnTo>
                    <a:pt x="7508798" y="709764"/>
                  </a:lnTo>
                  <a:lnTo>
                    <a:pt x="7508798" y="709764"/>
                  </a:lnTo>
                  <a:lnTo>
                    <a:pt x="7514271" y="709764"/>
                  </a:lnTo>
                  <a:lnTo>
                    <a:pt x="7514271" y="709764"/>
                  </a:lnTo>
                  <a:lnTo>
                    <a:pt x="7519744" y="709764"/>
                  </a:lnTo>
                  <a:lnTo>
                    <a:pt x="7519744" y="709764"/>
                  </a:lnTo>
                  <a:lnTo>
                    <a:pt x="7530690" y="709764"/>
                  </a:lnTo>
                  <a:lnTo>
                    <a:pt x="7530690" y="709764"/>
                  </a:lnTo>
                  <a:lnTo>
                    <a:pt x="7536163" y="709764"/>
                  </a:lnTo>
                  <a:lnTo>
                    <a:pt x="7536163" y="709764"/>
                  </a:lnTo>
                  <a:lnTo>
                    <a:pt x="7541636" y="709764"/>
                  </a:lnTo>
                  <a:lnTo>
                    <a:pt x="7541636" y="709764"/>
                  </a:lnTo>
                  <a:lnTo>
                    <a:pt x="7552581" y="709764"/>
                  </a:lnTo>
                  <a:lnTo>
                    <a:pt x="7552581" y="709764"/>
                  </a:lnTo>
                  <a:lnTo>
                    <a:pt x="7558054" y="709764"/>
                  </a:lnTo>
                  <a:lnTo>
                    <a:pt x="7558054" y="709764"/>
                  </a:lnTo>
                  <a:lnTo>
                    <a:pt x="7563527" y="709764"/>
                  </a:lnTo>
                  <a:lnTo>
                    <a:pt x="7563527" y="709764"/>
                  </a:lnTo>
                  <a:lnTo>
                    <a:pt x="7574473" y="709764"/>
                  </a:lnTo>
                  <a:lnTo>
                    <a:pt x="7574473" y="709764"/>
                  </a:lnTo>
                  <a:lnTo>
                    <a:pt x="7579946" y="709764"/>
                  </a:lnTo>
                  <a:lnTo>
                    <a:pt x="7579946" y="709764"/>
                  </a:lnTo>
                  <a:lnTo>
                    <a:pt x="7585419" y="709764"/>
                  </a:lnTo>
                  <a:lnTo>
                    <a:pt x="7585419" y="709764"/>
                  </a:lnTo>
                  <a:lnTo>
                    <a:pt x="7590892" y="709764"/>
                  </a:lnTo>
                  <a:lnTo>
                    <a:pt x="7590892" y="709764"/>
                  </a:lnTo>
                  <a:lnTo>
                    <a:pt x="7596364" y="709764"/>
                  </a:lnTo>
                  <a:lnTo>
                    <a:pt x="7596364" y="709764"/>
                  </a:lnTo>
                  <a:lnTo>
                    <a:pt x="7601837" y="709764"/>
                  </a:lnTo>
                  <a:lnTo>
                    <a:pt x="7601837" y="709764"/>
                  </a:lnTo>
                  <a:lnTo>
                    <a:pt x="7607310" y="709764"/>
                  </a:lnTo>
                  <a:lnTo>
                    <a:pt x="7607310" y="709764"/>
                  </a:lnTo>
                  <a:lnTo>
                    <a:pt x="7612783" y="709764"/>
                  </a:lnTo>
                  <a:lnTo>
                    <a:pt x="7612783" y="709764"/>
                  </a:lnTo>
                  <a:lnTo>
                    <a:pt x="7618256" y="709764"/>
                  </a:lnTo>
                  <a:lnTo>
                    <a:pt x="7618256" y="709764"/>
                  </a:lnTo>
                  <a:lnTo>
                    <a:pt x="7623729" y="709764"/>
                  </a:lnTo>
                  <a:lnTo>
                    <a:pt x="7623729" y="709764"/>
                  </a:lnTo>
                  <a:lnTo>
                    <a:pt x="7629202" y="709764"/>
                  </a:lnTo>
                  <a:lnTo>
                    <a:pt x="7629202" y="709764"/>
                  </a:lnTo>
                  <a:lnTo>
                    <a:pt x="7634675" y="709764"/>
                  </a:lnTo>
                  <a:lnTo>
                    <a:pt x="7634675" y="709764"/>
                  </a:lnTo>
                  <a:lnTo>
                    <a:pt x="7640148" y="709764"/>
                  </a:lnTo>
                  <a:lnTo>
                    <a:pt x="7640148" y="709764"/>
                  </a:lnTo>
                  <a:lnTo>
                    <a:pt x="7645620" y="709764"/>
                  </a:lnTo>
                  <a:lnTo>
                    <a:pt x="7645620" y="709764"/>
                  </a:lnTo>
                  <a:lnTo>
                    <a:pt x="7651093" y="709764"/>
                  </a:lnTo>
                  <a:lnTo>
                    <a:pt x="7651093" y="709764"/>
                  </a:lnTo>
                  <a:lnTo>
                    <a:pt x="7656566" y="709764"/>
                  </a:lnTo>
                  <a:lnTo>
                    <a:pt x="7656566" y="709764"/>
                  </a:lnTo>
                  <a:lnTo>
                    <a:pt x="7662039" y="709764"/>
                  </a:lnTo>
                  <a:lnTo>
                    <a:pt x="7662039" y="709764"/>
                  </a:lnTo>
                  <a:lnTo>
                    <a:pt x="7667512" y="709764"/>
                  </a:lnTo>
                  <a:lnTo>
                    <a:pt x="7667512" y="709764"/>
                  </a:lnTo>
                  <a:lnTo>
                    <a:pt x="7672985" y="709764"/>
                  </a:lnTo>
                  <a:lnTo>
                    <a:pt x="7672985" y="709764"/>
                  </a:lnTo>
                  <a:lnTo>
                    <a:pt x="7678458" y="709764"/>
                  </a:lnTo>
                  <a:lnTo>
                    <a:pt x="7678458" y="709764"/>
                  </a:lnTo>
                  <a:lnTo>
                    <a:pt x="7683931" y="709764"/>
                  </a:lnTo>
                  <a:lnTo>
                    <a:pt x="7683931" y="709764"/>
                  </a:lnTo>
                  <a:lnTo>
                    <a:pt x="7689404" y="709764"/>
                  </a:lnTo>
                  <a:lnTo>
                    <a:pt x="7689404" y="670644"/>
                  </a:lnTo>
                  <a:lnTo>
                    <a:pt x="7694876" y="670644"/>
                  </a:lnTo>
                  <a:lnTo>
                    <a:pt x="7694876" y="631570"/>
                  </a:lnTo>
                  <a:lnTo>
                    <a:pt x="7700349" y="631570"/>
                  </a:lnTo>
                  <a:lnTo>
                    <a:pt x="7700349" y="631570"/>
                  </a:lnTo>
                  <a:lnTo>
                    <a:pt x="7705822" y="631570"/>
                  </a:lnTo>
                  <a:lnTo>
                    <a:pt x="7705822" y="631570"/>
                  </a:lnTo>
                  <a:lnTo>
                    <a:pt x="7711295" y="631570"/>
                  </a:lnTo>
                  <a:lnTo>
                    <a:pt x="7711295" y="631570"/>
                  </a:lnTo>
                  <a:lnTo>
                    <a:pt x="7716768" y="631570"/>
                  </a:lnTo>
                  <a:lnTo>
                    <a:pt x="7716768" y="631570"/>
                  </a:lnTo>
                  <a:lnTo>
                    <a:pt x="7722241" y="631570"/>
                  </a:lnTo>
                  <a:lnTo>
                    <a:pt x="7722241" y="631570"/>
                  </a:lnTo>
                  <a:lnTo>
                    <a:pt x="7727714" y="631570"/>
                  </a:lnTo>
                  <a:lnTo>
                    <a:pt x="7727714" y="631570"/>
                  </a:lnTo>
                  <a:lnTo>
                    <a:pt x="7733187" y="631570"/>
                  </a:lnTo>
                  <a:lnTo>
                    <a:pt x="7733187" y="631570"/>
                  </a:lnTo>
                  <a:lnTo>
                    <a:pt x="7738659" y="631570"/>
                  </a:lnTo>
                  <a:lnTo>
                    <a:pt x="7738659" y="631570"/>
                  </a:lnTo>
                  <a:lnTo>
                    <a:pt x="7744132" y="631570"/>
                  </a:lnTo>
                  <a:lnTo>
                    <a:pt x="7744132" y="631570"/>
                  </a:lnTo>
                  <a:lnTo>
                    <a:pt x="7760551" y="631570"/>
                  </a:lnTo>
                  <a:lnTo>
                    <a:pt x="7760551" y="631570"/>
                  </a:lnTo>
                  <a:lnTo>
                    <a:pt x="7766024" y="631570"/>
                  </a:lnTo>
                  <a:lnTo>
                    <a:pt x="7766024" y="631570"/>
                  </a:lnTo>
                  <a:lnTo>
                    <a:pt x="7771497" y="631570"/>
                  </a:lnTo>
                  <a:lnTo>
                    <a:pt x="7771497" y="631570"/>
                  </a:lnTo>
                  <a:lnTo>
                    <a:pt x="7776970" y="631570"/>
                  </a:lnTo>
                  <a:lnTo>
                    <a:pt x="7776970" y="631570"/>
                  </a:lnTo>
                  <a:lnTo>
                    <a:pt x="7782443" y="631570"/>
                  </a:lnTo>
                  <a:lnTo>
                    <a:pt x="7782443" y="631570"/>
                  </a:lnTo>
                  <a:lnTo>
                    <a:pt x="7787915" y="631570"/>
                  </a:lnTo>
                  <a:lnTo>
                    <a:pt x="7787915" y="591825"/>
                  </a:lnTo>
                  <a:lnTo>
                    <a:pt x="7793388" y="591825"/>
                  </a:lnTo>
                  <a:lnTo>
                    <a:pt x="7793388" y="591825"/>
                  </a:lnTo>
                  <a:lnTo>
                    <a:pt x="7798861" y="591825"/>
                  </a:lnTo>
                  <a:lnTo>
                    <a:pt x="7798861" y="591825"/>
                  </a:lnTo>
                  <a:lnTo>
                    <a:pt x="7804334" y="591825"/>
                  </a:lnTo>
                  <a:lnTo>
                    <a:pt x="7804334" y="591825"/>
                  </a:lnTo>
                  <a:lnTo>
                    <a:pt x="7815280" y="591825"/>
                  </a:lnTo>
                  <a:lnTo>
                    <a:pt x="7815280" y="591825"/>
                  </a:lnTo>
                  <a:lnTo>
                    <a:pt x="7820753" y="591825"/>
                  </a:lnTo>
                  <a:lnTo>
                    <a:pt x="7820753" y="591825"/>
                  </a:lnTo>
                  <a:lnTo>
                    <a:pt x="7826226" y="591825"/>
                  </a:lnTo>
                  <a:lnTo>
                    <a:pt x="7826226" y="551833"/>
                  </a:lnTo>
                  <a:lnTo>
                    <a:pt x="7831699" y="551833"/>
                  </a:lnTo>
                  <a:lnTo>
                    <a:pt x="7831699" y="551833"/>
                  </a:lnTo>
                  <a:lnTo>
                    <a:pt x="7837171" y="551833"/>
                  </a:lnTo>
                  <a:lnTo>
                    <a:pt x="7837171" y="551833"/>
                  </a:lnTo>
                  <a:lnTo>
                    <a:pt x="7842644" y="551833"/>
                  </a:lnTo>
                  <a:lnTo>
                    <a:pt x="7842644" y="551833"/>
                  </a:lnTo>
                  <a:lnTo>
                    <a:pt x="7848117" y="551833"/>
                  </a:lnTo>
                  <a:lnTo>
                    <a:pt x="7848117" y="551833"/>
                  </a:lnTo>
                  <a:lnTo>
                    <a:pt x="7853590" y="551833"/>
                  </a:lnTo>
                  <a:lnTo>
                    <a:pt x="7853590" y="511889"/>
                  </a:lnTo>
                  <a:lnTo>
                    <a:pt x="7859063" y="511889"/>
                  </a:lnTo>
                  <a:lnTo>
                    <a:pt x="7859063" y="511889"/>
                  </a:lnTo>
                  <a:lnTo>
                    <a:pt x="7864536" y="511889"/>
                  </a:lnTo>
                  <a:lnTo>
                    <a:pt x="7864536" y="511889"/>
                  </a:lnTo>
                  <a:lnTo>
                    <a:pt x="7870009" y="511889"/>
                  </a:lnTo>
                  <a:lnTo>
                    <a:pt x="7870009" y="511889"/>
                  </a:lnTo>
                  <a:lnTo>
                    <a:pt x="7875482" y="511889"/>
                  </a:lnTo>
                  <a:lnTo>
                    <a:pt x="7875482" y="511889"/>
                  </a:lnTo>
                  <a:lnTo>
                    <a:pt x="7880955" y="511889"/>
                  </a:lnTo>
                  <a:lnTo>
                    <a:pt x="7880955" y="511889"/>
                  </a:lnTo>
                  <a:lnTo>
                    <a:pt x="7886427" y="511889"/>
                  </a:lnTo>
                  <a:lnTo>
                    <a:pt x="7886427" y="511889"/>
                  </a:lnTo>
                  <a:lnTo>
                    <a:pt x="7891900" y="511889"/>
                  </a:lnTo>
                  <a:lnTo>
                    <a:pt x="7891900" y="511889"/>
                  </a:lnTo>
                  <a:lnTo>
                    <a:pt x="7897373" y="511889"/>
                  </a:lnTo>
                  <a:lnTo>
                    <a:pt x="7897373" y="511889"/>
                  </a:lnTo>
                  <a:lnTo>
                    <a:pt x="7902846" y="511889"/>
                  </a:lnTo>
                  <a:lnTo>
                    <a:pt x="7902846" y="511889"/>
                  </a:lnTo>
                  <a:lnTo>
                    <a:pt x="7908319" y="511889"/>
                  </a:lnTo>
                  <a:lnTo>
                    <a:pt x="7908319" y="511889"/>
                  </a:lnTo>
                  <a:lnTo>
                    <a:pt x="7913792" y="511889"/>
                  </a:lnTo>
                  <a:lnTo>
                    <a:pt x="7913792" y="511889"/>
                  </a:lnTo>
                  <a:lnTo>
                    <a:pt x="7919265" y="511889"/>
                  </a:lnTo>
                  <a:lnTo>
                    <a:pt x="7919265" y="511889"/>
                  </a:lnTo>
                  <a:lnTo>
                    <a:pt x="7924738" y="511889"/>
                  </a:lnTo>
                  <a:lnTo>
                    <a:pt x="7924738" y="511889"/>
                  </a:lnTo>
                  <a:lnTo>
                    <a:pt x="7930210" y="511889"/>
                  </a:lnTo>
                  <a:lnTo>
                    <a:pt x="7930210" y="511889"/>
                  </a:lnTo>
                  <a:lnTo>
                    <a:pt x="7941156" y="511889"/>
                  </a:lnTo>
                  <a:lnTo>
                    <a:pt x="7941156" y="511889"/>
                  </a:lnTo>
                  <a:lnTo>
                    <a:pt x="7946629" y="511889"/>
                  </a:lnTo>
                  <a:lnTo>
                    <a:pt x="7946629" y="511889"/>
                  </a:lnTo>
                  <a:lnTo>
                    <a:pt x="7952102" y="511889"/>
                  </a:lnTo>
                  <a:lnTo>
                    <a:pt x="7952102" y="511889"/>
                  </a:lnTo>
                  <a:lnTo>
                    <a:pt x="7957575" y="511889"/>
                  </a:lnTo>
                  <a:lnTo>
                    <a:pt x="7957575" y="511889"/>
                  </a:lnTo>
                  <a:lnTo>
                    <a:pt x="7968521" y="511889"/>
                  </a:lnTo>
                  <a:lnTo>
                    <a:pt x="7968521" y="511889"/>
                  </a:lnTo>
                  <a:lnTo>
                    <a:pt x="7973994" y="511889"/>
                  </a:lnTo>
                  <a:lnTo>
                    <a:pt x="7973994" y="511889"/>
                  </a:lnTo>
                  <a:lnTo>
                    <a:pt x="7979466" y="511889"/>
                  </a:lnTo>
                  <a:lnTo>
                    <a:pt x="7979466" y="511889"/>
                  </a:lnTo>
                  <a:lnTo>
                    <a:pt x="7984939" y="511889"/>
                  </a:lnTo>
                  <a:lnTo>
                    <a:pt x="7984939" y="511889"/>
                  </a:lnTo>
                  <a:lnTo>
                    <a:pt x="7990412" y="511889"/>
                  </a:lnTo>
                  <a:lnTo>
                    <a:pt x="7990412" y="511889"/>
                  </a:lnTo>
                  <a:lnTo>
                    <a:pt x="7995885" y="511889"/>
                  </a:lnTo>
                  <a:lnTo>
                    <a:pt x="7995885" y="511889"/>
                  </a:lnTo>
                  <a:lnTo>
                    <a:pt x="8006831" y="511889"/>
                  </a:lnTo>
                  <a:lnTo>
                    <a:pt x="8006831" y="511889"/>
                  </a:lnTo>
                  <a:lnTo>
                    <a:pt x="8012304" y="511889"/>
                  </a:lnTo>
                  <a:lnTo>
                    <a:pt x="8012304" y="511889"/>
                  </a:lnTo>
                  <a:lnTo>
                    <a:pt x="8017777" y="511889"/>
                  </a:lnTo>
                  <a:lnTo>
                    <a:pt x="8017777" y="511889"/>
                  </a:lnTo>
                  <a:lnTo>
                    <a:pt x="8023250" y="511889"/>
                  </a:lnTo>
                  <a:lnTo>
                    <a:pt x="8023250" y="511889"/>
                  </a:lnTo>
                  <a:lnTo>
                    <a:pt x="8028722" y="511889"/>
                  </a:lnTo>
                  <a:lnTo>
                    <a:pt x="8028722" y="511889"/>
                  </a:lnTo>
                  <a:lnTo>
                    <a:pt x="8034195" y="511889"/>
                  </a:lnTo>
                  <a:lnTo>
                    <a:pt x="8034195" y="511889"/>
                  </a:lnTo>
                  <a:lnTo>
                    <a:pt x="8039668" y="511889"/>
                  </a:lnTo>
                  <a:lnTo>
                    <a:pt x="8039668" y="511889"/>
                  </a:lnTo>
                  <a:lnTo>
                    <a:pt x="8045141" y="511889"/>
                  </a:lnTo>
                  <a:lnTo>
                    <a:pt x="8045141" y="511889"/>
                  </a:lnTo>
                  <a:lnTo>
                    <a:pt x="8050614" y="511889"/>
                  </a:lnTo>
                  <a:lnTo>
                    <a:pt x="8050614" y="511889"/>
                  </a:lnTo>
                  <a:lnTo>
                    <a:pt x="8056087" y="511889"/>
                  </a:lnTo>
                  <a:lnTo>
                    <a:pt x="8056087" y="511889"/>
                  </a:lnTo>
                  <a:lnTo>
                    <a:pt x="8061560" y="511889"/>
                  </a:lnTo>
                  <a:lnTo>
                    <a:pt x="8061560" y="511889"/>
                  </a:lnTo>
                  <a:lnTo>
                    <a:pt x="8067033" y="511889"/>
                  </a:lnTo>
                  <a:lnTo>
                    <a:pt x="8067033" y="511889"/>
                  </a:lnTo>
                  <a:lnTo>
                    <a:pt x="8072506" y="511889"/>
                  </a:lnTo>
                  <a:lnTo>
                    <a:pt x="8072506" y="511889"/>
                  </a:lnTo>
                  <a:lnTo>
                    <a:pt x="8088924" y="511889"/>
                  </a:lnTo>
                  <a:lnTo>
                    <a:pt x="8088924" y="511889"/>
                  </a:lnTo>
                  <a:lnTo>
                    <a:pt x="8094397" y="511889"/>
                  </a:lnTo>
                  <a:lnTo>
                    <a:pt x="8094397" y="511889"/>
                  </a:lnTo>
                  <a:lnTo>
                    <a:pt x="8105343" y="511889"/>
                  </a:lnTo>
                  <a:lnTo>
                    <a:pt x="8105343" y="511889"/>
                  </a:lnTo>
                  <a:lnTo>
                    <a:pt x="8110816" y="511889"/>
                  </a:lnTo>
                  <a:lnTo>
                    <a:pt x="8110816" y="511889"/>
                  </a:lnTo>
                  <a:lnTo>
                    <a:pt x="8116289" y="511889"/>
                  </a:lnTo>
                  <a:lnTo>
                    <a:pt x="8116289" y="511889"/>
                  </a:lnTo>
                  <a:lnTo>
                    <a:pt x="8121761" y="511889"/>
                  </a:lnTo>
                  <a:lnTo>
                    <a:pt x="8121761" y="511889"/>
                  </a:lnTo>
                  <a:lnTo>
                    <a:pt x="8127234" y="511889"/>
                  </a:lnTo>
                  <a:lnTo>
                    <a:pt x="8127234" y="511889"/>
                  </a:lnTo>
                  <a:lnTo>
                    <a:pt x="8132707" y="511889"/>
                  </a:lnTo>
                  <a:lnTo>
                    <a:pt x="8132707" y="511889"/>
                  </a:lnTo>
                  <a:lnTo>
                    <a:pt x="8138180" y="511889"/>
                  </a:lnTo>
                  <a:lnTo>
                    <a:pt x="8138180" y="511889"/>
                  </a:lnTo>
                  <a:lnTo>
                    <a:pt x="8143653" y="511889"/>
                  </a:lnTo>
                  <a:lnTo>
                    <a:pt x="8143653" y="511889"/>
                  </a:lnTo>
                  <a:lnTo>
                    <a:pt x="8149126" y="511889"/>
                  </a:lnTo>
                  <a:lnTo>
                    <a:pt x="8149126" y="511889"/>
                  </a:lnTo>
                  <a:lnTo>
                    <a:pt x="8154599" y="511889"/>
                  </a:lnTo>
                  <a:lnTo>
                    <a:pt x="8154599" y="511889"/>
                  </a:lnTo>
                  <a:lnTo>
                    <a:pt x="8160072" y="511889"/>
                  </a:lnTo>
                  <a:lnTo>
                    <a:pt x="8160072" y="469934"/>
                  </a:lnTo>
                  <a:lnTo>
                    <a:pt x="8165545" y="469934"/>
                  </a:lnTo>
                  <a:lnTo>
                    <a:pt x="8165545" y="469934"/>
                  </a:lnTo>
                  <a:lnTo>
                    <a:pt x="8171017" y="469934"/>
                  </a:lnTo>
                  <a:lnTo>
                    <a:pt x="8171017" y="469934"/>
                  </a:lnTo>
                  <a:lnTo>
                    <a:pt x="8176490" y="469934"/>
                  </a:lnTo>
                  <a:lnTo>
                    <a:pt x="8176490" y="469934"/>
                  </a:lnTo>
                  <a:lnTo>
                    <a:pt x="8181963" y="469934"/>
                  </a:lnTo>
                  <a:lnTo>
                    <a:pt x="8181963" y="469934"/>
                  </a:lnTo>
                  <a:lnTo>
                    <a:pt x="8187436" y="469934"/>
                  </a:lnTo>
                  <a:lnTo>
                    <a:pt x="8187436" y="469934"/>
                  </a:lnTo>
                  <a:lnTo>
                    <a:pt x="8192909" y="469934"/>
                  </a:lnTo>
                  <a:lnTo>
                    <a:pt x="8192909" y="469934"/>
                  </a:lnTo>
                  <a:lnTo>
                    <a:pt x="8198382" y="469934"/>
                  </a:lnTo>
                  <a:lnTo>
                    <a:pt x="8198382" y="469934"/>
                  </a:lnTo>
                  <a:lnTo>
                    <a:pt x="8203855" y="469934"/>
                  </a:lnTo>
                  <a:lnTo>
                    <a:pt x="8203855" y="469934"/>
                  </a:lnTo>
                  <a:lnTo>
                    <a:pt x="8209328" y="469934"/>
                  </a:lnTo>
                  <a:lnTo>
                    <a:pt x="8209328" y="469934"/>
                  </a:lnTo>
                  <a:lnTo>
                    <a:pt x="8214801" y="469934"/>
                  </a:lnTo>
                  <a:lnTo>
                    <a:pt x="8214801" y="469934"/>
                  </a:lnTo>
                  <a:lnTo>
                    <a:pt x="8220273" y="469934"/>
                  </a:lnTo>
                  <a:lnTo>
                    <a:pt x="8220273" y="469934"/>
                  </a:lnTo>
                  <a:lnTo>
                    <a:pt x="8225746" y="469934"/>
                  </a:lnTo>
                  <a:lnTo>
                    <a:pt x="8225746" y="469934"/>
                  </a:lnTo>
                  <a:lnTo>
                    <a:pt x="8231219" y="469934"/>
                  </a:lnTo>
                  <a:lnTo>
                    <a:pt x="8231219" y="427866"/>
                  </a:lnTo>
                  <a:lnTo>
                    <a:pt x="8242165" y="427866"/>
                  </a:lnTo>
                  <a:lnTo>
                    <a:pt x="8242165" y="427866"/>
                  </a:lnTo>
                  <a:lnTo>
                    <a:pt x="8247638" y="427866"/>
                  </a:lnTo>
                  <a:lnTo>
                    <a:pt x="8247638" y="427866"/>
                  </a:lnTo>
                  <a:lnTo>
                    <a:pt x="8253111" y="427866"/>
                  </a:lnTo>
                  <a:lnTo>
                    <a:pt x="8253111" y="427866"/>
                  </a:lnTo>
                  <a:lnTo>
                    <a:pt x="8258584" y="427866"/>
                  </a:lnTo>
                  <a:lnTo>
                    <a:pt x="8258584" y="427866"/>
                  </a:lnTo>
                  <a:lnTo>
                    <a:pt x="8264056" y="427866"/>
                  </a:lnTo>
                  <a:lnTo>
                    <a:pt x="8264056" y="427866"/>
                  </a:lnTo>
                  <a:lnTo>
                    <a:pt x="8269529" y="427866"/>
                  </a:lnTo>
                  <a:lnTo>
                    <a:pt x="8269529" y="427866"/>
                  </a:lnTo>
                  <a:lnTo>
                    <a:pt x="8275002" y="427866"/>
                  </a:lnTo>
                  <a:lnTo>
                    <a:pt x="8275002" y="427866"/>
                  </a:lnTo>
                  <a:lnTo>
                    <a:pt x="8280475" y="427866"/>
                  </a:lnTo>
                  <a:lnTo>
                    <a:pt x="8280475" y="427866"/>
                  </a:lnTo>
                  <a:lnTo>
                    <a:pt x="8285948" y="427866"/>
                  </a:lnTo>
                  <a:lnTo>
                    <a:pt x="8285948" y="427866"/>
                  </a:lnTo>
                  <a:lnTo>
                    <a:pt x="8291421" y="427866"/>
                  </a:lnTo>
                  <a:lnTo>
                    <a:pt x="8291421" y="427866"/>
                  </a:lnTo>
                  <a:lnTo>
                    <a:pt x="8296894" y="427866"/>
                  </a:lnTo>
                  <a:lnTo>
                    <a:pt x="8296894" y="427866"/>
                  </a:lnTo>
                  <a:lnTo>
                    <a:pt x="8302367" y="427866"/>
                  </a:lnTo>
                  <a:lnTo>
                    <a:pt x="8302367" y="427866"/>
                  </a:lnTo>
                  <a:lnTo>
                    <a:pt x="8307840" y="427866"/>
                  </a:lnTo>
                  <a:lnTo>
                    <a:pt x="8307840" y="427866"/>
                  </a:lnTo>
                  <a:lnTo>
                    <a:pt x="8313312" y="427866"/>
                  </a:lnTo>
                  <a:lnTo>
                    <a:pt x="8313312" y="427866"/>
                  </a:lnTo>
                  <a:lnTo>
                    <a:pt x="8318785" y="427866"/>
                  </a:lnTo>
                  <a:lnTo>
                    <a:pt x="8318785" y="427866"/>
                  </a:lnTo>
                  <a:lnTo>
                    <a:pt x="8324258" y="427866"/>
                  </a:lnTo>
                  <a:lnTo>
                    <a:pt x="8324258" y="427866"/>
                  </a:lnTo>
                  <a:lnTo>
                    <a:pt x="8335204" y="427866"/>
                  </a:lnTo>
                  <a:lnTo>
                    <a:pt x="8335204" y="427866"/>
                  </a:lnTo>
                  <a:lnTo>
                    <a:pt x="8340677" y="427866"/>
                  </a:lnTo>
                  <a:lnTo>
                    <a:pt x="8340677" y="427866"/>
                  </a:lnTo>
                  <a:lnTo>
                    <a:pt x="8346150" y="427866"/>
                  </a:lnTo>
                  <a:lnTo>
                    <a:pt x="8346150" y="427866"/>
                  </a:lnTo>
                  <a:lnTo>
                    <a:pt x="8351623" y="427866"/>
                  </a:lnTo>
                  <a:lnTo>
                    <a:pt x="8351623" y="427866"/>
                  </a:lnTo>
                  <a:lnTo>
                    <a:pt x="8357096" y="427866"/>
                  </a:lnTo>
                  <a:lnTo>
                    <a:pt x="8357096" y="427866"/>
                  </a:lnTo>
                  <a:lnTo>
                    <a:pt x="8362568" y="427866"/>
                  </a:lnTo>
                  <a:lnTo>
                    <a:pt x="8362568" y="427866"/>
                  </a:lnTo>
                  <a:lnTo>
                    <a:pt x="8368041" y="427866"/>
                  </a:lnTo>
                  <a:lnTo>
                    <a:pt x="8368041" y="427866"/>
                  </a:lnTo>
                  <a:lnTo>
                    <a:pt x="8373514" y="427866"/>
                  </a:lnTo>
                  <a:lnTo>
                    <a:pt x="8373514" y="427866"/>
                  </a:lnTo>
                  <a:lnTo>
                    <a:pt x="8378987" y="427866"/>
                  </a:lnTo>
                  <a:lnTo>
                    <a:pt x="8378987" y="427866"/>
                  </a:lnTo>
                  <a:lnTo>
                    <a:pt x="8384460" y="427866"/>
                  </a:lnTo>
                  <a:lnTo>
                    <a:pt x="8384460" y="427866"/>
                  </a:lnTo>
                  <a:lnTo>
                    <a:pt x="8389933" y="427866"/>
                  </a:lnTo>
                  <a:lnTo>
                    <a:pt x="8389933" y="427866"/>
                  </a:lnTo>
                  <a:lnTo>
                    <a:pt x="8395406" y="427866"/>
                  </a:lnTo>
                  <a:lnTo>
                    <a:pt x="8395406" y="427866"/>
                  </a:lnTo>
                  <a:lnTo>
                    <a:pt x="8400879" y="427866"/>
                  </a:lnTo>
                  <a:lnTo>
                    <a:pt x="8400879" y="427866"/>
                  </a:lnTo>
                  <a:lnTo>
                    <a:pt x="8406352" y="427866"/>
                  </a:lnTo>
                  <a:lnTo>
                    <a:pt x="8406352" y="427866"/>
                  </a:lnTo>
                  <a:lnTo>
                    <a:pt x="8417297" y="427866"/>
                  </a:lnTo>
                  <a:lnTo>
                    <a:pt x="8417297" y="427866"/>
                  </a:lnTo>
                  <a:lnTo>
                    <a:pt x="8422770" y="427866"/>
                  </a:lnTo>
                  <a:lnTo>
                    <a:pt x="8422770" y="427866"/>
                  </a:lnTo>
                  <a:lnTo>
                    <a:pt x="8428243" y="427866"/>
                  </a:lnTo>
                  <a:lnTo>
                    <a:pt x="8428243" y="427866"/>
                  </a:lnTo>
                  <a:lnTo>
                    <a:pt x="8433716" y="427866"/>
                  </a:lnTo>
                  <a:lnTo>
                    <a:pt x="8433716" y="427866"/>
                  </a:lnTo>
                  <a:lnTo>
                    <a:pt x="8439189" y="427866"/>
                  </a:lnTo>
                  <a:lnTo>
                    <a:pt x="8439189" y="427866"/>
                  </a:lnTo>
                  <a:lnTo>
                    <a:pt x="8444662" y="427866"/>
                  </a:lnTo>
                  <a:lnTo>
                    <a:pt x="8444662" y="427866"/>
                  </a:lnTo>
                  <a:lnTo>
                    <a:pt x="8450135" y="427866"/>
                  </a:lnTo>
                  <a:lnTo>
                    <a:pt x="8450135" y="427866"/>
                  </a:lnTo>
                  <a:lnTo>
                    <a:pt x="8461080" y="427866"/>
                  </a:lnTo>
                  <a:lnTo>
                    <a:pt x="8461080" y="427866"/>
                  </a:lnTo>
                  <a:lnTo>
                    <a:pt x="8466553" y="427866"/>
                  </a:lnTo>
                  <a:lnTo>
                    <a:pt x="8466553" y="427866"/>
                  </a:lnTo>
                  <a:lnTo>
                    <a:pt x="8472026" y="427866"/>
                  </a:lnTo>
                  <a:lnTo>
                    <a:pt x="8472026" y="427866"/>
                  </a:lnTo>
                  <a:lnTo>
                    <a:pt x="8477499" y="427866"/>
                  </a:lnTo>
                  <a:lnTo>
                    <a:pt x="8477499" y="427866"/>
                  </a:lnTo>
                  <a:lnTo>
                    <a:pt x="8482972" y="427866"/>
                  </a:lnTo>
                  <a:lnTo>
                    <a:pt x="8482972" y="427866"/>
                  </a:lnTo>
                  <a:lnTo>
                    <a:pt x="8488445" y="427866"/>
                  </a:lnTo>
                  <a:lnTo>
                    <a:pt x="8488445" y="427866"/>
                  </a:lnTo>
                  <a:lnTo>
                    <a:pt x="8493918" y="427866"/>
                  </a:lnTo>
                  <a:lnTo>
                    <a:pt x="8493918" y="427866"/>
                  </a:lnTo>
                  <a:lnTo>
                    <a:pt x="8499391" y="427866"/>
                  </a:lnTo>
                  <a:lnTo>
                    <a:pt x="8499391" y="383321"/>
                  </a:lnTo>
                  <a:lnTo>
                    <a:pt x="8504863" y="383321"/>
                  </a:lnTo>
                  <a:lnTo>
                    <a:pt x="8504863" y="383321"/>
                  </a:lnTo>
                  <a:lnTo>
                    <a:pt x="8510336" y="383321"/>
                  </a:lnTo>
                  <a:lnTo>
                    <a:pt x="8510336" y="383321"/>
                  </a:lnTo>
                  <a:lnTo>
                    <a:pt x="8515809" y="383321"/>
                  </a:lnTo>
                  <a:lnTo>
                    <a:pt x="8515809" y="383321"/>
                  </a:lnTo>
                  <a:lnTo>
                    <a:pt x="8521282" y="383321"/>
                  </a:lnTo>
                  <a:lnTo>
                    <a:pt x="8521282" y="383321"/>
                  </a:lnTo>
                  <a:lnTo>
                    <a:pt x="8526755" y="383321"/>
                  </a:lnTo>
                  <a:lnTo>
                    <a:pt x="8526755" y="383321"/>
                  </a:lnTo>
                  <a:lnTo>
                    <a:pt x="8532228" y="383321"/>
                  </a:lnTo>
                  <a:lnTo>
                    <a:pt x="8532228" y="383321"/>
                  </a:lnTo>
                  <a:lnTo>
                    <a:pt x="8537701" y="383321"/>
                  </a:lnTo>
                  <a:lnTo>
                    <a:pt x="8537701" y="338453"/>
                  </a:lnTo>
                  <a:lnTo>
                    <a:pt x="8548647" y="338453"/>
                  </a:lnTo>
                  <a:lnTo>
                    <a:pt x="8548647" y="338453"/>
                  </a:lnTo>
                  <a:lnTo>
                    <a:pt x="8554119" y="338453"/>
                  </a:lnTo>
                  <a:lnTo>
                    <a:pt x="8554119" y="338453"/>
                  </a:lnTo>
                  <a:lnTo>
                    <a:pt x="8559592" y="338453"/>
                  </a:lnTo>
                  <a:lnTo>
                    <a:pt x="8559592" y="338453"/>
                  </a:lnTo>
                  <a:lnTo>
                    <a:pt x="8565065" y="338453"/>
                  </a:lnTo>
                  <a:lnTo>
                    <a:pt x="8565065" y="338453"/>
                  </a:lnTo>
                  <a:lnTo>
                    <a:pt x="8576011" y="338453"/>
                  </a:lnTo>
                  <a:lnTo>
                    <a:pt x="8576011" y="338453"/>
                  </a:lnTo>
                  <a:lnTo>
                    <a:pt x="8581484" y="338453"/>
                  </a:lnTo>
                  <a:lnTo>
                    <a:pt x="8581484" y="248521"/>
                  </a:lnTo>
                  <a:lnTo>
                    <a:pt x="8586957" y="248521"/>
                  </a:lnTo>
                  <a:lnTo>
                    <a:pt x="8586957" y="248521"/>
                  </a:lnTo>
                  <a:lnTo>
                    <a:pt x="8592430" y="248521"/>
                  </a:lnTo>
                  <a:lnTo>
                    <a:pt x="8592430" y="203651"/>
                  </a:lnTo>
                  <a:lnTo>
                    <a:pt x="8603375" y="203651"/>
                  </a:lnTo>
                  <a:lnTo>
                    <a:pt x="8603375" y="203651"/>
                  </a:lnTo>
                  <a:lnTo>
                    <a:pt x="8608848" y="203651"/>
                  </a:lnTo>
                  <a:lnTo>
                    <a:pt x="8608848" y="203651"/>
                  </a:lnTo>
                  <a:lnTo>
                    <a:pt x="8614321" y="203651"/>
                  </a:lnTo>
                  <a:lnTo>
                    <a:pt x="8614321" y="203651"/>
                  </a:lnTo>
                  <a:lnTo>
                    <a:pt x="8619794" y="203651"/>
                  </a:lnTo>
                  <a:lnTo>
                    <a:pt x="8619794" y="203651"/>
                  </a:lnTo>
                  <a:lnTo>
                    <a:pt x="8625267" y="203651"/>
                  </a:lnTo>
                  <a:lnTo>
                    <a:pt x="8625267" y="203651"/>
                  </a:lnTo>
                  <a:lnTo>
                    <a:pt x="8630740" y="203651"/>
                  </a:lnTo>
                  <a:lnTo>
                    <a:pt x="8630740" y="203651"/>
                  </a:lnTo>
                  <a:lnTo>
                    <a:pt x="8641686" y="203651"/>
                  </a:lnTo>
                  <a:lnTo>
                    <a:pt x="8641686" y="203651"/>
                  </a:lnTo>
                  <a:lnTo>
                    <a:pt x="8647158" y="203651"/>
                  </a:lnTo>
                  <a:lnTo>
                    <a:pt x="8647158" y="203651"/>
                  </a:lnTo>
                  <a:lnTo>
                    <a:pt x="8658104" y="203651"/>
                  </a:lnTo>
                  <a:lnTo>
                    <a:pt x="8658104" y="203651"/>
                  </a:lnTo>
                  <a:lnTo>
                    <a:pt x="8663577" y="203651"/>
                  </a:lnTo>
                  <a:lnTo>
                    <a:pt x="8663577" y="203651"/>
                  </a:lnTo>
                  <a:lnTo>
                    <a:pt x="8669050" y="203651"/>
                  </a:lnTo>
                  <a:lnTo>
                    <a:pt x="8669050" y="203651"/>
                  </a:lnTo>
                  <a:lnTo>
                    <a:pt x="8674523" y="203651"/>
                  </a:lnTo>
                  <a:lnTo>
                    <a:pt x="8674523" y="203651"/>
                  </a:lnTo>
                  <a:lnTo>
                    <a:pt x="8679996" y="203651"/>
                  </a:lnTo>
                  <a:lnTo>
                    <a:pt x="8679996" y="203651"/>
                  </a:lnTo>
                  <a:lnTo>
                    <a:pt x="8685469" y="203651"/>
                  </a:lnTo>
                  <a:lnTo>
                    <a:pt x="8685469" y="203651"/>
                  </a:lnTo>
                  <a:lnTo>
                    <a:pt x="8690942" y="203651"/>
                  </a:lnTo>
                  <a:lnTo>
                    <a:pt x="8690942" y="203651"/>
                  </a:lnTo>
                  <a:lnTo>
                    <a:pt x="8701887" y="203651"/>
                  </a:lnTo>
                  <a:lnTo>
                    <a:pt x="8701887" y="203651"/>
                  </a:lnTo>
                  <a:lnTo>
                    <a:pt x="8707360" y="203651"/>
                  </a:lnTo>
                  <a:lnTo>
                    <a:pt x="8707360" y="203651"/>
                  </a:lnTo>
                  <a:lnTo>
                    <a:pt x="8712833" y="203651"/>
                  </a:lnTo>
                  <a:lnTo>
                    <a:pt x="8712833" y="203651"/>
                  </a:lnTo>
                  <a:lnTo>
                    <a:pt x="8718306" y="203651"/>
                  </a:lnTo>
                  <a:lnTo>
                    <a:pt x="8718306" y="203651"/>
                  </a:lnTo>
                  <a:lnTo>
                    <a:pt x="8723779" y="203651"/>
                  </a:lnTo>
                  <a:lnTo>
                    <a:pt x="8723779" y="203651"/>
                  </a:lnTo>
                  <a:lnTo>
                    <a:pt x="8729252" y="203651"/>
                  </a:lnTo>
                  <a:lnTo>
                    <a:pt x="8729252" y="203651"/>
                  </a:lnTo>
                  <a:lnTo>
                    <a:pt x="8734725" y="203651"/>
                  </a:lnTo>
                  <a:lnTo>
                    <a:pt x="8734725" y="203651"/>
                  </a:lnTo>
                  <a:lnTo>
                    <a:pt x="8740198" y="203651"/>
                  </a:lnTo>
                  <a:lnTo>
                    <a:pt x="8740198" y="203651"/>
                  </a:lnTo>
                  <a:lnTo>
                    <a:pt x="8745670" y="203651"/>
                  </a:lnTo>
                  <a:lnTo>
                    <a:pt x="8745670" y="203651"/>
                  </a:lnTo>
                  <a:lnTo>
                    <a:pt x="8751143" y="203651"/>
                  </a:lnTo>
                  <a:lnTo>
                    <a:pt x="8751143" y="156508"/>
                  </a:lnTo>
                  <a:lnTo>
                    <a:pt x="8756616" y="156508"/>
                  </a:lnTo>
                  <a:lnTo>
                    <a:pt x="8756616" y="109438"/>
                  </a:lnTo>
                  <a:lnTo>
                    <a:pt x="8762089" y="109438"/>
                  </a:lnTo>
                  <a:lnTo>
                    <a:pt x="8762089" y="109438"/>
                  </a:lnTo>
                  <a:lnTo>
                    <a:pt x="8767562" y="109438"/>
                  </a:lnTo>
                  <a:lnTo>
                    <a:pt x="8767562" y="109438"/>
                  </a:lnTo>
                  <a:lnTo>
                    <a:pt x="8773035" y="109438"/>
                  </a:lnTo>
                  <a:lnTo>
                    <a:pt x="8773035" y="109438"/>
                  </a:lnTo>
                  <a:lnTo>
                    <a:pt x="8783981" y="109438"/>
                  </a:lnTo>
                  <a:lnTo>
                    <a:pt x="8783981" y="109438"/>
                  </a:lnTo>
                  <a:lnTo>
                    <a:pt x="8789453" y="109438"/>
                  </a:lnTo>
                  <a:lnTo>
                    <a:pt x="8789453" y="109438"/>
                  </a:lnTo>
                  <a:lnTo>
                    <a:pt x="8800399" y="109438"/>
                  </a:lnTo>
                  <a:lnTo>
                    <a:pt x="8800399" y="109438"/>
                  </a:lnTo>
                  <a:lnTo>
                    <a:pt x="8805872" y="109438"/>
                  </a:lnTo>
                  <a:lnTo>
                    <a:pt x="8805872" y="109438"/>
                  </a:lnTo>
                  <a:lnTo>
                    <a:pt x="8811345" y="109438"/>
                  </a:lnTo>
                  <a:lnTo>
                    <a:pt x="8811345" y="109438"/>
                  </a:lnTo>
                  <a:lnTo>
                    <a:pt x="8816818" y="109438"/>
                  </a:lnTo>
                  <a:lnTo>
                    <a:pt x="8816818" y="109438"/>
                  </a:lnTo>
                  <a:lnTo>
                    <a:pt x="8822291" y="109438"/>
                  </a:lnTo>
                  <a:lnTo>
                    <a:pt x="8822291" y="109438"/>
                  </a:lnTo>
                  <a:lnTo>
                    <a:pt x="8827764" y="109438"/>
                  </a:lnTo>
                  <a:lnTo>
                    <a:pt x="8827764" y="109438"/>
                  </a:lnTo>
                  <a:lnTo>
                    <a:pt x="8838709" y="109438"/>
                  </a:lnTo>
                  <a:lnTo>
                    <a:pt x="8838709" y="109438"/>
                  </a:lnTo>
                  <a:lnTo>
                    <a:pt x="8844182" y="109438"/>
                  </a:lnTo>
                  <a:lnTo>
                    <a:pt x="8844182" y="109438"/>
                  </a:lnTo>
                  <a:lnTo>
                    <a:pt x="8849655" y="109438"/>
                  </a:lnTo>
                  <a:lnTo>
                    <a:pt x="8849655" y="109438"/>
                  </a:lnTo>
                  <a:lnTo>
                    <a:pt x="8860601" y="109438"/>
                  </a:lnTo>
                  <a:lnTo>
                    <a:pt x="8860601" y="109438"/>
                  </a:lnTo>
                  <a:lnTo>
                    <a:pt x="8866074" y="109438"/>
                  </a:lnTo>
                  <a:lnTo>
                    <a:pt x="8866074" y="109438"/>
                  </a:lnTo>
                  <a:lnTo>
                    <a:pt x="8871547" y="109438"/>
                  </a:lnTo>
                  <a:lnTo>
                    <a:pt x="8871547" y="109438"/>
                  </a:lnTo>
                  <a:lnTo>
                    <a:pt x="8877020" y="109438"/>
                  </a:lnTo>
                  <a:lnTo>
                    <a:pt x="8877020" y="109438"/>
                  </a:lnTo>
                  <a:lnTo>
                    <a:pt x="8882493" y="109438"/>
                  </a:lnTo>
                  <a:lnTo>
                    <a:pt x="8882493" y="109438"/>
                  </a:lnTo>
                  <a:lnTo>
                    <a:pt x="8893438" y="109438"/>
                  </a:lnTo>
                  <a:lnTo>
                    <a:pt x="8893438" y="109438"/>
                  </a:lnTo>
                  <a:lnTo>
                    <a:pt x="8898911" y="109438"/>
                  </a:lnTo>
                  <a:lnTo>
                    <a:pt x="8898911" y="109438"/>
                  </a:lnTo>
                  <a:lnTo>
                    <a:pt x="8904384" y="109438"/>
                  </a:lnTo>
                  <a:lnTo>
                    <a:pt x="8904384" y="109438"/>
                  </a:lnTo>
                  <a:lnTo>
                    <a:pt x="8915330" y="109438"/>
                  </a:lnTo>
                  <a:lnTo>
                    <a:pt x="8915330" y="109438"/>
                  </a:lnTo>
                  <a:lnTo>
                    <a:pt x="8920803" y="109438"/>
                  </a:lnTo>
                  <a:lnTo>
                    <a:pt x="8920803" y="109438"/>
                  </a:lnTo>
                  <a:lnTo>
                    <a:pt x="8931749" y="109438"/>
                  </a:lnTo>
                  <a:lnTo>
                    <a:pt x="8931749" y="109438"/>
                  </a:lnTo>
                  <a:lnTo>
                    <a:pt x="8937221" y="109438"/>
                  </a:lnTo>
                  <a:lnTo>
                    <a:pt x="8937221" y="109438"/>
                  </a:lnTo>
                  <a:lnTo>
                    <a:pt x="8942694" y="109438"/>
                  </a:lnTo>
                  <a:lnTo>
                    <a:pt x="8942694" y="109438"/>
                  </a:lnTo>
                  <a:lnTo>
                    <a:pt x="8948167" y="109438"/>
                  </a:lnTo>
                  <a:lnTo>
                    <a:pt x="8948167" y="109438"/>
                  </a:lnTo>
                  <a:lnTo>
                    <a:pt x="8959113" y="109438"/>
                  </a:lnTo>
                  <a:lnTo>
                    <a:pt x="8959113" y="109438"/>
                  </a:lnTo>
                  <a:lnTo>
                    <a:pt x="8964586" y="109438"/>
                  </a:lnTo>
                  <a:lnTo>
                    <a:pt x="8964586" y="109438"/>
                  </a:lnTo>
                  <a:lnTo>
                    <a:pt x="8970059" y="109438"/>
                  </a:lnTo>
                  <a:lnTo>
                    <a:pt x="8970059" y="109438"/>
                  </a:lnTo>
                  <a:lnTo>
                    <a:pt x="8975532" y="109438"/>
                  </a:lnTo>
                  <a:lnTo>
                    <a:pt x="8975532" y="109438"/>
                  </a:lnTo>
                  <a:lnTo>
                    <a:pt x="8981004" y="109438"/>
                  </a:lnTo>
                  <a:lnTo>
                    <a:pt x="8981004" y="109438"/>
                  </a:lnTo>
                  <a:lnTo>
                    <a:pt x="8986477" y="109438"/>
                  </a:lnTo>
                  <a:lnTo>
                    <a:pt x="8986477" y="109438"/>
                  </a:lnTo>
                  <a:lnTo>
                    <a:pt x="8991950" y="109438"/>
                  </a:lnTo>
                  <a:lnTo>
                    <a:pt x="8991950" y="109438"/>
                  </a:lnTo>
                  <a:lnTo>
                    <a:pt x="8997423" y="109438"/>
                  </a:lnTo>
                  <a:lnTo>
                    <a:pt x="8997423" y="109438"/>
                  </a:lnTo>
                  <a:lnTo>
                    <a:pt x="9008369" y="109438"/>
                  </a:lnTo>
                  <a:lnTo>
                    <a:pt x="9008369" y="109438"/>
                  </a:lnTo>
                  <a:lnTo>
                    <a:pt x="9013842" y="109438"/>
                  </a:lnTo>
                  <a:lnTo>
                    <a:pt x="9013842" y="109438"/>
                  </a:lnTo>
                  <a:lnTo>
                    <a:pt x="9019315" y="109438"/>
                  </a:lnTo>
                  <a:lnTo>
                    <a:pt x="9019315" y="109438"/>
                  </a:lnTo>
                  <a:lnTo>
                    <a:pt x="9024788" y="109438"/>
                  </a:lnTo>
                  <a:lnTo>
                    <a:pt x="9024788" y="109438"/>
                  </a:lnTo>
                  <a:lnTo>
                    <a:pt x="9030260" y="109438"/>
                  </a:lnTo>
                  <a:lnTo>
                    <a:pt x="9030260" y="109438"/>
                  </a:lnTo>
                  <a:lnTo>
                    <a:pt x="9035733" y="109438"/>
                  </a:lnTo>
                  <a:lnTo>
                    <a:pt x="9035733" y="109438"/>
                  </a:lnTo>
                  <a:lnTo>
                    <a:pt x="9041206" y="109438"/>
                  </a:lnTo>
                  <a:lnTo>
                    <a:pt x="9041206" y="109438"/>
                  </a:lnTo>
                  <a:lnTo>
                    <a:pt x="9052152" y="109438"/>
                  </a:lnTo>
                  <a:lnTo>
                    <a:pt x="9052152" y="109438"/>
                  </a:lnTo>
                  <a:lnTo>
                    <a:pt x="9057625" y="109438"/>
                  </a:lnTo>
                  <a:lnTo>
                    <a:pt x="9057625" y="109438"/>
                  </a:lnTo>
                  <a:lnTo>
                    <a:pt x="9063098" y="109438"/>
                  </a:lnTo>
                  <a:lnTo>
                    <a:pt x="9063098" y="109438"/>
                  </a:lnTo>
                  <a:lnTo>
                    <a:pt x="9068571" y="109438"/>
                  </a:lnTo>
                  <a:lnTo>
                    <a:pt x="9068571" y="109438"/>
                  </a:lnTo>
                  <a:lnTo>
                    <a:pt x="9074044" y="109438"/>
                  </a:lnTo>
                  <a:lnTo>
                    <a:pt x="9074044" y="109438"/>
                  </a:lnTo>
                  <a:lnTo>
                    <a:pt x="9079516" y="109438"/>
                  </a:lnTo>
                  <a:lnTo>
                    <a:pt x="9079516" y="109438"/>
                  </a:lnTo>
                  <a:lnTo>
                    <a:pt x="9090462" y="109438"/>
                  </a:lnTo>
                  <a:lnTo>
                    <a:pt x="9090462" y="109438"/>
                  </a:lnTo>
                  <a:lnTo>
                    <a:pt x="9095935" y="109438"/>
                  </a:lnTo>
                  <a:lnTo>
                    <a:pt x="9095935" y="109438"/>
                  </a:lnTo>
                  <a:lnTo>
                    <a:pt x="9101408" y="109438"/>
                  </a:lnTo>
                  <a:lnTo>
                    <a:pt x="9101408" y="109438"/>
                  </a:lnTo>
                  <a:lnTo>
                    <a:pt x="9106881" y="109438"/>
                  </a:lnTo>
                  <a:lnTo>
                    <a:pt x="9106881" y="109438"/>
                  </a:lnTo>
                  <a:lnTo>
                    <a:pt x="9112354" y="109438"/>
                  </a:lnTo>
                  <a:lnTo>
                    <a:pt x="9112354" y="109438"/>
                  </a:lnTo>
                  <a:lnTo>
                    <a:pt x="9117827" y="109438"/>
                  </a:lnTo>
                  <a:lnTo>
                    <a:pt x="9117827" y="109438"/>
                  </a:lnTo>
                  <a:lnTo>
                    <a:pt x="9123300" y="109438"/>
                  </a:lnTo>
                  <a:lnTo>
                    <a:pt x="9123300" y="109438"/>
                  </a:lnTo>
                  <a:lnTo>
                    <a:pt x="9128772" y="109438"/>
                  </a:lnTo>
                  <a:lnTo>
                    <a:pt x="9128772" y="109438"/>
                  </a:lnTo>
                  <a:lnTo>
                    <a:pt x="9134245" y="109438"/>
                  </a:lnTo>
                  <a:lnTo>
                    <a:pt x="9134245" y="109438"/>
                  </a:lnTo>
                  <a:lnTo>
                    <a:pt x="9139718" y="109438"/>
                  </a:lnTo>
                  <a:lnTo>
                    <a:pt x="9139718" y="109438"/>
                  </a:lnTo>
                  <a:lnTo>
                    <a:pt x="9150664" y="109438"/>
                  </a:lnTo>
                  <a:lnTo>
                    <a:pt x="9150664" y="109438"/>
                  </a:lnTo>
                  <a:lnTo>
                    <a:pt x="9156137" y="109438"/>
                  </a:lnTo>
                  <a:lnTo>
                    <a:pt x="9156137" y="109438"/>
                  </a:lnTo>
                  <a:lnTo>
                    <a:pt x="9167083" y="109438"/>
                  </a:lnTo>
                  <a:lnTo>
                    <a:pt x="9167083" y="109438"/>
                  </a:lnTo>
                  <a:lnTo>
                    <a:pt x="9172555" y="109438"/>
                  </a:lnTo>
                  <a:lnTo>
                    <a:pt x="9172555" y="109438"/>
                  </a:lnTo>
                  <a:lnTo>
                    <a:pt x="9178028" y="109438"/>
                  </a:lnTo>
                  <a:lnTo>
                    <a:pt x="9178028" y="109438"/>
                  </a:lnTo>
                  <a:lnTo>
                    <a:pt x="9183501" y="109438"/>
                  </a:lnTo>
                  <a:lnTo>
                    <a:pt x="9183501" y="109438"/>
                  </a:lnTo>
                  <a:lnTo>
                    <a:pt x="9188974" y="109438"/>
                  </a:lnTo>
                  <a:lnTo>
                    <a:pt x="9188974" y="109438"/>
                  </a:lnTo>
                  <a:lnTo>
                    <a:pt x="9194447" y="109438"/>
                  </a:lnTo>
                  <a:lnTo>
                    <a:pt x="9194447" y="109438"/>
                  </a:lnTo>
                  <a:lnTo>
                    <a:pt x="9199920" y="109438"/>
                  </a:lnTo>
                  <a:lnTo>
                    <a:pt x="9199920" y="109438"/>
                  </a:lnTo>
                  <a:lnTo>
                    <a:pt x="9205393" y="109438"/>
                  </a:lnTo>
                  <a:lnTo>
                    <a:pt x="9205393" y="109438"/>
                  </a:lnTo>
                  <a:lnTo>
                    <a:pt x="9210866" y="109438"/>
                  </a:lnTo>
                  <a:lnTo>
                    <a:pt x="9210866" y="109438"/>
                  </a:lnTo>
                  <a:lnTo>
                    <a:pt x="9221811" y="109438"/>
                  </a:lnTo>
                  <a:lnTo>
                    <a:pt x="9221811" y="109438"/>
                  </a:lnTo>
                  <a:lnTo>
                    <a:pt x="9227284" y="109438"/>
                  </a:lnTo>
                  <a:lnTo>
                    <a:pt x="9227284" y="109438"/>
                  </a:lnTo>
                  <a:lnTo>
                    <a:pt x="9232757" y="109438"/>
                  </a:lnTo>
                  <a:lnTo>
                    <a:pt x="9232757" y="109438"/>
                  </a:lnTo>
                  <a:lnTo>
                    <a:pt x="9238230" y="109438"/>
                  </a:lnTo>
                  <a:lnTo>
                    <a:pt x="9238230" y="109438"/>
                  </a:lnTo>
                  <a:lnTo>
                    <a:pt x="9243703" y="109438"/>
                  </a:lnTo>
                  <a:lnTo>
                    <a:pt x="9243703" y="109438"/>
                  </a:lnTo>
                  <a:lnTo>
                    <a:pt x="9249176" y="109438"/>
                  </a:lnTo>
                  <a:lnTo>
                    <a:pt x="9249176" y="109438"/>
                  </a:lnTo>
                  <a:lnTo>
                    <a:pt x="9254649" y="109438"/>
                  </a:lnTo>
                  <a:lnTo>
                    <a:pt x="9254649" y="109438"/>
                  </a:lnTo>
                  <a:lnTo>
                    <a:pt x="9260122" y="109438"/>
                  </a:lnTo>
                  <a:lnTo>
                    <a:pt x="9260122" y="109438"/>
                  </a:lnTo>
                  <a:lnTo>
                    <a:pt x="9271067" y="109438"/>
                  </a:lnTo>
                  <a:lnTo>
                    <a:pt x="9271067" y="109438"/>
                  </a:lnTo>
                  <a:lnTo>
                    <a:pt x="9276540" y="109438"/>
                  </a:lnTo>
                  <a:lnTo>
                    <a:pt x="9276540" y="109438"/>
                  </a:lnTo>
                  <a:lnTo>
                    <a:pt x="9282013" y="109438"/>
                  </a:lnTo>
                  <a:lnTo>
                    <a:pt x="9282013" y="109438"/>
                  </a:lnTo>
                  <a:lnTo>
                    <a:pt x="9287486" y="109438"/>
                  </a:lnTo>
                  <a:lnTo>
                    <a:pt x="9287486" y="109438"/>
                  </a:lnTo>
                  <a:lnTo>
                    <a:pt x="9298432" y="109438"/>
                  </a:lnTo>
                  <a:lnTo>
                    <a:pt x="9298432" y="109438"/>
                  </a:lnTo>
                  <a:lnTo>
                    <a:pt x="9309378" y="109438"/>
                  </a:lnTo>
                  <a:lnTo>
                    <a:pt x="9309378" y="109438"/>
                  </a:lnTo>
                  <a:lnTo>
                    <a:pt x="9314850" y="109438"/>
                  </a:lnTo>
                  <a:lnTo>
                    <a:pt x="9314850" y="109438"/>
                  </a:lnTo>
                  <a:lnTo>
                    <a:pt x="9320323" y="109438"/>
                  </a:lnTo>
                  <a:lnTo>
                    <a:pt x="9320323" y="109438"/>
                  </a:lnTo>
                  <a:lnTo>
                    <a:pt x="9325796" y="109438"/>
                  </a:lnTo>
                  <a:lnTo>
                    <a:pt x="9325796" y="109438"/>
                  </a:lnTo>
                  <a:lnTo>
                    <a:pt x="9331269" y="109438"/>
                  </a:lnTo>
                  <a:lnTo>
                    <a:pt x="9331269" y="109438"/>
                  </a:lnTo>
                  <a:lnTo>
                    <a:pt x="9336742" y="109438"/>
                  </a:lnTo>
                  <a:lnTo>
                    <a:pt x="9336742" y="109438"/>
                  </a:lnTo>
                  <a:lnTo>
                    <a:pt x="9342215" y="109438"/>
                  </a:lnTo>
                  <a:lnTo>
                    <a:pt x="9342215" y="109438"/>
                  </a:lnTo>
                  <a:lnTo>
                    <a:pt x="9353161" y="109438"/>
                  </a:lnTo>
                  <a:lnTo>
                    <a:pt x="9353161" y="109438"/>
                  </a:lnTo>
                  <a:lnTo>
                    <a:pt x="9358634" y="109438"/>
                  </a:lnTo>
                  <a:lnTo>
                    <a:pt x="9358634" y="109438"/>
                  </a:lnTo>
                  <a:lnTo>
                    <a:pt x="9364106" y="109438"/>
                  </a:lnTo>
                  <a:lnTo>
                    <a:pt x="9364106" y="109438"/>
                  </a:lnTo>
                  <a:lnTo>
                    <a:pt x="9369579" y="109438"/>
                  </a:lnTo>
                  <a:lnTo>
                    <a:pt x="9369579" y="109438"/>
                  </a:lnTo>
                  <a:lnTo>
                    <a:pt x="9375052" y="109438"/>
                  </a:lnTo>
                  <a:lnTo>
                    <a:pt x="9375052" y="109438"/>
                  </a:lnTo>
                  <a:lnTo>
                    <a:pt x="9396944" y="109438"/>
                  </a:lnTo>
                  <a:lnTo>
                    <a:pt x="9396944" y="109438"/>
                  </a:lnTo>
                  <a:lnTo>
                    <a:pt x="9402417" y="109438"/>
                  </a:lnTo>
                  <a:lnTo>
                    <a:pt x="9402417" y="109438"/>
                  </a:lnTo>
                  <a:lnTo>
                    <a:pt x="9413362" y="109438"/>
                  </a:lnTo>
                  <a:lnTo>
                    <a:pt x="9413362" y="109438"/>
                  </a:lnTo>
                  <a:lnTo>
                    <a:pt x="9418835" y="109438"/>
                  </a:lnTo>
                  <a:lnTo>
                    <a:pt x="9418835" y="109438"/>
                  </a:lnTo>
                  <a:lnTo>
                    <a:pt x="9424308" y="109438"/>
                  </a:lnTo>
                  <a:lnTo>
                    <a:pt x="9424308" y="109438"/>
                  </a:lnTo>
                  <a:lnTo>
                    <a:pt x="9429781" y="109438"/>
                  </a:lnTo>
                  <a:lnTo>
                    <a:pt x="9429781" y="109438"/>
                  </a:lnTo>
                  <a:lnTo>
                    <a:pt x="9435254" y="109438"/>
                  </a:lnTo>
                  <a:lnTo>
                    <a:pt x="9435254" y="109438"/>
                  </a:lnTo>
                  <a:lnTo>
                    <a:pt x="9440727" y="109438"/>
                  </a:lnTo>
                  <a:lnTo>
                    <a:pt x="9440727" y="109438"/>
                  </a:lnTo>
                  <a:lnTo>
                    <a:pt x="9446200" y="109438"/>
                  </a:lnTo>
                  <a:lnTo>
                    <a:pt x="9446200" y="56134"/>
                  </a:lnTo>
                  <a:lnTo>
                    <a:pt x="9451673" y="56134"/>
                  </a:lnTo>
                  <a:lnTo>
                    <a:pt x="9451673" y="56134"/>
                  </a:lnTo>
                  <a:lnTo>
                    <a:pt x="9457146" y="56134"/>
                  </a:lnTo>
                  <a:lnTo>
                    <a:pt x="9457146" y="56134"/>
                  </a:lnTo>
                  <a:lnTo>
                    <a:pt x="9462618" y="56134"/>
                  </a:lnTo>
                  <a:lnTo>
                    <a:pt x="9462618" y="56134"/>
                  </a:lnTo>
                  <a:lnTo>
                    <a:pt x="9468091" y="56134"/>
                  </a:lnTo>
                  <a:lnTo>
                    <a:pt x="9468091" y="56134"/>
                  </a:lnTo>
                  <a:lnTo>
                    <a:pt x="9473564" y="56134"/>
                  </a:lnTo>
                  <a:lnTo>
                    <a:pt x="9473564" y="56134"/>
                  </a:lnTo>
                  <a:lnTo>
                    <a:pt x="9479037" y="56134"/>
                  </a:lnTo>
                  <a:lnTo>
                    <a:pt x="9479037" y="56134"/>
                  </a:lnTo>
                  <a:lnTo>
                    <a:pt x="9484510" y="56134"/>
                  </a:lnTo>
                  <a:lnTo>
                    <a:pt x="9484510" y="56134"/>
                  </a:lnTo>
                  <a:lnTo>
                    <a:pt x="9489983" y="56134"/>
                  </a:lnTo>
                  <a:lnTo>
                    <a:pt x="9489983" y="56134"/>
                  </a:lnTo>
                  <a:lnTo>
                    <a:pt x="9495456" y="56134"/>
                  </a:lnTo>
                  <a:lnTo>
                    <a:pt x="9495456" y="56134"/>
                  </a:lnTo>
                  <a:lnTo>
                    <a:pt x="9500929" y="56134"/>
                  </a:lnTo>
                  <a:lnTo>
                    <a:pt x="9500929" y="56134"/>
                  </a:lnTo>
                  <a:lnTo>
                    <a:pt x="9506401" y="56134"/>
                  </a:lnTo>
                  <a:lnTo>
                    <a:pt x="9506401" y="56134"/>
                  </a:lnTo>
                  <a:lnTo>
                    <a:pt x="9511874" y="56134"/>
                  </a:lnTo>
                  <a:lnTo>
                    <a:pt x="9511874" y="56134"/>
                  </a:lnTo>
                  <a:lnTo>
                    <a:pt x="9517347" y="56134"/>
                  </a:lnTo>
                  <a:lnTo>
                    <a:pt x="9517347" y="56134"/>
                  </a:lnTo>
                  <a:lnTo>
                    <a:pt x="9528293" y="56134"/>
                  </a:lnTo>
                  <a:lnTo>
                    <a:pt x="9528293" y="56134"/>
                  </a:lnTo>
                  <a:lnTo>
                    <a:pt x="9544712" y="56134"/>
                  </a:lnTo>
                  <a:lnTo>
                    <a:pt x="9544712" y="56134"/>
                  </a:lnTo>
                  <a:lnTo>
                    <a:pt x="9550185" y="56134"/>
                  </a:lnTo>
                  <a:lnTo>
                    <a:pt x="9550185" y="56134"/>
                  </a:lnTo>
                  <a:lnTo>
                    <a:pt x="9555657" y="56134"/>
                  </a:lnTo>
                  <a:lnTo>
                    <a:pt x="9555657" y="56134"/>
                  </a:lnTo>
                  <a:lnTo>
                    <a:pt x="9561130" y="56134"/>
                  </a:lnTo>
                  <a:lnTo>
                    <a:pt x="9561130" y="56134"/>
                  </a:lnTo>
                  <a:lnTo>
                    <a:pt x="9566603" y="56134"/>
                  </a:lnTo>
                  <a:lnTo>
                    <a:pt x="9566603" y="56134"/>
                  </a:lnTo>
                  <a:lnTo>
                    <a:pt x="9572076" y="56134"/>
                  </a:lnTo>
                  <a:lnTo>
                    <a:pt x="9572076" y="56134"/>
                  </a:lnTo>
                  <a:lnTo>
                    <a:pt x="9577549" y="56134"/>
                  </a:lnTo>
                  <a:lnTo>
                    <a:pt x="9577549" y="56134"/>
                  </a:lnTo>
                  <a:lnTo>
                    <a:pt x="9583022" y="56134"/>
                  </a:lnTo>
                  <a:lnTo>
                    <a:pt x="9583022" y="56134"/>
                  </a:lnTo>
                  <a:lnTo>
                    <a:pt x="9588495" y="56134"/>
                  </a:lnTo>
                  <a:lnTo>
                    <a:pt x="9588495" y="56134"/>
                  </a:lnTo>
                  <a:lnTo>
                    <a:pt x="9599441" y="56134"/>
                  </a:lnTo>
                  <a:lnTo>
                    <a:pt x="9599441" y="56134"/>
                  </a:lnTo>
                  <a:lnTo>
                    <a:pt x="9615859" y="56134"/>
                  </a:lnTo>
                  <a:lnTo>
                    <a:pt x="9615859" y="56134"/>
                  </a:lnTo>
                  <a:lnTo>
                    <a:pt x="9621332" y="56134"/>
                  </a:lnTo>
                  <a:lnTo>
                    <a:pt x="9621332" y="56134"/>
                  </a:lnTo>
                  <a:lnTo>
                    <a:pt x="9626805" y="56134"/>
                  </a:lnTo>
                  <a:lnTo>
                    <a:pt x="9626805" y="56134"/>
                  </a:lnTo>
                  <a:lnTo>
                    <a:pt x="9643224" y="56134"/>
                  </a:lnTo>
                  <a:lnTo>
                    <a:pt x="9643224" y="56134"/>
                  </a:lnTo>
                  <a:lnTo>
                    <a:pt x="9648697" y="56134"/>
                  </a:lnTo>
                  <a:lnTo>
                    <a:pt x="9648697" y="56134"/>
                  </a:lnTo>
                  <a:lnTo>
                    <a:pt x="9654169" y="56134"/>
                  </a:lnTo>
                  <a:lnTo>
                    <a:pt x="9654169" y="56134"/>
                  </a:lnTo>
                  <a:lnTo>
                    <a:pt x="9659642" y="56134"/>
                  </a:lnTo>
                  <a:lnTo>
                    <a:pt x="9659642" y="56134"/>
                  </a:lnTo>
                  <a:lnTo>
                    <a:pt x="9665115" y="56134"/>
                  </a:lnTo>
                  <a:lnTo>
                    <a:pt x="9665115" y="56134"/>
                  </a:lnTo>
                  <a:lnTo>
                    <a:pt x="9676061" y="56134"/>
                  </a:lnTo>
                  <a:lnTo>
                    <a:pt x="9676061" y="56134"/>
                  </a:lnTo>
                  <a:lnTo>
                    <a:pt x="9681534" y="56134"/>
                  </a:lnTo>
                  <a:lnTo>
                    <a:pt x="9681534" y="56134"/>
                  </a:lnTo>
                  <a:lnTo>
                    <a:pt x="9687007" y="56134"/>
                  </a:lnTo>
                  <a:lnTo>
                    <a:pt x="9687007" y="56134"/>
                  </a:lnTo>
                  <a:lnTo>
                    <a:pt x="9692480" y="56134"/>
                  </a:lnTo>
                  <a:lnTo>
                    <a:pt x="9692480" y="56134"/>
                  </a:lnTo>
                  <a:lnTo>
                    <a:pt x="9697952" y="56134"/>
                  </a:lnTo>
                  <a:lnTo>
                    <a:pt x="9697952" y="56134"/>
                  </a:lnTo>
                  <a:lnTo>
                    <a:pt x="9703425" y="56134"/>
                  </a:lnTo>
                  <a:lnTo>
                    <a:pt x="9703425" y="56134"/>
                  </a:lnTo>
                  <a:lnTo>
                    <a:pt x="9708898" y="56134"/>
                  </a:lnTo>
                  <a:lnTo>
                    <a:pt x="9708898" y="56134"/>
                  </a:lnTo>
                  <a:lnTo>
                    <a:pt x="9725317" y="56134"/>
                  </a:lnTo>
                  <a:lnTo>
                    <a:pt x="9725317" y="56134"/>
                  </a:lnTo>
                  <a:lnTo>
                    <a:pt x="9730790" y="56134"/>
                  </a:lnTo>
                  <a:lnTo>
                    <a:pt x="9730790" y="56134"/>
                  </a:lnTo>
                  <a:lnTo>
                    <a:pt x="9736263" y="56134"/>
                  </a:lnTo>
                  <a:lnTo>
                    <a:pt x="9736263" y="56134"/>
                  </a:lnTo>
                  <a:lnTo>
                    <a:pt x="9741736" y="56134"/>
                  </a:lnTo>
                  <a:lnTo>
                    <a:pt x="9741736" y="56134"/>
                  </a:lnTo>
                  <a:lnTo>
                    <a:pt x="9747208" y="56134"/>
                  </a:lnTo>
                  <a:lnTo>
                    <a:pt x="9747208" y="56134"/>
                  </a:lnTo>
                  <a:lnTo>
                    <a:pt x="9752681" y="56134"/>
                  </a:lnTo>
                  <a:lnTo>
                    <a:pt x="9752681" y="56134"/>
                  </a:lnTo>
                  <a:lnTo>
                    <a:pt x="9763627" y="56134"/>
                  </a:lnTo>
                  <a:lnTo>
                    <a:pt x="9763627" y="56134"/>
                  </a:lnTo>
                  <a:lnTo>
                    <a:pt x="9769100" y="56134"/>
                  </a:lnTo>
                  <a:lnTo>
                    <a:pt x="9769100" y="56134"/>
                  </a:lnTo>
                  <a:lnTo>
                    <a:pt x="9774573" y="56134"/>
                  </a:lnTo>
                  <a:lnTo>
                    <a:pt x="9774573" y="56134"/>
                  </a:lnTo>
                  <a:lnTo>
                    <a:pt x="9780046" y="56134"/>
                  </a:lnTo>
                  <a:lnTo>
                    <a:pt x="9780046" y="56134"/>
                  </a:lnTo>
                  <a:lnTo>
                    <a:pt x="9785519" y="56134"/>
                  </a:lnTo>
                  <a:lnTo>
                    <a:pt x="9785519" y="0"/>
                  </a:lnTo>
                  <a:lnTo>
                    <a:pt x="9790992" y="0"/>
                  </a:lnTo>
                  <a:lnTo>
                    <a:pt x="9790992" y="0"/>
                  </a:lnTo>
                  <a:lnTo>
                    <a:pt x="9796464" y="0"/>
                  </a:lnTo>
                  <a:lnTo>
                    <a:pt x="9796464" y="0"/>
                  </a:lnTo>
                  <a:lnTo>
                    <a:pt x="9801937" y="0"/>
                  </a:lnTo>
                  <a:lnTo>
                    <a:pt x="9801937" y="0"/>
                  </a:lnTo>
                  <a:lnTo>
                    <a:pt x="9807410" y="0"/>
                  </a:lnTo>
                  <a:lnTo>
                    <a:pt x="9807410" y="0"/>
                  </a:lnTo>
                  <a:lnTo>
                    <a:pt x="9818356" y="0"/>
                  </a:lnTo>
                  <a:lnTo>
                    <a:pt x="9818356" y="0"/>
                  </a:lnTo>
                  <a:lnTo>
                    <a:pt x="9823829" y="0"/>
                  </a:lnTo>
                  <a:lnTo>
                    <a:pt x="9823829" y="0"/>
                  </a:lnTo>
                  <a:lnTo>
                    <a:pt x="9840247" y="0"/>
                  </a:lnTo>
                  <a:lnTo>
                    <a:pt x="9840247" y="0"/>
                  </a:lnTo>
                  <a:lnTo>
                    <a:pt x="9845720" y="0"/>
                  </a:lnTo>
                  <a:lnTo>
                    <a:pt x="9845720" y="0"/>
                  </a:lnTo>
                  <a:lnTo>
                    <a:pt x="9851193" y="0"/>
                  </a:lnTo>
                  <a:lnTo>
                    <a:pt x="9851193" y="0"/>
                  </a:lnTo>
                  <a:lnTo>
                    <a:pt x="9862139" y="0"/>
                  </a:lnTo>
                  <a:lnTo>
                    <a:pt x="9862139" y="0"/>
                  </a:lnTo>
                  <a:lnTo>
                    <a:pt x="9867612" y="0"/>
                  </a:lnTo>
                  <a:lnTo>
                    <a:pt x="9867612" y="0"/>
                  </a:lnTo>
                  <a:lnTo>
                    <a:pt x="9873085" y="0"/>
                  </a:lnTo>
                  <a:lnTo>
                    <a:pt x="9873085" y="0"/>
                  </a:lnTo>
                  <a:lnTo>
                    <a:pt x="9884031" y="0"/>
                  </a:lnTo>
                  <a:lnTo>
                    <a:pt x="9884031" y="0"/>
                  </a:lnTo>
                  <a:lnTo>
                    <a:pt x="9889503" y="0"/>
                  </a:lnTo>
                  <a:lnTo>
                    <a:pt x="9889503" y="0"/>
                  </a:lnTo>
                  <a:lnTo>
                    <a:pt x="9894976" y="0"/>
                  </a:lnTo>
                  <a:lnTo>
                    <a:pt x="9894976" y="0"/>
                  </a:lnTo>
                  <a:lnTo>
                    <a:pt x="9900449" y="0"/>
                  </a:lnTo>
                  <a:lnTo>
                    <a:pt x="9900449" y="0"/>
                  </a:lnTo>
                  <a:lnTo>
                    <a:pt x="9911395" y="0"/>
                  </a:lnTo>
                  <a:lnTo>
                    <a:pt x="9911395" y="0"/>
                  </a:lnTo>
                  <a:lnTo>
                    <a:pt x="9922341" y="0"/>
                  </a:lnTo>
                  <a:lnTo>
                    <a:pt x="992234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009709" y="2096633"/>
              <a:ext cx="9922341" cy="3993696"/>
            </a:xfrm>
            <a:custGeom>
              <a:avLst/>
              <a:pathLst>
                <a:path w="9922341" h="3993696">
                  <a:moveTo>
                    <a:pt x="9922341" y="0"/>
                  </a:moveTo>
                  <a:lnTo>
                    <a:pt x="9922341" y="0"/>
                  </a:lnTo>
                  <a:lnTo>
                    <a:pt x="9911395" y="0"/>
                  </a:lnTo>
                  <a:lnTo>
                    <a:pt x="9911395" y="0"/>
                  </a:lnTo>
                  <a:lnTo>
                    <a:pt x="9900449" y="0"/>
                  </a:lnTo>
                  <a:lnTo>
                    <a:pt x="9900449" y="0"/>
                  </a:lnTo>
                  <a:lnTo>
                    <a:pt x="9894976" y="0"/>
                  </a:lnTo>
                  <a:lnTo>
                    <a:pt x="9894976" y="0"/>
                  </a:lnTo>
                  <a:lnTo>
                    <a:pt x="9889503" y="0"/>
                  </a:lnTo>
                  <a:lnTo>
                    <a:pt x="9889503" y="0"/>
                  </a:lnTo>
                  <a:lnTo>
                    <a:pt x="9884031" y="0"/>
                  </a:lnTo>
                  <a:lnTo>
                    <a:pt x="9884031" y="0"/>
                  </a:lnTo>
                  <a:lnTo>
                    <a:pt x="9873085" y="0"/>
                  </a:lnTo>
                  <a:lnTo>
                    <a:pt x="9873085" y="0"/>
                  </a:lnTo>
                  <a:lnTo>
                    <a:pt x="9867612" y="0"/>
                  </a:lnTo>
                  <a:lnTo>
                    <a:pt x="9867612" y="0"/>
                  </a:lnTo>
                  <a:lnTo>
                    <a:pt x="9862139" y="0"/>
                  </a:lnTo>
                  <a:lnTo>
                    <a:pt x="9862139" y="0"/>
                  </a:lnTo>
                  <a:lnTo>
                    <a:pt x="9851193" y="0"/>
                  </a:lnTo>
                  <a:lnTo>
                    <a:pt x="9851193" y="0"/>
                  </a:lnTo>
                  <a:lnTo>
                    <a:pt x="9845720" y="0"/>
                  </a:lnTo>
                  <a:lnTo>
                    <a:pt x="9845720" y="0"/>
                  </a:lnTo>
                  <a:lnTo>
                    <a:pt x="9840247" y="0"/>
                  </a:lnTo>
                  <a:lnTo>
                    <a:pt x="9840247" y="0"/>
                  </a:lnTo>
                  <a:lnTo>
                    <a:pt x="9823829" y="0"/>
                  </a:lnTo>
                  <a:lnTo>
                    <a:pt x="9823829" y="0"/>
                  </a:lnTo>
                  <a:lnTo>
                    <a:pt x="9818356" y="0"/>
                  </a:lnTo>
                  <a:lnTo>
                    <a:pt x="9818356" y="0"/>
                  </a:lnTo>
                  <a:lnTo>
                    <a:pt x="9807410" y="0"/>
                  </a:lnTo>
                  <a:lnTo>
                    <a:pt x="9807410" y="0"/>
                  </a:lnTo>
                  <a:lnTo>
                    <a:pt x="9801937" y="0"/>
                  </a:lnTo>
                  <a:lnTo>
                    <a:pt x="9801937" y="0"/>
                  </a:lnTo>
                  <a:lnTo>
                    <a:pt x="9796464" y="0"/>
                  </a:lnTo>
                  <a:lnTo>
                    <a:pt x="9796464" y="0"/>
                  </a:lnTo>
                  <a:lnTo>
                    <a:pt x="9790992" y="0"/>
                  </a:lnTo>
                  <a:lnTo>
                    <a:pt x="9790992" y="0"/>
                  </a:lnTo>
                  <a:lnTo>
                    <a:pt x="9785519" y="0"/>
                  </a:lnTo>
                  <a:lnTo>
                    <a:pt x="9785519" y="42953"/>
                  </a:lnTo>
                  <a:lnTo>
                    <a:pt x="9780046" y="42953"/>
                  </a:lnTo>
                  <a:lnTo>
                    <a:pt x="9780046" y="42953"/>
                  </a:lnTo>
                  <a:lnTo>
                    <a:pt x="9774573" y="42953"/>
                  </a:lnTo>
                  <a:lnTo>
                    <a:pt x="9774573" y="42953"/>
                  </a:lnTo>
                  <a:lnTo>
                    <a:pt x="9769100" y="42953"/>
                  </a:lnTo>
                  <a:lnTo>
                    <a:pt x="9769100" y="42953"/>
                  </a:lnTo>
                  <a:lnTo>
                    <a:pt x="9763627" y="42953"/>
                  </a:lnTo>
                  <a:lnTo>
                    <a:pt x="9763627" y="42953"/>
                  </a:lnTo>
                  <a:lnTo>
                    <a:pt x="9752681" y="42953"/>
                  </a:lnTo>
                  <a:lnTo>
                    <a:pt x="9752681" y="42953"/>
                  </a:lnTo>
                  <a:lnTo>
                    <a:pt x="9747208" y="42953"/>
                  </a:lnTo>
                  <a:lnTo>
                    <a:pt x="9747208" y="42953"/>
                  </a:lnTo>
                  <a:lnTo>
                    <a:pt x="9741736" y="42953"/>
                  </a:lnTo>
                  <a:lnTo>
                    <a:pt x="9741736" y="42953"/>
                  </a:lnTo>
                  <a:lnTo>
                    <a:pt x="9736263" y="42953"/>
                  </a:lnTo>
                  <a:lnTo>
                    <a:pt x="9736263" y="42953"/>
                  </a:lnTo>
                  <a:lnTo>
                    <a:pt x="9730790" y="42953"/>
                  </a:lnTo>
                  <a:lnTo>
                    <a:pt x="9730790" y="42953"/>
                  </a:lnTo>
                  <a:lnTo>
                    <a:pt x="9725317" y="42953"/>
                  </a:lnTo>
                  <a:lnTo>
                    <a:pt x="9725317" y="42953"/>
                  </a:lnTo>
                  <a:lnTo>
                    <a:pt x="9708898" y="42953"/>
                  </a:lnTo>
                  <a:lnTo>
                    <a:pt x="9708898" y="42953"/>
                  </a:lnTo>
                  <a:lnTo>
                    <a:pt x="9703425" y="42953"/>
                  </a:lnTo>
                  <a:lnTo>
                    <a:pt x="9703425" y="42953"/>
                  </a:lnTo>
                  <a:lnTo>
                    <a:pt x="9697952" y="42953"/>
                  </a:lnTo>
                  <a:lnTo>
                    <a:pt x="9697952" y="42953"/>
                  </a:lnTo>
                  <a:lnTo>
                    <a:pt x="9692480" y="42953"/>
                  </a:lnTo>
                  <a:lnTo>
                    <a:pt x="9692480" y="42953"/>
                  </a:lnTo>
                  <a:lnTo>
                    <a:pt x="9687007" y="42953"/>
                  </a:lnTo>
                  <a:lnTo>
                    <a:pt x="9687007" y="42953"/>
                  </a:lnTo>
                  <a:lnTo>
                    <a:pt x="9681534" y="42953"/>
                  </a:lnTo>
                  <a:lnTo>
                    <a:pt x="9681534" y="42953"/>
                  </a:lnTo>
                  <a:lnTo>
                    <a:pt x="9676061" y="42953"/>
                  </a:lnTo>
                  <a:lnTo>
                    <a:pt x="9676061" y="42953"/>
                  </a:lnTo>
                  <a:lnTo>
                    <a:pt x="9665115" y="42953"/>
                  </a:lnTo>
                  <a:lnTo>
                    <a:pt x="9665115" y="42953"/>
                  </a:lnTo>
                  <a:lnTo>
                    <a:pt x="9659642" y="42953"/>
                  </a:lnTo>
                  <a:lnTo>
                    <a:pt x="9659642" y="42953"/>
                  </a:lnTo>
                  <a:lnTo>
                    <a:pt x="9654169" y="42953"/>
                  </a:lnTo>
                  <a:lnTo>
                    <a:pt x="9654169" y="42953"/>
                  </a:lnTo>
                  <a:lnTo>
                    <a:pt x="9648697" y="42953"/>
                  </a:lnTo>
                  <a:lnTo>
                    <a:pt x="9648697" y="42953"/>
                  </a:lnTo>
                  <a:lnTo>
                    <a:pt x="9643224" y="42953"/>
                  </a:lnTo>
                  <a:lnTo>
                    <a:pt x="9643224" y="42953"/>
                  </a:lnTo>
                  <a:lnTo>
                    <a:pt x="9626805" y="42953"/>
                  </a:lnTo>
                  <a:lnTo>
                    <a:pt x="9626805" y="42953"/>
                  </a:lnTo>
                  <a:lnTo>
                    <a:pt x="9621332" y="42953"/>
                  </a:lnTo>
                  <a:lnTo>
                    <a:pt x="9621332" y="42953"/>
                  </a:lnTo>
                  <a:lnTo>
                    <a:pt x="9615859" y="42953"/>
                  </a:lnTo>
                  <a:lnTo>
                    <a:pt x="9615859" y="42953"/>
                  </a:lnTo>
                  <a:lnTo>
                    <a:pt x="9599441" y="42953"/>
                  </a:lnTo>
                  <a:lnTo>
                    <a:pt x="9599441" y="42953"/>
                  </a:lnTo>
                  <a:lnTo>
                    <a:pt x="9588495" y="42953"/>
                  </a:lnTo>
                  <a:lnTo>
                    <a:pt x="9588495" y="42953"/>
                  </a:lnTo>
                  <a:lnTo>
                    <a:pt x="9583022" y="42953"/>
                  </a:lnTo>
                  <a:lnTo>
                    <a:pt x="9583022" y="42953"/>
                  </a:lnTo>
                  <a:lnTo>
                    <a:pt x="9577549" y="42953"/>
                  </a:lnTo>
                  <a:lnTo>
                    <a:pt x="9577549" y="42953"/>
                  </a:lnTo>
                  <a:lnTo>
                    <a:pt x="9572076" y="42953"/>
                  </a:lnTo>
                  <a:lnTo>
                    <a:pt x="9572076" y="42953"/>
                  </a:lnTo>
                  <a:lnTo>
                    <a:pt x="9566603" y="42953"/>
                  </a:lnTo>
                  <a:lnTo>
                    <a:pt x="9566603" y="42953"/>
                  </a:lnTo>
                  <a:lnTo>
                    <a:pt x="9561130" y="42953"/>
                  </a:lnTo>
                  <a:lnTo>
                    <a:pt x="9561130" y="42953"/>
                  </a:lnTo>
                  <a:lnTo>
                    <a:pt x="9555657" y="42953"/>
                  </a:lnTo>
                  <a:lnTo>
                    <a:pt x="9555657" y="42953"/>
                  </a:lnTo>
                  <a:lnTo>
                    <a:pt x="9550185" y="42953"/>
                  </a:lnTo>
                  <a:lnTo>
                    <a:pt x="9550185" y="42953"/>
                  </a:lnTo>
                  <a:lnTo>
                    <a:pt x="9544712" y="42953"/>
                  </a:lnTo>
                  <a:lnTo>
                    <a:pt x="9544712" y="42953"/>
                  </a:lnTo>
                  <a:lnTo>
                    <a:pt x="9528293" y="42953"/>
                  </a:lnTo>
                  <a:lnTo>
                    <a:pt x="9528293" y="42953"/>
                  </a:lnTo>
                  <a:lnTo>
                    <a:pt x="9517347" y="42953"/>
                  </a:lnTo>
                  <a:lnTo>
                    <a:pt x="9517347" y="42953"/>
                  </a:lnTo>
                  <a:lnTo>
                    <a:pt x="9511874" y="42953"/>
                  </a:lnTo>
                  <a:lnTo>
                    <a:pt x="9511874" y="42953"/>
                  </a:lnTo>
                  <a:lnTo>
                    <a:pt x="9506401" y="42953"/>
                  </a:lnTo>
                  <a:lnTo>
                    <a:pt x="9506401" y="42953"/>
                  </a:lnTo>
                  <a:lnTo>
                    <a:pt x="9500929" y="42953"/>
                  </a:lnTo>
                  <a:lnTo>
                    <a:pt x="9500929" y="42953"/>
                  </a:lnTo>
                  <a:lnTo>
                    <a:pt x="9495456" y="42953"/>
                  </a:lnTo>
                  <a:lnTo>
                    <a:pt x="9495456" y="42953"/>
                  </a:lnTo>
                  <a:lnTo>
                    <a:pt x="9489983" y="42953"/>
                  </a:lnTo>
                  <a:lnTo>
                    <a:pt x="9489983" y="42953"/>
                  </a:lnTo>
                  <a:lnTo>
                    <a:pt x="9484510" y="42953"/>
                  </a:lnTo>
                  <a:lnTo>
                    <a:pt x="9484510" y="42953"/>
                  </a:lnTo>
                  <a:lnTo>
                    <a:pt x="9479037" y="42953"/>
                  </a:lnTo>
                  <a:lnTo>
                    <a:pt x="9479037" y="42953"/>
                  </a:lnTo>
                  <a:lnTo>
                    <a:pt x="9473564" y="42953"/>
                  </a:lnTo>
                  <a:lnTo>
                    <a:pt x="9473564" y="42953"/>
                  </a:lnTo>
                  <a:lnTo>
                    <a:pt x="9468091" y="42953"/>
                  </a:lnTo>
                  <a:lnTo>
                    <a:pt x="9468091" y="42953"/>
                  </a:lnTo>
                  <a:lnTo>
                    <a:pt x="9462618" y="42953"/>
                  </a:lnTo>
                  <a:lnTo>
                    <a:pt x="9462618" y="42953"/>
                  </a:lnTo>
                  <a:lnTo>
                    <a:pt x="9457146" y="42953"/>
                  </a:lnTo>
                  <a:lnTo>
                    <a:pt x="9457146" y="42953"/>
                  </a:lnTo>
                  <a:lnTo>
                    <a:pt x="9451673" y="42953"/>
                  </a:lnTo>
                  <a:lnTo>
                    <a:pt x="9451673" y="42953"/>
                  </a:lnTo>
                  <a:lnTo>
                    <a:pt x="9446200" y="42953"/>
                  </a:lnTo>
                  <a:lnTo>
                    <a:pt x="9446200" y="84154"/>
                  </a:lnTo>
                  <a:lnTo>
                    <a:pt x="9440727" y="84154"/>
                  </a:lnTo>
                  <a:lnTo>
                    <a:pt x="9440727" y="84154"/>
                  </a:lnTo>
                  <a:lnTo>
                    <a:pt x="9435254" y="84154"/>
                  </a:lnTo>
                  <a:lnTo>
                    <a:pt x="9435254" y="84154"/>
                  </a:lnTo>
                  <a:lnTo>
                    <a:pt x="9429781" y="84154"/>
                  </a:lnTo>
                  <a:lnTo>
                    <a:pt x="9429781" y="84154"/>
                  </a:lnTo>
                  <a:lnTo>
                    <a:pt x="9424308" y="84154"/>
                  </a:lnTo>
                  <a:lnTo>
                    <a:pt x="9424308" y="84154"/>
                  </a:lnTo>
                  <a:lnTo>
                    <a:pt x="9418835" y="84154"/>
                  </a:lnTo>
                  <a:lnTo>
                    <a:pt x="9418835" y="84154"/>
                  </a:lnTo>
                  <a:lnTo>
                    <a:pt x="9413362" y="84154"/>
                  </a:lnTo>
                  <a:lnTo>
                    <a:pt x="9413362" y="84154"/>
                  </a:lnTo>
                  <a:lnTo>
                    <a:pt x="9402417" y="84154"/>
                  </a:lnTo>
                  <a:lnTo>
                    <a:pt x="9402417" y="84154"/>
                  </a:lnTo>
                  <a:lnTo>
                    <a:pt x="9396944" y="84154"/>
                  </a:lnTo>
                  <a:lnTo>
                    <a:pt x="9396944" y="84154"/>
                  </a:lnTo>
                  <a:lnTo>
                    <a:pt x="9375052" y="84154"/>
                  </a:lnTo>
                  <a:lnTo>
                    <a:pt x="9375052" y="84154"/>
                  </a:lnTo>
                  <a:lnTo>
                    <a:pt x="9369579" y="84154"/>
                  </a:lnTo>
                  <a:lnTo>
                    <a:pt x="9369579" y="84154"/>
                  </a:lnTo>
                  <a:lnTo>
                    <a:pt x="9364106" y="84154"/>
                  </a:lnTo>
                  <a:lnTo>
                    <a:pt x="9364106" y="84154"/>
                  </a:lnTo>
                  <a:lnTo>
                    <a:pt x="9358634" y="84154"/>
                  </a:lnTo>
                  <a:lnTo>
                    <a:pt x="9358634" y="84154"/>
                  </a:lnTo>
                  <a:lnTo>
                    <a:pt x="9353161" y="84154"/>
                  </a:lnTo>
                  <a:lnTo>
                    <a:pt x="9353161" y="84154"/>
                  </a:lnTo>
                  <a:lnTo>
                    <a:pt x="9342215" y="84154"/>
                  </a:lnTo>
                  <a:lnTo>
                    <a:pt x="9342215" y="84154"/>
                  </a:lnTo>
                  <a:lnTo>
                    <a:pt x="9336742" y="84154"/>
                  </a:lnTo>
                  <a:lnTo>
                    <a:pt x="9336742" y="84154"/>
                  </a:lnTo>
                  <a:lnTo>
                    <a:pt x="9331269" y="84154"/>
                  </a:lnTo>
                  <a:lnTo>
                    <a:pt x="9331269" y="84154"/>
                  </a:lnTo>
                  <a:lnTo>
                    <a:pt x="9325796" y="84154"/>
                  </a:lnTo>
                  <a:lnTo>
                    <a:pt x="9325796" y="84154"/>
                  </a:lnTo>
                  <a:lnTo>
                    <a:pt x="9320323" y="84154"/>
                  </a:lnTo>
                  <a:lnTo>
                    <a:pt x="9320323" y="84154"/>
                  </a:lnTo>
                  <a:lnTo>
                    <a:pt x="9314850" y="84154"/>
                  </a:lnTo>
                  <a:lnTo>
                    <a:pt x="9314850" y="84154"/>
                  </a:lnTo>
                  <a:lnTo>
                    <a:pt x="9309378" y="84154"/>
                  </a:lnTo>
                  <a:lnTo>
                    <a:pt x="9309378" y="84154"/>
                  </a:lnTo>
                  <a:lnTo>
                    <a:pt x="9298432" y="84154"/>
                  </a:lnTo>
                  <a:lnTo>
                    <a:pt x="9298432" y="84154"/>
                  </a:lnTo>
                  <a:lnTo>
                    <a:pt x="9287486" y="84154"/>
                  </a:lnTo>
                  <a:lnTo>
                    <a:pt x="9287486" y="84154"/>
                  </a:lnTo>
                  <a:lnTo>
                    <a:pt x="9282013" y="84154"/>
                  </a:lnTo>
                  <a:lnTo>
                    <a:pt x="9282013" y="84154"/>
                  </a:lnTo>
                  <a:lnTo>
                    <a:pt x="9276540" y="84154"/>
                  </a:lnTo>
                  <a:lnTo>
                    <a:pt x="9276540" y="84154"/>
                  </a:lnTo>
                  <a:lnTo>
                    <a:pt x="9271067" y="84154"/>
                  </a:lnTo>
                  <a:lnTo>
                    <a:pt x="9271067" y="84154"/>
                  </a:lnTo>
                  <a:lnTo>
                    <a:pt x="9260122" y="84154"/>
                  </a:lnTo>
                  <a:lnTo>
                    <a:pt x="9260122" y="84154"/>
                  </a:lnTo>
                  <a:lnTo>
                    <a:pt x="9254649" y="84154"/>
                  </a:lnTo>
                  <a:lnTo>
                    <a:pt x="9254649" y="84154"/>
                  </a:lnTo>
                  <a:lnTo>
                    <a:pt x="9249176" y="84154"/>
                  </a:lnTo>
                  <a:lnTo>
                    <a:pt x="9249176" y="84154"/>
                  </a:lnTo>
                  <a:lnTo>
                    <a:pt x="9243703" y="84154"/>
                  </a:lnTo>
                  <a:lnTo>
                    <a:pt x="9243703" y="84154"/>
                  </a:lnTo>
                  <a:lnTo>
                    <a:pt x="9238230" y="84154"/>
                  </a:lnTo>
                  <a:lnTo>
                    <a:pt x="9238230" y="84154"/>
                  </a:lnTo>
                  <a:lnTo>
                    <a:pt x="9232757" y="84154"/>
                  </a:lnTo>
                  <a:lnTo>
                    <a:pt x="9232757" y="84154"/>
                  </a:lnTo>
                  <a:lnTo>
                    <a:pt x="9227284" y="84154"/>
                  </a:lnTo>
                  <a:lnTo>
                    <a:pt x="9227284" y="84154"/>
                  </a:lnTo>
                  <a:lnTo>
                    <a:pt x="9221811" y="84154"/>
                  </a:lnTo>
                  <a:lnTo>
                    <a:pt x="9221811" y="84154"/>
                  </a:lnTo>
                  <a:lnTo>
                    <a:pt x="9210866" y="84154"/>
                  </a:lnTo>
                  <a:lnTo>
                    <a:pt x="9210866" y="84154"/>
                  </a:lnTo>
                  <a:lnTo>
                    <a:pt x="9205393" y="84154"/>
                  </a:lnTo>
                  <a:lnTo>
                    <a:pt x="9205393" y="84154"/>
                  </a:lnTo>
                  <a:lnTo>
                    <a:pt x="9199920" y="84154"/>
                  </a:lnTo>
                  <a:lnTo>
                    <a:pt x="9199920" y="84154"/>
                  </a:lnTo>
                  <a:lnTo>
                    <a:pt x="9194447" y="84154"/>
                  </a:lnTo>
                  <a:lnTo>
                    <a:pt x="9194447" y="84154"/>
                  </a:lnTo>
                  <a:lnTo>
                    <a:pt x="9188974" y="84154"/>
                  </a:lnTo>
                  <a:lnTo>
                    <a:pt x="9188974" y="84154"/>
                  </a:lnTo>
                  <a:lnTo>
                    <a:pt x="9183501" y="84154"/>
                  </a:lnTo>
                  <a:lnTo>
                    <a:pt x="9183501" y="84154"/>
                  </a:lnTo>
                  <a:lnTo>
                    <a:pt x="9178028" y="84154"/>
                  </a:lnTo>
                  <a:lnTo>
                    <a:pt x="9178028" y="84154"/>
                  </a:lnTo>
                  <a:lnTo>
                    <a:pt x="9172555" y="84154"/>
                  </a:lnTo>
                  <a:lnTo>
                    <a:pt x="9172555" y="84154"/>
                  </a:lnTo>
                  <a:lnTo>
                    <a:pt x="9167083" y="84154"/>
                  </a:lnTo>
                  <a:lnTo>
                    <a:pt x="9167083" y="84154"/>
                  </a:lnTo>
                  <a:lnTo>
                    <a:pt x="9156137" y="84154"/>
                  </a:lnTo>
                  <a:lnTo>
                    <a:pt x="9156137" y="84154"/>
                  </a:lnTo>
                  <a:lnTo>
                    <a:pt x="9150664" y="84154"/>
                  </a:lnTo>
                  <a:lnTo>
                    <a:pt x="9150664" y="84154"/>
                  </a:lnTo>
                  <a:lnTo>
                    <a:pt x="9139718" y="84154"/>
                  </a:lnTo>
                  <a:lnTo>
                    <a:pt x="9139718" y="84154"/>
                  </a:lnTo>
                  <a:lnTo>
                    <a:pt x="9134245" y="84154"/>
                  </a:lnTo>
                  <a:lnTo>
                    <a:pt x="9134245" y="84154"/>
                  </a:lnTo>
                  <a:lnTo>
                    <a:pt x="9128772" y="84154"/>
                  </a:lnTo>
                  <a:lnTo>
                    <a:pt x="9128772" y="84154"/>
                  </a:lnTo>
                  <a:lnTo>
                    <a:pt x="9123300" y="84154"/>
                  </a:lnTo>
                  <a:lnTo>
                    <a:pt x="9123300" y="84154"/>
                  </a:lnTo>
                  <a:lnTo>
                    <a:pt x="9117827" y="84154"/>
                  </a:lnTo>
                  <a:lnTo>
                    <a:pt x="9117827" y="84154"/>
                  </a:lnTo>
                  <a:lnTo>
                    <a:pt x="9112354" y="84154"/>
                  </a:lnTo>
                  <a:lnTo>
                    <a:pt x="9112354" y="84154"/>
                  </a:lnTo>
                  <a:lnTo>
                    <a:pt x="9106881" y="84154"/>
                  </a:lnTo>
                  <a:lnTo>
                    <a:pt x="9106881" y="84154"/>
                  </a:lnTo>
                  <a:lnTo>
                    <a:pt x="9101408" y="84154"/>
                  </a:lnTo>
                  <a:lnTo>
                    <a:pt x="9101408" y="84154"/>
                  </a:lnTo>
                  <a:lnTo>
                    <a:pt x="9095935" y="84154"/>
                  </a:lnTo>
                  <a:lnTo>
                    <a:pt x="9095935" y="84154"/>
                  </a:lnTo>
                  <a:lnTo>
                    <a:pt x="9090462" y="84154"/>
                  </a:lnTo>
                  <a:lnTo>
                    <a:pt x="9090462" y="84154"/>
                  </a:lnTo>
                  <a:lnTo>
                    <a:pt x="9079516" y="84154"/>
                  </a:lnTo>
                  <a:lnTo>
                    <a:pt x="9079516" y="84154"/>
                  </a:lnTo>
                  <a:lnTo>
                    <a:pt x="9074044" y="84154"/>
                  </a:lnTo>
                  <a:lnTo>
                    <a:pt x="9074044" y="84154"/>
                  </a:lnTo>
                  <a:lnTo>
                    <a:pt x="9068571" y="84154"/>
                  </a:lnTo>
                  <a:lnTo>
                    <a:pt x="9068571" y="84154"/>
                  </a:lnTo>
                  <a:lnTo>
                    <a:pt x="9063098" y="84154"/>
                  </a:lnTo>
                  <a:lnTo>
                    <a:pt x="9063098" y="84154"/>
                  </a:lnTo>
                  <a:lnTo>
                    <a:pt x="9057625" y="84154"/>
                  </a:lnTo>
                  <a:lnTo>
                    <a:pt x="9057625" y="84154"/>
                  </a:lnTo>
                  <a:lnTo>
                    <a:pt x="9052152" y="84154"/>
                  </a:lnTo>
                  <a:lnTo>
                    <a:pt x="9052152" y="84154"/>
                  </a:lnTo>
                  <a:lnTo>
                    <a:pt x="9041206" y="84154"/>
                  </a:lnTo>
                  <a:lnTo>
                    <a:pt x="9041206" y="84154"/>
                  </a:lnTo>
                  <a:lnTo>
                    <a:pt x="9035733" y="84154"/>
                  </a:lnTo>
                  <a:lnTo>
                    <a:pt x="9035733" y="84154"/>
                  </a:lnTo>
                  <a:lnTo>
                    <a:pt x="9030260" y="84154"/>
                  </a:lnTo>
                  <a:lnTo>
                    <a:pt x="9030260" y="84154"/>
                  </a:lnTo>
                  <a:lnTo>
                    <a:pt x="9024788" y="84154"/>
                  </a:lnTo>
                  <a:lnTo>
                    <a:pt x="9024788" y="84154"/>
                  </a:lnTo>
                  <a:lnTo>
                    <a:pt x="9019315" y="84154"/>
                  </a:lnTo>
                  <a:lnTo>
                    <a:pt x="9019315" y="84154"/>
                  </a:lnTo>
                  <a:lnTo>
                    <a:pt x="9013842" y="84154"/>
                  </a:lnTo>
                  <a:lnTo>
                    <a:pt x="9013842" y="84154"/>
                  </a:lnTo>
                  <a:lnTo>
                    <a:pt x="9008369" y="84154"/>
                  </a:lnTo>
                  <a:lnTo>
                    <a:pt x="9008369" y="84154"/>
                  </a:lnTo>
                  <a:lnTo>
                    <a:pt x="8997423" y="84154"/>
                  </a:lnTo>
                  <a:lnTo>
                    <a:pt x="8997423" y="84154"/>
                  </a:lnTo>
                  <a:lnTo>
                    <a:pt x="8991950" y="84154"/>
                  </a:lnTo>
                  <a:lnTo>
                    <a:pt x="8991950" y="84154"/>
                  </a:lnTo>
                  <a:lnTo>
                    <a:pt x="8986477" y="84154"/>
                  </a:lnTo>
                  <a:lnTo>
                    <a:pt x="8986477" y="84154"/>
                  </a:lnTo>
                  <a:lnTo>
                    <a:pt x="8981004" y="84154"/>
                  </a:lnTo>
                  <a:lnTo>
                    <a:pt x="8981004" y="84154"/>
                  </a:lnTo>
                  <a:lnTo>
                    <a:pt x="8975532" y="84154"/>
                  </a:lnTo>
                  <a:lnTo>
                    <a:pt x="8975532" y="84154"/>
                  </a:lnTo>
                  <a:lnTo>
                    <a:pt x="8970059" y="84154"/>
                  </a:lnTo>
                  <a:lnTo>
                    <a:pt x="8970059" y="84154"/>
                  </a:lnTo>
                  <a:lnTo>
                    <a:pt x="8964586" y="84154"/>
                  </a:lnTo>
                  <a:lnTo>
                    <a:pt x="8964586" y="84154"/>
                  </a:lnTo>
                  <a:lnTo>
                    <a:pt x="8959113" y="84154"/>
                  </a:lnTo>
                  <a:lnTo>
                    <a:pt x="8959113" y="84154"/>
                  </a:lnTo>
                  <a:lnTo>
                    <a:pt x="8948167" y="84154"/>
                  </a:lnTo>
                  <a:lnTo>
                    <a:pt x="8948167" y="84154"/>
                  </a:lnTo>
                  <a:lnTo>
                    <a:pt x="8942694" y="84154"/>
                  </a:lnTo>
                  <a:lnTo>
                    <a:pt x="8942694" y="84154"/>
                  </a:lnTo>
                  <a:lnTo>
                    <a:pt x="8937221" y="84154"/>
                  </a:lnTo>
                  <a:lnTo>
                    <a:pt x="8937221" y="84154"/>
                  </a:lnTo>
                  <a:lnTo>
                    <a:pt x="8931749" y="84154"/>
                  </a:lnTo>
                  <a:lnTo>
                    <a:pt x="8931749" y="84154"/>
                  </a:lnTo>
                  <a:lnTo>
                    <a:pt x="8920803" y="84154"/>
                  </a:lnTo>
                  <a:lnTo>
                    <a:pt x="8920803" y="84154"/>
                  </a:lnTo>
                  <a:lnTo>
                    <a:pt x="8915330" y="84154"/>
                  </a:lnTo>
                  <a:lnTo>
                    <a:pt x="8915330" y="84154"/>
                  </a:lnTo>
                  <a:lnTo>
                    <a:pt x="8904384" y="84154"/>
                  </a:lnTo>
                  <a:lnTo>
                    <a:pt x="8904384" y="84154"/>
                  </a:lnTo>
                  <a:lnTo>
                    <a:pt x="8898911" y="84154"/>
                  </a:lnTo>
                  <a:lnTo>
                    <a:pt x="8898911" y="84154"/>
                  </a:lnTo>
                  <a:lnTo>
                    <a:pt x="8893438" y="84154"/>
                  </a:lnTo>
                  <a:lnTo>
                    <a:pt x="8893438" y="84154"/>
                  </a:lnTo>
                  <a:lnTo>
                    <a:pt x="8882493" y="84154"/>
                  </a:lnTo>
                  <a:lnTo>
                    <a:pt x="8882493" y="84154"/>
                  </a:lnTo>
                  <a:lnTo>
                    <a:pt x="8877020" y="84154"/>
                  </a:lnTo>
                  <a:lnTo>
                    <a:pt x="8877020" y="84154"/>
                  </a:lnTo>
                  <a:lnTo>
                    <a:pt x="8871547" y="84154"/>
                  </a:lnTo>
                  <a:lnTo>
                    <a:pt x="8871547" y="84154"/>
                  </a:lnTo>
                  <a:lnTo>
                    <a:pt x="8866074" y="84154"/>
                  </a:lnTo>
                  <a:lnTo>
                    <a:pt x="8866074" y="84154"/>
                  </a:lnTo>
                  <a:lnTo>
                    <a:pt x="8860601" y="84154"/>
                  </a:lnTo>
                  <a:lnTo>
                    <a:pt x="8860601" y="84154"/>
                  </a:lnTo>
                  <a:lnTo>
                    <a:pt x="8849655" y="84154"/>
                  </a:lnTo>
                  <a:lnTo>
                    <a:pt x="8849655" y="84154"/>
                  </a:lnTo>
                  <a:lnTo>
                    <a:pt x="8844182" y="84154"/>
                  </a:lnTo>
                  <a:lnTo>
                    <a:pt x="8844182" y="84154"/>
                  </a:lnTo>
                  <a:lnTo>
                    <a:pt x="8838709" y="84154"/>
                  </a:lnTo>
                  <a:lnTo>
                    <a:pt x="8838709" y="84154"/>
                  </a:lnTo>
                  <a:lnTo>
                    <a:pt x="8827764" y="84154"/>
                  </a:lnTo>
                  <a:lnTo>
                    <a:pt x="8827764" y="84154"/>
                  </a:lnTo>
                  <a:lnTo>
                    <a:pt x="8822291" y="84154"/>
                  </a:lnTo>
                  <a:lnTo>
                    <a:pt x="8822291" y="84154"/>
                  </a:lnTo>
                  <a:lnTo>
                    <a:pt x="8816818" y="84154"/>
                  </a:lnTo>
                  <a:lnTo>
                    <a:pt x="8816818" y="84154"/>
                  </a:lnTo>
                  <a:lnTo>
                    <a:pt x="8811345" y="84154"/>
                  </a:lnTo>
                  <a:lnTo>
                    <a:pt x="8811345" y="84154"/>
                  </a:lnTo>
                  <a:lnTo>
                    <a:pt x="8805872" y="84154"/>
                  </a:lnTo>
                  <a:lnTo>
                    <a:pt x="8805872" y="84154"/>
                  </a:lnTo>
                  <a:lnTo>
                    <a:pt x="8800399" y="84154"/>
                  </a:lnTo>
                  <a:lnTo>
                    <a:pt x="8800399" y="84154"/>
                  </a:lnTo>
                  <a:lnTo>
                    <a:pt x="8789453" y="84154"/>
                  </a:lnTo>
                  <a:lnTo>
                    <a:pt x="8789453" y="84154"/>
                  </a:lnTo>
                  <a:lnTo>
                    <a:pt x="8783981" y="84154"/>
                  </a:lnTo>
                  <a:lnTo>
                    <a:pt x="8783981" y="84154"/>
                  </a:lnTo>
                  <a:lnTo>
                    <a:pt x="8773035" y="84154"/>
                  </a:lnTo>
                  <a:lnTo>
                    <a:pt x="8773035" y="84154"/>
                  </a:lnTo>
                  <a:lnTo>
                    <a:pt x="8767562" y="84154"/>
                  </a:lnTo>
                  <a:lnTo>
                    <a:pt x="8767562" y="84154"/>
                  </a:lnTo>
                  <a:lnTo>
                    <a:pt x="8762089" y="84154"/>
                  </a:lnTo>
                  <a:lnTo>
                    <a:pt x="8762089" y="84154"/>
                  </a:lnTo>
                  <a:lnTo>
                    <a:pt x="8756616" y="84154"/>
                  </a:lnTo>
                  <a:lnTo>
                    <a:pt x="8756616" y="121594"/>
                  </a:lnTo>
                  <a:lnTo>
                    <a:pt x="8751143" y="121594"/>
                  </a:lnTo>
                  <a:lnTo>
                    <a:pt x="8751143" y="158972"/>
                  </a:lnTo>
                  <a:lnTo>
                    <a:pt x="8745670" y="158972"/>
                  </a:lnTo>
                  <a:lnTo>
                    <a:pt x="8745670" y="158972"/>
                  </a:lnTo>
                  <a:lnTo>
                    <a:pt x="8740198" y="158972"/>
                  </a:lnTo>
                  <a:lnTo>
                    <a:pt x="8740198" y="158972"/>
                  </a:lnTo>
                  <a:lnTo>
                    <a:pt x="8734725" y="158972"/>
                  </a:lnTo>
                  <a:lnTo>
                    <a:pt x="8734725" y="158972"/>
                  </a:lnTo>
                  <a:lnTo>
                    <a:pt x="8729252" y="158972"/>
                  </a:lnTo>
                  <a:lnTo>
                    <a:pt x="8729252" y="158972"/>
                  </a:lnTo>
                  <a:lnTo>
                    <a:pt x="8723779" y="158972"/>
                  </a:lnTo>
                  <a:lnTo>
                    <a:pt x="8723779" y="158972"/>
                  </a:lnTo>
                  <a:lnTo>
                    <a:pt x="8718306" y="158972"/>
                  </a:lnTo>
                  <a:lnTo>
                    <a:pt x="8718306" y="158972"/>
                  </a:lnTo>
                  <a:lnTo>
                    <a:pt x="8712833" y="158972"/>
                  </a:lnTo>
                  <a:lnTo>
                    <a:pt x="8712833" y="158972"/>
                  </a:lnTo>
                  <a:lnTo>
                    <a:pt x="8707360" y="158972"/>
                  </a:lnTo>
                  <a:lnTo>
                    <a:pt x="8707360" y="158972"/>
                  </a:lnTo>
                  <a:lnTo>
                    <a:pt x="8701887" y="158972"/>
                  </a:lnTo>
                  <a:lnTo>
                    <a:pt x="8701887" y="158972"/>
                  </a:lnTo>
                  <a:lnTo>
                    <a:pt x="8690942" y="158972"/>
                  </a:lnTo>
                  <a:lnTo>
                    <a:pt x="8690942" y="158972"/>
                  </a:lnTo>
                  <a:lnTo>
                    <a:pt x="8685469" y="158972"/>
                  </a:lnTo>
                  <a:lnTo>
                    <a:pt x="8685469" y="158972"/>
                  </a:lnTo>
                  <a:lnTo>
                    <a:pt x="8679996" y="158972"/>
                  </a:lnTo>
                  <a:lnTo>
                    <a:pt x="8679996" y="158972"/>
                  </a:lnTo>
                  <a:lnTo>
                    <a:pt x="8674523" y="158972"/>
                  </a:lnTo>
                  <a:lnTo>
                    <a:pt x="8674523" y="158972"/>
                  </a:lnTo>
                  <a:lnTo>
                    <a:pt x="8669050" y="158972"/>
                  </a:lnTo>
                  <a:lnTo>
                    <a:pt x="8669050" y="158972"/>
                  </a:lnTo>
                  <a:lnTo>
                    <a:pt x="8663577" y="158972"/>
                  </a:lnTo>
                  <a:lnTo>
                    <a:pt x="8663577" y="158972"/>
                  </a:lnTo>
                  <a:lnTo>
                    <a:pt x="8658104" y="158972"/>
                  </a:lnTo>
                  <a:lnTo>
                    <a:pt x="8658104" y="158972"/>
                  </a:lnTo>
                  <a:lnTo>
                    <a:pt x="8647158" y="158972"/>
                  </a:lnTo>
                  <a:lnTo>
                    <a:pt x="8647158" y="158972"/>
                  </a:lnTo>
                  <a:lnTo>
                    <a:pt x="8641686" y="158972"/>
                  </a:lnTo>
                  <a:lnTo>
                    <a:pt x="8641686" y="158972"/>
                  </a:lnTo>
                  <a:lnTo>
                    <a:pt x="8630740" y="158972"/>
                  </a:lnTo>
                  <a:lnTo>
                    <a:pt x="8630740" y="158972"/>
                  </a:lnTo>
                  <a:lnTo>
                    <a:pt x="8625267" y="158972"/>
                  </a:lnTo>
                  <a:lnTo>
                    <a:pt x="8625267" y="158972"/>
                  </a:lnTo>
                  <a:lnTo>
                    <a:pt x="8619794" y="158972"/>
                  </a:lnTo>
                  <a:lnTo>
                    <a:pt x="8619794" y="158972"/>
                  </a:lnTo>
                  <a:lnTo>
                    <a:pt x="8614321" y="158972"/>
                  </a:lnTo>
                  <a:lnTo>
                    <a:pt x="8614321" y="158972"/>
                  </a:lnTo>
                  <a:lnTo>
                    <a:pt x="8608848" y="158972"/>
                  </a:lnTo>
                  <a:lnTo>
                    <a:pt x="8608848" y="158972"/>
                  </a:lnTo>
                  <a:lnTo>
                    <a:pt x="8603375" y="158972"/>
                  </a:lnTo>
                  <a:lnTo>
                    <a:pt x="8603375" y="158972"/>
                  </a:lnTo>
                  <a:lnTo>
                    <a:pt x="8592430" y="158972"/>
                  </a:lnTo>
                  <a:lnTo>
                    <a:pt x="8592430" y="194879"/>
                  </a:lnTo>
                  <a:lnTo>
                    <a:pt x="8586957" y="194879"/>
                  </a:lnTo>
                  <a:lnTo>
                    <a:pt x="8586957" y="194879"/>
                  </a:lnTo>
                  <a:lnTo>
                    <a:pt x="8581484" y="194879"/>
                  </a:lnTo>
                  <a:lnTo>
                    <a:pt x="8581484" y="266529"/>
                  </a:lnTo>
                  <a:lnTo>
                    <a:pt x="8576011" y="266529"/>
                  </a:lnTo>
                  <a:lnTo>
                    <a:pt x="8576011" y="266529"/>
                  </a:lnTo>
                  <a:lnTo>
                    <a:pt x="8565065" y="266529"/>
                  </a:lnTo>
                  <a:lnTo>
                    <a:pt x="8565065" y="266529"/>
                  </a:lnTo>
                  <a:lnTo>
                    <a:pt x="8559592" y="266529"/>
                  </a:lnTo>
                  <a:lnTo>
                    <a:pt x="8559592" y="266529"/>
                  </a:lnTo>
                  <a:lnTo>
                    <a:pt x="8554119" y="266529"/>
                  </a:lnTo>
                  <a:lnTo>
                    <a:pt x="8554119" y="266529"/>
                  </a:lnTo>
                  <a:lnTo>
                    <a:pt x="8548647" y="266529"/>
                  </a:lnTo>
                  <a:lnTo>
                    <a:pt x="8548647" y="266529"/>
                  </a:lnTo>
                  <a:lnTo>
                    <a:pt x="8537701" y="266529"/>
                  </a:lnTo>
                  <a:lnTo>
                    <a:pt x="8537701" y="302151"/>
                  </a:lnTo>
                  <a:lnTo>
                    <a:pt x="8532228" y="302151"/>
                  </a:lnTo>
                  <a:lnTo>
                    <a:pt x="8532228" y="302151"/>
                  </a:lnTo>
                  <a:lnTo>
                    <a:pt x="8526755" y="302151"/>
                  </a:lnTo>
                  <a:lnTo>
                    <a:pt x="8526755" y="302151"/>
                  </a:lnTo>
                  <a:lnTo>
                    <a:pt x="8521282" y="302151"/>
                  </a:lnTo>
                  <a:lnTo>
                    <a:pt x="8521282" y="302151"/>
                  </a:lnTo>
                  <a:lnTo>
                    <a:pt x="8515809" y="302151"/>
                  </a:lnTo>
                  <a:lnTo>
                    <a:pt x="8515809" y="302151"/>
                  </a:lnTo>
                  <a:lnTo>
                    <a:pt x="8510336" y="302151"/>
                  </a:lnTo>
                  <a:lnTo>
                    <a:pt x="8510336" y="302151"/>
                  </a:lnTo>
                  <a:lnTo>
                    <a:pt x="8504863" y="302151"/>
                  </a:lnTo>
                  <a:lnTo>
                    <a:pt x="8504863" y="302151"/>
                  </a:lnTo>
                  <a:lnTo>
                    <a:pt x="8499391" y="302151"/>
                  </a:lnTo>
                  <a:lnTo>
                    <a:pt x="8499391" y="337483"/>
                  </a:lnTo>
                  <a:lnTo>
                    <a:pt x="8493918" y="337483"/>
                  </a:lnTo>
                  <a:lnTo>
                    <a:pt x="8493918" y="337483"/>
                  </a:lnTo>
                  <a:lnTo>
                    <a:pt x="8488445" y="337483"/>
                  </a:lnTo>
                  <a:lnTo>
                    <a:pt x="8488445" y="337483"/>
                  </a:lnTo>
                  <a:lnTo>
                    <a:pt x="8482972" y="337483"/>
                  </a:lnTo>
                  <a:lnTo>
                    <a:pt x="8482972" y="337483"/>
                  </a:lnTo>
                  <a:lnTo>
                    <a:pt x="8477499" y="337483"/>
                  </a:lnTo>
                  <a:lnTo>
                    <a:pt x="8477499" y="337483"/>
                  </a:lnTo>
                  <a:lnTo>
                    <a:pt x="8472026" y="337483"/>
                  </a:lnTo>
                  <a:lnTo>
                    <a:pt x="8472026" y="337483"/>
                  </a:lnTo>
                  <a:lnTo>
                    <a:pt x="8466553" y="337483"/>
                  </a:lnTo>
                  <a:lnTo>
                    <a:pt x="8466553" y="337483"/>
                  </a:lnTo>
                  <a:lnTo>
                    <a:pt x="8461080" y="337483"/>
                  </a:lnTo>
                  <a:lnTo>
                    <a:pt x="8461080" y="337483"/>
                  </a:lnTo>
                  <a:lnTo>
                    <a:pt x="8450135" y="337483"/>
                  </a:lnTo>
                  <a:lnTo>
                    <a:pt x="8450135" y="337483"/>
                  </a:lnTo>
                  <a:lnTo>
                    <a:pt x="8444662" y="337483"/>
                  </a:lnTo>
                  <a:lnTo>
                    <a:pt x="8444662" y="337483"/>
                  </a:lnTo>
                  <a:lnTo>
                    <a:pt x="8439189" y="337483"/>
                  </a:lnTo>
                  <a:lnTo>
                    <a:pt x="8439189" y="337483"/>
                  </a:lnTo>
                  <a:lnTo>
                    <a:pt x="8433716" y="337483"/>
                  </a:lnTo>
                  <a:lnTo>
                    <a:pt x="8433716" y="337483"/>
                  </a:lnTo>
                  <a:lnTo>
                    <a:pt x="8428243" y="337483"/>
                  </a:lnTo>
                  <a:lnTo>
                    <a:pt x="8428243" y="337483"/>
                  </a:lnTo>
                  <a:lnTo>
                    <a:pt x="8422770" y="337483"/>
                  </a:lnTo>
                  <a:lnTo>
                    <a:pt x="8422770" y="337483"/>
                  </a:lnTo>
                  <a:lnTo>
                    <a:pt x="8417297" y="337483"/>
                  </a:lnTo>
                  <a:lnTo>
                    <a:pt x="8417297" y="337483"/>
                  </a:lnTo>
                  <a:lnTo>
                    <a:pt x="8406352" y="337483"/>
                  </a:lnTo>
                  <a:lnTo>
                    <a:pt x="8406352" y="337483"/>
                  </a:lnTo>
                  <a:lnTo>
                    <a:pt x="8400879" y="337483"/>
                  </a:lnTo>
                  <a:lnTo>
                    <a:pt x="8400879" y="337483"/>
                  </a:lnTo>
                  <a:lnTo>
                    <a:pt x="8395406" y="337483"/>
                  </a:lnTo>
                  <a:lnTo>
                    <a:pt x="8395406" y="337483"/>
                  </a:lnTo>
                  <a:lnTo>
                    <a:pt x="8389933" y="337483"/>
                  </a:lnTo>
                  <a:lnTo>
                    <a:pt x="8389933" y="337483"/>
                  </a:lnTo>
                  <a:lnTo>
                    <a:pt x="8384460" y="337483"/>
                  </a:lnTo>
                  <a:lnTo>
                    <a:pt x="8384460" y="337483"/>
                  </a:lnTo>
                  <a:lnTo>
                    <a:pt x="8378987" y="337483"/>
                  </a:lnTo>
                  <a:lnTo>
                    <a:pt x="8378987" y="337483"/>
                  </a:lnTo>
                  <a:lnTo>
                    <a:pt x="8373514" y="337483"/>
                  </a:lnTo>
                  <a:lnTo>
                    <a:pt x="8373514" y="337483"/>
                  </a:lnTo>
                  <a:lnTo>
                    <a:pt x="8368041" y="337483"/>
                  </a:lnTo>
                  <a:lnTo>
                    <a:pt x="8368041" y="337483"/>
                  </a:lnTo>
                  <a:lnTo>
                    <a:pt x="8362568" y="337483"/>
                  </a:lnTo>
                  <a:lnTo>
                    <a:pt x="8362568" y="337483"/>
                  </a:lnTo>
                  <a:lnTo>
                    <a:pt x="8357096" y="337483"/>
                  </a:lnTo>
                  <a:lnTo>
                    <a:pt x="8357096" y="337483"/>
                  </a:lnTo>
                  <a:lnTo>
                    <a:pt x="8351623" y="337483"/>
                  </a:lnTo>
                  <a:lnTo>
                    <a:pt x="8351623" y="337483"/>
                  </a:lnTo>
                  <a:lnTo>
                    <a:pt x="8346150" y="337483"/>
                  </a:lnTo>
                  <a:lnTo>
                    <a:pt x="8346150" y="337483"/>
                  </a:lnTo>
                  <a:lnTo>
                    <a:pt x="8340677" y="337483"/>
                  </a:lnTo>
                  <a:lnTo>
                    <a:pt x="8340677" y="337483"/>
                  </a:lnTo>
                  <a:lnTo>
                    <a:pt x="8335204" y="337483"/>
                  </a:lnTo>
                  <a:lnTo>
                    <a:pt x="8335204" y="337483"/>
                  </a:lnTo>
                  <a:lnTo>
                    <a:pt x="8324258" y="337483"/>
                  </a:lnTo>
                  <a:lnTo>
                    <a:pt x="8324258" y="337483"/>
                  </a:lnTo>
                  <a:lnTo>
                    <a:pt x="8318785" y="337483"/>
                  </a:lnTo>
                  <a:lnTo>
                    <a:pt x="8318785" y="337483"/>
                  </a:lnTo>
                  <a:lnTo>
                    <a:pt x="8313312" y="337483"/>
                  </a:lnTo>
                  <a:lnTo>
                    <a:pt x="8313312" y="337483"/>
                  </a:lnTo>
                  <a:lnTo>
                    <a:pt x="8307840" y="337483"/>
                  </a:lnTo>
                  <a:lnTo>
                    <a:pt x="8307840" y="337483"/>
                  </a:lnTo>
                  <a:lnTo>
                    <a:pt x="8302367" y="337483"/>
                  </a:lnTo>
                  <a:lnTo>
                    <a:pt x="8302367" y="337483"/>
                  </a:lnTo>
                  <a:lnTo>
                    <a:pt x="8296894" y="337483"/>
                  </a:lnTo>
                  <a:lnTo>
                    <a:pt x="8296894" y="337483"/>
                  </a:lnTo>
                  <a:lnTo>
                    <a:pt x="8291421" y="337483"/>
                  </a:lnTo>
                  <a:lnTo>
                    <a:pt x="8291421" y="337483"/>
                  </a:lnTo>
                  <a:lnTo>
                    <a:pt x="8285948" y="337483"/>
                  </a:lnTo>
                  <a:lnTo>
                    <a:pt x="8285948" y="337483"/>
                  </a:lnTo>
                  <a:lnTo>
                    <a:pt x="8280475" y="337483"/>
                  </a:lnTo>
                  <a:lnTo>
                    <a:pt x="8280475" y="337483"/>
                  </a:lnTo>
                  <a:lnTo>
                    <a:pt x="8275002" y="337483"/>
                  </a:lnTo>
                  <a:lnTo>
                    <a:pt x="8275002" y="337483"/>
                  </a:lnTo>
                  <a:lnTo>
                    <a:pt x="8269529" y="337483"/>
                  </a:lnTo>
                  <a:lnTo>
                    <a:pt x="8269529" y="337483"/>
                  </a:lnTo>
                  <a:lnTo>
                    <a:pt x="8264056" y="337483"/>
                  </a:lnTo>
                  <a:lnTo>
                    <a:pt x="8264056" y="337483"/>
                  </a:lnTo>
                  <a:lnTo>
                    <a:pt x="8258584" y="337483"/>
                  </a:lnTo>
                  <a:lnTo>
                    <a:pt x="8258584" y="337483"/>
                  </a:lnTo>
                  <a:lnTo>
                    <a:pt x="8253111" y="337483"/>
                  </a:lnTo>
                  <a:lnTo>
                    <a:pt x="8253111" y="337483"/>
                  </a:lnTo>
                  <a:lnTo>
                    <a:pt x="8247638" y="337483"/>
                  </a:lnTo>
                  <a:lnTo>
                    <a:pt x="8247638" y="337483"/>
                  </a:lnTo>
                  <a:lnTo>
                    <a:pt x="8242165" y="337483"/>
                  </a:lnTo>
                  <a:lnTo>
                    <a:pt x="8242165" y="337483"/>
                  </a:lnTo>
                  <a:lnTo>
                    <a:pt x="8231219" y="337483"/>
                  </a:lnTo>
                  <a:lnTo>
                    <a:pt x="8231219" y="371221"/>
                  </a:lnTo>
                  <a:lnTo>
                    <a:pt x="8225746" y="371221"/>
                  </a:lnTo>
                  <a:lnTo>
                    <a:pt x="8225746" y="371221"/>
                  </a:lnTo>
                  <a:lnTo>
                    <a:pt x="8220273" y="371221"/>
                  </a:lnTo>
                  <a:lnTo>
                    <a:pt x="8220273" y="371221"/>
                  </a:lnTo>
                  <a:lnTo>
                    <a:pt x="8214801" y="371221"/>
                  </a:lnTo>
                  <a:lnTo>
                    <a:pt x="8214801" y="371221"/>
                  </a:lnTo>
                  <a:lnTo>
                    <a:pt x="8209328" y="371221"/>
                  </a:lnTo>
                  <a:lnTo>
                    <a:pt x="8209328" y="371221"/>
                  </a:lnTo>
                  <a:lnTo>
                    <a:pt x="8203855" y="371221"/>
                  </a:lnTo>
                  <a:lnTo>
                    <a:pt x="8203855" y="371221"/>
                  </a:lnTo>
                  <a:lnTo>
                    <a:pt x="8198382" y="371221"/>
                  </a:lnTo>
                  <a:lnTo>
                    <a:pt x="8198382" y="371221"/>
                  </a:lnTo>
                  <a:lnTo>
                    <a:pt x="8192909" y="371221"/>
                  </a:lnTo>
                  <a:lnTo>
                    <a:pt x="8192909" y="371221"/>
                  </a:lnTo>
                  <a:lnTo>
                    <a:pt x="8187436" y="371221"/>
                  </a:lnTo>
                  <a:lnTo>
                    <a:pt x="8187436" y="371221"/>
                  </a:lnTo>
                  <a:lnTo>
                    <a:pt x="8181963" y="371221"/>
                  </a:lnTo>
                  <a:lnTo>
                    <a:pt x="8181963" y="371221"/>
                  </a:lnTo>
                  <a:lnTo>
                    <a:pt x="8176490" y="371221"/>
                  </a:lnTo>
                  <a:lnTo>
                    <a:pt x="8176490" y="371221"/>
                  </a:lnTo>
                  <a:lnTo>
                    <a:pt x="8171017" y="371221"/>
                  </a:lnTo>
                  <a:lnTo>
                    <a:pt x="8171017" y="371221"/>
                  </a:lnTo>
                  <a:lnTo>
                    <a:pt x="8165545" y="371221"/>
                  </a:lnTo>
                  <a:lnTo>
                    <a:pt x="8165545" y="371221"/>
                  </a:lnTo>
                  <a:lnTo>
                    <a:pt x="8160072" y="371221"/>
                  </a:lnTo>
                  <a:lnTo>
                    <a:pt x="8160072" y="404810"/>
                  </a:lnTo>
                  <a:lnTo>
                    <a:pt x="8154599" y="404810"/>
                  </a:lnTo>
                  <a:lnTo>
                    <a:pt x="8154599" y="404810"/>
                  </a:lnTo>
                  <a:lnTo>
                    <a:pt x="8149126" y="404810"/>
                  </a:lnTo>
                  <a:lnTo>
                    <a:pt x="8149126" y="404810"/>
                  </a:lnTo>
                  <a:lnTo>
                    <a:pt x="8143653" y="404810"/>
                  </a:lnTo>
                  <a:lnTo>
                    <a:pt x="8143653" y="404810"/>
                  </a:lnTo>
                  <a:lnTo>
                    <a:pt x="8138180" y="404810"/>
                  </a:lnTo>
                  <a:lnTo>
                    <a:pt x="8138180" y="404810"/>
                  </a:lnTo>
                  <a:lnTo>
                    <a:pt x="8132707" y="404810"/>
                  </a:lnTo>
                  <a:lnTo>
                    <a:pt x="8132707" y="404810"/>
                  </a:lnTo>
                  <a:lnTo>
                    <a:pt x="8127234" y="404810"/>
                  </a:lnTo>
                  <a:lnTo>
                    <a:pt x="8127234" y="404810"/>
                  </a:lnTo>
                  <a:lnTo>
                    <a:pt x="8121761" y="404810"/>
                  </a:lnTo>
                  <a:lnTo>
                    <a:pt x="8121761" y="404810"/>
                  </a:lnTo>
                  <a:lnTo>
                    <a:pt x="8116289" y="404810"/>
                  </a:lnTo>
                  <a:lnTo>
                    <a:pt x="8116289" y="404810"/>
                  </a:lnTo>
                  <a:lnTo>
                    <a:pt x="8110816" y="404810"/>
                  </a:lnTo>
                  <a:lnTo>
                    <a:pt x="8110816" y="404810"/>
                  </a:lnTo>
                  <a:lnTo>
                    <a:pt x="8105343" y="404810"/>
                  </a:lnTo>
                  <a:lnTo>
                    <a:pt x="8105343" y="404810"/>
                  </a:lnTo>
                  <a:lnTo>
                    <a:pt x="8094397" y="404810"/>
                  </a:lnTo>
                  <a:lnTo>
                    <a:pt x="8094397" y="404810"/>
                  </a:lnTo>
                  <a:lnTo>
                    <a:pt x="8088924" y="404810"/>
                  </a:lnTo>
                  <a:lnTo>
                    <a:pt x="8088924" y="404810"/>
                  </a:lnTo>
                  <a:lnTo>
                    <a:pt x="8072506" y="404810"/>
                  </a:lnTo>
                  <a:lnTo>
                    <a:pt x="8072506" y="404810"/>
                  </a:lnTo>
                  <a:lnTo>
                    <a:pt x="8067033" y="404810"/>
                  </a:lnTo>
                  <a:lnTo>
                    <a:pt x="8067033" y="404810"/>
                  </a:lnTo>
                  <a:lnTo>
                    <a:pt x="8061560" y="404810"/>
                  </a:lnTo>
                  <a:lnTo>
                    <a:pt x="8061560" y="404810"/>
                  </a:lnTo>
                  <a:lnTo>
                    <a:pt x="8056087" y="404810"/>
                  </a:lnTo>
                  <a:lnTo>
                    <a:pt x="8056087" y="404810"/>
                  </a:lnTo>
                  <a:lnTo>
                    <a:pt x="8050614" y="404810"/>
                  </a:lnTo>
                  <a:lnTo>
                    <a:pt x="8050614" y="404810"/>
                  </a:lnTo>
                  <a:lnTo>
                    <a:pt x="8045141" y="404810"/>
                  </a:lnTo>
                  <a:lnTo>
                    <a:pt x="8045141" y="404810"/>
                  </a:lnTo>
                  <a:lnTo>
                    <a:pt x="8039668" y="404810"/>
                  </a:lnTo>
                  <a:lnTo>
                    <a:pt x="8039668" y="404810"/>
                  </a:lnTo>
                  <a:lnTo>
                    <a:pt x="8034195" y="404810"/>
                  </a:lnTo>
                  <a:lnTo>
                    <a:pt x="8034195" y="404810"/>
                  </a:lnTo>
                  <a:lnTo>
                    <a:pt x="8028722" y="404810"/>
                  </a:lnTo>
                  <a:lnTo>
                    <a:pt x="8028722" y="404810"/>
                  </a:lnTo>
                  <a:lnTo>
                    <a:pt x="8023250" y="404810"/>
                  </a:lnTo>
                  <a:lnTo>
                    <a:pt x="8023250" y="404810"/>
                  </a:lnTo>
                  <a:lnTo>
                    <a:pt x="8017777" y="404810"/>
                  </a:lnTo>
                  <a:lnTo>
                    <a:pt x="8017777" y="404810"/>
                  </a:lnTo>
                  <a:lnTo>
                    <a:pt x="8012304" y="404810"/>
                  </a:lnTo>
                  <a:lnTo>
                    <a:pt x="8012304" y="404810"/>
                  </a:lnTo>
                  <a:lnTo>
                    <a:pt x="8006831" y="404810"/>
                  </a:lnTo>
                  <a:lnTo>
                    <a:pt x="8006831" y="404810"/>
                  </a:lnTo>
                  <a:lnTo>
                    <a:pt x="7995885" y="404810"/>
                  </a:lnTo>
                  <a:lnTo>
                    <a:pt x="7995885" y="404810"/>
                  </a:lnTo>
                  <a:lnTo>
                    <a:pt x="7990412" y="404810"/>
                  </a:lnTo>
                  <a:lnTo>
                    <a:pt x="7990412" y="404810"/>
                  </a:lnTo>
                  <a:lnTo>
                    <a:pt x="7984939" y="404810"/>
                  </a:lnTo>
                  <a:lnTo>
                    <a:pt x="7984939" y="404810"/>
                  </a:lnTo>
                  <a:lnTo>
                    <a:pt x="7979466" y="404810"/>
                  </a:lnTo>
                  <a:lnTo>
                    <a:pt x="7979466" y="404810"/>
                  </a:lnTo>
                  <a:lnTo>
                    <a:pt x="7973994" y="404810"/>
                  </a:lnTo>
                  <a:lnTo>
                    <a:pt x="7973994" y="404810"/>
                  </a:lnTo>
                  <a:lnTo>
                    <a:pt x="7968521" y="404810"/>
                  </a:lnTo>
                  <a:lnTo>
                    <a:pt x="7968521" y="404810"/>
                  </a:lnTo>
                  <a:lnTo>
                    <a:pt x="7957575" y="404810"/>
                  </a:lnTo>
                  <a:lnTo>
                    <a:pt x="7957575" y="404810"/>
                  </a:lnTo>
                  <a:lnTo>
                    <a:pt x="7952102" y="404810"/>
                  </a:lnTo>
                  <a:lnTo>
                    <a:pt x="7952102" y="404810"/>
                  </a:lnTo>
                  <a:lnTo>
                    <a:pt x="7946629" y="404810"/>
                  </a:lnTo>
                  <a:lnTo>
                    <a:pt x="7946629" y="404810"/>
                  </a:lnTo>
                  <a:lnTo>
                    <a:pt x="7941156" y="404810"/>
                  </a:lnTo>
                  <a:lnTo>
                    <a:pt x="7941156" y="404810"/>
                  </a:lnTo>
                  <a:lnTo>
                    <a:pt x="7930210" y="404810"/>
                  </a:lnTo>
                  <a:lnTo>
                    <a:pt x="7930210" y="404810"/>
                  </a:lnTo>
                  <a:lnTo>
                    <a:pt x="7924738" y="404810"/>
                  </a:lnTo>
                  <a:lnTo>
                    <a:pt x="7924738" y="404810"/>
                  </a:lnTo>
                  <a:lnTo>
                    <a:pt x="7919265" y="404810"/>
                  </a:lnTo>
                  <a:lnTo>
                    <a:pt x="7919265" y="404810"/>
                  </a:lnTo>
                  <a:lnTo>
                    <a:pt x="7913792" y="404810"/>
                  </a:lnTo>
                  <a:lnTo>
                    <a:pt x="7913792" y="404810"/>
                  </a:lnTo>
                  <a:lnTo>
                    <a:pt x="7908319" y="404810"/>
                  </a:lnTo>
                  <a:lnTo>
                    <a:pt x="7908319" y="404810"/>
                  </a:lnTo>
                  <a:lnTo>
                    <a:pt x="7902846" y="404810"/>
                  </a:lnTo>
                  <a:lnTo>
                    <a:pt x="7902846" y="404810"/>
                  </a:lnTo>
                  <a:lnTo>
                    <a:pt x="7897373" y="404810"/>
                  </a:lnTo>
                  <a:lnTo>
                    <a:pt x="7897373" y="404810"/>
                  </a:lnTo>
                  <a:lnTo>
                    <a:pt x="7891900" y="404810"/>
                  </a:lnTo>
                  <a:lnTo>
                    <a:pt x="7891900" y="404810"/>
                  </a:lnTo>
                  <a:lnTo>
                    <a:pt x="7886427" y="404810"/>
                  </a:lnTo>
                  <a:lnTo>
                    <a:pt x="7886427" y="404810"/>
                  </a:lnTo>
                  <a:lnTo>
                    <a:pt x="7880955" y="404810"/>
                  </a:lnTo>
                  <a:lnTo>
                    <a:pt x="7880955" y="404810"/>
                  </a:lnTo>
                  <a:lnTo>
                    <a:pt x="7875482" y="404810"/>
                  </a:lnTo>
                  <a:lnTo>
                    <a:pt x="7875482" y="404810"/>
                  </a:lnTo>
                  <a:lnTo>
                    <a:pt x="7870009" y="404810"/>
                  </a:lnTo>
                  <a:lnTo>
                    <a:pt x="7870009" y="404810"/>
                  </a:lnTo>
                  <a:lnTo>
                    <a:pt x="7864536" y="404810"/>
                  </a:lnTo>
                  <a:lnTo>
                    <a:pt x="7864536" y="404810"/>
                  </a:lnTo>
                  <a:lnTo>
                    <a:pt x="7859063" y="404810"/>
                  </a:lnTo>
                  <a:lnTo>
                    <a:pt x="7859063" y="404810"/>
                  </a:lnTo>
                  <a:lnTo>
                    <a:pt x="7853590" y="404810"/>
                  </a:lnTo>
                  <a:lnTo>
                    <a:pt x="7853590" y="437079"/>
                  </a:lnTo>
                  <a:lnTo>
                    <a:pt x="7848117" y="437079"/>
                  </a:lnTo>
                  <a:lnTo>
                    <a:pt x="7848117" y="437079"/>
                  </a:lnTo>
                  <a:lnTo>
                    <a:pt x="7842644" y="437079"/>
                  </a:lnTo>
                  <a:lnTo>
                    <a:pt x="7842644" y="437079"/>
                  </a:lnTo>
                  <a:lnTo>
                    <a:pt x="7837171" y="437079"/>
                  </a:lnTo>
                  <a:lnTo>
                    <a:pt x="7837171" y="437079"/>
                  </a:lnTo>
                  <a:lnTo>
                    <a:pt x="7831699" y="437079"/>
                  </a:lnTo>
                  <a:lnTo>
                    <a:pt x="7831699" y="437079"/>
                  </a:lnTo>
                  <a:lnTo>
                    <a:pt x="7826226" y="437079"/>
                  </a:lnTo>
                  <a:lnTo>
                    <a:pt x="7826226" y="469308"/>
                  </a:lnTo>
                  <a:lnTo>
                    <a:pt x="7820753" y="469308"/>
                  </a:lnTo>
                  <a:lnTo>
                    <a:pt x="7820753" y="469308"/>
                  </a:lnTo>
                  <a:lnTo>
                    <a:pt x="7815280" y="469308"/>
                  </a:lnTo>
                  <a:lnTo>
                    <a:pt x="7815280" y="469308"/>
                  </a:lnTo>
                  <a:lnTo>
                    <a:pt x="7804334" y="469308"/>
                  </a:lnTo>
                  <a:lnTo>
                    <a:pt x="7804334" y="469308"/>
                  </a:lnTo>
                  <a:lnTo>
                    <a:pt x="7798861" y="469308"/>
                  </a:lnTo>
                  <a:lnTo>
                    <a:pt x="7798861" y="469308"/>
                  </a:lnTo>
                  <a:lnTo>
                    <a:pt x="7793388" y="469308"/>
                  </a:lnTo>
                  <a:lnTo>
                    <a:pt x="7793388" y="469308"/>
                  </a:lnTo>
                  <a:lnTo>
                    <a:pt x="7787915" y="469308"/>
                  </a:lnTo>
                  <a:lnTo>
                    <a:pt x="7787915" y="501313"/>
                  </a:lnTo>
                  <a:lnTo>
                    <a:pt x="7782443" y="501313"/>
                  </a:lnTo>
                  <a:lnTo>
                    <a:pt x="7782443" y="501313"/>
                  </a:lnTo>
                  <a:lnTo>
                    <a:pt x="7776970" y="501313"/>
                  </a:lnTo>
                  <a:lnTo>
                    <a:pt x="7776970" y="501313"/>
                  </a:lnTo>
                  <a:lnTo>
                    <a:pt x="7771497" y="501313"/>
                  </a:lnTo>
                  <a:lnTo>
                    <a:pt x="7771497" y="501313"/>
                  </a:lnTo>
                  <a:lnTo>
                    <a:pt x="7766024" y="501313"/>
                  </a:lnTo>
                  <a:lnTo>
                    <a:pt x="7766024" y="501313"/>
                  </a:lnTo>
                  <a:lnTo>
                    <a:pt x="7760551" y="501313"/>
                  </a:lnTo>
                  <a:lnTo>
                    <a:pt x="7760551" y="501313"/>
                  </a:lnTo>
                  <a:lnTo>
                    <a:pt x="7744132" y="501313"/>
                  </a:lnTo>
                  <a:lnTo>
                    <a:pt x="7744132" y="501313"/>
                  </a:lnTo>
                  <a:lnTo>
                    <a:pt x="7738659" y="501313"/>
                  </a:lnTo>
                  <a:lnTo>
                    <a:pt x="7738659" y="501313"/>
                  </a:lnTo>
                  <a:lnTo>
                    <a:pt x="7733187" y="501313"/>
                  </a:lnTo>
                  <a:lnTo>
                    <a:pt x="7733187" y="501313"/>
                  </a:lnTo>
                  <a:lnTo>
                    <a:pt x="7727714" y="501313"/>
                  </a:lnTo>
                  <a:lnTo>
                    <a:pt x="7727714" y="501313"/>
                  </a:lnTo>
                  <a:lnTo>
                    <a:pt x="7722241" y="501313"/>
                  </a:lnTo>
                  <a:lnTo>
                    <a:pt x="7722241" y="501313"/>
                  </a:lnTo>
                  <a:lnTo>
                    <a:pt x="7716768" y="501313"/>
                  </a:lnTo>
                  <a:lnTo>
                    <a:pt x="7716768" y="501313"/>
                  </a:lnTo>
                  <a:lnTo>
                    <a:pt x="7711295" y="501313"/>
                  </a:lnTo>
                  <a:lnTo>
                    <a:pt x="7711295" y="501313"/>
                  </a:lnTo>
                  <a:lnTo>
                    <a:pt x="7705822" y="501313"/>
                  </a:lnTo>
                  <a:lnTo>
                    <a:pt x="7705822" y="501313"/>
                  </a:lnTo>
                  <a:lnTo>
                    <a:pt x="7700349" y="501313"/>
                  </a:lnTo>
                  <a:lnTo>
                    <a:pt x="7700349" y="501313"/>
                  </a:lnTo>
                  <a:lnTo>
                    <a:pt x="7694876" y="501313"/>
                  </a:lnTo>
                  <a:lnTo>
                    <a:pt x="7694876" y="532832"/>
                  </a:lnTo>
                  <a:lnTo>
                    <a:pt x="7689404" y="532832"/>
                  </a:lnTo>
                  <a:lnTo>
                    <a:pt x="7689404" y="564313"/>
                  </a:lnTo>
                  <a:lnTo>
                    <a:pt x="7683931" y="564313"/>
                  </a:lnTo>
                  <a:lnTo>
                    <a:pt x="7683931" y="564313"/>
                  </a:lnTo>
                  <a:lnTo>
                    <a:pt x="7678458" y="564313"/>
                  </a:lnTo>
                  <a:lnTo>
                    <a:pt x="7678458" y="564313"/>
                  </a:lnTo>
                  <a:lnTo>
                    <a:pt x="7672985" y="564313"/>
                  </a:lnTo>
                  <a:lnTo>
                    <a:pt x="7672985" y="564313"/>
                  </a:lnTo>
                  <a:lnTo>
                    <a:pt x="7667512" y="564313"/>
                  </a:lnTo>
                  <a:lnTo>
                    <a:pt x="7667512" y="564313"/>
                  </a:lnTo>
                  <a:lnTo>
                    <a:pt x="7662039" y="564313"/>
                  </a:lnTo>
                  <a:lnTo>
                    <a:pt x="7662039" y="564313"/>
                  </a:lnTo>
                  <a:lnTo>
                    <a:pt x="7656566" y="564313"/>
                  </a:lnTo>
                  <a:lnTo>
                    <a:pt x="7656566" y="564313"/>
                  </a:lnTo>
                  <a:lnTo>
                    <a:pt x="7651093" y="564313"/>
                  </a:lnTo>
                  <a:lnTo>
                    <a:pt x="7651093" y="564313"/>
                  </a:lnTo>
                  <a:lnTo>
                    <a:pt x="7645620" y="564313"/>
                  </a:lnTo>
                  <a:lnTo>
                    <a:pt x="7645620" y="564313"/>
                  </a:lnTo>
                  <a:lnTo>
                    <a:pt x="7640148" y="564313"/>
                  </a:lnTo>
                  <a:lnTo>
                    <a:pt x="7640148" y="564313"/>
                  </a:lnTo>
                  <a:lnTo>
                    <a:pt x="7634675" y="564313"/>
                  </a:lnTo>
                  <a:lnTo>
                    <a:pt x="7634675" y="564313"/>
                  </a:lnTo>
                  <a:lnTo>
                    <a:pt x="7629202" y="564313"/>
                  </a:lnTo>
                  <a:lnTo>
                    <a:pt x="7629202" y="564313"/>
                  </a:lnTo>
                  <a:lnTo>
                    <a:pt x="7623729" y="564313"/>
                  </a:lnTo>
                  <a:lnTo>
                    <a:pt x="7623729" y="564313"/>
                  </a:lnTo>
                  <a:lnTo>
                    <a:pt x="7618256" y="564313"/>
                  </a:lnTo>
                  <a:lnTo>
                    <a:pt x="7618256" y="564313"/>
                  </a:lnTo>
                  <a:lnTo>
                    <a:pt x="7612783" y="564313"/>
                  </a:lnTo>
                  <a:lnTo>
                    <a:pt x="7612783" y="564313"/>
                  </a:lnTo>
                  <a:lnTo>
                    <a:pt x="7607310" y="564313"/>
                  </a:lnTo>
                  <a:lnTo>
                    <a:pt x="7607310" y="564313"/>
                  </a:lnTo>
                  <a:lnTo>
                    <a:pt x="7601837" y="564313"/>
                  </a:lnTo>
                  <a:lnTo>
                    <a:pt x="7601837" y="564313"/>
                  </a:lnTo>
                  <a:lnTo>
                    <a:pt x="7596364" y="564313"/>
                  </a:lnTo>
                  <a:lnTo>
                    <a:pt x="7596364" y="564313"/>
                  </a:lnTo>
                  <a:lnTo>
                    <a:pt x="7590892" y="564313"/>
                  </a:lnTo>
                  <a:lnTo>
                    <a:pt x="7590892" y="564313"/>
                  </a:lnTo>
                  <a:lnTo>
                    <a:pt x="7585419" y="564313"/>
                  </a:lnTo>
                  <a:lnTo>
                    <a:pt x="7585419" y="564313"/>
                  </a:lnTo>
                  <a:lnTo>
                    <a:pt x="7579946" y="564313"/>
                  </a:lnTo>
                  <a:lnTo>
                    <a:pt x="7579946" y="564313"/>
                  </a:lnTo>
                  <a:lnTo>
                    <a:pt x="7574473" y="564313"/>
                  </a:lnTo>
                  <a:lnTo>
                    <a:pt x="7574473" y="564313"/>
                  </a:lnTo>
                  <a:lnTo>
                    <a:pt x="7563527" y="564313"/>
                  </a:lnTo>
                  <a:lnTo>
                    <a:pt x="7563527" y="564313"/>
                  </a:lnTo>
                  <a:lnTo>
                    <a:pt x="7558054" y="564313"/>
                  </a:lnTo>
                  <a:lnTo>
                    <a:pt x="7558054" y="564313"/>
                  </a:lnTo>
                  <a:lnTo>
                    <a:pt x="7552581" y="564313"/>
                  </a:lnTo>
                  <a:lnTo>
                    <a:pt x="7552581" y="564313"/>
                  </a:lnTo>
                  <a:lnTo>
                    <a:pt x="7541636" y="564313"/>
                  </a:lnTo>
                  <a:lnTo>
                    <a:pt x="7541636" y="564313"/>
                  </a:lnTo>
                  <a:lnTo>
                    <a:pt x="7536163" y="564313"/>
                  </a:lnTo>
                  <a:lnTo>
                    <a:pt x="7536163" y="564313"/>
                  </a:lnTo>
                  <a:lnTo>
                    <a:pt x="7530690" y="564313"/>
                  </a:lnTo>
                  <a:lnTo>
                    <a:pt x="7530690" y="564313"/>
                  </a:lnTo>
                  <a:lnTo>
                    <a:pt x="7519744" y="564313"/>
                  </a:lnTo>
                  <a:lnTo>
                    <a:pt x="7519744" y="564313"/>
                  </a:lnTo>
                  <a:lnTo>
                    <a:pt x="7514271" y="564313"/>
                  </a:lnTo>
                  <a:lnTo>
                    <a:pt x="7514271" y="564313"/>
                  </a:lnTo>
                  <a:lnTo>
                    <a:pt x="7508798" y="564313"/>
                  </a:lnTo>
                  <a:lnTo>
                    <a:pt x="7508798" y="564313"/>
                  </a:lnTo>
                  <a:lnTo>
                    <a:pt x="7503325" y="564313"/>
                  </a:lnTo>
                  <a:lnTo>
                    <a:pt x="7503325" y="564313"/>
                  </a:lnTo>
                  <a:lnTo>
                    <a:pt x="7497853" y="564313"/>
                  </a:lnTo>
                  <a:lnTo>
                    <a:pt x="7497853" y="564313"/>
                  </a:lnTo>
                  <a:lnTo>
                    <a:pt x="7492380" y="564313"/>
                  </a:lnTo>
                  <a:lnTo>
                    <a:pt x="7492380" y="564313"/>
                  </a:lnTo>
                  <a:lnTo>
                    <a:pt x="7486907" y="564313"/>
                  </a:lnTo>
                  <a:lnTo>
                    <a:pt x="7486907" y="564313"/>
                  </a:lnTo>
                  <a:lnTo>
                    <a:pt x="7481434" y="564313"/>
                  </a:lnTo>
                  <a:lnTo>
                    <a:pt x="7481434" y="564313"/>
                  </a:lnTo>
                  <a:lnTo>
                    <a:pt x="7475961" y="564313"/>
                  </a:lnTo>
                  <a:lnTo>
                    <a:pt x="7475961" y="564313"/>
                  </a:lnTo>
                  <a:lnTo>
                    <a:pt x="7465015" y="564313"/>
                  </a:lnTo>
                  <a:lnTo>
                    <a:pt x="7465015" y="564313"/>
                  </a:lnTo>
                  <a:lnTo>
                    <a:pt x="7459542" y="564313"/>
                  </a:lnTo>
                  <a:lnTo>
                    <a:pt x="7459542" y="564313"/>
                  </a:lnTo>
                  <a:lnTo>
                    <a:pt x="7454069" y="564313"/>
                  </a:lnTo>
                  <a:lnTo>
                    <a:pt x="7454069" y="564313"/>
                  </a:lnTo>
                  <a:lnTo>
                    <a:pt x="7448597" y="564313"/>
                  </a:lnTo>
                  <a:lnTo>
                    <a:pt x="7448597" y="564313"/>
                  </a:lnTo>
                  <a:lnTo>
                    <a:pt x="7443124" y="564313"/>
                  </a:lnTo>
                  <a:lnTo>
                    <a:pt x="7443124" y="564313"/>
                  </a:lnTo>
                  <a:lnTo>
                    <a:pt x="7437651" y="564313"/>
                  </a:lnTo>
                  <a:lnTo>
                    <a:pt x="7437651" y="564313"/>
                  </a:lnTo>
                  <a:lnTo>
                    <a:pt x="7432178" y="564313"/>
                  </a:lnTo>
                  <a:lnTo>
                    <a:pt x="7432178" y="564313"/>
                  </a:lnTo>
                  <a:lnTo>
                    <a:pt x="7426705" y="564313"/>
                  </a:lnTo>
                  <a:lnTo>
                    <a:pt x="7426705" y="564313"/>
                  </a:lnTo>
                  <a:lnTo>
                    <a:pt x="7421232" y="564313"/>
                  </a:lnTo>
                  <a:lnTo>
                    <a:pt x="7421232" y="564313"/>
                  </a:lnTo>
                  <a:lnTo>
                    <a:pt x="7415759" y="564313"/>
                  </a:lnTo>
                  <a:lnTo>
                    <a:pt x="7415759" y="564313"/>
                  </a:lnTo>
                  <a:lnTo>
                    <a:pt x="7410286" y="564313"/>
                  </a:lnTo>
                  <a:lnTo>
                    <a:pt x="7410286" y="564313"/>
                  </a:lnTo>
                  <a:lnTo>
                    <a:pt x="7404813" y="564313"/>
                  </a:lnTo>
                  <a:lnTo>
                    <a:pt x="7404813" y="564313"/>
                  </a:lnTo>
                  <a:lnTo>
                    <a:pt x="7399341" y="564313"/>
                  </a:lnTo>
                  <a:lnTo>
                    <a:pt x="7399341" y="564313"/>
                  </a:lnTo>
                  <a:lnTo>
                    <a:pt x="7393868" y="564313"/>
                  </a:lnTo>
                  <a:lnTo>
                    <a:pt x="7393868" y="564313"/>
                  </a:lnTo>
                  <a:lnTo>
                    <a:pt x="7388395" y="564313"/>
                  </a:lnTo>
                  <a:lnTo>
                    <a:pt x="7388395" y="564313"/>
                  </a:lnTo>
                  <a:lnTo>
                    <a:pt x="7382922" y="564313"/>
                  </a:lnTo>
                  <a:lnTo>
                    <a:pt x="7382922" y="564313"/>
                  </a:lnTo>
                  <a:lnTo>
                    <a:pt x="7377449" y="564313"/>
                  </a:lnTo>
                  <a:lnTo>
                    <a:pt x="7377449" y="564313"/>
                  </a:lnTo>
                  <a:lnTo>
                    <a:pt x="7371976" y="564313"/>
                  </a:lnTo>
                  <a:lnTo>
                    <a:pt x="7371976" y="564313"/>
                  </a:lnTo>
                  <a:lnTo>
                    <a:pt x="7366503" y="564313"/>
                  </a:lnTo>
                  <a:lnTo>
                    <a:pt x="7366503" y="564313"/>
                  </a:lnTo>
                  <a:lnTo>
                    <a:pt x="7361030" y="564313"/>
                  </a:lnTo>
                  <a:lnTo>
                    <a:pt x="7361030" y="564313"/>
                  </a:lnTo>
                  <a:lnTo>
                    <a:pt x="7355558" y="564313"/>
                  </a:lnTo>
                  <a:lnTo>
                    <a:pt x="7355558" y="564313"/>
                  </a:lnTo>
                  <a:lnTo>
                    <a:pt x="7350085" y="564313"/>
                  </a:lnTo>
                  <a:lnTo>
                    <a:pt x="7350085" y="564313"/>
                  </a:lnTo>
                  <a:lnTo>
                    <a:pt x="7344612" y="564313"/>
                  </a:lnTo>
                  <a:lnTo>
                    <a:pt x="7344612" y="564313"/>
                  </a:lnTo>
                  <a:lnTo>
                    <a:pt x="7339139" y="564313"/>
                  </a:lnTo>
                  <a:lnTo>
                    <a:pt x="7339139" y="564313"/>
                  </a:lnTo>
                  <a:lnTo>
                    <a:pt x="7333666" y="564313"/>
                  </a:lnTo>
                  <a:lnTo>
                    <a:pt x="7333666" y="564313"/>
                  </a:lnTo>
                  <a:lnTo>
                    <a:pt x="7328193" y="564313"/>
                  </a:lnTo>
                  <a:lnTo>
                    <a:pt x="7328193" y="564313"/>
                  </a:lnTo>
                  <a:lnTo>
                    <a:pt x="7322720" y="564313"/>
                  </a:lnTo>
                  <a:lnTo>
                    <a:pt x="7322720" y="564313"/>
                  </a:lnTo>
                  <a:lnTo>
                    <a:pt x="7317247" y="564313"/>
                  </a:lnTo>
                  <a:lnTo>
                    <a:pt x="7317247" y="564313"/>
                  </a:lnTo>
                  <a:lnTo>
                    <a:pt x="7311774" y="564313"/>
                  </a:lnTo>
                  <a:lnTo>
                    <a:pt x="7311774" y="564313"/>
                  </a:lnTo>
                  <a:lnTo>
                    <a:pt x="7306302" y="564313"/>
                  </a:lnTo>
                  <a:lnTo>
                    <a:pt x="7306302" y="564313"/>
                  </a:lnTo>
                  <a:lnTo>
                    <a:pt x="7300829" y="564313"/>
                  </a:lnTo>
                  <a:lnTo>
                    <a:pt x="7300829" y="564313"/>
                  </a:lnTo>
                  <a:lnTo>
                    <a:pt x="7295356" y="564313"/>
                  </a:lnTo>
                  <a:lnTo>
                    <a:pt x="7295356" y="564313"/>
                  </a:lnTo>
                  <a:lnTo>
                    <a:pt x="7289883" y="564313"/>
                  </a:lnTo>
                  <a:lnTo>
                    <a:pt x="7289883" y="564313"/>
                  </a:lnTo>
                  <a:lnTo>
                    <a:pt x="7284410" y="564313"/>
                  </a:lnTo>
                  <a:lnTo>
                    <a:pt x="7284410" y="564313"/>
                  </a:lnTo>
                  <a:lnTo>
                    <a:pt x="7278937" y="564313"/>
                  </a:lnTo>
                  <a:lnTo>
                    <a:pt x="7278937" y="564313"/>
                  </a:lnTo>
                  <a:lnTo>
                    <a:pt x="7273464" y="564313"/>
                  </a:lnTo>
                  <a:lnTo>
                    <a:pt x="7273464" y="564313"/>
                  </a:lnTo>
                  <a:lnTo>
                    <a:pt x="7267991" y="564313"/>
                  </a:lnTo>
                  <a:lnTo>
                    <a:pt x="7267991" y="564313"/>
                  </a:lnTo>
                  <a:lnTo>
                    <a:pt x="7262518" y="564313"/>
                  </a:lnTo>
                  <a:lnTo>
                    <a:pt x="7262518" y="564313"/>
                  </a:lnTo>
                  <a:lnTo>
                    <a:pt x="7257046" y="564313"/>
                  </a:lnTo>
                  <a:lnTo>
                    <a:pt x="7257046" y="564313"/>
                  </a:lnTo>
                  <a:lnTo>
                    <a:pt x="7251573" y="564313"/>
                  </a:lnTo>
                  <a:lnTo>
                    <a:pt x="7251573" y="564313"/>
                  </a:lnTo>
                  <a:lnTo>
                    <a:pt x="7246100" y="564313"/>
                  </a:lnTo>
                  <a:lnTo>
                    <a:pt x="7246100" y="564313"/>
                  </a:lnTo>
                  <a:lnTo>
                    <a:pt x="7240627" y="564313"/>
                  </a:lnTo>
                  <a:lnTo>
                    <a:pt x="7240627" y="564313"/>
                  </a:lnTo>
                  <a:lnTo>
                    <a:pt x="7235154" y="564313"/>
                  </a:lnTo>
                  <a:lnTo>
                    <a:pt x="7235154" y="564313"/>
                  </a:lnTo>
                  <a:lnTo>
                    <a:pt x="7229681" y="564313"/>
                  </a:lnTo>
                  <a:lnTo>
                    <a:pt x="7229681" y="564313"/>
                  </a:lnTo>
                  <a:lnTo>
                    <a:pt x="7224208" y="564313"/>
                  </a:lnTo>
                  <a:lnTo>
                    <a:pt x="7224208" y="564313"/>
                  </a:lnTo>
                  <a:lnTo>
                    <a:pt x="7218735" y="564313"/>
                  </a:lnTo>
                  <a:lnTo>
                    <a:pt x="7218735" y="564313"/>
                  </a:lnTo>
                  <a:lnTo>
                    <a:pt x="7213262" y="564313"/>
                  </a:lnTo>
                  <a:lnTo>
                    <a:pt x="7213262" y="564313"/>
                  </a:lnTo>
                  <a:lnTo>
                    <a:pt x="7202317" y="564313"/>
                  </a:lnTo>
                  <a:lnTo>
                    <a:pt x="7202317" y="593080"/>
                  </a:lnTo>
                  <a:lnTo>
                    <a:pt x="7196844" y="593080"/>
                  </a:lnTo>
                  <a:lnTo>
                    <a:pt x="7196844" y="593080"/>
                  </a:lnTo>
                  <a:lnTo>
                    <a:pt x="7191371" y="593080"/>
                  </a:lnTo>
                  <a:lnTo>
                    <a:pt x="7191371" y="593080"/>
                  </a:lnTo>
                  <a:lnTo>
                    <a:pt x="7185898" y="593080"/>
                  </a:lnTo>
                  <a:lnTo>
                    <a:pt x="7185898" y="593080"/>
                  </a:lnTo>
                  <a:lnTo>
                    <a:pt x="7180425" y="593080"/>
                  </a:lnTo>
                  <a:lnTo>
                    <a:pt x="7180425" y="593080"/>
                  </a:lnTo>
                  <a:lnTo>
                    <a:pt x="7174952" y="593080"/>
                  </a:lnTo>
                  <a:lnTo>
                    <a:pt x="7174952" y="593080"/>
                  </a:lnTo>
                  <a:lnTo>
                    <a:pt x="7169479" y="593080"/>
                  </a:lnTo>
                  <a:lnTo>
                    <a:pt x="7169479" y="593080"/>
                  </a:lnTo>
                  <a:lnTo>
                    <a:pt x="7164007" y="593080"/>
                  </a:lnTo>
                  <a:lnTo>
                    <a:pt x="7164007" y="593080"/>
                  </a:lnTo>
                  <a:lnTo>
                    <a:pt x="7158534" y="593080"/>
                  </a:lnTo>
                  <a:lnTo>
                    <a:pt x="7158534" y="593080"/>
                  </a:lnTo>
                  <a:lnTo>
                    <a:pt x="7153061" y="593080"/>
                  </a:lnTo>
                  <a:lnTo>
                    <a:pt x="7153061" y="593080"/>
                  </a:lnTo>
                  <a:lnTo>
                    <a:pt x="7147588" y="593080"/>
                  </a:lnTo>
                  <a:lnTo>
                    <a:pt x="7147588" y="593080"/>
                  </a:lnTo>
                  <a:lnTo>
                    <a:pt x="7142115" y="593080"/>
                  </a:lnTo>
                  <a:lnTo>
                    <a:pt x="7142115" y="593080"/>
                  </a:lnTo>
                  <a:lnTo>
                    <a:pt x="7136642" y="593080"/>
                  </a:lnTo>
                  <a:lnTo>
                    <a:pt x="7136642" y="593080"/>
                  </a:lnTo>
                  <a:lnTo>
                    <a:pt x="7131169" y="593080"/>
                  </a:lnTo>
                  <a:lnTo>
                    <a:pt x="7131169" y="593080"/>
                  </a:lnTo>
                  <a:lnTo>
                    <a:pt x="7125696" y="593080"/>
                  </a:lnTo>
                  <a:lnTo>
                    <a:pt x="7125696" y="593080"/>
                  </a:lnTo>
                  <a:lnTo>
                    <a:pt x="7120223" y="593080"/>
                  </a:lnTo>
                  <a:lnTo>
                    <a:pt x="7120223" y="593080"/>
                  </a:lnTo>
                  <a:lnTo>
                    <a:pt x="7114751" y="593080"/>
                  </a:lnTo>
                  <a:lnTo>
                    <a:pt x="7114751" y="593080"/>
                  </a:lnTo>
                  <a:lnTo>
                    <a:pt x="7109278" y="593080"/>
                  </a:lnTo>
                  <a:lnTo>
                    <a:pt x="7109278" y="593080"/>
                  </a:lnTo>
                  <a:lnTo>
                    <a:pt x="7103805" y="593080"/>
                  </a:lnTo>
                  <a:lnTo>
                    <a:pt x="7103805" y="593080"/>
                  </a:lnTo>
                  <a:lnTo>
                    <a:pt x="7098332" y="593080"/>
                  </a:lnTo>
                  <a:lnTo>
                    <a:pt x="7098332" y="593080"/>
                  </a:lnTo>
                  <a:lnTo>
                    <a:pt x="7092859" y="593080"/>
                  </a:lnTo>
                  <a:lnTo>
                    <a:pt x="7092859" y="593080"/>
                  </a:lnTo>
                  <a:lnTo>
                    <a:pt x="7087386" y="593080"/>
                  </a:lnTo>
                  <a:lnTo>
                    <a:pt x="7087386" y="593080"/>
                  </a:lnTo>
                  <a:lnTo>
                    <a:pt x="7081913" y="593080"/>
                  </a:lnTo>
                  <a:lnTo>
                    <a:pt x="7081913" y="593080"/>
                  </a:lnTo>
                  <a:lnTo>
                    <a:pt x="7076440" y="593080"/>
                  </a:lnTo>
                  <a:lnTo>
                    <a:pt x="7076440" y="593080"/>
                  </a:lnTo>
                  <a:lnTo>
                    <a:pt x="7070967" y="593080"/>
                  </a:lnTo>
                  <a:lnTo>
                    <a:pt x="7070967" y="593080"/>
                  </a:lnTo>
                  <a:lnTo>
                    <a:pt x="7065495" y="593080"/>
                  </a:lnTo>
                  <a:lnTo>
                    <a:pt x="7065495" y="593080"/>
                  </a:lnTo>
                  <a:lnTo>
                    <a:pt x="7060022" y="593080"/>
                  </a:lnTo>
                  <a:lnTo>
                    <a:pt x="7060022" y="593080"/>
                  </a:lnTo>
                  <a:lnTo>
                    <a:pt x="7054549" y="593080"/>
                  </a:lnTo>
                  <a:lnTo>
                    <a:pt x="7054549" y="593080"/>
                  </a:lnTo>
                  <a:lnTo>
                    <a:pt x="7043603" y="593080"/>
                  </a:lnTo>
                  <a:lnTo>
                    <a:pt x="7043603" y="593080"/>
                  </a:lnTo>
                  <a:lnTo>
                    <a:pt x="7038130" y="593080"/>
                  </a:lnTo>
                  <a:lnTo>
                    <a:pt x="7038130" y="593080"/>
                  </a:lnTo>
                  <a:lnTo>
                    <a:pt x="7032657" y="593080"/>
                  </a:lnTo>
                  <a:lnTo>
                    <a:pt x="7032657" y="593080"/>
                  </a:lnTo>
                  <a:lnTo>
                    <a:pt x="7027184" y="593080"/>
                  </a:lnTo>
                  <a:lnTo>
                    <a:pt x="7027184" y="593080"/>
                  </a:lnTo>
                  <a:lnTo>
                    <a:pt x="7021712" y="593080"/>
                  </a:lnTo>
                  <a:lnTo>
                    <a:pt x="7021712" y="593080"/>
                  </a:lnTo>
                  <a:lnTo>
                    <a:pt x="7016239" y="593080"/>
                  </a:lnTo>
                  <a:lnTo>
                    <a:pt x="7016239" y="593080"/>
                  </a:lnTo>
                  <a:lnTo>
                    <a:pt x="7010766" y="593080"/>
                  </a:lnTo>
                  <a:lnTo>
                    <a:pt x="7010766" y="593080"/>
                  </a:lnTo>
                  <a:lnTo>
                    <a:pt x="7005293" y="593080"/>
                  </a:lnTo>
                  <a:lnTo>
                    <a:pt x="7005293" y="593080"/>
                  </a:lnTo>
                  <a:lnTo>
                    <a:pt x="6999820" y="593080"/>
                  </a:lnTo>
                  <a:lnTo>
                    <a:pt x="6999820" y="593080"/>
                  </a:lnTo>
                  <a:lnTo>
                    <a:pt x="6994347" y="593080"/>
                  </a:lnTo>
                  <a:lnTo>
                    <a:pt x="6994347" y="593080"/>
                  </a:lnTo>
                  <a:lnTo>
                    <a:pt x="6988874" y="593080"/>
                  </a:lnTo>
                  <a:lnTo>
                    <a:pt x="6988874" y="593080"/>
                  </a:lnTo>
                  <a:lnTo>
                    <a:pt x="6983401" y="593080"/>
                  </a:lnTo>
                  <a:lnTo>
                    <a:pt x="6983401" y="593080"/>
                  </a:lnTo>
                  <a:lnTo>
                    <a:pt x="6977928" y="593080"/>
                  </a:lnTo>
                  <a:lnTo>
                    <a:pt x="6977928" y="593080"/>
                  </a:lnTo>
                  <a:lnTo>
                    <a:pt x="6972456" y="593080"/>
                  </a:lnTo>
                  <a:lnTo>
                    <a:pt x="6972456" y="593080"/>
                  </a:lnTo>
                  <a:lnTo>
                    <a:pt x="6966983" y="593080"/>
                  </a:lnTo>
                  <a:lnTo>
                    <a:pt x="6966983" y="593080"/>
                  </a:lnTo>
                  <a:lnTo>
                    <a:pt x="6961510" y="593080"/>
                  </a:lnTo>
                  <a:lnTo>
                    <a:pt x="6961510" y="593080"/>
                  </a:lnTo>
                  <a:lnTo>
                    <a:pt x="6956037" y="593080"/>
                  </a:lnTo>
                  <a:lnTo>
                    <a:pt x="6956037" y="593080"/>
                  </a:lnTo>
                  <a:lnTo>
                    <a:pt x="6950564" y="593080"/>
                  </a:lnTo>
                  <a:lnTo>
                    <a:pt x="6950564" y="593080"/>
                  </a:lnTo>
                  <a:lnTo>
                    <a:pt x="6945091" y="593080"/>
                  </a:lnTo>
                  <a:lnTo>
                    <a:pt x="6945091" y="621003"/>
                  </a:lnTo>
                  <a:lnTo>
                    <a:pt x="6939618" y="621003"/>
                  </a:lnTo>
                  <a:lnTo>
                    <a:pt x="6939618" y="621003"/>
                  </a:lnTo>
                  <a:lnTo>
                    <a:pt x="6934145" y="621003"/>
                  </a:lnTo>
                  <a:lnTo>
                    <a:pt x="6934145" y="621003"/>
                  </a:lnTo>
                  <a:lnTo>
                    <a:pt x="6928672" y="621003"/>
                  </a:lnTo>
                  <a:lnTo>
                    <a:pt x="6928672" y="621003"/>
                  </a:lnTo>
                  <a:lnTo>
                    <a:pt x="6923200" y="621003"/>
                  </a:lnTo>
                  <a:lnTo>
                    <a:pt x="6923200" y="621003"/>
                  </a:lnTo>
                  <a:lnTo>
                    <a:pt x="6917727" y="621003"/>
                  </a:lnTo>
                  <a:lnTo>
                    <a:pt x="6917727" y="621003"/>
                  </a:lnTo>
                  <a:lnTo>
                    <a:pt x="6912254" y="621003"/>
                  </a:lnTo>
                  <a:lnTo>
                    <a:pt x="6912254" y="621003"/>
                  </a:lnTo>
                  <a:lnTo>
                    <a:pt x="6906781" y="621003"/>
                  </a:lnTo>
                  <a:lnTo>
                    <a:pt x="6906781" y="621003"/>
                  </a:lnTo>
                  <a:lnTo>
                    <a:pt x="6901308" y="621003"/>
                  </a:lnTo>
                  <a:lnTo>
                    <a:pt x="6901308" y="621003"/>
                  </a:lnTo>
                  <a:lnTo>
                    <a:pt x="6895835" y="621003"/>
                  </a:lnTo>
                  <a:lnTo>
                    <a:pt x="6895835" y="621003"/>
                  </a:lnTo>
                  <a:lnTo>
                    <a:pt x="6890362" y="621003"/>
                  </a:lnTo>
                  <a:lnTo>
                    <a:pt x="6890362" y="621003"/>
                  </a:lnTo>
                  <a:lnTo>
                    <a:pt x="6884889" y="621003"/>
                  </a:lnTo>
                  <a:lnTo>
                    <a:pt x="6884889" y="621003"/>
                  </a:lnTo>
                  <a:lnTo>
                    <a:pt x="6879416" y="621003"/>
                  </a:lnTo>
                  <a:lnTo>
                    <a:pt x="6879416" y="621003"/>
                  </a:lnTo>
                  <a:lnTo>
                    <a:pt x="6873944" y="621003"/>
                  </a:lnTo>
                  <a:lnTo>
                    <a:pt x="6873944" y="621003"/>
                  </a:lnTo>
                  <a:lnTo>
                    <a:pt x="6868471" y="621003"/>
                  </a:lnTo>
                  <a:lnTo>
                    <a:pt x="6868471" y="621003"/>
                  </a:lnTo>
                  <a:lnTo>
                    <a:pt x="6862998" y="621003"/>
                  </a:lnTo>
                  <a:lnTo>
                    <a:pt x="6862998" y="621003"/>
                  </a:lnTo>
                  <a:lnTo>
                    <a:pt x="6857525" y="621003"/>
                  </a:lnTo>
                  <a:lnTo>
                    <a:pt x="6857525" y="621003"/>
                  </a:lnTo>
                  <a:lnTo>
                    <a:pt x="6852052" y="621003"/>
                  </a:lnTo>
                  <a:lnTo>
                    <a:pt x="6852052" y="621003"/>
                  </a:lnTo>
                  <a:lnTo>
                    <a:pt x="6846579" y="621003"/>
                  </a:lnTo>
                  <a:lnTo>
                    <a:pt x="6846579" y="621003"/>
                  </a:lnTo>
                  <a:lnTo>
                    <a:pt x="6841106" y="621003"/>
                  </a:lnTo>
                  <a:lnTo>
                    <a:pt x="6841106" y="621003"/>
                  </a:lnTo>
                  <a:lnTo>
                    <a:pt x="6835633" y="621003"/>
                  </a:lnTo>
                  <a:lnTo>
                    <a:pt x="6835633" y="621003"/>
                  </a:lnTo>
                  <a:lnTo>
                    <a:pt x="6830161" y="621003"/>
                  </a:lnTo>
                  <a:lnTo>
                    <a:pt x="6830161" y="648646"/>
                  </a:lnTo>
                  <a:lnTo>
                    <a:pt x="6824688" y="648646"/>
                  </a:lnTo>
                  <a:lnTo>
                    <a:pt x="6824688" y="648646"/>
                  </a:lnTo>
                  <a:lnTo>
                    <a:pt x="6819215" y="648646"/>
                  </a:lnTo>
                  <a:lnTo>
                    <a:pt x="6819215" y="648646"/>
                  </a:lnTo>
                  <a:lnTo>
                    <a:pt x="6813742" y="648646"/>
                  </a:lnTo>
                  <a:lnTo>
                    <a:pt x="6813742" y="648646"/>
                  </a:lnTo>
                  <a:lnTo>
                    <a:pt x="6808269" y="648646"/>
                  </a:lnTo>
                  <a:lnTo>
                    <a:pt x="6808269" y="648646"/>
                  </a:lnTo>
                  <a:lnTo>
                    <a:pt x="6802796" y="648646"/>
                  </a:lnTo>
                  <a:lnTo>
                    <a:pt x="6802796" y="648646"/>
                  </a:lnTo>
                  <a:lnTo>
                    <a:pt x="6797323" y="648646"/>
                  </a:lnTo>
                  <a:lnTo>
                    <a:pt x="6797323" y="648646"/>
                  </a:lnTo>
                  <a:lnTo>
                    <a:pt x="6791850" y="648646"/>
                  </a:lnTo>
                  <a:lnTo>
                    <a:pt x="6791850" y="648646"/>
                  </a:lnTo>
                  <a:lnTo>
                    <a:pt x="6786377" y="648646"/>
                  </a:lnTo>
                  <a:lnTo>
                    <a:pt x="6786377" y="648646"/>
                  </a:lnTo>
                  <a:lnTo>
                    <a:pt x="6780905" y="648646"/>
                  </a:lnTo>
                  <a:lnTo>
                    <a:pt x="6780905" y="648646"/>
                  </a:lnTo>
                  <a:lnTo>
                    <a:pt x="6769959" y="648646"/>
                  </a:lnTo>
                  <a:lnTo>
                    <a:pt x="6769959" y="648646"/>
                  </a:lnTo>
                  <a:lnTo>
                    <a:pt x="6764486" y="648646"/>
                  </a:lnTo>
                  <a:lnTo>
                    <a:pt x="6764486" y="648646"/>
                  </a:lnTo>
                  <a:lnTo>
                    <a:pt x="6759013" y="648646"/>
                  </a:lnTo>
                  <a:lnTo>
                    <a:pt x="6759013" y="648646"/>
                  </a:lnTo>
                  <a:lnTo>
                    <a:pt x="6753540" y="648646"/>
                  </a:lnTo>
                  <a:lnTo>
                    <a:pt x="6753540" y="648646"/>
                  </a:lnTo>
                  <a:lnTo>
                    <a:pt x="6748067" y="648646"/>
                  </a:lnTo>
                  <a:lnTo>
                    <a:pt x="6748067" y="648646"/>
                  </a:lnTo>
                  <a:lnTo>
                    <a:pt x="6742594" y="648646"/>
                  </a:lnTo>
                  <a:lnTo>
                    <a:pt x="6742594" y="648646"/>
                  </a:lnTo>
                  <a:lnTo>
                    <a:pt x="6737121" y="648646"/>
                  </a:lnTo>
                  <a:lnTo>
                    <a:pt x="6737121" y="648646"/>
                  </a:lnTo>
                  <a:lnTo>
                    <a:pt x="6731649" y="648646"/>
                  </a:lnTo>
                  <a:lnTo>
                    <a:pt x="6731649" y="648646"/>
                  </a:lnTo>
                  <a:lnTo>
                    <a:pt x="6726176" y="648646"/>
                  </a:lnTo>
                  <a:lnTo>
                    <a:pt x="6726176" y="648646"/>
                  </a:lnTo>
                  <a:lnTo>
                    <a:pt x="6720703" y="648646"/>
                  </a:lnTo>
                  <a:lnTo>
                    <a:pt x="6720703" y="648646"/>
                  </a:lnTo>
                  <a:lnTo>
                    <a:pt x="6715230" y="648646"/>
                  </a:lnTo>
                  <a:lnTo>
                    <a:pt x="6715230" y="648646"/>
                  </a:lnTo>
                  <a:lnTo>
                    <a:pt x="6709757" y="648646"/>
                  </a:lnTo>
                  <a:lnTo>
                    <a:pt x="6709757" y="648646"/>
                  </a:lnTo>
                  <a:lnTo>
                    <a:pt x="6704284" y="648646"/>
                  </a:lnTo>
                  <a:lnTo>
                    <a:pt x="6704284" y="648646"/>
                  </a:lnTo>
                  <a:lnTo>
                    <a:pt x="6698811" y="648646"/>
                  </a:lnTo>
                  <a:lnTo>
                    <a:pt x="6698811" y="648646"/>
                  </a:lnTo>
                  <a:lnTo>
                    <a:pt x="6693338" y="648646"/>
                  </a:lnTo>
                  <a:lnTo>
                    <a:pt x="6693338" y="648646"/>
                  </a:lnTo>
                  <a:lnTo>
                    <a:pt x="6687865" y="648646"/>
                  </a:lnTo>
                  <a:lnTo>
                    <a:pt x="6687865" y="648646"/>
                  </a:lnTo>
                  <a:lnTo>
                    <a:pt x="6682393" y="648646"/>
                  </a:lnTo>
                  <a:lnTo>
                    <a:pt x="6682393" y="648646"/>
                  </a:lnTo>
                  <a:lnTo>
                    <a:pt x="6676920" y="648646"/>
                  </a:lnTo>
                  <a:lnTo>
                    <a:pt x="6676920" y="648646"/>
                  </a:lnTo>
                  <a:lnTo>
                    <a:pt x="6671447" y="648646"/>
                  </a:lnTo>
                  <a:lnTo>
                    <a:pt x="6671447" y="648646"/>
                  </a:lnTo>
                  <a:lnTo>
                    <a:pt x="6665974" y="648646"/>
                  </a:lnTo>
                  <a:lnTo>
                    <a:pt x="6665974" y="648646"/>
                  </a:lnTo>
                  <a:lnTo>
                    <a:pt x="6660501" y="648646"/>
                  </a:lnTo>
                  <a:lnTo>
                    <a:pt x="6660501" y="648646"/>
                  </a:lnTo>
                  <a:lnTo>
                    <a:pt x="6655028" y="648646"/>
                  </a:lnTo>
                  <a:lnTo>
                    <a:pt x="6655028" y="648646"/>
                  </a:lnTo>
                  <a:lnTo>
                    <a:pt x="6649555" y="648646"/>
                  </a:lnTo>
                  <a:lnTo>
                    <a:pt x="6649555" y="648646"/>
                  </a:lnTo>
                  <a:lnTo>
                    <a:pt x="6644082" y="648646"/>
                  </a:lnTo>
                  <a:lnTo>
                    <a:pt x="6644082" y="648646"/>
                  </a:lnTo>
                  <a:lnTo>
                    <a:pt x="6638610" y="648646"/>
                  </a:lnTo>
                  <a:lnTo>
                    <a:pt x="6638610" y="648646"/>
                  </a:lnTo>
                  <a:lnTo>
                    <a:pt x="6633137" y="648646"/>
                  </a:lnTo>
                  <a:lnTo>
                    <a:pt x="6633137" y="648646"/>
                  </a:lnTo>
                  <a:lnTo>
                    <a:pt x="6627664" y="648646"/>
                  </a:lnTo>
                  <a:lnTo>
                    <a:pt x="6627664" y="648646"/>
                  </a:lnTo>
                  <a:lnTo>
                    <a:pt x="6622191" y="648646"/>
                  </a:lnTo>
                  <a:lnTo>
                    <a:pt x="6622191" y="648646"/>
                  </a:lnTo>
                  <a:lnTo>
                    <a:pt x="6616718" y="648646"/>
                  </a:lnTo>
                  <a:lnTo>
                    <a:pt x="6616718" y="648646"/>
                  </a:lnTo>
                  <a:lnTo>
                    <a:pt x="6611245" y="648646"/>
                  </a:lnTo>
                  <a:lnTo>
                    <a:pt x="6611245" y="648646"/>
                  </a:lnTo>
                  <a:lnTo>
                    <a:pt x="6605772" y="648646"/>
                  </a:lnTo>
                  <a:lnTo>
                    <a:pt x="6605772" y="648646"/>
                  </a:lnTo>
                  <a:lnTo>
                    <a:pt x="6600299" y="648646"/>
                  </a:lnTo>
                  <a:lnTo>
                    <a:pt x="6600299" y="648646"/>
                  </a:lnTo>
                  <a:lnTo>
                    <a:pt x="6594826" y="648646"/>
                  </a:lnTo>
                  <a:lnTo>
                    <a:pt x="6594826" y="648646"/>
                  </a:lnTo>
                  <a:lnTo>
                    <a:pt x="6589354" y="648646"/>
                  </a:lnTo>
                  <a:lnTo>
                    <a:pt x="6589354" y="648646"/>
                  </a:lnTo>
                  <a:lnTo>
                    <a:pt x="6583881" y="648646"/>
                  </a:lnTo>
                  <a:lnTo>
                    <a:pt x="6583881" y="648646"/>
                  </a:lnTo>
                  <a:lnTo>
                    <a:pt x="6578408" y="648646"/>
                  </a:lnTo>
                  <a:lnTo>
                    <a:pt x="6578408" y="648646"/>
                  </a:lnTo>
                  <a:lnTo>
                    <a:pt x="6572935" y="648646"/>
                  </a:lnTo>
                  <a:lnTo>
                    <a:pt x="6572935" y="648646"/>
                  </a:lnTo>
                  <a:lnTo>
                    <a:pt x="6567462" y="648646"/>
                  </a:lnTo>
                  <a:lnTo>
                    <a:pt x="6567462" y="648646"/>
                  </a:lnTo>
                  <a:lnTo>
                    <a:pt x="6561989" y="648646"/>
                  </a:lnTo>
                  <a:lnTo>
                    <a:pt x="6561989" y="648646"/>
                  </a:lnTo>
                  <a:lnTo>
                    <a:pt x="6556516" y="648646"/>
                  </a:lnTo>
                  <a:lnTo>
                    <a:pt x="6556516" y="648646"/>
                  </a:lnTo>
                  <a:lnTo>
                    <a:pt x="6551043" y="648646"/>
                  </a:lnTo>
                  <a:lnTo>
                    <a:pt x="6551043" y="648646"/>
                  </a:lnTo>
                  <a:lnTo>
                    <a:pt x="6545570" y="648646"/>
                  </a:lnTo>
                  <a:lnTo>
                    <a:pt x="6545570" y="648646"/>
                  </a:lnTo>
                  <a:lnTo>
                    <a:pt x="6540098" y="648646"/>
                  </a:lnTo>
                  <a:lnTo>
                    <a:pt x="6540098" y="648646"/>
                  </a:lnTo>
                  <a:lnTo>
                    <a:pt x="6534625" y="648646"/>
                  </a:lnTo>
                  <a:lnTo>
                    <a:pt x="6534625" y="648646"/>
                  </a:lnTo>
                  <a:lnTo>
                    <a:pt x="6529152" y="648646"/>
                  </a:lnTo>
                  <a:lnTo>
                    <a:pt x="6529152" y="648646"/>
                  </a:lnTo>
                  <a:lnTo>
                    <a:pt x="6523679" y="648646"/>
                  </a:lnTo>
                  <a:lnTo>
                    <a:pt x="6523679" y="648646"/>
                  </a:lnTo>
                  <a:lnTo>
                    <a:pt x="6512733" y="648646"/>
                  </a:lnTo>
                  <a:lnTo>
                    <a:pt x="6512733" y="648646"/>
                  </a:lnTo>
                  <a:lnTo>
                    <a:pt x="6501787" y="648646"/>
                  </a:lnTo>
                  <a:lnTo>
                    <a:pt x="6501787" y="648646"/>
                  </a:lnTo>
                  <a:lnTo>
                    <a:pt x="6496315" y="648646"/>
                  </a:lnTo>
                  <a:lnTo>
                    <a:pt x="6496315" y="648646"/>
                  </a:lnTo>
                  <a:lnTo>
                    <a:pt x="6490842" y="648646"/>
                  </a:lnTo>
                  <a:lnTo>
                    <a:pt x="6490842" y="648646"/>
                  </a:lnTo>
                  <a:lnTo>
                    <a:pt x="6485369" y="648646"/>
                  </a:lnTo>
                  <a:lnTo>
                    <a:pt x="6485369" y="648646"/>
                  </a:lnTo>
                  <a:lnTo>
                    <a:pt x="6479896" y="648646"/>
                  </a:lnTo>
                  <a:lnTo>
                    <a:pt x="6479896" y="648646"/>
                  </a:lnTo>
                  <a:lnTo>
                    <a:pt x="6474423" y="648646"/>
                  </a:lnTo>
                  <a:lnTo>
                    <a:pt x="6474423" y="648646"/>
                  </a:lnTo>
                  <a:lnTo>
                    <a:pt x="6468950" y="648646"/>
                  </a:lnTo>
                  <a:lnTo>
                    <a:pt x="6468950" y="648646"/>
                  </a:lnTo>
                  <a:lnTo>
                    <a:pt x="6463477" y="648646"/>
                  </a:lnTo>
                  <a:lnTo>
                    <a:pt x="6463477" y="648646"/>
                  </a:lnTo>
                  <a:lnTo>
                    <a:pt x="6458004" y="648646"/>
                  </a:lnTo>
                  <a:lnTo>
                    <a:pt x="6458004" y="648646"/>
                  </a:lnTo>
                  <a:lnTo>
                    <a:pt x="6452531" y="648646"/>
                  </a:lnTo>
                  <a:lnTo>
                    <a:pt x="6452531" y="648646"/>
                  </a:lnTo>
                  <a:lnTo>
                    <a:pt x="6447059" y="648646"/>
                  </a:lnTo>
                  <a:lnTo>
                    <a:pt x="6447059" y="648646"/>
                  </a:lnTo>
                  <a:lnTo>
                    <a:pt x="6441586" y="648646"/>
                  </a:lnTo>
                  <a:lnTo>
                    <a:pt x="6441586" y="648646"/>
                  </a:lnTo>
                  <a:lnTo>
                    <a:pt x="6436113" y="648646"/>
                  </a:lnTo>
                  <a:lnTo>
                    <a:pt x="6436113" y="648646"/>
                  </a:lnTo>
                  <a:lnTo>
                    <a:pt x="6430640" y="648646"/>
                  </a:lnTo>
                  <a:lnTo>
                    <a:pt x="6430640" y="648646"/>
                  </a:lnTo>
                  <a:lnTo>
                    <a:pt x="6425167" y="648646"/>
                  </a:lnTo>
                  <a:lnTo>
                    <a:pt x="6425167" y="648646"/>
                  </a:lnTo>
                  <a:lnTo>
                    <a:pt x="6419694" y="648646"/>
                  </a:lnTo>
                  <a:lnTo>
                    <a:pt x="6419694" y="648646"/>
                  </a:lnTo>
                  <a:lnTo>
                    <a:pt x="6414221" y="648646"/>
                  </a:lnTo>
                  <a:lnTo>
                    <a:pt x="6414221" y="648646"/>
                  </a:lnTo>
                  <a:lnTo>
                    <a:pt x="6408748" y="648646"/>
                  </a:lnTo>
                  <a:lnTo>
                    <a:pt x="6408748" y="648646"/>
                  </a:lnTo>
                  <a:lnTo>
                    <a:pt x="6403275" y="648646"/>
                  </a:lnTo>
                  <a:lnTo>
                    <a:pt x="6403275" y="648646"/>
                  </a:lnTo>
                  <a:lnTo>
                    <a:pt x="6397803" y="648646"/>
                  </a:lnTo>
                  <a:lnTo>
                    <a:pt x="6397803" y="648646"/>
                  </a:lnTo>
                  <a:lnTo>
                    <a:pt x="6392330" y="648646"/>
                  </a:lnTo>
                  <a:lnTo>
                    <a:pt x="6392330" y="674842"/>
                  </a:lnTo>
                  <a:lnTo>
                    <a:pt x="6386857" y="674842"/>
                  </a:lnTo>
                  <a:lnTo>
                    <a:pt x="6386857" y="674842"/>
                  </a:lnTo>
                  <a:lnTo>
                    <a:pt x="6381384" y="674842"/>
                  </a:lnTo>
                  <a:lnTo>
                    <a:pt x="6381384" y="674842"/>
                  </a:lnTo>
                  <a:lnTo>
                    <a:pt x="6375911" y="674842"/>
                  </a:lnTo>
                  <a:lnTo>
                    <a:pt x="6375911" y="674842"/>
                  </a:lnTo>
                  <a:lnTo>
                    <a:pt x="6370438" y="674842"/>
                  </a:lnTo>
                  <a:lnTo>
                    <a:pt x="6370438" y="674842"/>
                  </a:lnTo>
                  <a:lnTo>
                    <a:pt x="6364965" y="674842"/>
                  </a:lnTo>
                  <a:lnTo>
                    <a:pt x="6364965" y="674842"/>
                  </a:lnTo>
                  <a:lnTo>
                    <a:pt x="6359492" y="674842"/>
                  </a:lnTo>
                  <a:lnTo>
                    <a:pt x="6359492" y="674842"/>
                  </a:lnTo>
                  <a:lnTo>
                    <a:pt x="6354019" y="674842"/>
                  </a:lnTo>
                  <a:lnTo>
                    <a:pt x="6354019" y="674842"/>
                  </a:lnTo>
                  <a:lnTo>
                    <a:pt x="6348547" y="674842"/>
                  </a:lnTo>
                  <a:lnTo>
                    <a:pt x="6348547" y="674842"/>
                  </a:lnTo>
                  <a:lnTo>
                    <a:pt x="6343074" y="674842"/>
                  </a:lnTo>
                  <a:lnTo>
                    <a:pt x="6343074" y="674842"/>
                  </a:lnTo>
                  <a:lnTo>
                    <a:pt x="6337601" y="674842"/>
                  </a:lnTo>
                  <a:lnTo>
                    <a:pt x="6337601" y="674842"/>
                  </a:lnTo>
                  <a:lnTo>
                    <a:pt x="6332128" y="674842"/>
                  </a:lnTo>
                  <a:lnTo>
                    <a:pt x="6332128" y="674842"/>
                  </a:lnTo>
                  <a:lnTo>
                    <a:pt x="6326655" y="674842"/>
                  </a:lnTo>
                  <a:lnTo>
                    <a:pt x="6326655" y="674842"/>
                  </a:lnTo>
                  <a:lnTo>
                    <a:pt x="6315709" y="674842"/>
                  </a:lnTo>
                  <a:lnTo>
                    <a:pt x="6315709" y="674842"/>
                  </a:lnTo>
                  <a:lnTo>
                    <a:pt x="6310236" y="674842"/>
                  </a:lnTo>
                  <a:lnTo>
                    <a:pt x="6310236" y="674842"/>
                  </a:lnTo>
                  <a:lnTo>
                    <a:pt x="6304764" y="674842"/>
                  </a:lnTo>
                  <a:lnTo>
                    <a:pt x="6304764" y="674842"/>
                  </a:lnTo>
                  <a:lnTo>
                    <a:pt x="6299291" y="674842"/>
                  </a:lnTo>
                  <a:lnTo>
                    <a:pt x="6299291" y="674842"/>
                  </a:lnTo>
                  <a:lnTo>
                    <a:pt x="6293818" y="674842"/>
                  </a:lnTo>
                  <a:lnTo>
                    <a:pt x="6293818" y="674842"/>
                  </a:lnTo>
                  <a:lnTo>
                    <a:pt x="6288345" y="674842"/>
                  </a:lnTo>
                  <a:lnTo>
                    <a:pt x="6288345" y="674842"/>
                  </a:lnTo>
                  <a:lnTo>
                    <a:pt x="6282872" y="674842"/>
                  </a:lnTo>
                  <a:lnTo>
                    <a:pt x="6282872" y="674842"/>
                  </a:lnTo>
                  <a:lnTo>
                    <a:pt x="6277399" y="674842"/>
                  </a:lnTo>
                  <a:lnTo>
                    <a:pt x="6277399" y="674842"/>
                  </a:lnTo>
                  <a:lnTo>
                    <a:pt x="6271926" y="674842"/>
                  </a:lnTo>
                  <a:lnTo>
                    <a:pt x="6271926" y="674842"/>
                  </a:lnTo>
                  <a:lnTo>
                    <a:pt x="6266453" y="674842"/>
                  </a:lnTo>
                  <a:lnTo>
                    <a:pt x="6266453" y="674842"/>
                  </a:lnTo>
                  <a:lnTo>
                    <a:pt x="6260980" y="674842"/>
                  </a:lnTo>
                  <a:lnTo>
                    <a:pt x="6260980" y="674842"/>
                  </a:lnTo>
                  <a:lnTo>
                    <a:pt x="6255508" y="674842"/>
                  </a:lnTo>
                  <a:lnTo>
                    <a:pt x="6255508" y="674842"/>
                  </a:lnTo>
                  <a:lnTo>
                    <a:pt x="6250035" y="674842"/>
                  </a:lnTo>
                  <a:lnTo>
                    <a:pt x="6250035" y="674842"/>
                  </a:lnTo>
                  <a:lnTo>
                    <a:pt x="6244562" y="674842"/>
                  </a:lnTo>
                  <a:lnTo>
                    <a:pt x="6244562" y="674842"/>
                  </a:lnTo>
                  <a:lnTo>
                    <a:pt x="6239089" y="674842"/>
                  </a:lnTo>
                  <a:lnTo>
                    <a:pt x="6239089" y="674842"/>
                  </a:lnTo>
                  <a:lnTo>
                    <a:pt x="6233616" y="674842"/>
                  </a:lnTo>
                  <a:lnTo>
                    <a:pt x="6233616" y="674842"/>
                  </a:lnTo>
                  <a:lnTo>
                    <a:pt x="6222670" y="674842"/>
                  </a:lnTo>
                  <a:lnTo>
                    <a:pt x="6222670" y="674842"/>
                  </a:lnTo>
                  <a:lnTo>
                    <a:pt x="6217197" y="674842"/>
                  </a:lnTo>
                  <a:lnTo>
                    <a:pt x="6217197" y="674842"/>
                  </a:lnTo>
                  <a:lnTo>
                    <a:pt x="6211724" y="674842"/>
                  </a:lnTo>
                  <a:lnTo>
                    <a:pt x="6211724" y="674842"/>
                  </a:lnTo>
                  <a:lnTo>
                    <a:pt x="6206252" y="674842"/>
                  </a:lnTo>
                  <a:lnTo>
                    <a:pt x="6206252" y="674842"/>
                  </a:lnTo>
                  <a:lnTo>
                    <a:pt x="6200779" y="674842"/>
                  </a:lnTo>
                  <a:lnTo>
                    <a:pt x="6200779" y="674842"/>
                  </a:lnTo>
                  <a:lnTo>
                    <a:pt x="6195306" y="674842"/>
                  </a:lnTo>
                  <a:lnTo>
                    <a:pt x="6195306" y="674842"/>
                  </a:lnTo>
                  <a:lnTo>
                    <a:pt x="6189833" y="674842"/>
                  </a:lnTo>
                  <a:lnTo>
                    <a:pt x="6189833" y="674842"/>
                  </a:lnTo>
                  <a:lnTo>
                    <a:pt x="6184360" y="674842"/>
                  </a:lnTo>
                  <a:lnTo>
                    <a:pt x="6184360" y="674842"/>
                  </a:lnTo>
                  <a:lnTo>
                    <a:pt x="6178887" y="674842"/>
                  </a:lnTo>
                  <a:lnTo>
                    <a:pt x="6178887" y="674842"/>
                  </a:lnTo>
                  <a:lnTo>
                    <a:pt x="6173414" y="674842"/>
                  </a:lnTo>
                  <a:lnTo>
                    <a:pt x="6173414" y="674842"/>
                  </a:lnTo>
                  <a:lnTo>
                    <a:pt x="6167941" y="674842"/>
                  </a:lnTo>
                  <a:lnTo>
                    <a:pt x="6167941" y="674842"/>
                  </a:lnTo>
                  <a:lnTo>
                    <a:pt x="6162468" y="674842"/>
                  </a:lnTo>
                  <a:lnTo>
                    <a:pt x="6162468" y="674842"/>
                  </a:lnTo>
                  <a:lnTo>
                    <a:pt x="6156996" y="674842"/>
                  </a:lnTo>
                  <a:lnTo>
                    <a:pt x="6156996" y="674842"/>
                  </a:lnTo>
                  <a:lnTo>
                    <a:pt x="6151523" y="674842"/>
                  </a:lnTo>
                  <a:lnTo>
                    <a:pt x="6151523" y="674842"/>
                  </a:lnTo>
                  <a:lnTo>
                    <a:pt x="6146050" y="674842"/>
                  </a:lnTo>
                  <a:lnTo>
                    <a:pt x="6146050" y="674842"/>
                  </a:lnTo>
                  <a:lnTo>
                    <a:pt x="6140577" y="674842"/>
                  </a:lnTo>
                  <a:lnTo>
                    <a:pt x="6140577" y="674842"/>
                  </a:lnTo>
                  <a:lnTo>
                    <a:pt x="6135104" y="674842"/>
                  </a:lnTo>
                  <a:lnTo>
                    <a:pt x="6135104" y="674842"/>
                  </a:lnTo>
                  <a:lnTo>
                    <a:pt x="6129631" y="674842"/>
                  </a:lnTo>
                  <a:lnTo>
                    <a:pt x="6129631" y="674842"/>
                  </a:lnTo>
                  <a:lnTo>
                    <a:pt x="6124158" y="674842"/>
                  </a:lnTo>
                  <a:lnTo>
                    <a:pt x="6124158" y="674842"/>
                  </a:lnTo>
                  <a:lnTo>
                    <a:pt x="6118685" y="674842"/>
                  </a:lnTo>
                  <a:lnTo>
                    <a:pt x="6118685" y="674842"/>
                  </a:lnTo>
                  <a:lnTo>
                    <a:pt x="6113213" y="674842"/>
                  </a:lnTo>
                  <a:lnTo>
                    <a:pt x="6113213" y="674842"/>
                  </a:lnTo>
                  <a:lnTo>
                    <a:pt x="6107740" y="674842"/>
                  </a:lnTo>
                  <a:lnTo>
                    <a:pt x="6107740" y="674842"/>
                  </a:lnTo>
                  <a:lnTo>
                    <a:pt x="6102267" y="674842"/>
                  </a:lnTo>
                  <a:lnTo>
                    <a:pt x="6102267" y="674842"/>
                  </a:lnTo>
                  <a:lnTo>
                    <a:pt x="6096794" y="674842"/>
                  </a:lnTo>
                  <a:lnTo>
                    <a:pt x="6096794" y="674842"/>
                  </a:lnTo>
                  <a:lnTo>
                    <a:pt x="6091321" y="674842"/>
                  </a:lnTo>
                  <a:lnTo>
                    <a:pt x="6091321" y="674842"/>
                  </a:lnTo>
                  <a:lnTo>
                    <a:pt x="6085848" y="674842"/>
                  </a:lnTo>
                  <a:lnTo>
                    <a:pt x="6085848" y="674842"/>
                  </a:lnTo>
                  <a:lnTo>
                    <a:pt x="6080375" y="674842"/>
                  </a:lnTo>
                  <a:lnTo>
                    <a:pt x="6080375" y="674842"/>
                  </a:lnTo>
                  <a:lnTo>
                    <a:pt x="6074902" y="674842"/>
                  </a:lnTo>
                  <a:lnTo>
                    <a:pt x="6074902" y="674842"/>
                  </a:lnTo>
                  <a:lnTo>
                    <a:pt x="6069429" y="674842"/>
                  </a:lnTo>
                  <a:lnTo>
                    <a:pt x="6069429" y="674842"/>
                  </a:lnTo>
                  <a:lnTo>
                    <a:pt x="6063957" y="674842"/>
                  </a:lnTo>
                  <a:lnTo>
                    <a:pt x="6063957" y="700238"/>
                  </a:lnTo>
                  <a:lnTo>
                    <a:pt x="6058484" y="700238"/>
                  </a:lnTo>
                  <a:lnTo>
                    <a:pt x="6058484" y="700238"/>
                  </a:lnTo>
                  <a:lnTo>
                    <a:pt x="6053011" y="700238"/>
                  </a:lnTo>
                  <a:lnTo>
                    <a:pt x="6053011" y="700238"/>
                  </a:lnTo>
                  <a:lnTo>
                    <a:pt x="6047538" y="700238"/>
                  </a:lnTo>
                  <a:lnTo>
                    <a:pt x="6047538" y="700238"/>
                  </a:lnTo>
                  <a:lnTo>
                    <a:pt x="6042065" y="700238"/>
                  </a:lnTo>
                  <a:lnTo>
                    <a:pt x="6042065" y="725469"/>
                  </a:lnTo>
                  <a:lnTo>
                    <a:pt x="6036592" y="725469"/>
                  </a:lnTo>
                  <a:lnTo>
                    <a:pt x="6036592" y="725469"/>
                  </a:lnTo>
                  <a:lnTo>
                    <a:pt x="6031119" y="725469"/>
                  </a:lnTo>
                  <a:lnTo>
                    <a:pt x="6031119" y="725469"/>
                  </a:lnTo>
                  <a:lnTo>
                    <a:pt x="6025646" y="725469"/>
                  </a:lnTo>
                  <a:lnTo>
                    <a:pt x="6025646" y="725469"/>
                  </a:lnTo>
                  <a:lnTo>
                    <a:pt x="6020173" y="725469"/>
                  </a:lnTo>
                  <a:lnTo>
                    <a:pt x="6020173" y="750586"/>
                  </a:lnTo>
                  <a:lnTo>
                    <a:pt x="6014701" y="750586"/>
                  </a:lnTo>
                  <a:lnTo>
                    <a:pt x="6014701" y="750586"/>
                  </a:lnTo>
                  <a:lnTo>
                    <a:pt x="6009228" y="750586"/>
                  </a:lnTo>
                  <a:lnTo>
                    <a:pt x="6009228" y="775639"/>
                  </a:lnTo>
                  <a:lnTo>
                    <a:pt x="6003755" y="775639"/>
                  </a:lnTo>
                  <a:lnTo>
                    <a:pt x="6003755" y="775639"/>
                  </a:lnTo>
                  <a:lnTo>
                    <a:pt x="5998282" y="775639"/>
                  </a:lnTo>
                  <a:lnTo>
                    <a:pt x="5998282" y="775639"/>
                  </a:lnTo>
                  <a:lnTo>
                    <a:pt x="5992809" y="775639"/>
                  </a:lnTo>
                  <a:lnTo>
                    <a:pt x="5992809" y="775639"/>
                  </a:lnTo>
                  <a:lnTo>
                    <a:pt x="5987336" y="775639"/>
                  </a:lnTo>
                  <a:lnTo>
                    <a:pt x="5987336" y="775639"/>
                  </a:lnTo>
                  <a:lnTo>
                    <a:pt x="5981863" y="775639"/>
                  </a:lnTo>
                  <a:lnTo>
                    <a:pt x="5981863" y="775639"/>
                  </a:lnTo>
                  <a:lnTo>
                    <a:pt x="5976390" y="775639"/>
                  </a:lnTo>
                  <a:lnTo>
                    <a:pt x="5976390" y="775639"/>
                  </a:lnTo>
                  <a:lnTo>
                    <a:pt x="5970918" y="775639"/>
                  </a:lnTo>
                  <a:lnTo>
                    <a:pt x="5970918" y="800580"/>
                  </a:lnTo>
                  <a:lnTo>
                    <a:pt x="5965445" y="800580"/>
                  </a:lnTo>
                  <a:lnTo>
                    <a:pt x="5965445" y="800580"/>
                  </a:lnTo>
                  <a:lnTo>
                    <a:pt x="5959972" y="800580"/>
                  </a:lnTo>
                  <a:lnTo>
                    <a:pt x="5959972" y="800580"/>
                  </a:lnTo>
                  <a:lnTo>
                    <a:pt x="5954499" y="800580"/>
                  </a:lnTo>
                  <a:lnTo>
                    <a:pt x="5954499" y="800580"/>
                  </a:lnTo>
                  <a:lnTo>
                    <a:pt x="5949026" y="800580"/>
                  </a:lnTo>
                  <a:lnTo>
                    <a:pt x="5949026" y="825410"/>
                  </a:lnTo>
                  <a:lnTo>
                    <a:pt x="5943553" y="825410"/>
                  </a:lnTo>
                  <a:lnTo>
                    <a:pt x="5943553" y="850225"/>
                  </a:lnTo>
                  <a:lnTo>
                    <a:pt x="5938080" y="850225"/>
                  </a:lnTo>
                  <a:lnTo>
                    <a:pt x="5938080" y="850225"/>
                  </a:lnTo>
                  <a:lnTo>
                    <a:pt x="5932607" y="850225"/>
                  </a:lnTo>
                  <a:lnTo>
                    <a:pt x="5932607" y="850225"/>
                  </a:lnTo>
                  <a:lnTo>
                    <a:pt x="5927134" y="850225"/>
                  </a:lnTo>
                  <a:lnTo>
                    <a:pt x="5927134" y="850225"/>
                  </a:lnTo>
                  <a:lnTo>
                    <a:pt x="5921662" y="850225"/>
                  </a:lnTo>
                  <a:lnTo>
                    <a:pt x="5921662" y="850225"/>
                  </a:lnTo>
                  <a:lnTo>
                    <a:pt x="5916189" y="850225"/>
                  </a:lnTo>
                  <a:lnTo>
                    <a:pt x="5916189" y="850225"/>
                  </a:lnTo>
                  <a:lnTo>
                    <a:pt x="5910716" y="850225"/>
                  </a:lnTo>
                  <a:lnTo>
                    <a:pt x="5910716" y="850225"/>
                  </a:lnTo>
                  <a:lnTo>
                    <a:pt x="5905243" y="850225"/>
                  </a:lnTo>
                  <a:lnTo>
                    <a:pt x="5905243" y="850225"/>
                  </a:lnTo>
                  <a:lnTo>
                    <a:pt x="5899770" y="850225"/>
                  </a:lnTo>
                  <a:lnTo>
                    <a:pt x="5899770" y="850225"/>
                  </a:lnTo>
                  <a:lnTo>
                    <a:pt x="5894297" y="850225"/>
                  </a:lnTo>
                  <a:lnTo>
                    <a:pt x="5894297" y="850225"/>
                  </a:lnTo>
                  <a:lnTo>
                    <a:pt x="5888824" y="850225"/>
                  </a:lnTo>
                  <a:lnTo>
                    <a:pt x="5888824" y="850225"/>
                  </a:lnTo>
                  <a:lnTo>
                    <a:pt x="5883351" y="850225"/>
                  </a:lnTo>
                  <a:lnTo>
                    <a:pt x="5883351" y="850225"/>
                  </a:lnTo>
                  <a:lnTo>
                    <a:pt x="5877878" y="850225"/>
                  </a:lnTo>
                  <a:lnTo>
                    <a:pt x="5877878" y="850225"/>
                  </a:lnTo>
                  <a:lnTo>
                    <a:pt x="5872406" y="850225"/>
                  </a:lnTo>
                  <a:lnTo>
                    <a:pt x="5872406" y="850225"/>
                  </a:lnTo>
                  <a:lnTo>
                    <a:pt x="5866933" y="850225"/>
                  </a:lnTo>
                  <a:lnTo>
                    <a:pt x="5866933" y="850225"/>
                  </a:lnTo>
                  <a:lnTo>
                    <a:pt x="5861460" y="850225"/>
                  </a:lnTo>
                  <a:lnTo>
                    <a:pt x="5861460" y="874838"/>
                  </a:lnTo>
                  <a:lnTo>
                    <a:pt x="5855987" y="874838"/>
                  </a:lnTo>
                  <a:lnTo>
                    <a:pt x="5855987" y="874838"/>
                  </a:lnTo>
                  <a:lnTo>
                    <a:pt x="5850514" y="874838"/>
                  </a:lnTo>
                  <a:lnTo>
                    <a:pt x="5850514" y="874838"/>
                  </a:lnTo>
                  <a:lnTo>
                    <a:pt x="5845041" y="874838"/>
                  </a:lnTo>
                  <a:lnTo>
                    <a:pt x="5845041" y="874838"/>
                  </a:lnTo>
                  <a:lnTo>
                    <a:pt x="5839568" y="874838"/>
                  </a:lnTo>
                  <a:lnTo>
                    <a:pt x="5839568" y="874838"/>
                  </a:lnTo>
                  <a:lnTo>
                    <a:pt x="5834095" y="874838"/>
                  </a:lnTo>
                  <a:lnTo>
                    <a:pt x="5834095" y="874838"/>
                  </a:lnTo>
                  <a:lnTo>
                    <a:pt x="5828622" y="874838"/>
                  </a:lnTo>
                  <a:lnTo>
                    <a:pt x="5828622" y="874838"/>
                  </a:lnTo>
                  <a:lnTo>
                    <a:pt x="5823150" y="874838"/>
                  </a:lnTo>
                  <a:lnTo>
                    <a:pt x="5823150" y="874838"/>
                  </a:lnTo>
                  <a:lnTo>
                    <a:pt x="5817677" y="874838"/>
                  </a:lnTo>
                  <a:lnTo>
                    <a:pt x="5817677" y="874838"/>
                  </a:lnTo>
                  <a:lnTo>
                    <a:pt x="5812204" y="874838"/>
                  </a:lnTo>
                  <a:lnTo>
                    <a:pt x="5812204" y="874838"/>
                  </a:lnTo>
                  <a:lnTo>
                    <a:pt x="5806731" y="874838"/>
                  </a:lnTo>
                  <a:lnTo>
                    <a:pt x="5806731" y="874838"/>
                  </a:lnTo>
                  <a:lnTo>
                    <a:pt x="5801258" y="874838"/>
                  </a:lnTo>
                  <a:lnTo>
                    <a:pt x="5801258" y="874838"/>
                  </a:lnTo>
                  <a:lnTo>
                    <a:pt x="5795785" y="874838"/>
                  </a:lnTo>
                  <a:lnTo>
                    <a:pt x="5795785" y="874838"/>
                  </a:lnTo>
                  <a:lnTo>
                    <a:pt x="5790312" y="874838"/>
                  </a:lnTo>
                  <a:lnTo>
                    <a:pt x="5790312" y="874838"/>
                  </a:lnTo>
                  <a:lnTo>
                    <a:pt x="5784839" y="874838"/>
                  </a:lnTo>
                  <a:lnTo>
                    <a:pt x="5784839" y="874838"/>
                  </a:lnTo>
                  <a:lnTo>
                    <a:pt x="5779367" y="874838"/>
                  </a:lnTo>
                  <a:lnTo>
                    <a:pt x="5779367" y="874838"/>
                  </a:lnTo>
                  <a:lnTo>
                    <a:pt x="5773894" y="874838"/>
                  </a:lnTo>
                  <a:lnTo>
                    <a:pt x="5773894" y="874838"/>
                  </a:lnTo>
                  <a:lnTo>
                    <a:pt x="5768421" y="874838"/>
                  </a:lnTo>
                  <a:lnTo>
                    <a:pt x="5768421" y="874838"/>
                  </a:lnTo>
                  <a:lnTo>
                    <a:pt x="5762948" y="874838"/>
                  </a:lnTo>
                  <a:lnTo>
                    <a:pt x="5762948" y="874838"/>
                  </a:lnTo>
                  <a:lnTo>
                    <a:pt x="5757475" y="874838"/>
                  </a:lnTo>
                  <a:lnTo>
                    <a:pt x="5757475" y="874838"/>
                  </a:lnTo>
                  <a:lnTo>
                    <a:pt x="5752002" y="874838"/>
                  </a:lnTo>
                  <a:lnTo>
                    <a:pt x="5752002" y="874838"/>
                  </a:lnTo>
                  <a:lnTo>
                    <a:pt x="5746529" y="874838"/>
                  </a:lnTo>
                  <a:lnTo>
                    <a:pt x="5746529" y="874838"/>
                  </a:lnTo>
                  <a:lnTo>
                    <a:pt x="5741056" y="874838"/>
                  </a:lnTo>
                  <a:lnTo>
                    <a:pt x="5741056" y="874838"/>
                  </a:lnTo>
                  <a:lnTo>
                    <a:pt x="5735583" y="874838"/>
                  </a:lnTo>
                  <a:lnTo>
                    <a:pt x="5735583" y="874838"/>
                  </a:lnTo>
                  <a:lnTo>
                    <a:pt x="5730111" y="874838"/>
                  </a:lnTo>
                  <a:lnTo>
                    <a:pt x="5730111" y="874838"/>
                  </a:lnTo>
                  <a:lnTo>
                    <a:pt x="5724638" y="874838"/>
                  </a:lnTo>
                  <a:lnTo>
                    <a:pt x="5724638" y="874838"/>
                  </a:lnTo>
                  <a:lnTo>
                    <a:pt x="5719165" y="874838"/>
                  </a:lnTo>
                  <a:lnTo>
                    <a:pt x="5719165" y="874838"/>
                  </a:lnTo>
                  <a:lnTo>
                    <a:pt x="5713692" y="874838"/>
                  </a:lnTo>
                  <a:lnTo>
                    <a:pt x="5713692" y="874838"/>
                  </a:lnTo>
                  <a:lnTo>
                    <a:pt x="5708219" y="874838"/>
                  </a:lnTo>
                  <a:lnTo>
                    <a:pt x="5708219" y="874838"/>
                  </a:lnTo>
                  <a:lnTo>
                    <a:pt x="5702746" y="874838"/>
                  </a:lnTo>
                  <a:lnTo>
                    <a:pt x="5702746" y="874838"/>
                  </a:lnTo>
                  <a:lnTo>
                    <a:pt x="5697273" y="874838"/>
                  </a:lnTo>
                  <a:lnTo>
                    <a:pt x="5697273" y="874838"/>
                  </a:lnTo>
                  <a:lnTo>
                    <a:pt x="5691800" y="874838"/>
                  </a:lnTo>
                  <a:lnTo>
                    <a:pt x="5691800" y="874838"/>
                  </a:lnTo>
                  <a:lnTo>
                    <a:pt x="5686327" y="874838"/>
                  </a:lnTo>
                  <a:lnTo>
                    <a:pt x="5686327" y="874838"/>
                  </a:lnTo>
                  <a:lnTo>
                    <a:pt x="5680855" y="874838"/>
                  </a:lnTo>
                  <a:lnTo>
                    <a:pt x="5680855" y="874838"/>
                  </a:lnTo>
                  <a:lnTo>
                    <a:pt x="5675382" y="874838"/>
                  </a:lnTo>
                  <a:lnTo>
                    <a:pt x="5675382" y="874838"/>
                  </a:lnTo>
                  <a:lnTo>
                    <a:pt x="5669909" y="874838"/>
                  </a:lnTo>
                  <a:lnTo>
                    <a:pt x="5669909" y="874838"/>
                  </a:lnTo>
                  <a:lnTo>
                    <a:pt x="5664436" y="874838"/>
                  </a:lnTo>
                  <a:lnTo>
                    <a:pt x="5664436" y="874838"/>
                  </a:lnTo>
                  <a:lnTo>
                    <a:pt x="5658963" y="874838"/>
                  </a:lnTo>
                  <a:lnTo>
                    <a:pt x="5658963" y="874838"/>
                  </a:lnTo>
                  <a:lnTo>
                    <a:pt x="5653490" y="874838"/>
                  </a:lnTo>
                  <a:lnTo>
                    <a:pt x="5653490" y="874838"/>
                  </a:lnTo>
                  <a:lnTo>
                    <a:pt x="5648017" y="874838"/>
                  </a:lnTo>
                  <a:lnTo>
                    <a:pt x="5648017" y="874838"/>
                  </a:lnTo>
                  <a:lnTo>
                    <a:pt x="5642544" y="874838"/>
                  </a:lnTo>
                  <a:lnTo>
                    <a:pt x="5642544" y="874838"/>
                  </a:lnTo>
                  <a:lnTo>
                    <a:pt x="5637071" y="874838"/>
                  </a:lnTo>
                  <a:lnTo>
                    <a:pt x="5637071" y="898731"/>
                  </a:lnTo>
                  <a:lnTo>
                    <a:pt x="5631599" y="898731"/>
                  </a:lnTo>
                  <a:lnTo>
                    <a:pt x="5631599" y="898731"/>
                  </a:lnTo>
                  <a:lnTo>
                    <a:pt x="5626126" y="898731"/>
                  </a:lnTo>
                  <a:lnTo>
                    <a:pt x="5626126" y="898731"/>
                  </a:lnTo>
                  <a:lnTo>
                    <a:pt x="5620653" y="898731"/>
                  </a:lnTo>
                  <a:lnTo>
                    <a:pt x="5620653" y="898731"/>
                  </a:lnTo>
                  <a:lnTo>
                    <a:pt x="5615180" y="898731"/>
                  </a:lnTo>
                  <a:lnTo>
                    <a:pt x="5615180" y="898731"/>
                  </a:lnTo>
                  <a:lnTo>
                    <a:pt x="5609707" y="898731"/>
                  </a:lnTo>
                  <a:lnTo>
                    <a:pt x="5609707" y="898731"/>
                  </a:lnTo>
                  <a:lnTo>
                    <a:pt x="5604234" y="898731"/>
                  </a:lnTo>
                  <a:lnTo>
                    <a:pt x="5604234" y="922569"/>
                  </a:lnTo>
                  <a:lnTo>
                    <a:pt x="5598761" y="922569"/>
                  </a:lnTo>
                  <a:lnTo>
                    <a:pt x="5598761" y="946351"/>
                  </a:lnTo>
                  <a:lnTo>
                    <a:pt x="5593288" y="946351"/>
                  </a:lnTo>
                  <a:lnTo>
                    <a:pt x="5593288" y="946351"/>
                  </a:lnTo>
                  <a:lnTo>
                    <a:pt x="5587816" y="946351"/>
                  </a:lnTo>
                  <a:lnTo>
                    <a:pt x="5587816" y="946351"/>
                  </a:lnTo>
                  <a:lnTo>
                    <a:pt x="5582343" y="946351"/>
                  </a:lnTo>
                  <a:lnTo>
                    <a:pt x="5582343" y="946351"/>
                  </a:lnTo>
                  <a:lnTo>
                    <a:pt x="5576870" y="946351"/>
                  </a:lnTo>
                  <a:lnTo>
                    <a:pt x="5576870" y="946351"/>
                  </a:lnTo>
                  <a:lnTo>
                    <a:pt x="5571397" y="946351"/>
                  </a:lnTo>
                  <a:lnTo>
                    <a:pt x="5571397" y="970037"/>
                  </a:lnTo>
                  <a:lnTo>
                    <a:pt x="5565924" y="970037"/>
                  </a:lnTo>
                  <a:lnTo>
                    <a:pt x="5565924" y="970037"/>
                  </a:lnTo>
                  <a:lnTo>
                    <a:pt x="5560451" y="970037"/>
                  </a:lnTo>
                  <a:lnTo>
                    <a:pt x="5560451" y="970037"/>
                  </a:lnTo>
                  <a:lnTo>
                    <a:pt x="5554978" y="970037"/>
                  </a:lnTo>
                  <a:lnTo>
                    <a:pt x="5554978" y="970037"/>
                  </a:lnTo>
                  <a:lnTo>
                    <a:pt x="5549505" y="970037"/>
                  </a:lnTo>
                  <a:lnTo>
                    <a:pt x="5549505" y="970037"/>
                  </a:lnTo>
                  <a:lnTo>
                    <a:pt x="5544032" y="970037"/>
                  </a:lnTo>
                  <a:lnTo>
                    <a:pt x="5544032" y="970037"/>
                  </a:lnTo>
                  <a:lnTo>
                    <a:pt x="5538560" y="970037"/>
                  </a:lnTo>
                  <a:lnTo>
                    <a:pt x="5538560" y="970037"/>
                  </a:lnTo>
                  <a:lnTo>
                    <a:pt x="5533087" y="970037"/>
                  </a:lnTo>
                  <a:lnTo>
                    <a:pt x="5533087" y="970037"/>
                  </a:lnTo>
                  <a:lnTo>
                    <a:pt x="5527614" y="970037"/>
                  </a:lnTo>
                  <a:lnTo>
                    <a:pt x="5527614" y="993585"/>
                  </a:lnTo>
                  <a:lnTo>
                    <a:pt x="5522141" y="993585"/>
                  </a:lnTo>
                  <a:lnTo>
                    <a:pt x="5522141" y="993585"/>
                  </a:lnTo>
                  <a:lnTo>
                    <a:pt x="5516668" y="993585"/>
                  </a:lnTo>
                  <a:lnTo>
                    <a:pt x="5516668" y="993585"/>
                  </a:lnTo>
                  <a:lnTo>
                    <a:pt x="5511195" y="993585"/>
                  </a:lnTo>
                  <a:lnTo>
                    <a:pt x="5511195" y="993585"/>
                  </a:lnTo>
                  <a:lnTo>
                    <a:pt x="5505722" y="993585"/>
                  </a:lnTo>
                  <a:lnTo>
                    <a:pt x="5505722" y="993585"/>
                  </a:lnTo>
                  <a:lnTo>
                    <a:pt x="5500249" y="993585"/>
                  </a:lnTo>
                  <a:lnTo>
                    <a:pt x="5500249" y="993585"/>
                  </a:lnTo>
                  <a:lnTo>
                    <a:pt x="5494776" y="993585"/>
                  </a:lnTo>
                  <a:lnTo>
                    <a:pt x="5494776" y="993585"/>
                  </a:lnTo>
                  <a:lnTo>
                    <a:pt x="5489304" y="993585"/>
                  </a:lnTo>
                  <a:lnTo>
                    <a:pt x="5489304" y="993585"/>
                  </a:lnTo>
                  <a:lnTo>
                    <a:pt x="5483831" y="993585"/>
                  </a:lnTo>
                  <a:lnTo>
                    <a:pt x="5483831" y="993585"/>
                  </a:lnTo>
                  <a:lnTo>
                    <a:pt x="5478358" y="993585"/>
                  </a:lnTo>
                  <a:lnTo>
                    <a:pt x="5478358" y="993585"/>
                  </a:lnTo>
                  <a:lnTo>
                    <a:pt x="5472885" y="993585"/>
                  </a:lnTo>
                  <a:lnTo>
                    <a:pt x="5472885" y="993585"/>
                  </a:lnTo>
                  <a:lnTo>
                    <a:pt x="5467412" y="993585"/>
                  </a:lnTo>
                  <a:lnTo>
                    <a:pt x="5467412" y="993585"/>
                  </a:lnTo>
                  <a:lnTo>
                    <a:pt x="5461939" y="993585"/>
                  </a:lnTo>
                  <a:lnTo>
                    <a:pt x="5461939" y="993585"/>
                  </a:lnTo>
                  <a:lnTo>
                    <a:pt x="5456466" y="993585"/>
                  </a:lnTo>
                  <a:lnTo>
                    <a:pt x="5456466" y="993585"/>
                  </a:lnTo>
                  <a:lnTo>
                    <a:pt x="5450993" y="993585"/>
                  </a:lnTo>
                  <a:lnTo>
                    <a:pt x="5450993" y="993585"/>
                  </a:lnTo>
                  <a:lnTo>
                    <a:pt x="5445520" y="993585"/>
                  </a:lnTo>
                  <a:lnTo>
                    <a:pt x="5445520" y="993585"/>
                  </a:lnTo>
                  <a:lnTo>
                    <a:pt x="5440048" y="993585"/>
                  </a:lnTo>
                  <a:lnTo>
                    <a:pt x="5440048" y="993585"/>
                  </a:lnTo>
                  <a:lnTo>
                    <a:pt x="5434575" y="993585"/>
                  </a:lnTo>
                  <a:lnTo>
                    <a:pt x="5434575" y="993585"/>
                  </a:lnTo>
                  <a:lnTo>
                    <a:pt x="5429102" y="993585"/>
                  </a:lnTo>
                  <a:lnTo>
                    <a:pt x="5429102" y="993585"/>
                  </a:lnTo>
                  <a:lnTo>
                    <a:pt x="5423629" y="993585"/>
                  </a:lnTo>
                  <a:lnTo>
                    <a:pt x="5423629" y="993585"/>
                  </a:lnTo>
                  <a:lnTo>
                    <a:pt x="5418156" y="993585"/>
                  </a:lnTo>
                  <a:lnTo>
                    <a:pt x="5418156" y="993585"/>
                  </a:lnTo>
                  <a:lnTo>
                    <a:pt x="5412683" y="993585"/>
                  </a:lnTo>
                  <a:lnTo>
                    <a:pt x="5412683" y="993585"/>
                  </a:lnTo>
                  <a:lnTo>
                    <a:pt x="5407210" y="993585"/>
                  </a:lnTo>
                  <a:lnTo>
                    <a:pt x="5407210" y="993585"/>
                  </a:lnTo>
                  <a:lnTo>
                    <a:pt x="5401737" y="993585"/>
                  </a:lnTo>
                  <a:lnTo>
                    <a:pt x="5401737" y="993585"/>
                  </a:lnTo>
                  <a:lnTo>
                    <a:pt x="5396265" y="993585"/>
                  </a:lnTo>
                  <a:lnTo>
                    <a:pt x="5396265" y="993585"/>
                  </a:lnTo>
                  <a:lnTo>
                    <a:pt x="5390792" y="993585"/>
                  </a:lnTo>
                  <a:lnTo>
                    <a:pt x="5390792" y="993585"/>
                  </a:lnTo>
                  <a:lnTo>
                    <a:pt x="5385319" y="993585"/>
                  </a:lnTo>
                  <a:lnTo>
                    <a:pt x="5385319" y="993585"/>
                  </a:lnTo>
                  <a:lnTo>
                    <a:pt x="5379846" y="993585"/>
                  </a:lnTo>
                  <a:lnTo>
                    <a:pt x="5379846" y="993585"/>
                  </a:lnTo>
                  <a:lnTo>
                    <a:pt x="5374373" y="993585"/>
                  </a:lnTo>
                  <a:lnTo>
                    <a:pt x="5374373" y="993585"/>
                  </a:lnTo>
                  <a:lnTo>
                    <a:pt x="5368900" y="993585"/>
                  </a:lnTo>
                  <a:lnTo>
                    <a:pt x="5368900" y="993585"/>
                  </a:lnTo>
                  <a:lnTo>
                    <a:pt x="5363427" y="993585"/>
                  </a:lnTo>
                  <a:lnTo>
                    <a:pt x="5363427" y="993585"/>
                  </a:lnTo>
                  <a:lnTo>
                    <a:pt x="5357954" y="993585"/>
                  </a:lnTo>
                  <a:lnTo>
                    <a:pt x="5357954" y="993585"/>
                  </a:lnTo>
                  <a:lnTo>
                    <a:pt x="5352481" y="993585"/>
                  </a:lnTo>
                  <a:lnTo>
                    <a:pt x="5352481" y="993585"/>
                  </a:lnTo>
                  <a:lnTo>
                    <a:pt x="5347009" y="993585"/>
                  </a:lnTo>
                  <a:lnTo>
                    <a:pt x="5347009" y="1016882"/>
                  </a:lnTo>
                  <a:lnTo>
                    <a:pt x="5341536" y="1016882"/>
                  </a:lnTo>
                  <a:lnTo>
                    <a:pt x="5341536" y="1016882"/>
                  </a:lnTo>
                  <a:lnTo>
                    <a:pt x="5336063" y="1016882"/>
                  </a:lnTo>
                  <a:lnTo>
                    <a:pt x="5336063" y="1016882"/>
                  </a:lnTo>
                  <a:lnTo>
                    <a:pt x="5330590" y="1016882"/>
                  </a:lnTo>
                  <a:lnTo>
                    <a:pt x="5330590" y="1016882"/>
                  </a:lnTo>
                  <a:lnTo>
                    <a:pt x="5325117" y="1016882"/>
                  </a:lnTo>
                  <a:lnTo>
                    <a:pt x="5325117" y="1063360"/>
                  </a:lnTo>
                  <a:lnTo>
                    <a:pt x="5319644" y="1063360"/>
                  </a:lnTo>
                  <a:lnTo>
                    <a:pt x="5319644" y="1063360"/>
                  </a:lnTo>
                  <a:lnTo>
                    <a:pt x="5314171" y="1063360"/>
                  </a:lnTo>
                  <a:lnTo>
                    <a:pt x="5314171" y="1063360"/>
                  </a:lnTo>
                  <a:lnTo>
                    <a:pt x="5308698" y="1063360"/>
                  </a:lnTo>
                  <a:lnTo>
                    <a:pt x="5308698" y="1063360"/>
                  </a:lnTo>
                  <a:lnTo>
                    <a:pt x="5303225" y="1063360"/>
                  </a:lnTo>
                  <a:lnTo>
                    <a:pt x="5303225" y="1063360"/>
                  </a:lnTo>
                  <a:lnTo>
                    <a:pt x="5297753" y="1063360"/>
                  </a:lnTo>
                  <a:lnTo>
                    <a:pt x="5297753" y="1063360"/>
                  </a:lnTo>
                  <a:lnTo>
                    <a:pt x="5292280" y="1063360"/>
                  </a:lnTo>
                  <a:lnTo>
                    <a:pt x="5292280" y="1063360"/>
                  </a:lnTo>
                  <a:lnTo>
                    <a:pt x="5286807" y="1063360"/>
                  </a:lnTo>
                  <a:lnTo>
                    <a:pt x="5286807" y="1086579"/>
                  </a:lnTo>
                  <a:lnTo>
                    <a:pt x="5281334" y="1086579"/>
                  </a:lnTo>
                  <a:lnTo>
                    <a:pt x="5281334" y="1086579"/>
                  </a:lnTo>
                  <a:lnTo>
                    <a:pt x="5275861" y="1086579"/>
                  </a:lnTo>
                  <a:lnTo>
                    <a:pt x="5275861" y="1086579"/>
                  </a:lnTo>
                  <a:lnTo>
                    <a:pt x="5270388" y="1086579"/>
                  </a:lnTo>
                  <a:lnTo>
                    <a:pt x="5270388" y="1086579"/>
                  </a:lnTo>
                  <a:lnTo>
                    <a:pt x="5264915" y="1086579"/>
                  </a:lnTo>
                  <a:lnTo>
                    <a:pt x="5264915" y="1086579"/>
                  </a:lnTo>
                  <a:lnTo>
                    <a:pt x="5259442" y="1086579"/>
                  </a:lnTo>
                  <a:lnTo>
                    <a:pt x="5259442" y="1086579"/>
                  </a:lnTo>
                  <a:lnTo>
                    <a:pt x="5253970" y="1086579"/>
                  </a:lnTo>
                  <a:lnTo>
                    <a:pt x="5253970" y="1086579"/>
                  </a:lnTo>
                  <a:lnTo>
                    <a:pt x="5248497" y="1086579"/>
                  </a:lnTo>
                  <a:lnTo>
                    <a:pt x="5248497" y="1086579"/>
                  </a:lnTo>
                  <a:lnTo>
                    <a:pt x="5243024" y="1086579"/>
                  </a:lnTo>
                  <a:lnTo>
                    <a:pt x="5243024" y="1086579"/>
                  </a:lnTo>
                  <a:lnTo>
                    <a:pt x="5237551" y="1086579"/>
                  </a:lnTo>
                  <a:lnTo>
                    <a:pt x="5237551" y="1086579"/>
                  </a:lnTo>
                  <a:lnTo>
                    <a:pt x="5232078" y="1086579"/>
                  </a:lnTo>
                  <a:lnTo>
                    <a:pt x="5232078" y="1086579"/>
                  </a:lnTo>
                  <a:lnTo>
                    <a:pt x="5226605" y="1086579"/>
                  </a:lnTo>
                  <a:lnTo>
                    <a:pt x="5226605" y="1086579"/>
                  </a:lnTo>
                  <a:lnTo>
                    <a:pt x="5221132" y="1086579"/>
                  </a:lnTo>
                  <a:lnTo>
                    <a:pt x="5221132" y="1086579"/>
                  </a:lnTo>
                  <a:lnTo>
                    <a:pt x="5215659" y="1086579"/>
                  </a:lnTo>
                  <a:lnTo>
                    <a:pt x="5215659" y="1086579"/>
                  </a:lnTo>
                  <a:lnTo>
                    <a:pt x="5210186" y="1086579"/>
                  </a:lnTo>
                  <a:lnTo>
                    <a:pt x="5210186" y="1086579"/>
                  </a:lnTo>
                  <a:lnTo>
                    <a:pt x="5204714" y="1086579"/>
                  </a:lnTo>
                  <a:lnTo>
                    <a:pt x="5204714" y="1086579"/>
                  </a:lnTo>
                  <a:lnTo>
                    <a:pt x="5199241" y="1086579"/>
                  </a:lnTo>
                  <a:lnTo>
                    <a:pt x="5199241" y="1086579"/>
                  </a:lnTo>
                  <a:lnTo>
                    <a:pt x="5193768" y="1086579"/>
                  </a:lnTo>
                  <a:lnTo>
                    <a:pt x="5193768" y="1086579"/>
                  </a:lnTo>
                  <a:lnTo>
                    <a:pt x="5188295" y="1086579"/>
                  </a:lnTo>
                  <a:lnTo>
                    <a:pt x="5188295" y="1086579"/>
                  </a:lnTo>
                  <a:lnTo>
                    <a:pt x="5182822" y="1086579"/>
                  </a:lnTo>
                  <a:lnTo>
                    <a:pt x="5182822" y="1086579"/>
                  </a:lnTo>
                  <a:lnTo>
                    <a:pt x="5177349" y="1086579"/>
                  </a:lnTo>
                  <a:lnTo>
                    <a:pt x="5177349" y="1086579"/>
                  </a:lnTo>
                  <a:lnTo>
                    <a:pt x="5171876" y="1086579"/>
                  </a:lnTo>
                  <a:lnTo>
                    <a:pt x="5171876" y="1086579"/>
                  </a:lnTo>
                  <a:lnTo>
                    <a:pt x="5166403" y="1086579"/>
                  </a:lnTo>
                  <a:lnTo>
                    <a:pt x="5166403" y="1086579"/>
                  </a:lnTo>
                  <a:lnTo>
                    <a:pt x="5160930" y="1086579"/>
                  </a:lnTo>
                  <a:lnTo>
                    <a:pt x="5160930" y="1086579"/>
                  </a:lnTo>
                  <a:lnTo>
                    <a:pt x="5155458" y="1086579"/>
                  </a:lnTo>
                  <a:lnTo>
                    <a:pt x="5155458" y="1086579"/>
                  </a:lnTo>
                  <a:lnTo>
                    <a:pt x="5149985" y="1086579"/>
                  </a:lnTo>
                  <a:lnTo>
                    <a:pt x="5149985" y="1086579"/>
                  </a:lnTo>
                  <a:lnTo>
                    <a:pt x="5144512" y="1086579"/>
                  </a:lnTo>
                  <a:lnTo>
                    <a:pt x="5144512" y="1109488"/>
                  </a:lnTo>
                  <a:lnTo>
                    <a:pt x="5139039" y="1109488"/>
                  </a:lnTo>
                  <a:lnTo>
                    <a:pt x="5139039" y="1109488"/>
                  </a:lnTo>
                  <a:lnTo>
                    <a:pt x="5133566" y="1109488"/>
                  </a:lnTo>
                  <a:lnTo>
                    <a:pt x="5133566" y="1109488"/>
                  </a:lnTo>
                  <a:lnTo>
                    <a:pt x="5128093" y="1109488"/>
                  </a:lnTo>
                  <a:lnTo>
                    <a:pt x="5128093" y="1109488"/>
                  </a:lnTo>
                  <a:lnTo>
                    <a:pt x="5122620" y="1109488"/>
                  </a:lnTo>
                  <a:lnTo>
                    <a:pt x="5122620" y="1109488"/>
                  </a:lnTo>
                  <a:lnTo>
                    <a:pt x="5117147" y="1109488"/>
                  </a:lnTo>
                  <a:lnTo>
                    <a:pt x="5117147" y="1109488"/>
                  </a:lnTo>
                  <a:lnTo>
                    <a:pt x="5111674" y="1109488"/>
                  </a:lnTo>
                  <a:lnTo>
                    <a:pt x="5111674" y="1132384"/>
                  </a:lnTo>
                  <a:lnTo>
                    <a:pt x="5106202" y="1132384"/>
                  </a:lnTo>
                  <a:lnTo>
                    <a:pt x="5106202" y="1132384"/>
                  </a:lnTo>
                  <a:lnTo>
                    <a:pt x="5100729" y="1132384"/>
                  </a:lnTo>
                  <a:lnTo>
                    <a:pt x="5100729" y="1155231"/>
                  </a:lnTo>
                  <a:lnTo>
                    <a:pt x="5095256" y="1155231"/>
                  </a:lnTo>
                  <a:lnTo>
                    <a:pt x="5095256" y="1155231"/>
                  </a:lnTo>
                  <a:lnTo>
                    <a:pt x="5089783" y="1155231"/>
                  </a:lnTo>
                  <a:lnTo>
                    <a:pt x="5089783" y="1155231"/>
                  </a:lnTo>
                  <a:lnTo>
                    <a:pt x="5084310" y="1155231"/>
                  </a:lnTo>
                  <a:lnTo>
                    <a:pt x="5084310" y="1155231"/>
                  </a:lnTo>
                  <a:lnTo>
                    <a:pt x="5078837" y="1155231"/>
                  </a:lnTo>
                  <a:lnTo>
                    <a:pt x="5078837" y="1155231"/>
                  </a:lnTo>
                  <a:lnTo>
                    <a:pt x="5073364" y="1155231"/>
                  </a:lnTo>
                  <a:lnTo>
                    <a:pt x="5073364" y="1155231"/>
                  </a:lnTo>
                  <a:lnTo>
                    <a:pt x="5067891" y="1155231"/>
                  </a:lnTo>
                  <a:lnTo>
                    <a:pt x="5067891" y="1155231"/>
                  </a:lnTo>
                  <a:lnTo>
                    <a:pt x="5062419" y="1155231"/>
                  </a:lnTo>
                  <a:lnTo>
                    <a:pt x="5062419" y="1155231"/>
                  </a:lnTo>
                  <a:lnTo>
                    <a:pt x="5056946" y="1155231"/>
                  </a:lnTo>
                  <a:lnTo>
                    <a:pt x="5056946" y="1155231"/>
                  </a:lnTo>
                  <a:lnTo>
                    <a:pt x="5051473" y="1155231"/>
                  </a:lnTo>
                  <a:lnTo>
                    <a:pt x="5051473" y="1155231"/>
                  </a:lnTo>
                  <a:lnTo>
                    <a:pt x="5046000" y="1155231"/>
                  </a:lnTo>
                  <a:lnTo>
                    <a:pt x="5046000" y="1155231"/>
                  </a:lnTo>
                  <a:lnTo>
                    <a:pt x="5040527" y="1155231"/>
                  </a:lnTo>
                  <a:lnTo>
                    <a:pt x="5040527" y="1155231"/>
                  </a:lnTo>
                  <a:lnTo>
                    <a:pt x="5035054" y="1155231"/>
                  </a:lnTo>
                  <a:lnTo>
                    <a:pt x="5035054" y="1155231"/>
                  </a:lnTo>
                  <a:lnTo>
                    <a:pt x="5029581" y="1155231"/>
                  </a:lnTo>
                  <a:lnTo>
                    <a:pt x="5029581" y="1155231"/>
                  </a:lnTo>
                  <a:lnTo>
                    <a:pt x="5024108" y="1155231"/>
                  </a:lnTo>
                  <a:lnTo>
                    <a:pt x="5024108" y="1155231"/>
                  </a:lnTo>
                  <a:lnTo>
                    <a:pt x="5018635" y="1155231"/>
                  </a:lnTo>
                  <a:lnTo>
                    <a:pt x="5018635" y="1155231"/>
                  </a:lnTo>
                  <a:lnTo>
                    <a:pt x="5013163" y="1155231"/>
                  </a:lnTo>
                  <a:lnTo>
                    <a:pt x="5013163" y="1155231"/>
                  </a:lnTo>
                  <a:lnTo>
                    <a:pt x="5007690" y="1155231"/>
                  </a:lnTo>
                  <a:lnTo>
                    <a:pt x="5007690" y="1155231"/>
                  </a:lnTo>
                  <a:lnTo>
                    <a:pt x="5002217" y="1155231"/>
                  </a:lnTo>
                  <a:lnTo>
                    <a:pt x="5002217" y="1177888"/>
                  </a:lnTo>
                  <a:lnTo>
                    <a:pt x="4996744" y="1177888"/>
                  </a:lnTo>
                  <a:lnTo>
                    <a:pt x="4996744" y="1177888"/>
                  </a:lnTo>
                  <a:lnTo>
                    <a:pt x="4991271" y="1177888"/>
                  </a:lnTo>
                  <a:lnTo>
                    <a:pt x="4991271" y="1177888"/>
                  </a:lnTo>
                  <a:lnTo>
                    <a:pt x="4985798" y="1177888"/>
                  </a:lnTo>
                  <a:lnTo>
                    <a:pt x="4985798" y="1177888"/>
                  </a:lnTo>
                  <a:lnTo>
                    <a:pt x="4980325" y="1177888"/>
                  </a:lnTo>
                  <a:lnTo>
                    <a:pt x="4980325" y="1177888"/>
                  </a:lnTo>
                  <a:lnTo>
                    <a:pt x="4974852" y="1177888"/>
                  </a:lnTo>
                  <a:lnTo>
                    <a:pt x="4974852" y="1177888"/>
                  </a:lnTo>
                  <a:lnTo>
                    <a:pt x="4969379" y="1177888"/>
                  </a:lnTo>
                  <a:lnTo>
                    <a:pt x="4969379" y="1177888"/>
                  </a:lnTo>
                  <a:lnTo>
                    <a:pt x="4963907" y="1177888"/>
                  </a:lnTo>
                  <a:lnTo>
                    <a:pt x="4963907" y="1177888"/>
                  </a:lnTo>
                  <a:lnTo>
                    <a:pt x="4958434" y="1177888"/>
                  </a:lnTo>
                  <a:lnTo>
                    <a:pt x="4958434" y="1177888"/>
                  </a:lnTo>
                  <a:lnTo>
                    <a:pt x="4952961" y="1177888"/>
                  </a:lnTo>
                  <a:lnTo>
                    <a:pt x="4952961" y="1177888"/>
                  </a:lnTo>
                  <a:lnTo>
                    <a:pt x="4947488" y="1177888"/>
                  </a:lnTo>
                  <a:lnTo>
                    <a:pt x="4947488" y="1177888"/>
                  </a:lnTo>
                  <a:lnTo>
                    <a:pt x="4942015" y="1177888"/>
                  </a:lnTo>
                  <a:lnTo>
                    <a:pt x="4942015" y="1177888"/>
                  </a:lnTo>
                  <a:lnTo>
                    <a:pt x="4936542" y="1177888"/>
                  </a:lnTo>
                  <a:lnTo>
                    <a:pt x="4936542" y="1177888"/>
                  </a:lnTo>
                  <a:lnTo>
                    <a:pt x="4931069" y="1177888"/>
                  </a:lnTo>
                  <a:lnTo>
                    <a:pt x="4931069" y="1177888"/>
                  </a:lnTo>
                  <a:lnTo>
                    <a:pt x="4925596" y="1177888"/>
                  </a:lnTo>
                  <a:lnTo>
                    <a:pt x="4925596" y="1177888"/>
                  </a:lnTo>
                  <a:lnTo>
                    <a:pt x="4920123" y="1177888"/>
                  </a:lnTo>
                  <a:lnTo>
                    <a:pt x="4920123" y="1177888"/>
                  </a:lnTo>
                  <a:lnTo>
                    <a:pt x="4914651" y="1177888"/>
                  </a:lnTo>
                  <a:lnTo>
                    <a:pt x="4914651" y="1200191"/>
                  </a:lnTo>
                  <a:lnTo>
                    <a:pt x="4909178" y="1200191"/>
                  </a:lnTo>
                  <a:lnTo>
                    <a:pt x="4909178" y="1200191"/>
                  </a:lnTo>
                  <a:lnTo>
                    <a:pt x="4903705" y="1200191"/>
                  </a:lnTo>
                  <a:lnTo>
                    <a:pt x="4903705" y="1200191"/>
                  </a:lnTo>
                  <a:lnTo>
                    <a:pt x="4898232" y="1200191"/>
                  </a:lnTo>
                  <a:lnTo>
                    <a:pt x="4898232" y="1200191"/>
                  </a:lnTo>
                  <a:lnTo>
                    <a:pt x="4892759" y="1200191"/>
                  </a:lnTo>
                  <a:lnTo>
                    <a:pt x="4892759" y="1200191"/>
                  </a:lnTo>
                  <a:lnTo>
                    <a:pt x="4887286" y="1200191"/>
                  </a:lnTo>
                  <a:lnTo>
                    <a:pt x="4887286" y="1222382"/>
                  </a:lnTo>
                  <a:lnTo>
                    <a:pt x="4881813" y="1222382"/>
                  </a:lnTo>
                  <a:lnTo>
                    <a:pt x="4881813" y="1222382"/>
                  </a:lnTo>
                  <a:lnTo>
                    <a:pt x="4876340" y="1222382"/>
                  </a:lnTo>
                  <a:lnTo>
                    <a:pt x="4876340" y="1222382"/>
                  </a:lnTo>
                  <a:lnTo>
                    <a:pt x="4870868" y="1222382"/>
                  </a:lnTo>
                  <a:lnTo>
                    <a:pt x="4870868" y="1222382"/>
                  </a:lnTo>
                  <a:lnTo>
                    <a:pt x="4865395" y="1222382"/>
                  </a:lnTo>
                  <a:lnTo>
                    <a:pt x="4865395" y="1222382"/>
                  </a:lnTo>
                  <a:lnTo>
                    <a:pt x="4859922" y="1222382"/>
                  </a:lnTo>
                  <a:lnTo>
                    <a:pt x="4859922" y="1222382"/>
                  </a:lnTo>
                  <a:lnTo>
                    <a:pt x="4854449" y="1222382"/>
                  </a:lnTo>
                  <a:lnTo>
                    <a:pt x="4854449" y="1222382"/>
                  </a:lnTo>
                  <a:lnTo>
                    <a:pt x="4848976" y="1222382"/>
                  </a:lnTo>
                  <a:lnTo>
                    <a:pt x="4848976" y="1222382"/>
                  </a:lnTo>
                  <a:lnTo>
                    <a:pt x="4843503" y="1222382"/>
                  </a:lnTo>
                  <a:lnTo>
                    <a:pt x="4843503" y="1222382"/>
                  </a:lnTo>
                  <a:lnTo>
                    <a:pt x="4838030" y="1222382"/>
                  </a:lnTo>
                  <a:lnTo>
                    <a:pt x="4838030" y="1222382"/>
                  </a:lnTo>
                  <a:lnTo>
                    <a:pt x="4832557" y="1222382"/>
                  </a:lnTo>
                  <a:lnTo>
                    <a:pt x="4832557" y="1244270"/>
                  </a:lnTo>
                  <a:lnTo>
                    <a:pt x="4827084" y="1244270"/>
                  </a:lnTo>
                  <a:lnTo>
                    <a:pt x="4827084" y="1244270"/>
                  </a:lnTo>
                  <a:lnTo>
                    <a:pt x="4821612" y="1244270"/>
                  </a:lnTo>
                  <a:lnTo>
                    <a:pt x="4821612" y="1244270"/>
                  </a:lnTo>
                  <a:lnTo>
                    <a:pt x="4816139" y="1244270"/>
                  </a:lnTo>
                  <a:lnTo>
                    <a:pt x="4816139" y="1244270"/>
                  </a:lnTo>
                  <a:lnTo>
                    <a:pt x="4810666" y="1244270"/>
                  </a:lnTo>
                  <a:lnTo>
                    <a:pt x="4810666" y="1244270"/>
                  </a:lnTo>
                  <a:lnTo>
                    <a:pt x="4805193" y="1244270"/>
                  </a:lnTo>
                  <a:lnTo>
                    <a:pt x="4805193" y="1244270"/>
                  </a:lnTo>
                  <a:lnTo>
                    <a:pt x="4799720" y="1244270"/>
                  </a:lnTo>
                  <a:lnTo>
                    <a:pt x="4799720" y="1244270"/>
                  </a:lnTo>
                  <a:lnTo>
                    <a:pt x="4794247" y="1244270"/>
                  </a:lnTo>
                  <a:lnTo>
                    <a:pt x="4794247" y="1244270"/>
                  </a:lnTo>
                  <a:lnTo>
                    <a:pt x="4788774" y="1244270"/>
                  </a:lnTo>
                  <a:lnTo>
                    <a:pt x="4788774" y="1244270"/>
                  </a:lnTo>
                  <a:lnTo>
                    <a:pt x="4783301" y="1244270"/>
                  </a:lnTo>
                  <a:lnTo>
                    <a:pt x="4783301" y="1244270"/>
                  </a:lnTo>
                  <a:lnTo>
                    <a:pt x="4777828" y="1244270"/>
                  </a:lnTo>
                  <a:lnTo>
                    <a:pt x="4777828" y="1244270"/>
                  </a:lnTo>
                  <a:lnTo>
                    <a:pt x="4772356" y="1244270"/>
                  </a:lnTo>
                  <a:lnTo>
                    <a:pt x="4772356" y="1244270"/>
                  </a:lnTo>
                  <a:lnTo>
                    <a:pt x="4766883" y="1244270"/>
                  </a:lnTo>
                  <a:lnTo>
                    <a:pt x="4766883" y="1244270"/>
                  </a:lnTo>
                  <a:lnTo>
                    <a:pt x="4761410" y="1244270"/>
                  </a:lnTo>
                  <a:lnTo>
                    <a:pt x="4761410" y="1244270"/>
                  </a:lnTo>
                  <a:lnTo>
                    <a:pt x="4755937" y="1244270"/>
                  </a:lnTo>
                  <a:lnTo>
                    <a:pt x="4755937" y="1244270"/>
                  </a:lnTo>
                  <a:lnTo>
                    <a:pt x="4750464" y="1244270"/>
                  </a:lnTo>
                  <a:lnTo>
                    <a:pt x="4750464" y="1244270"/>
                  </a:lnTo>
                  <a:lnTo>
                    <a:pt x="4744991" y="1244270"/>
                  </a:lnTo>
                  <a:lnTo>
                    <a:pt x="4744991" y="1266050"/>
                  </a:lnTo>
                  <a:lnTo>
                    <a:pt x="4739518" y="1266050"/>
                  </a:lnTo>
                  <a:lnTo>
                    <a:pt x="4739518" y="1266050"/>
                  </a:lnTo>
                  <a:lnTo>
                    <a:pt x="4734045" y="1266050"/>
                  </a:lnTo>
                  <a:lnTo>
                    <a:pt x="4734045" y="1266050"/>
                  </a:lnTo>
                  <a:lnTo>
                    <a:pt x="4728573" y="1266050"/>
                  </a:lnTo>
                  <a:lnTo>
                    <a:pt x="4728573" y="1266050"/>
                  </a:lnTo>
                  <a:lnTo>
                    <a:pt x="4723100" y="1266050"/>
                  </a:lnTo>
                  <a:lnTo>
                    <a:pt x="4723100" y="1287820"/>
                  </a:lnTo>
                  <a:lnTo>
                    <a:pt x="4717627" y="1287820"/>
                  </a:lnTo>
                  <a:lnTo>
                    <a:pt x="4717627" y="1287820"/>
                  </a:lnTo>
                  <a:lnTo>
                    <a:pt x="4712154" y="1287820"/>
                  </a:lnTo>
                  <a:lnTo>
                    <a:pt x="4712154" y="1309547"/>
                  </a:lnTo>
                  <a:lnTo>
                    <a:pt x="4706681" y="1309547"/>
                  </a:lnTo>
                  <a:lnTo>
                    <a:pt x="4706681" y="1309547"/>
                  </a:lnTo>
                  <a:lnTo>
                    <a:pt x="4701208" y="1309547"/>
                  </a:lnTo>
                  <a:lnTo>
                    <a:pt x="4701208" y="1309547"/>
                  </a:lnTo>
                  <a:lnTo>
                    <a:pt x="4695735" y="1309547"/>
                  </a:lnTo>
                  <a:lnTo>
                    <a:pt x="4695735" y="1309547"/>
                  </a:lnTo>
                  <a:lnTo>
                    <a:pt x="4690262" y="1309547"/>
                  </a:lnTo>
                  <a:lnTo>
                    <a:pt x="4690262" y="1309547"/>
                  </a:lnTo>
                  <a:lnTo>
                    <a:pt x="4684789" y="1309547"/>
                  </a:lnTo>
                  <a:lnTo>
                    <a:pt x="4684789" y="1309547"/>
                  </a:lnTo>
                  <a:lnTo>
                    <a:pt x="4679317" y="1309547"/>
                  </a:lnTo>
                  <a:lnTo>
                    <a:pt x="4679317" y="1309547"/>
                  </a:lnTo>
                  <a:lnTo>
                    <a:pt x="4673844" y="1309547"/>
                  </a:lnTo>
                  <a:lnTo>
                    <a:pt x="4673844" y="1309547"/>
                  </a:lnTo>
                  <a:lnTo>
                    <a:pt x="4668371" y="1309547"/>
                  </a:lnTo>
                  <a:lnTo>
                    <a:pt x="4668371" y="1309547"/>
                  </a:lnTo>
                  <a:lnTo>
                    <a:pt x="4662898" y="1309547"/>
                  </a:lnTo>
                  <a:lnTo>
                    <a:pt x="4662898" y="1309547"/>
                  </a:lnTo>
                  <a:lnTo>
                    <a:pt x="4657425" y="1309547"/>
                  </a:lnTo>
                  <a:lnTo>
                    <a:pt x="4657425" y="1309547"/>
                  </a:lnTo>
                  <a:lnTo>
                    <a:pt x="4651952" y="1309547"/>
                  </a:lnTo>
                  <a:lnTo>
                    <a:pt x="4651952" y="1309547"/>
                  </a:lnTo>
                  <a:lnTo>
                    <a:pt x="4646479" y="1309547"/>
                  </a:lnTo>
                  <a:lnTo>
                    <a:pt x="4646479" y="1309547"/>
                  </a:lnTo>
                  <a:lnTo>
                    <a:pt x="4641006" y="1309547"/>
                  </a:lnTo>
                  <a:lnTo>
                    <a:pt x="4641006" y="1309547"/>
                  </a:lnTo>
                  <a:lnTo>
                    <a:pt x="4635533" y="1309547"/>
                  </a:lnTo>
                  <a:lnTo>
                    <a:pt x="4635533" y="1309547"/>
                  </a:lnTo>
                  <a:lnTo>
                    <a:pt x="4630061" y="1309547"/>
                  </a:lnTo>
                  <a:lnTo>
                    <a:pt x="4630061" y="1309547"/>
                  </a:lnTo>
                  <a:lnTo>
                    <a:pt x="4624588" y="1309547"/>
                  </a:lnTo>
                  <a:lnTo>
                    <a:pt x="4624588" y="1309547"/>
                  </a:lnTo>
                  <a:lnTo>
                    <a:pt x="4619115" y="1309547"/>
                  </a:lnTo>
                  <a:lnTo>
                    <a:pt x="4619115" y="1309547"/>
                  </a:lnTo>
                  <a:lnTo>
                    <a:pt x="4613642" y="1309547"/>
                  </a:lnTo>
                  <a:lnTo>
                    <a:pt x="4613642" y="1309547"/>
                  </a:lnTo>
                  <a:lnTo>
                    <a:pt x="4608169" y="1309547"/>
                  </a:lnTo>
                  <a:lnTo>
                    <a:pt x="4608169" y="1309547"/>
                  </a:lnTo>
                  <a:lnTo>
                    <a:pt x="4602696" y="1309547"/>
                  </a:lnTo>
                  <a:lnTo>
                    <a:pt x="4602696" y="1309547"/>
                  </a:lnTo>
                  <a:lnTo>
                    <a:pt x="4597223" y="1309547"/>
                  </a:lnTo>
                  <a:lnTo>
                    <a:pt x="4597223" y="1309547"/>
                  </a:lnTo>
                  <a:lnTo>
                    <a:pt x="4591750" y="1309547"/>
                  </a:lnTo>
                  <a:lnTo>
                    <a:pt x="4591750" y="1331139"/>
                  </a:lnTo>
                  <a:lnTo>
                    <a:pt x="4586277" y="1331139"/>
                  </a:lnTo>
                  <a:lnTo>
                    <a:pt x="4586277" y="1331139"/>
                  </a:lnTo>
                  <a:lnTo>
                    <a:pt x="4580805" y="1331139"/>
                  </a:lnTo>
                  <a:lnTo>
                    <a:pt x="4580805" y="1352721"/>
                  </a:lnTo>
                  <a:lnTo>
                    <a:pt x="4575332" y="1352721"/>
                  </a:lnTo>
                  <a:lnTo>
                    <a:pt x="4575332" y="1352721"/>
                  </a:lnTo>
                  <a:lnTo>
                    <a:pt x="4569859" y="1352721"/>
                  </a:lnTo>
                  <a:lnTo>
                    <a:pt x="4569859" y="1352721"/>
                  </a:lnTo>
                  <a:lnTo>
                    <a:pt x="4564386" y="1352721"/>
                  </a:lnTo>
                  <a:lnTo>
                    <a:pt x="4564386" y="1352721"/>
                  </a:lnTo>
                  <a:lnTo>
                    <a:pt x="4558913" y="1352721"/>
                  </a:lnTo>
                  <a:lnTo>
                    <a:pt x="4558913" y="1352721"/>
                  </a:lnTo>
                  <a:lnTo>
                    <a:pt x="4553440" y="1352721"/>
                  </a:lnTo>
                  <a:lnTo>
                    <a:pt x="4553440" y="1352721"/>
                  </a:lnTo>
                  <a:lnTo>
                    <a:pt x="4547967" y="1352721"/>
                  </a:lnTo>
                  <a:lnTo>
                    <a:pt x="4547967" y="1352721"/>
                  </a:lnTo>
                  <a:lnTo>
                    <a:pt x="4542494" y="1352721"/>
                  </a:lnTo>
                  <a:lnTo>
                    <a:pt x="4542494" y="1352721"/>
                  </a:lnTo>
                  <a:lnTo>
                    <a:pt x="4537022" y="1352721"/>
                  </a:lnTo>
                  <a:lnTo>
                    <a:pt x="4537022" y="1352721"/>
                  </a:lnTo>
                  <a:lnTo>
                    <a:pt x="4531549" y="1352721"/>
                  </a:lnTo>
                  <a:lnTo>
                    <a:pt x="4531549" y="1374082"/>
                  </a:lnTo>
                  <a:lnTo>
                    <a:pt x="4526076" y="1374082"/>
                  </a:lnTo>
                  <a:lnTo>
                    <a:pt x="4526076" y="1374082"/>
                  </a:lnTo>
                  <a:lnTo>
                    <a:pt x="4520603" y="1374082"/>
                  </a:lnTo>
                  <a:lnTo>
                    <a:pt x="4520603" y="1374082"/>
                  </a:lnTo>
                  <a:lnTo>
                    <a:pt x="4515130" y="1374082"/>
                  </a:lnTo>
                  <a:lnTo>
                    <a:pt x="4515130" y="1395431"/>
                  </a:lnTo>
                  <a:lnTo>
                    <a:pt x="4509657" y="1395431"/>
                  </a:lnTo>
                  <a:lnTo>
                    <a:pt x="4509657" y="1395431"/>
                  </a:lnTo>
                  <a:lnTo>
                    <a:pt x="4504184" y="1395431"/>
                  </a:lnTo>
                  <a:lnTo>
                    <a:pt x="4504184" y="1395431"/>
                  </a:lnTo>
                  <a:lnTo>
                    <a:pt x="4498711" y="1395431"/>
                  </a:lnTo>
                  <a:lnTo>
                    <a:pt x="4498711" y="1395431"/>
                  </a:lnTo>
                  <a:lnTo>
                    <a:pt x="4493238" y="1395431"/>
                  </a:lnTo>
                  <a:lnTo>
                    <a:pt x="4493238" y="1395431"/>
                  </a:lnTo>
                  <a:lnTo>
                    <a:pt x="4487766" y="1395431"/>
                  </a:lnTo>
                  <a:lnTo>
                    <a:pt x="4487766" y="1416741"/>
                  </a:lnTo>
                  <a:lnTo>
                    <a:pt x="4482293" y="1416741"/>
                  </a:lnTo>
                  <a:lnTo>
                    <a:pt x="4482293" y="1416741"/>
                  </a:lnTo>
                  <a:lnTo>
                    <a:pt x="4476820" y="1416741"/>
                  </a:lnTo>
                  <a:lnTo>
                    <a:pt x="4476820" y="1416741"/>
                  </a:lnTo>
                  <a:lnTo>
                    <a:pt x="4471347" y="1416741"/>
                  </a:lnTo>
                  <a:lnTo>
                    <a:pt x="4471347" y="1416741"/>
                  </a:lnTo>
                  <a:lnTo>
                    <a:pt x="4465874" y="1416741"/>
                  </a:lnTo>
                  <a:lnTo>
                    <a:pt x="4465874" y="1416741"/>
                  </a:lnTo>
                  <a:lnTo>
                    <a:pt x="4460401" y="1416741"/>
                  </a:lnTo>
                  <a:lnTo>
                    <a:pt x="4460401" y="1416741"/>
                  </a:lnTo>
                  <a:lnTo>
                    <a:pt x="4454928" y="1416741"/>
                  </a:lnTo>
                  <a:lnTo>
                    <a:pt x="4454928" y="1416741"/>
                  </a:lnTo>
                  <a:lnTo>
                    <a:pt x="4449455" y="1416741"/>
                  </a:lnTo>
                  <a:lnTo>
                    <a:pt x="4449455" y="1416741"/>
                  </a:lnTo>
                  <a:lnTo>
                    <a:pt x="4443982" y="1416741"/>
                  </a:lnTo>
                  <a:lnTo>
                    <a:pt x="4443982" y="1416741"/>
                  </a:lnTo>
                  <a:lnTo>
                    <a:pt x="4438510" y="1416741"/>
                  </a:lnTo>
                  <a:lnTo>
                    <a:pt x="4438510" y="1416741"/>
                  </a:lnTo>
                  <a:lnTo>
                    <a:pt x="4433037" y="1416741"/>
                  </a:lnTo>
                  <a:lnTo>
                    <a:pt x="4433037" y="1416741"/>
                  </a:lnTo>
                  <a:lnTo>
                    <a:pt x="4427564" y="1416741"/>
                  </a:lnTo>
                  <a:lnTo>
                    <a:pt x="4427564" y="1416741"/>
                  </a:lnTo>
                  <a:lnTo>
                    <a:pt x="4422091" y="1416741"/>
                  </a:lnTo>
                  <a:lnTo>
                    <a:pt x="4422091" y="1416741"/>
                  </a:lnTo>
                  <a:lnTo>
                    <a:pt x="4416618" y="1416741"/>
                  </a:lnTo>
                  <a:lnTo>
                    <a:pt x="4416618" y="1437925"/>
                  </a:lnTo>
                  <a:lnTo>
                    <a:pt x="4411145" y="1437925"/>
                  </a:lnTo>
                  <a:lnTo>
                    <a:pt x="4411145" y="1437925"/>
                  </a:lnTo>
                  <a:lnTo>
                    <a:pt x="4405672" y="1437925"/>
                  </a:lnTo>
                  <a:lnTo>
                    <a:pt x="4405672" y="1437925"/>
                  </a:lnTo>
                  <a:lnTo>
                    <a:pt x="4400199" y="1437925"/>
                  </a:lnTo>
                  <a:lnTo>
                    <a:pt x="4400199" y="1437925"/>
                  </a:lnTo>
                  <a:lnTo>
                    <a:pt x="4394726" y="1437925"/>
                  </a:lnTo>
                  <a:lnTo>
                    <a:pt x="4394726" y="1437925"/>
                  </a:lnTo>
                  <a:lnTo>
                    <a:pt x="4389254" y="1437925"/>
                  </a:lnTo>
                  <a:lnTo>
                    <a:pt x="4389254" y="1437925"/>
                  </a:lnTo>
                  <a:lnTo>
                    <a:pt x="4383781" y="1437925"/>
                  </a:lnTo>
                  <a:lnTo>
                    <a:pt x="4383781" y="1459041"/>
                  </a:lnTo>
                  <a:lnTo>
                    <a:pt x="4378308" y="1459041"/>
                  </a:lnTo>
                  <a:lnTo>
                    <a:pt x="4378308" y="1459041"/>
                  </a:lnTo>
                  <a:lnTo>
                    <a:pt x="4372835" y="1459041"/>
                  </a:lnTo>
                  <a:lnTo>
                    <a:pt x="4372835" y="1459041"/>
                  </a:lnTo>
                  <a:lnTo>
                    <a:pt x="4367362" y="1459041"/>
                  </a:lnTo>
                  <a:lnTo>
                    <a:pt x="4367362" y="1459041"/>
                  </a:lnTo>
                  <a:lnTo>
                    <a:pt x="4361889" y="1459041"/>
                  </a:lnTo>
                  <a:lnTo>
                    <a:pt x="4361889" y="1459041"/>
                  </a:lnTo>
                  <a:lnTo>
                    <a:pt x="4356416" y="1459041"/>
                  </a:lnTo>
                  <a:lnTo>
                    <a:pt x="4356416" y="1459041"/>
                  </a:lnTo>
                  <a:lnTo>
                    <a:pt x="4350943" y="1459041"/>
                  </a:lnTo>
                  <a:lnTo>
                    <a:pt x="4350943" y="1459041"/>
                  </a:lnTo>
                  <a:lnTo>
                    <a:pt x="4345471" y="1459041"/>
                  </a:lnTo>
                  <a:lnTo>
                    <a:pt x="4345471" y="1459041"/>
                  </a:lnTo>
                  <a:lnTo>
                    <a:pt x="4339998" y="1459041"/>
                  </a:lnTo>
                  <a:lnTo>
                    <a:pt x="4339998" y="1459041"/>
                  </a:lnTo>
                  <a:lnTo>
                    <a:pt x="4334525" y="1459041"/>
                  </a:lnTo>
                  <a:lnTo>
                    <a:pt x="4334525" y="1459041"/>
                  </a:lnTo>
                  <a:lnTo>
                    <a:pt x="4329052" y="1459041"/>
                  </a:lnTo>
                  <a:lnTo>
                    <a:pt x="4329052" y="1459041"/>
                  </a:lnTo>
                  <a:lnTo>
                    <a:pt x="4323579" y="1459041"/>
                  </a:lnTo>
                  <a:lnTo>
                    <a:pt x="4323579" y="1459041"/>
                  </a:lnTo>
                  <a:lnTo>
                    <a:pt x="4318106" y="1459041"/>
                  </a:lnTo>
                  <a:lnTo>
                    <a:pt x="4318106" y="1459041"/>
                  </a:lnTo>
                  <a:lnTo>
                    <a:pt x="4312633" y="1459041"/>
                  </a:lnTo>
                  <a:lnTo>
                    <a:pt x="4312633" y="1459041"/>
                  </a:lnTo>
                  <a:lnTo>
                    <a:pt x="4307160" y="1459041"/>
                  </a:lnTo>
                  <a:lnTo>
                    <a:pt x="4307160" y="1459041"/>
                  </a:lnTo>
                  <a:lnTo>
                    <a:pt x="4301687" y="1459041"/>
                  </a:lnTo>
                  <a:lnTo>
                    <a:pt x="4301687" y="1459041"/>
                  </a:lnTo>
                  <a:lnTo>
                    <a:pt x="4296215" y="1459041"/>
                  </a:lnTo>
                  <a:lnTo>
                    <a:pt x="4296215" y="1459041"/>
                  </a:lnTo>
                  <a:lnTo>
                    <a:pt x="4290742" y="1459041"/>
                  </a:lnTo>
                  <a:lnTo>
                    <a:pt x="4290742" y="1459041"/>
                  </a:lnTo>
                  <a:lnTo>
                    <a:pt x="4285269" y="1459041"/>
                  </a:lnTo>
                  <a:lnTo>
                    <a:pt x="4285269" y="1459041"/>
                  </a:lnTo>
                  <a:lnTo>
                    <a:pt x="4279796" y="1459041"/>
                  </a:lnTo>
                  <a:lnTo>
                    <a:pt x="4279796" y="1459041"/>
                  </a:lnTo>
                  <a:lnTo>
                    <a:pt x="4274323" y="1459041"/>
                  </a:lnTo>
                  <a:lnTo>
                    <a:pt x="4274323" y="1459041"/>
                  </a:lnTo>
                  <a:lnTo>
                    <a:pt x="4268850" y="1459041"/>
                  </a:lnTo>
                  <a:lnTo>
                    <a:pt x="4268850" y="1459041"/>
                  </a:lnTo>
                  <a:lnTo>
                    <a:pt x="4263377" y="1459041"/>
                  </a:lnTo>
                  <a:lnTo>
                    <a:pt x="4263377" y="1459041"/>
                  </a:lnTo>
                  <a:lnTo>
                    <a:pt x="4257904" y="1459041"/>
                  </a:lnTo>
                  <a:lnTo>
                    <a:pt x="4257904" y="1479715"/>
                  </a:lnTo>
                  <a:lnTo>
                    <a:pt x="4252431" y="1479715"/>
                  </a:lnTo>
                  <a:lnTo>
                    <a:pt x="4252431" y="1479715"/>
                  </a:lnTo>
                  <a:lnTo>
                    <a:pt x="4246959" y="1479715"/>
                  </a:lnTo>
                  <a:lnTo>
                    <a:pt x="4246959" y="1479715"/>
                  </a:lnTo>
                  <a:lnTo>
                    <a:pt x="4241486" y="1479715"/>
                  </a:lnTo>
                  <a:lnTo>
                    <a:pt x="4241486" y="1500378"/>
                  </a:lnTo>
                  <a:lnTo>
                    <a:pt x="4236013" y="1500378"/>
                  </a:lnTo>
                  <a:lnTo>
                    <a:pt x="4236013" y="1521030"/>
                  </a:lnTo>
                  <a:lnTo>
                    <a:pt x="4230540" y="1521030"/>
                  </a:lnTo>
                  <a:lnTo>
                    <a:pt x="4230540" y="1521030"/>
                  </a:lnTo>
                  <a:lnTo>
                    <a:pt x="4225067" y="1521030"/>
                  </a:lnTo>
                  <a:lnTo>
                    <a:pt x="4225067" y="1521030"/>
                  </a:lnTo>
                  <a:lnTo>
                    <a:pt x="4219594" y="1521030"/>
                  </a:lnTo>
                  <a:lnTo>
                    <a:pt x="4219594" y="1521030"/>
                  </a:lnTo>
                  <a:lnTo>
                    <a:pt x="4214121" y="1521030"/>
                  </a:lnTo>
                  <a:lnTo>
                    <a:pt x="4214121" y="1521030"/>
                  </a:lnTo>
                  <a:lnTo>
                    <a:pt x="4208648" y="1521030"/>
                  </a:lnTo>
                  <a:lnTo>
                    <a:pt x="4208648" y="1521030"/>
                  </a:lnTo>
                  <a:lnTo>
                    <a:pt x="4203176" y="1521030"/>
                  </a:lnTo>
                  <a:lnTo>
                    <a:pt x="4203176" y="1521030"/>
                  </a:lnTo>
                  <a:lnTo>
                    <a:pt x="4197703" y="1521030"/>
                  </a:lnTo>
                  <a:lnTo>
                    <a:pt x="4197703" y="1521030"/>
                  </a:lnTo>
                  <a:lnTo>
                    <a:pt x="4192230" y="1521030"/>
                  </a:lnTo>
                  <a:lnTo>
                    <a:pt x="4192230" y="1521030"/>
                  </a:lnTo>
                  <a:lnTo>
                    <a:pt x="4186757" y="1521030"/>
                  </a:lnTo>
                  <a:lnTo>
                    <a:pt x="4186757" y="1521030"/>
                  </a:lnTo>
                  <a:lnTo>
                    <a:pt x="4181284" y="1521030"/>
                  </a:lnTo>
                  <a:lnTo>
                    <a:pt x="4181284" y="1521030"/>
                  </a:lnTo>
                  <a:lnTo>
                    <a:pt x="4175811" y="1521030"/>
                  </a:lnTo>
                  <a:lnTo>
                    <a:pt x="4175811" y="1521030"/>
                  </a:lnTo>
                  <a:lnTo>
                    <a:pt x="4170338" y="1521030"/>
                  </a:lnTo>
                  <a:lnTo>
                    <a:pt x="4170338" y="1521030"/>
                  </a:lnTo>
                  <a:lnTo>
                    <a:pt x="4164865" y="1521030"/>
                  </a:lnTo>
                  <a:lnTo>
                    <a:pt x="4164865" y="1521030"/>
                  </a:lnTo>
                  <a:lnTo>
                    <a:pt x="4159392" y="1521030"/>
                  </a:lnTo>
                  <a:lnTo>
                    <a:pt x="4159392" y="1521030"/>
                  </a:lnTo>
                  <a:lnTo>
                    <a:pt x="4153920" y="1521030"/>
                  </a:lnTo>
                  <a:lnTo>
                    <a:pt x="4153920" y="1521030"/>
                  </a:lnTo>
                  <a:lnTo>
                    <a:pt x="4148447" y="1521030"/>
                  </a:lnTo>
                  <a:lnTo>
                    <a:pt x="4148447" y="1521030"/>
                  </a:lnTo>
                  <a:lnTo>
                    <a:pt x="4142974" y="1521030"/>
                  </a:lnTo>
                  <a:lnTo>
                    <a:pt x="4142974" y="1541493"/>
                  </a:lnTo>
                  <a:lnTo>
                    <a:pt x="4137501" y="1541493"/>
                  </a:lnTo>
                  <a:lnTo>
                    <a:pt x="4137501" y="1541493"/>
                  </a:lnTo>
                  <a:lnTo>
                    <a:pt x="4132028" y="1541493"/>
                  </a:lnTo>
                  <a:lnTo>
                    <a:pt x="4132028" y="1541493"/>
                  </a:lnTo>
                  <a:lnTo>
                    <a:pt x="4126555" y="1541493"/>
                  </a:lnTo>
                  <a:lnTo>
                    <a:pt x="4126555" y="1541493"/>
                  </a:lnTo>
                  <a:lnTo>
                    <a:pt x="4121082" y="1541493"/>
                  </a:lnTo>
                  <a:lnTo>
                    <a:pt x="4121082" y="1541493"/>
                  </a:lnTo>
                  <a:lnTo>
                    <a:pt x="4115609" y="1541493"/>
                  </a:lnTo>
                  <a:lnTo>
                    <a:pt x="4115609" y="1541493"/>
                  </a:lnTo>
                  <a:lnTo>
                    <a:pt x="4110136" y="1541493"/>
                  </a:lnTo>
                  <a:lnTo>
                    <a:pt x="4110136" y="1541493"/>
                  </a:lnTo>
                  <a:lnTo>
                    <a:pt x="4104664" y="1541493"/>
                  </a:lnTo>
                  <a:lnTo>
                    <a:pt x="4104664" y="1541493"/>
                  </a:lnTo>
                  <a:lnTo>
                    <a:pt x="4099191" y="1541493"/>
                  </a:lnTo>
                  <a:lnTo>
                    <a:pt x="4099191" y="1541493"/>
                  </a:lnTo>
                  <a:lnTo>
                    <a:pt x="4093718" y="1541493"/>
                  </a:lnTo>
                  <a:lnTo>
                    <a:pt x="4093718" y="1541493"/>
                  </a:lnTo>
                  <a:lnTo>
                    <a:pt x="4088245" y="1541493"/>
                  </a:lnTo>
                  <a:lnTo>
                    <a:pt x="4088245" y="1541493"/>
                  </a:lnTo>
                  <a:lnTo>
                    <a:pt x="4082772" y="1541493"/>
                  </a:lnTo>
                  <a:lnTo>
                    <a:pt x="4082772" y="1541493"/>
                  </a:lnTo>
                  <a:lnTo>
                    <a:pt x="4077299" y="1541493"/>
                  </a:lnTo>
                  <a:lnTo>
                    <a:pt x="4077299" y="1541493"/>
                  </a:lnTo>
                  <a:lnTo>
                    <a:pt x="4071826" y="1541493"/>
                  </a:lnTo>
                  <a:lnTo>
                    <a:pt x="4071826" y="1541493"/>
                  </a:lnTo>
                  <a:lnTo>
                    <a:pt x="4066353" y="1541493"/>
                  </a:lnTo>
                  <a:lnTo>
                    <a:pt x="4066353" y="1541493"/>
                  </a:lnTo>
                  <a:lnTo>
                    <a:pt x="4060880" y="1541493"/>
                  </a:lnTo>
                  <a:lnTo>
                    <a:pt x="4060880" y="1541493"/>
                  </a:lnTo>
                  <a:lnTo>
                    <a:pt x="4055408" y="1541493"/>
                  </a:lnTo>
                  <a:lnTo>
                    <a:pt x="4055408" y="1541493"/>
                  </a:lnTo>
                  <a:lnTo>
                    <a:pt x="4049935" y="1541493"/>
                  </a:lnTo>
                  <a:lnTo>
                    <a:pt x="4049935" y="1541493"/>
                  </a:lnTo>
                  <a:lnTo>
                    <a:pt x="4044462" y="1541493"/>
                  </a:lnTo>
                  <a:lnTo>
                    <a:pt x="4044462" y="1541493"/>
                  </a:lnTo>
                  <a:lnTo>
                    <a:pt x="4038989" y="1541493"/>
                  </a:lnTo>
                  <a:lnTo>
                    <a:pt x="4038989" y="1541493"/>
                  </a:lnTo>
                  <a:lnTo>
                    <a:pt x="4033516" y="1541493"/>
                  </a:lnTo>
                  <a:lnTo>
                    <a:pt x="4033516" y="1541493"/>
                  </a:lnTo>
                  <a:lnTo>
                    <a:pt x="4028043" y="1541493"/>
                  </a:lnTo>
                  <a:lnTo>
                    <a:pt x="4028043" y="1541493"/>
                  </a:lnTo>
                  <a:lnTo>
                    <a:pt x="4022570" y="1541493"/>
                  </a:lnTo>
                  <a:lnTo>
                    <a:pt x="4022570" y="1541493"/>
                  </a:lnTo>
                  <a:lnTo>
                    <a:pt x="4017097" y="1541493"/>
                  </a:lnTo>
                  <a:lnTo>
                    <a:pt x="4017097" y="1541493"/>
                  </a:lnTo>
                  <a:lnTo>
                    <a:pt x="4011625" y="1541493"/>
                  </a:lnTo>
                  <a:lnTo>
                    <a:pt x="4011625" y="1541493"/>
                  </a:lnTo>
                  <a:lnTo>
                    <a:pt x="4006152" y="1541493"/>
                  </a:lnTo>
                  <a:lnTo>
                    <a:pt x="4006152" y="1541493"/>
                  </a:lnTo>
                  <a:lnTo>
                    <a:pt x="4000679" y="1541493"/>
                  </a:lnTo>
                  <a:lnTo>
                    <a:pt x="4000679" y="1541493"/>
                  </a:lnTo>
                  <a:lnTo>
                    <a:pt x="3995206" y="1541493"/>
                  </a:lnTo>
                  <a:lnTo>
                    <a:pt x="3995206" y="1541493"/>
                  </a:lnTo>
                  <a:lnTo>
                    <a:pt x="3989733" y="1541493"/>
                  </a:lnTo>
                  <a:lnTo>
                    <a:pt x="3989733" y="1541493"/>
                  </a:lnTo>
                  <a:lnTo>
                    <a:pt x="3984260" y="1541493"/>
                  </a:lnTo>
                  <a:lnTo>
                    <a:pt x="3984260" y="1541493"/>
                  </a:lnTo>
                  <a:lnTo>
                    <a:pt x="3978787" y="1541493"/>
                  </a:lnTo>
                  <a:lnTo>
                    <a:pt x="3978787" y="1541493"/>
                  </a:lnTo>
                  <a:lnTo>
                    <a:pt x="3973314" y="1541493"/>
                  </a:lnTo>
                  <a:lnTo>
                    <a:pt x="3973314" y="1541493"/>
                  </a:lnTo>
                  <a:lnTo>
                    <a:pt x="3967841" y="1541493"/>
                  </a:lnTo>
                  <a:lnTo>
                    <a:pt x="3967841" y="1541493"/>
                  </a:lnTo>
                  <a:lnTo>
                    <a:pt x="3962369" y="1541493"/>
                  </a:lnTo>
                  <a:lnTo>
                    <a:pt x="3962369" y="1541493"/>
                  </a:lnTo>
                  <a:lnTo>
                    <a:pt x="3956896" y="1541493"/>
                  </a:lnTo>
                  <a:lnTo>
                    <a:pt x="3956896" y="1561580"/>
                  </a:lnTo>
                  <a:lnTo>
                    <a:pt x="3951423" y="1561580"/>
                  </a:lnTo>
                  <a:lnTo>
                    <a:pt x="3951423" y="1561580"/>
                  </a:lnTo>
                  <a:lnTo>
                    <a:pt x="3945950" y="1561580"/>
                  </a:lnTo>
                  <a:lnTo>
                    <a:pt x="3945950" y="1561580"/>
                  </a:lnTo>
                  <a:lnTo>
                    <a:pt x="3940477" y="1561580"/>
                  </a:lnTo>
                  <a:lnTo>
                    <a:pt x="3940477" y="1581609"/>
                  </a:lnTo>
                  <a:lnTo>
                    <a:pt x="3935004" y="1581609"/>
                  </a:lnTo>
                  <a:lnTo>
                    <a:pt x="3935004" y="1581609"/>
                  </a:lnTo>
                  <a:lnTo>
                    <a:pt x="3929531" y="1581609"/>
                  </a:lnTo>
                  <a:lnTo>
                    <a:pt x="3929531" y="1581609"/>
                  </a:lnTo>
                  <a:lnTo>
                    <a:pt x="3924058" y="1581609"/>
                  </a:lnTo>
                  <a:lnTo>
                    <a:pt x="3924058" y="1581609"/>
                  </a:lnTo>
                  <a:lnTo>
                    <a:pt x="3918585" y="1581609"/>
                  </a:lnTo>
                  <a:lnTo>
                    <a:pt x="3918585" y="1581609"/>
                  </a:lnTo>
                  <a:lnTo>
                    <a:pt x="3913113" y="1581609"/>
                  </a:lnTo>
                  <a:lnTo>
                    <a:pt x="3913113" y="1581609"/>
                  </a:lnTo>
                  <a:lnTo>
                    <a:pt x="3907640" y="1581609"/>
                  </a:lnTo>
                  <a:lnTo>
                    <a:pt x="3907640" y="1581609"/>
                  </a:lnTo>
                  <a:lnTo>
                    <a:pt x="3902167" y="1581609"/>
                  </a:lnTo>
                  <a:lnTo>
                    <a:pt x="3902167" y="1581609"/>
                  </a:lnTo>
                  <a:lnTo>
                    <a:pt x="3896694" y="1581609"/>
                  </a:lnTo>
                  <a:lnTo>
                    <a:pt x="3896694" y="1581609"/>
                  </a:lnTo>
                  <a:lnTo>
                    <a:pt x="3891221" y="1581609"/>
                  </a:lnTo>
                  <a:lnTo>
                    <a:pt x="3891221" y="1581609"/>
                  </a:lnTo>
                  <a:lnTo>
                    <a:pt x="3885748" y="1581609"/>
                  </a:lnTo>
                  <a:lnTo>
                    <a:pt x="3885748" y="1581609"/>
                  </a:lnTo>
                  <a:lnTo>
                    <a:pt x="3880275" y="1581609"/>
                  </a:lnTo>
                  <a:lnTo>
                    <a:pt x="3880275" y="1581609"/>
                  </a:lnTo>
                  <a:lnTo>
                    <a:pt x="3874802" y="1581609"/>
                  </a:lnTo>
                  <a:lnTo>
                    <a:pt x="3874802" y="1581609"/>
                  </a:lnTo>
                  <a:lnTo>
                    <a:pt x="3869329" y="1581609"/>
                  </a:lnTo>
                  <a:lnTo>
                    <a:pt x="3869329" y="1581609"/>
                  </a:lnTo>
                  <a:lnTo>
                    <a:pt x="3863857" y="1581609"/>
                  </a:lnTo>
                  <a:lnTo>
                    <a:pt x="3863857" y="1601583"/>
                  </a:lnTo>
                  <a:lnTo>
                    <a:pt x="3858384" y="1601583"/>
                  </a:lnTo>
                  <a:lnTo>
                    <a:pt x="3858384" y="1601583"/>
                  </a:lnTo>
                  <a:lnTo>
                    <a:pt x="3852911" y="1601583"/>
                  </a:lnTo>
                  <a:lnTo>
                    <a:pt x="3852911" y="1601583"/>
                  </a:lnTo>
                  <a:lnTo>
                    <a:pt x="3847438" y="1601583"/>
                  </a:lnTo>
                  <a:lnTo>
                    <a:pt x="3847438" y="1601583"/>
                  </a:lnTo>
                  <a:lnTo>
                    <a:pt x="3841965" y="1601583"/>
                  </a:lnTo>
                  <a:lnTo>
                    <a:pt x="3841965" y="1601583"/>
                  </a:lnTo>
                  <a:lnTo>
                    <a:pt x="3836492" y="1601583"/>
                  </a:lnTo>
                  <a:lnTo>
                    <a:pt x="3836492" y="1601583"/>
                  </a:lnTo>
                  <a:lnTo>
                    <a:pt x="3831019" y="1601583"/>
                  </a:lnTo>
                  <a:lnTo>
                    <a:pt x="3831019" y="1601583"/>
                  </a:lnTo>
                  <a:lnTo>
                    <a:pt x="3825546" y="1601583"/>
                  </a:lnTo>
                  <a:lnTo>
                    <a:pt x="3825546" y="1601583"/>
                  </a:lnTo>
                  <a:lnTo>
                    <a:pt x="3820074" y="1601583"/>
                  </a:lnTo>
                  <a:lnTo>
                    <a:pt x="3820074" y="1601583"/>
                  </a:lnTo>
                  <a:lnTo>
                    <a:pt x="3814601" y="1601583"/>
                  </a:lnTo>
                  <a:lnTo>
                    <a:pt x="3814601" y="1601583"/>
                  </a:lnTo>
                  <a:lnTo>
                    <a:pt x="3809128" y="1601583"/>
                  </a:lnTo>
                  <a:lnTo>
                    <a:pt x="3809128" y="1601583"/>
                  </a:lnTo>
                  <a:lnTo>
                    <a:pt x="3803655" y="1601583"/>
                  </a:lnTo>
                  <a:lnTo>
                    <a:pt x="3803655" y="1601583"/>
                  </a:lnTo>
                  <a:lnTo>
                    <a:pt x="3798182" y="1601583"/>
                  </a:lnTo>
                  <a:lnTo>
                    <a:pt x="3798182" y="1601583"/>
                  </a:lnTo>
                  <a:lnTo>
                    <a:pt x="3792709" y="1601583"/>
                  </a:lnTo>
                  <a:lnTo>
                    <a:pt x="3792709" y="1601583"/>
                  </a:lnTo>
                  <a:lnTo>
                    <a:pt x="3787236" y="1601583"/>
                  </a:lnTo>
                  <a:lnTo>
                    <a:pt x="3787236" y="1601583"/>
                  </a:lnTo>
                  <a:lnTo>
                    <a:pt x="3781763" y="1601583"/>
                  </a:lnTo>
                  <a:lnTo>
                    <a:pt x="3781763" y="1601583"/>
                  </a:lnTo>
                  <a:lnTo>
                    <a:pt x="3776290" y="1601583"/>
                  </a:lnTo>
                  <a:lnTo>
                    <a:pt x="3776290" y="1601583"/>
                  </a:lnTo>
                  <a:lnTo>
                    <a:pt x="3770818" y="1601583"/>
                  </a:lnTo>
                  <a:lnTo>
                    <a:pt x="3770818" y="1601583"/>
                  </a:lnTo>
                  <a:lnTo>
                    <a:pt x="3765345" y="1601583"/>
                  </a:lnTo>
                  <a:lnTo>
                    <a:pt x="3765345" y="1601583"/>
                  </a:lnTo>
                  <a:lnTo>
                    <a:pt x="3759872" y="1601583"/>
                  </a:lnTo>
                  <a:lnTo>
                    <a:pt x="3759872" y="1601583"/>
                  </a:lnTo>
                  <a:lnTo>
                    <a:pt x="3754399" y="1601583"/>
                  </a:lnTo>
                  <a:lnTo>
                    <a:pt x="3754399" y="1601583"/>
                  </a:lnTo>
                  <a:lnTo>
                    <a:pt x="3748926" y="1601583"/>
                  </a:lnTo>
                  <a:lnTo>
                    <a:pt x="3748926" y="1621253"/>
                  </a:lnTo>
                  <a:lnTo>
                    <a:pt x="3743453" y="1621253"/>
                  </a:lnTo>
                  <a:lnTo>
                    <a:pt x="3743453" y="1621253"/>
                  </a:lnTo>
                  <a:lnTo>
                    <a:pt x="3737980" y="1621253"/>
                  </a:lnTo>
                  <a:lnTo>
                    <a:pt x="3737980" y="1621253"/>
                  </a:lnTo>
                  <a:lnTo>
                    <a:pt x="3732507" y="1621253"/>
                  </a:lnTo>
                  <a:lnTo>
                    <a:pt x="3732507" y="1621253"/>
                  </a:lnTo>
                  <a:lnTo>
                    <a:pt x="3727034" y="1621253"/>
                  </a:lnTo>
                  <a:lnTo>
                    <a:pt x="3727034" y="1621253"/>
                  </a:lnTo>
                  <a:lnTo>
                    <a:pt x="3721562" y="1621253"/>
                  </a:lnTo>
                  <a:lnTo>
                    <a:pt x="3721562" y="1621253"/>
                  </a:lnTo>
                  <a:lnTo>
                    <a:pt x="3716089" y="1621253"/>
                  </a:lnTo>
                  <a:lnTo>
                    <a:pt x="3716089" y="1621253"/>
                  </a:lnTo>
                  <a:lnTo>
                    <a:pt x="3710616" y="1621253"/>
                  </a:lnTo>
                  <a:lnTo>
                    <a:pt x="3710616" y="1621253"/>
                  </a:lnTo>
                  <a:lnTo>
                    <a:pt x="3705143" y="1621253"/>
                  </a:lnTo>
                  <a:lnTo>
                    <a:pt x="3705143" y="1621253"/>
                  </a:lnTo>
                  <a:lnTo>
                    <a:pt x="3699670" y="1621253"/>
                  </a:lnTo>
                  <a:lnTo>
                    <a:pt x="3699670" y="1621253"/>
                  </a:lnTo>
                  <a:lnTo>
                    <a:pt x="3694197" y="1621253"/>
                  </a:lnTo>
                  <a:lnTo>
                    <a:pt x="3694197" y="1621253"/>
                  </a:lnTo>
                  <a:lnTo>
                    <a:pt x="3688724" y="1621253"/>
                  </a:lnTo>
                  <a:lnTo>
                    <a:pt x="3688724" y="1640803"/>
                  </a:lnTo>
                  <a:lnTo>
                    <a:pt x="3683251" y="1640803"/>
                  </a:lnTo>
                  <a:lnTo>
                    <a:pt x="3683251" y="1660301"/>
                  </a:lnTo>
                  <a:lnTo>
                    <a:pt x="3677779" y="1660301"/>
                  </a:lnTo>
                  <a:lnTo>
                    <a:pt x="3677779" y="1660301"/>
                  </a:lnTo>
                  <a:lnTo>
                    <a:pt x="3672306" y="1660301"/>
                  </a:lnTo>
                  <a:lnTo>
                    <a:pt x="3672306" y="1660301"/>
                  </a:lnTo>
                  <a:lnTo>
                    <a:pt x="3666833" y="1660301"/>
                  </a:lnTo>
                  <a:lnTo>
                    <a:pt x="3666833" y="1660301"/>
                  </a:lnTo>
                  <a:lnTo>
                    <a:pt x="3661360" y="1660301"/>
                  </a:lnTo>
                  <a:lnTo>
                    <a:pt x="3661360" y="1660301"/>
                  </a:lnTo>
                  <a:lnTo>
                    <a:pt x="3655887" y="1660301"/>
                  </a:lnTo>
                  <a:lnTo>
                    <a:pt x="3655887" y="1660301"/>
                  </a:lnTo>
                  <a:lnTo>
                    <a:pt x="3650414" y="1660301"/>
                  </a:lnTo>
                  <a:lnTo>
                    <a:pt x="3650414" y="1660301"/>
                  </a:lnTo>
                  <a:lnTo>
                    <a:pt x="3644941" y="1660301"/>
                  </a:lnTo>
                  <a:lnTo>
                    <a:pt x="3644941" y="1660301"/>
                  </a:lnTo>
                  <a:lnTo>
                    <a:pt x="3639468" y="1660301"/>
                  </a:lnTo>
                  <a:lnTo>
                    <a:pt x="3639468" y="1660301"/>
                  </a:lnTo>
                  <a:lnTo>
                    <a:pt x="3633995" y="1660301"/>
                  </a:lnTo>
                  <a:lnTo>
                    <a:pt x="3633995" y="1660301"/>
                  </a:lnTo>
                  <a:lnTo>
                    <a:pt x="3628523" y="1660301"/>
                  </a:lnTo>
                  <a:lnTo>
                    <a:pt x="3628523" y="1660301"/>
                  </a:lnTo>
                  <a:lnTo>
                    <a:pt x="3623050" y="1660301"/>
                  </a:lnTo>
                  <a:lnTo>
                    <a:pt x="3623050" y="1660301"/>
                  </a:lnTo>
                  <a:lnTo>
                    <a:pt x="3617577" y="1660301"/>
                  </a:lnTo>
                  <a:lnTo>
                    <a:pt x="3617577" y="1660301"/>
                  </a:lnTo>
                  <a:lnTo>
                    <a:pt x="3612104" y="1660301"/>
                  </a:lnTo>
                  <a:lnTo>
                    <a:pt x="3612104" y="1660301"/>
                  </a:lnTo>
                  <a:lnTo>
                    <a:pt x="3606631" y="1660301"/>
                  </a:lnTo>
                  <a:lnTo>
                    <a:pt x="3606631" y="1660301"/>
                  </a:lnTo>
                  <a:lnTo>
                    <a:pt x="3601158" y="1660301"/>
                  </a:lnTo>
                  <a:lnTo>
                    <a:pt x="3601158" y="1660301"/>
                  </a:lnTo>
                  <a:lnTo>
                    <a:pt x="3595685" y="1660301"/>
                  </a:lnTo>
                  <a:lnTo>
                    <a:pt x="3595685" y="1660301"/>
                  </a:lnTo>
                  <a:lnTo>
                    <a:pt x="3590212" y="1660301"/>
                  </a:lnTo>
                  <a:lnTo>
                    <a:pt x="3590212" y="1679684"/>
                  </a:lnTo>
                  <a:lnTo>
                    <a:pt x="3584739" y="1679684"/>
                  </a:lnTo>
                  <a:lnTo>
                    <a:pt x="3584739" y="1679684"/>
                  </a:lnTo>
                  <a:lnTo>
                    <a:pt x="3579267" y="1679684"/>
                  </a:lnTo>
                  <a:lnTo>
                    <a:pt x="3579267" y="1679684"/>
                  </a:lnTo>
                  <a:lnTo>
                    <a:pt x="3573794" y="1679684"/>
                  </a:lnTo>
                  <a:lnTo>
                    <a:pt x="3573794" y="1679684"/>
                  </a:lnTo>
                  <a:lnTo>
                    <a:pt x="3568321" y="1679684"/>
                  </a:lnTo>
                  <a:lnTo>
                    <a:pt x="3568321" y="1679684"/>
                  </a:lnTo>
                  <a:lnTo>
                    <a:pt x="3562848" y="1679684"/>
                  </a:lnTo>
                  <a:lnTo>
                    <a:pt x="3562848" y="1679684"/>
                  </a:lnTo>
                  <a:lnTo>
                    <a:pt x="3557375" y="1679684"/>
                  </a:lnTo>
                  <a:lnTo>
                    <a:pt x="3557375" y="1679684"/>
                  </a:lnTo>
                  <a:lnTo>
                    <a:pt x="3551902" y="1679684"/>
                  </a:lnTo>
                  <a:lnTo>
                    <a:pt x="3551902" y="1679684"/>
                  </a:lnTo>
                  <a:lnTo>
                    <a:pt x="3546429" y="1679684"/>
                  </a:lnTo>
                  <a:lnTo>
                    <a:pt x="3546429" y="1679684"/>
                  </a:lnTo>
                  <a:lnTo>
                    <a:pt x="3540956" y="1679684"/>
                  </a:lnTo>
                  <a:lnTo>
                    <a:pt x="3540956" y="1679684"/>
                  </a:lnTo>
                  <a:lnTo>
                    <a:pt x="3535483" y="1679684"/>
                  </a:lnTo>
                  <a:lnTo>
                    <a:pt x="3535483" y="1698911"/>
                  </a:lnTo>
                  <a:lnTo>
                    <a:pt x="3530011" y="1698911"/>
                  </a:lnTo>
                  <a:lnTo>
                    <a:pt x="3530011" y="1698911"/>
                  </a:lnTo>
                  <a:lnTo>
                    <a:pt x="3524538" y="1698911"/>
                  </a:lnTo>
                  <a:lnTo>
                    <a:pt x="3524538" y="1698911"/>
                  </a:lnTo>
                  <a:lnTo>
                    <a:pt x="3519065" y="1698911"/>
                  </a:lnTo>
                  <a:lnTo>
                    <a:pt x="3519065" y="1698911"/>
                  </a:lnTo>
                  <a:lnTo>
                    <a:pt x="3513592" y="1698911"/>
                  </a:lnTo>
                  <a:lnTo>
                    <a:pt x="3513592" y="1698911"/>
                  </a:lnTo>
                  <a:lnTo>
                    <a:pt x="3508119" y="1698911"/>
                  </a:lnTo>
                  <a:lnTo>
                    <a:pt x="3508119" y="1698911"/>
                  </a:lnTo>
                  <a:lnTo>
                    <a:pt x="3502646" y="1698911"/>
                  </a:lnTo>
                  <a:lnTo>
                    <a:pt x="3502646" y="1698911"/>
                  </a:lnTo>
                  <a:lnTo>
                    <a:pt x="3497173" y="1698911"/>
                  </a:lnTo>
                  <a:lnTo>
                    <a:pt x="3497173" y="1698911"/>
                  </a:lnTo>
                  <a:lnTo>
                    <a:pt x="3491700" y="1698911"/>
                  </a:lnTo>
                  <a:lnTo>
                    <a:pt x="3491700" y="1698911"/>
                  </a:lnTo>
                  <a:lnTo>
                    <a:pt x="3486228" y="1698911"/>
                  </a:lnTo>
                  <a:lnTo>
                    <a:pt x="3486228" y="1698911"/>
                  </a:lnTo>
                  <a:lnTo>
                    <a:pt x="3480755" y="1698911"/>
                  </a:lnTo>
                  <a:lnTo>
                    <a:pt x="3480755" y="1698911"/>
                  </a:lnTo>
                  <a:lnTo>
                    <a:pt x="3475282" y="1698911"/>
                  </a:lnTo>
                  <a:lnTo>
                    <a:pt x="3475282" y="1698911"/>
                  </a:lnTo>
                  <a:lnTo>
                    <a:pt x="3469809" y="1698911"/>
                  </a:lnTo>
                  <a:lnTo>
                    <a:pt x="3469809" y="1698911"/>
                  </a:lnTo>
                  <a:lnTo>
                    <a:pt x="3464336" y="1698911"/>
                  </a:lnTo>
                  <a:lnTo>
                    <a:pt x="3464336" y="1698911"/>
                  </a:lnTo>
                  <a:lnTo>
                    <a:pt x="3458863" y="1698911"/>
                  </a:lnTo>
                  <a:lnTo>
                    <a:pt x="3458863" y="1698911"/>
                  </a:lnTo>
                  <a:lnTo>
                    <a:pt x="3453390" y="1698911"/>
                  </a:lnTo>
                  <a:lnTo>
                    <a:pt x="3453390" y="1698911"/>
                  </a:lnTo>
                  <a:lnTo>
                    <a:pt x="3447917" y="1698911"/>
                  </a:lnTo>
                  <a:lnTo>
                    <a:pt x="3447917" y="1698911"/>
                  </a:lnTo>
                  <a:lnTo>
                    <a:pt x="3442444" y="1698911"/>
                  </a:lnTo>
                  <a:lnTo>
                    <a:pt x="3442444" y="1717865"/>
                  </a:lnTo>
                  <a:lnTo>
                    <a:pt x="3436972" y="1717865"/>
                  </a:lnTo>
                  <a:lnTo>
                    <a:pt x="3436972" y="1717865"/>
                  </a:lnTo>
                  <a:lnTo>
                    <a:pt x="3431499" y="1717865"/>
                  </a:lnTo>
                  <a:lnTo>
                    <a:pt x="3431499" y="1717865"/>
                  </a:lnTo>
                  <a:lnTo>
                    <a:pt x="3426026" y="1717865"/>
                  </a:lnTo>
                  <a:lnTo>
                    <a:pt x="3426026" y="1736812"/>
                  </a:lnTo>
                  <a:lnTo>
                    <a:pt x="3420553" y="1736812"/>
                  </a:lnTo>
                  <a:lnTo>
                    <a:pt x="3420553" y="1755729"/>
                  </a:lnTo>
                  <a:lnTo>
                    <a:pt x="3415080" y="1755729"/>
                  </a:lnTo>
                  <a:lnTo>
                    <a:pt x="3415080" y="1774619"/>
                  </a:lnTo>
                  <a:lnTo>
                    <a:pt x="3409607" y="1774619"/>
                  </a:lnTo>
                  <a:lnTo>
                    <a:pt x="3409607" y="1774619"/>
                  </a:lnTo>
                  <a:lnTo>
                    <a:pt x="3404134" y="1774619"/>
                  </a:lnTo>
                  <a:lnTo>
                    <a:pt x="3404134" y="1774619"/>
                  </a:lnTo>
                  <a:lnTo>
                    <a:pt x="3398661" y="1774619"/>
                  </a:lnTo>
                  <a:lnTo>
                    <a:pt x="3398661" y="1774619"/>
                  </a:lnTo>
                  <a:lnTo>
                    <a:pt x="3393188" y="1774619"/>
                  </a:lnTo>
                  <a:lnTo>
                    <a:pt x="3393188" y="1774619"/>
                  </a:lnTo>
                  <a:lnTo>
                    <a:pt x="3387716" y="1774619"/>
                  </a:lnTo>
                  <a:lnTo>
                    <a:pt x="3387716" y="1774619"/>
                  </a:lnTo>
                  <a:lnTo>
                    <a:pt x="3382243" y="1774619"/>
                  </a:lnTo>
                  <a:lnTo>
                    <a:pt x="3382243" y="1774619"/>
                  </a:lnTo>
                  <a:lnTo>
                    <a:pt x="3376770" y="1774619"/>
                  </a:lnTo>
                  <a:lnTo>
                    <a:pt x="3376770" y="1774619"/>
                  </a:lnTo>
                  <a:lnTo>
                    <a:pt x="3371297" y="1774619"/>
                  </a:lnTo>
                  <a:lnTo>
                    <a:pt x="3371297" y="1774619"/>
                  </a:lnTo>
                  <a:lnTo>
                    <a:pt x="3365824" y="1774619"/>
                  </a:lnTo>
                  <a:lnTo>
                    <a:pt x="3365824" y="1774619"/>
                  </a:lnTo>
                  <a:lnTo>
                    <a:pt x="3360351" y="1774619"/>
                  </a:lnTo>
                  <a:lnTo>
                    <a:pt x="3360351" y="1774619"/>
                  </a:lnTo>
                  <a:lnTo>
                    <a:pt x="3354878" y="1774619"/>
                  </a:lnTo>
                  <a:lnTo>
                    <a:pt x="3354878" y="1774619"/>
                  </a:lnTo>
                  <a:lnTo>
                    <a:pt x="3349405" y="1774619"/>
                  </a:lnTo>
                  <a:lnTo>
                    <a:pt x="3349405" y="1774619"/>
                  </a:lnTo>
                  <a:lnTo>
                    <a:pt x="3343932" y="1774619"/>
                  </a:lnTo>
                  <a:lnTo>
                    <a:pt x="3343932" y="1774619"/>
                  </a:lnTo>
                  <a:lnTo>
                    <a:pt x="3338460" y="1774619"/>
                  </a:lnTo>
                  <a:lnTo>
                    <a:pt x="3338460" y="1774619"/>
                  </a:lnTo>
                  <a:lnTo>
                    <a:pt x="3332987" y="1774619"/>
                  </a:lnTo>
                  <a:lnTo>
                    <a:pt x="3332987" y="1774619"/>
                  </a:lnTo>
                  <a:lnTo>
                    <a:pt x="3327514" y="1774619"/>
                  </a:lnTo>
                  <a:lnTo>
                    <a:pt x="3327514" y="1774619"/>
                  </a:lnTo>
                  <a:lnTo>
                    <a:pt x="3322041" y="1774619"/>
                  </a:lnTo>
                  <a:lnTo>
                    <a:pt x="3322041" y="1774619"/>
                  </a:lnTo>
                  <a:lnTo>
                    <a:pt x="3316568" y="1774619"/>
                  </a:lnTo>
                  <a:lnTo>
                    <a:pt x="3316568" y="1774619"/>
                  </a:lnTo>
                  <a:lnTo>
                    <a:pt x="3311095" y="1774619"/>
                  </a:lnTo>
                  <a:lnTo>
                    <a:pt x="3311095" y="1774619"/>
                  </a:lnTo>
                  <a:lnTo>
                    <a:pt x="3305622" y="1774619"/>
                  </a:lnTo>
                  <a:lnTo>
                    <a:pt x="3305622" y="1774619"/>
                  </a:lnTo>
                  <a:lnTo>
                    <a:pt x="3300149" y="1774619"/>
                  </a:lnTo>
                  <a:lnTo>
                    <a:pt x="3300149" y="1774619"/>
                  </a:lnTo>
                  <a:lnTo>
                    <a:pt x="3294677" y="1774619"/>
                  </a:lnTo>
                  <a:lnTo>
                    <a:pt x="3294677" y="1774619"/>
                  </a:lnTo>
                  <a:lnTo>
                    <a:pt x="3289204" y="1774619"/>
                  </a:lnTo>
                  <a:lnTo>
                    <a:pt x="3289204" y="1793308"/>
                  </a:lnTo>
                  <a:lnTo>
                    <a:pt x="3283731" y="1793308"/>
                  </a:lnTo>
                  <a:lnTo>
                    <a:pt x="3283731" y="1793308"/>
                  </a:lnTo>
                  <a:lnTo>
                    <a:pt x="3278258" y="1793308"/>
                  </a:lnTo>
                  <a:lnTo>
                    <a:pt x="3278258" y="1793308"/>
                  </a:lnTo>
                  <a:lnTo>
                    <a:pt x="3272785" y="1793308"/>
                  </a:lnTo>
                  <a:lnTo>
                    <a:pt x="3272785" y="1793308"/>
                  </a:lnTo>
                  <a:lnTo>
                    <a:pt x="3267312" y="1793308"/>
                  </a:lnTo>
                  <a:lnTo>
                    <a:pt x="3267312" y="1793308"/>
                  </a:lnTo>
                  <a:lnTo>
                    <a:pt x="3261839" y="1793308"/>
                  </a:lnTo>
                  <a:lnTo>
                    <a:pt x="3261839" y="1793308"/>
                  </a:lnTo>
                  <a:lnTo>
                    <a:pt x="3256366" y="1793308"/>
                  </a:lnTo>
                  <a:lnTo>
                    <a:pt x="3256366" y="1811913"/>
                  </a:lnTo>
                  <a:lnTo>
                    <a:pt x="3250893" y="1811913"/>
                  </a:lnTo>
                  <a:lnTo>
                    <a:pt x="3250893" y="1811913"/>
                  </a:lnTo>
                  <a:lnTo>
                    <a:pt x="3245421" y="1811913"/>
                  </a:lnTo>
                  <a:lnTo>
                    <a:pt x="3245421" y="1811913"/>
                  </a:lnTo>
                  <a:lnTo>
                    <a:pt x="3239948" y="1811913"/>
                  </a:lnTo>
                  <a:lnTo>
                    <a:pt x="3239948" y="1830474"/>
                  </a:lnTo>
                  <a:lnTo>
                    <a:pt x="3234475" y="1830474"/>
                  </a:lnTo>
                  <a:lnTo>
                    <a:pt x="3234475" y="1830474"/>
                  </a:lnTo>
                  <a:lnTo>
                    <a:pt x="3229002" y="1830474"/>
                  </a:lnTo>
                  <a:lnTo>
                    <a:pt x="3229002" y="1830474"/>
                  </a:lnTo>
                  <a:lnTo>
                    <a:pt x="3223529" y="1830474"/>
                  </a:lnTo>
                  <a:lnTo>
                    <a:pt x="3223529" y="1830474"/>
                  </a:lnTo>
                  <a:lnTo>
                    <a:pt x="3218056" y="1830474"/>
                  </a:lnTo>
                  <a:lnTo>
                    <a:pt x="3218056" y="1830474"/>
                  </a:lnTo>
                  <a:lnTo>
                    <a:pt x="3212583" y="1830474"/>
                  </a:lnTo>
                  <a:lnTo>
                    <a:pt x="3212583" y="1830474"/>
                  </a:lnTo>
                  <a:lnTo>
                    <a:pt x="3207110" y="1830474"/>
                  </a:lnTo>
                  <a:lnTo>
                    <a:pt x="3207110" y="1848989"/>
                  </a:lnTo>
                  <a:lnTo>
                    <a:pt x="3201637" y="1848989"/>
                  </a:lnTo>
                  <a:lnTo>
                    <a:pt x="3201637" y="1848989"/>
                  </a:lnTo>
                  <a:lnTo>
                    <a:pt x="3196165" y="1848989"/>
                  </a:lnTo>
                  <a:lnTo>
                    <a:pt x="3196165" y="1848989"/>
                  </a:lnTo>
                  <a:lnTo>
                    <a:pt x="3190692" y="1848989"/>
                  </a:lnTo>
                  <a:lnTo>
                    <a:pt x="3190692" y="1848989"/>
                  </a:lnTo>
                  <a:lnTo>
                    <a:pt x="3185219" y="1848989"/>
                  </a:lnTo>
                  <a:lnTo>
                    <a:pt x="3185219" y="1867405"/>
                  </a:lnTo>
                  <a:lnTo>
                    <a:pt x="3179746" y="1867405"/>
                  </a:lnTo>
                  <a:lnTo>
                    <a:pt x="3179746" y="1867405"/>
                  </a:lnTo>
                  <a:lnTo>
                    <a:pt x="3174273" y="1867405"/>
                  </a:lnTo>
                  <a:lnTo>
                    <a:pt x="3174273" y="1867405"/>
                  </a:lnTo>
                  <a:lnTo>
                    <a:pt x="3168800" y="1867405"/>
                  </a:lnTo>
                  <a:lnTo>
                    <a:pt x="3168800" y="1867405"/>
                  </a:lnTo>
                  <a:lnTo>
                    <a:pt x="3163327" y="1867405"/>
                  </a:lnTo>
                  <a:lnTo>
                    <a:pt x="3163327" y="1867405"/>
                  </a:lnTo>
                  <a:lnTo>
                    <a:pt x="3157854" y="1867405"/>
                  </a:lnTo>
                  <a:lnTo>
                    <a:pt x="3157854" y="1867405"/>
                  </a:lnTo>
                  <a:lnTo>
                    <a:pt x="3152382" y="1867405"/>
                  </a:lnTo>
                  <a:lnTo>
                    <a:pt x="3152382" y="1867405"/>
                  </a:lnTo>
                  <a:lnTo>
                    <a:pt x="3146909" y="1867405"/>
                  </a:lnTo>
                  <a:lnTo>
                    <a:pt x="3146909" y="1867405"/>
                  </a:lnTo>
                  <a:lnTo>
                    <a:pt x="3141436" y="1867405"/>
                  </a:lnTo>
                  <a:lnTo>
                    <a:pt x="3141436" y="1867405"/>
                  </a:lnTo>
                  <a:lnTo>
                    <a:pt x="3135963" y="1867405"/>
                  </a:lnTo>
                  <a:lnTo>
                    <a:pt x="3135963" y="1867405"/>
                  </a:lnTo>
                  <a:lnTo>
                    <a:pt x="3130490" y="1867405"/>
                  </a:lnTo>
                  <a:lnTo>
                    <a:pt x="3130490" y="1867405"/>
                  </a:lnTo>
                  <a:lnTo>
                    <a:pt x="3125017" y="1867405"/>
                  </a:lnTo>
                  <a:lnTo>
                    <a:pt x="3125017" y="1885655"/>
                  </a:lnTo>
                  <a:lnTo>
                    <a:pt x="3119544" y="1885655"/>
                  </a:lnTo>
                  <a:lnTo>
                    <a:pt x="3119544" y="1903879"/>
                  </a:lnTo>
                  <a:lnTo>
                    <a:pt x="3114071" y="1903879"/>
                  </a:lnTo>
                  <a:lnTo>
                    <a:pt x="3114071" y="1903879"/>
                  </a:lnTo>
                  <a:lnTo>
                    <a:pt x="3108598" y="1903879"/>
                  </a:lnTo>
                  <a:lnTo>
                    <a:pt x="3108598" y="1903879"/>
                  </a:lnTo>
                  <a:lnTo>
                    <a:pt x="3103126" y="1903879"/>
                  </a:lnTo>
                  <a:lnTo>
                    <a:pt x="3103126" y="1903879"/>
                  </a:lnTo>
                  <a:lnTo>
                    <a:pt x="3097653" y="1903879"/>
                  </a:lnTo>
                  <a:lnTo>
                    <a:pt x="3097653" y="1903879"/>
                  </a:lnTo>
                  <a:lnTo>
                    <a:pt x="3092180" y="1903879"/>
                  </a:lnTo>
                  <a:lnTo>
                    <a:pt x="3092180" y="1903879"/>
                  </a:lnTo>
                  <a:lnTo>
                    <a:pt x="3086707" y="1903879"/>
                  </a:lnTo>
                  <a:lnTo>
                    <a:pt x="3086707" y="1903879"/>
                  </a:lnTo>
                  <a:lnTo>
                    <a:pt x="3081234" y="1903879"/>
                  </a:lnTo>
                  <a:lnTo>
                    <a:pt x="3081234" y="1903879"/>
                  </a:lnTo>
                  <a:lnTo>
                    <a:pt x="3075761" y="1903879"/>
                  </a:lnTo>
                  <a:lnTo>
                    <a:pt x="3075761" y="1903879"/>
                  </a:lnTo>
                  <a:lnTo>
                    <a:pt x="3070288" y="1903879"/>
                  </a:lnTo>
                  <a:lnTo>
                    <a:pt x="3070288" y="1903879"/>
                  </a:lnTo>
                  <a:lnTo>
                    <a:pt x="3064815" y="1903879"/>
                  </a:lnTo>
                  <a:lnTo>
                    <a:pt x="3064815" y="1903879"/>
                  </a:lnTo>
                  <a:lnTo>
                    <a:pt x="3059342" y="1903879"/>
                  </a:lnTo>
                  <a:lnTo>
                    <a:pt x="3059342" y="1903879"/>
                  </a:lnTo>
                  <a:lnTo>
                    <a:pt x="3053870" y="1903879"/>
                  </a:lnTo>
                  <a:lnTo>
                    <a:pt x="3053870" y="1903879"/>
                  </a:lnTo>
                  <a:lnTo>
                    <a:pt x="3048397" y="1903879"/>
                  </a:lnTo>
                  <a:lnTo>
                    <a:pt x="3048397" y="1903879"/>
                  </a:lnTo>
                  <a:lnTo>
                    <a:pt x="3042924" y="1903879"/>
                  </a:lnTo>
                  <a:lnTo>
                    <a:pt x="3042924" y="1922060"/>
                  </a:lnTo>
                  <a:lnTo>
                    <a:pt x="3037451" y="1922060"/>
                  </a:lnTo>
                  <a:lnTo>
                    <a:pt x="3037451" y="1922060"/>
                  </a:lnTo>
                  <a:lnTo>
                    <a:pt x="3031978" y="1922060"/>
                  </a:lnTo>
                  <a:lnTo>
                    <a:pt x="3031978" y="1922060"/>
                  </a:lnTo>
                  <a:lnTo>
                    <a:pt x="3026505" y="1922060"/>
                  </a:lnTo>
                  <a:lnTo>
                    <a:pt x="3026505" y="1922060"/>
                  </a:lnTo>
                  <a:lnTo>
                    <a:pt x="3021032" y="1922060"/>
                  </a:lnTo>
                  <a:lnTo>
                    <a:pt x="3021032" y="1922060"/>
                  </a:lnTo>
                  <a:lnTo>
                    <a:pt x="3015559" y="1922060"/>
                  </a:lnTo>
                  <a:lnTo>
                    <a:pt x="3015559" y="1922060"/>
                  </a:lnTo>
                  <a:lnTo>
                    <a:pt x="3010086" y="1922060"/>
                  </a:lnTo>
                  <a:lnTo>
                    <a:pt x="3010086" y="1922060"/>
                  </a:lnTo>
                  <a:lnTo>
                    <a:pt x="3004614" y="1922060"/>
                  </a:lnTo>
                  <a:lnTo>
                    <a:pt x="3004614" y="1922060"/>
                  </a:lnTo>
                  <a:lnTo>
                    <a:pt x="2999141" y="1922060"/>
                  </a:lnTo>
                  <a:lnTo>
                    <a:pt x="2999141" y="1922060"/>
                  </a:lnTo>
                  <a:lnTo>
                    <a:pt x="2993668" y="1922060"/>
                  </a:lnTo>
                  <a:lnTo>
                    <a:pt x="2993668" y="1922060"/>
                  </a:lnTo>
                  <a:lnTo>
                    <a:pt x="2988195" y="1922060"/>
                  </a:lnTo>
                  <a:lnTo>
                    <a:pt x="2988195" y="1922060"/>
                  </a:lnTo>
                  <a:lnTo>
                    <a:pt x="2982722" y="1922060"/>
                  </a:lnTo>
                  <a:lnTo>
                    <a:pt x="2982722" y="1922060"/>
                  </a:lnTo>
                  <a:lnTo>
                    <a:pt x="2977249" y="1922060"/>
                  </a:lnTo>
                  <a:lnTo>
                    <a:pt x="2977249" y="1940199"/>
                  </a:lnTo>
                  <a:lnTo>
                    <a:pt x="2971776" y="1940199"/>
                  </a:lnTo>
                  <a:lnTo>
                    <a:pt x="2971776" y="1940199"/>
                  </a:lnTo>
                  <a:lnTo>
                    <a:pt x="2966303" y="1940199"/>
                  </a:lnTo>
                  <a:lnTo>
                    <a:pt x="2966303" y="1940199"/>
                  </a:lnTo>
                  <a:lnTo>
                    <a:pt x="2960831" y="1940199"/>
                  </a:lnTo>
                  <a:lnTo>
                    <a:pt x="2960831" y="1940199"/>
                  </a:lnTo>
                  <a:lnTo>
                    <a:pt x="2955358" y="1940199"/>
                  </a:lnTo>
                  <a:lnTo>
                    <a:pt x="2955358" y="1940199"/>
                  </a:lnTo>
                  <a:lnTo>
                    <a:pt x="2949885" y="1940199"/>
                  </a:lnTo>
                  <a:lnTo>
                    <a:pt x="2949885" y="1958313"/>
                  </a:lnTo>
                  <a:lnTo>
                    <a:pt x="2944412" y="1958313"/>
                  </a:lnTo>
                  <a:lnTo>
                    <a:pt x="2944412" y="1976418"/>
                  </a:lnTo>
                  <a:lnTo>
                    <a:pt x="2938939" y="1976418"/>
                  </a:lnTo>
                  <a:lnTo>
                    <a:pt x="2938939" y="1976418"/>
                  </a:lnTo>
                  <a:lnTo>
                    <a:pt x="2933466" y="1976418"/>
                  </a:lnTo>
                  <a:lnTo>
                    <a:pt x="2933466" y="1976418"/>
                  </a:lnTo>
                  <a:lnTo>
                    <a:pt x="2927993" y="1976418"/>
                  </a:lnTo>
                  <a:lnTo>
                    <a:pt x="2927993" y="1976418"/>
                  </a:lnTo>
                  <a:lnTo>
                    <a:pt x="2922520" y="1976418"/>
                  </a:lnTo>
                  <a:lnTo>
                    <a:pt x="2922520" y="1994498"/>
                  </a:lnTo>
                  <a:lnTo>
                    <a:pt x="2917047" y="1994498"/>
                  </a:lnTo>
                  <a:lnTo>
                    <a:pt x="2917047" y="1994498"/>
                  </a:lnTo>
                  <a:lnTo>
                    <a:pt x="2911575" y="1994498"/>
                  </a:lnTo>
                  <a:lnTo>
                    <a:pt x="2911575" y="1994498"/>
                  </a:lnTo>
                  <a:lnTo>
                    <a:pt x="2906102" y="1994498"/>
                  </a:lnTo>
                  <a:lnTo>
                    <a:pt x="2906102" y="2012553"/>
                  </a:lnTo>
                  <a:lnTo>
                    <a:pt x="2900629" y="2012553"/>
                  </a:lnTo>
                  <a:lnTo>
                    <a:pt x="2900629" y="2012553"/>
                  </a:lnTo>
                  <a:lnTo>
                    <a:pt x="2895156" y="2012553"/>
                  </a:lnTo>
                  <a:lnTo>
                    <a:pt x="2895156" y="2012553"/>
                  </a:lnTo>
                  <a:lnTo>
                    <a:pt x="2889683" y="2012553"/>
                  </a:lnTo>
                  <a:lnTo>
                    <a:pt x="2889683" y="2012553"/>
                  </a:lnTo>
                  <a:lnTo>
                    <a:pt x="2884210" y="2012553"/>
                  </a:lnTo>
                  <a:lnTo>
                    <a:pt x="2884210" y="2012553"/>
                  </a:lnTo>
                  <a:lnTo>
                    <a:pt x="2878737" y="2012553"/>
                  </a:lnTo>
                  <a:lnTo>
                    <a:pt x="2878737" y="2030583"/>
                  </a:lnTo>
                  <a:lnTo>
                    <a:pt x="2873264" y="2030583"/>
                  </a:lnTo>
                  <a:lnTo>
                    <a:pt x="2873264" y="2030583"/>
                  </a:lnTo>
                  <a:lnTo>
                    <a:pt x="2867791" y="2030583"/>
                  </a:lnTo>
                  <a:lnTo>
                    <a:pt x="2867791" y="2030583"/>
                  </a:lnTo>
                  <a:lnTo>
                    <a:pt x="2862319" y="2030583"/>
                  </a:lnTo>
                  <a:lnTo>
                    <a:pt x="2862319" y="2048604"/>
                  </a:lnTo>
                  <a:lnTo>
                    <a:pt x="2856846" y="2048604"/>
                  </a:lnTo>
                  <a:lnTo>
                    <a:pt x="2856846" y="2048604"/>
                  </a:lnTo>
                  <a:lnTo>
                    <a:pt x="2851373" y="2048604"/>
                  </a:lnTo>
                  <a:lnTo>
                    <a:pt x="2851373" y="2066616"/>
                  </a:lnTo>
                  <a:lnTo>
                    <a:pt x="2845900" y="2066616"/>
                  </a:lnTo>
                  <a:lnTo>
                    <a:pt x="2845900" y="2066616"/>
                  </a:lnTo>
                  <a:lnTo>
                    <a:pt x="2840427" y="2066616"/>
                  </a:lnTo>
                  <a:lnTo>
                    <a:pt x="2840427" y="2066616"/>
                  </a:lnTo>
                  <a:lnTo>
                    <a:pt x="2834954" y="2066616"/>
                  </a:lnTo>
                  <a:lnTo>
                    <a:pt x="2834954" y="2066616"/>
                  </a:lnTo>
                  <a:lnTo>
                    <a:pt x="2829481" y="2066616"/>
                  </a:lnTo>
                  <a:lnTo>
                    <a:pt x="2829481" y="2066616"/>
                  </a:lnTo>
                  <a:lnTo>
                    <a:pt x="2824008" y="2066616"/>
                  </a:lnTo>
                  <a:lnTo>
                    <a:pt x="2824008" y="2066616"/>
                  </a:lnTo>
                  <a:lnTo>
                    <a:pt x="2818535" y="2066616"/>
                  </a:lnTo>
                  <a:lnTo>
                    <a:pt x="2818535" y="2066616"/>
                  </a:lnTo>
                  <a:lnTo>
                    <a:pt x="2813063" y="2066616"/>
                  </a:lnTo>
                  <a:lnTo>
                    <a:pt x="2813063" y="2066616"/>
                  </a:lnTo>
                  <a:lnTo>
                    <a:pt x="2807590" y="2066616"/>
                  </a:lnTo>
                  <a:lnTo>
                    <a:pt x="2807590" y="2066616"/>
                  </a:lnTo>
                  <a:lnTo>
                    <a:pt x="2802117" y="2066616"/>
                  </a:lnTo>
                  <a:lnTo>
                    <a:pt x="2802117" y="2084555"/>
                  </a:lnTo>
                  <a:lnTo>
                    <a:pt x="2796644" y="2084555"/>
                  </a:lnTo>
                  <a:lnTo>
                    <a:pt x="2796644" y="2102485"/>
                  </a:lnTo>
                  <a:lnTo>
                    <a:pt x="2791171" y="2102485"/>
                  </a:lnTo>
                  <a:lnTo>
                    <a:pt x="2791171" y="2102485"/>
                  </a:lnTo>
                  <a:lnTo>
                    <a:pt x="2785698" y="2102485"/>
                  </a:lnTo>
                  <a:lnTo>
                    <a:pt x="2785698" y="2102485"/>
                  </a:lnTo>
                  <a:lnTo>
                    <a:pt x="2780225" y="2102485"/>
                  </a:lnTo>
                  <a:lnTo>
                    <a:pt x="2780225" y="2120390"/>
                  </a:lnTo>
                  <a:lnTo>
                    <a:pt x="2774752" y="2120390"/>
                  </a:lnTo>
                  <a:lnTo>
                    <a:pt x="2774752" y="2120390"/>
                  </a:lnTo>
                  <a:lnTo>
                    <a:pt x="2769280" y="2120390"/>
                  </a:lnTo>
                  <a:lnTo>
                    <a:pt x="2769280" y="2120390"/>
                  </a:lnTo>
                  <a:lnTo>
                    <a:pt x="2763807" y="2120390"/>
                  </a:lnTo>
                  <a:lnTo>
                    <a:pt x="2763807" y="2120390"/>
                  </a:lnTo>
                  <a:lnTo>
                    <a:pt x="2758334" y="2120390"/>
                  </a:lnTo>
                  <a:lnTo>
                    <a:pt x="2758334" y="2138286"/>
                  </a:lnTo>
                  <a:lnTo>
                    <a:pt x="2752861" y="2138286"/>
                  </a:lnTo>
                  <a:lnTo>
                    <a:pt x="2752861" y="2138286"/>
                  </a:lnTo>
                  <a:lnTo>
                    <a:pt x="2747388" y="2138286"/>
                  </a:lnTo>
                  <a:lnTo>
                    <a:pt x="2747388" y="2138286"/>
                  </a:lnTo>
                  <a:lnTo>
                    <a:pt x="2741915" y="2138286"/>
                  </a:lnTo>
                  <a:lnTo>
                    <a:pt x="2741915" y="2138286"/>
                  </a:lnTo>
                  <a:lnTo>
                    <a:pt x="2736442" y="2138286"/>
                  </a:lnTo>
                  <a:lnTo>
                    <a:pt x="2736442" y="2174019"/>
                  </a:lnTo>
                  <a:lnTo>
                    <a:pt x="2730969" y="2174019"/>
                  </a:lnTo>
                  <a:lnTo>
                    <a:pt x="2730969" y="2174019"/>
                  </a:lnTo>
                  <a:lnTo>
                    <a:pt x="2725496" y="2174019"/>
                  </a:lnTo>
                  <a:lnTo>
                    <a:pt x="2725496" y="2174019"/>
                  </a:lnTo>
                  <a:lnTo>
                    <a:pt x="2720024" y="2174019"/>
                  </a:lnTo>
                  <a:lnTo>
                    <a:pt x="2720024" y="2174019"/>
                  </a:lnTo>
                  <a:lnTo>
                    <a:pt x="2714551" y="2174019"/>
                  </a:lnTo>
                  <a:lnTo>
                    <a:pt x="2714551" y="2174019"/>
                  </a:lnTo>
                  <a:lnTo>
                    <a:pt x="2709078" y="2174019"/>
                  </a:lnTo>
                  <a:lnTo>
                    <a:pt x="2709078" y="2174019"/>
                  </a:lnTo>
                  <a:lnTo>
                    <a:pt x="2703605" y="2174019"/>
                  </a:lnTo>
                  <a:lnTo>
                    <a:pt x="2703605" y="2174019"/>
                  </a:lnTo>
                  <a:lnTo>
                    <a:pt x="2698132" y="2174019"/>
                  </a:lnTo>
                  <a:lnTo>
                    <a:pt x="2698132" y="2174019"/>
                  </a:lnTo>
                  <a:lnTo>
                    <a:pt x="2692659" y="2174019"/>
                  </a:lnTo>
                  <a:lnTo>
                    <a:pt x="2692659" y="2209684"/>
                  </a:lnTo>
                  <a:lnTo>
                    <a:pt x="2687186" y="2209684"/>
                  </a:lnTo>
                  <a:lnTo>
                    <a:pt x="2687186" y="2209684"/>
                  </a:lnTo>
                  <a:lnTo>
                    <a:pt x="2681713" y="2209684"/>
                  </a:lnTo>
                  <a:lnTo>
                    <a:pt x="2681713" y="2209684"/>
                  </a:lnTo>
                  <a:lnTo>
                    <a:pt x="2676240" y="2209684"/>
                  </a:lnTo>
                  <a:lnTo>
                    <a:pt x="2676240" y="2227501"/>
                  </a:lnTo>
                  <a:lnTo>
                    <a:pt x="2670768" y="2227501"/>
                  </a:lnTo>
                  <a:lnTo>
                    <a:pt x="2670768" y="2227501"/>
                  </a:lnTo>
                  <a:lnTo>
                    <a:pt x="2665295" y="2227501"/>
                  </a:lnTo>
                  <a:lnTo>
                    <a:pt x="2665295" y="2227501"/>
                  </a:lnTo>
                  <a:lnTo>
                    <a:pt x="2659822" y="2227501"/>
                  </a:lnTo>
                  <a:lnTo>
                    <a:pt x="2659822" y="2227501"/>
                  </a:lnTo>
                  <a:lnTo>
                    <a:pt x="2654349" y="2227501"/>
                  </a:lnTo>
                  <a:lnTo>
                    <a:pt x="2654349" y="2227501"/>
                  </a:lnTo>
                  <a:lnTo>
                    <a:pt x="2648876" y="2227501"/>
                  </a:lnTo>
                  <a:lnTo>
                    <a:pt x="2648876" y="2227501"/>
                  </a:lnTo>
                  <a:lnTo>
                    <a:pt x="2643403" y="2227501"/>
                  </a:lnTo>
                  <a:lnTo>
                    <a:pt x="2643403" y="2227501"/>
                  </a:lnTo>
                  <a:lnTo>
                    <a:pt x="2637930" y="2227501"/>
                  </a:lnTo>
                  <a:lnTo>
                    <a:pt x="2637930" y="2245294"/>
                  </a:lnTo>
                  <a:lnTo>
                    <a:pt x="2632457" y="2245294"/>
                  </a:lnTo>
                  <a:lnTo>
                    <a:pt x="2632457" y="2263077"/>
                  </a:lnTo>
                  <a:lnTo>
                    <a:pt x="2626985" y="2263077"/>
                  </a:lnTo>
                  <a:lnTo>
                    <a:pt x="2626985" y="2263077"/>
                  </a:lnTo>
                  <a:lnTo>
                    <a:pt x="2621512" y="2263077"/>
                  </a:lnTo>
                  <a:lnTo>
                    <a:pt x="2621512" y="2263077"/>
                  </a:lnTo>
                  <a:lnTo>
                    <a:pt x="2616039" y="2263077"/>
                  </a:lnTo>
                  <a:lnTo>
                    <a:pt x="2616039" y="2263077"/>
                  </a:lnTo>
                  <a:lnTo>
                    <a:pt x="2610566" y="2263077"/>
                  </a:lnTo>
                  <a:lnTo>
                    <a:pt x="2610566" y="2298583"/>
                  </a:lnTo>
                  <a:lnTo>
                    <a:pt x="2605093" y="2298583"/>
                  </a:lnTo>
                  <a:lnTo>
                    <a:pt x="2605093" y="2298583"/>
                  </a:lnTo>
                  <a:lnTo>
                    <a:pt x="2599620" y="2298583"/>
                  </a:lnTo>
                  <a:lnTo>
                    <a:pt x="2599620" y="2298583"/>
                  </a:lnTo>
                  <a:lnTo>
                    <a:pt x="2594147" y="2298583"/>
                  </a:lnTo>
                  <a:lnTo>
                    <a:pt x="2594147" y="2298583"/>
                  </a:lnTo>
                  <a:lnTo>
                    <a:pt x="2588674" y="2298583"/>
                  </a:lnTo>
                  <a:lnTo>
                    <a:pt x="2588674" y="2298583"/>
                  </a:lnTo>
                  <a:lnTo>
                    <a:pt x="2583201" y="2298583"/>
                  </a:lnTo>
                  <a:lnTo>
                    <a:pt x="2583201" y="2298583"/>
                  </a:lnTo>
                  <a:lnTo>
                    <a:pt x="2577729" y="2298583"/>
                  </a:lnTo>
                  <a:lnTo>
                    <a:pt x="2577729" y="2298583"/>
                  </a:lnTo>
                  <a:lnTo>
                    <a:pt x="2572256" y="2298583"/>
                  </a:lnTo>
                  <a:lnTo>
                    <a:pt x="2572256" y="2316261"/>
                  </a:lnTo>
                  <a:lnTo>
                    <a:pt x="2566783" y="2316261"/>
                  </a:lnTo>
                  <a:lnTo>
                    <a:pt x="2566783" y="2316261"/>
                  </a:lnTo>
                  <a:lnTo>
                    <a:pt x="2561310" y="2316261"/>
                  </a:lnTo>
                  <a:lnTo>
                    <a:pt x="2561310" y="2316261"/>
                  </a:lnTo>
                  <a:lnTo>
                    <a:pt x="2555837" y="2316261"/>
                  </a:lnTo>
                  <a:lnTo>
                    <a:pt x="2555837" y="2316261"/>
                  </a:lnTo>
                  <a:lnTo>
                    <a:pt x="2550364" y="2316261"/>
                  </a:lnTo>
                  <a:lnTo>
                    <a:pt x="2550364" y="2316261"/>
                  </a:lnTo>
                  <a:lnTo>
                    <a:pt x="2544891" y="2316261"/>
                  </a:lnTo>
                  <a:lnTo>
                    <a:pt x="2544891" y="2333929"/>
                  </a:lnTo>
                  <a:lnTo>
                    <a:pt x="2539418" y="2333929"/>
                  </a:lnTo>
                  <a:lnTo>
                    <a:pt x="2539418" y="2333929"/>
                  </a:lnTo>
                  <a:lnTo>
                    <a:pt x="2533945" y="2333929"/>
                  </a:lnTo>
                  <a:lnTo>
                    <a:pt x="2533945" y="2333929"/>
                  </a:lnTo>
                  <a:lnTo>
                    <a:pt x="2528473" y="2333929"/>
                  </a:lnTo>
                  <a:lnTo>
                    <a:pt x="2528473" y="2351587"/>
                  </a:lnTo>
                  <a:lnTo>
                    <a:pt x="2523000" y="2351587"/>
                  </a:lnTo>
                  <a:lnTo>
                    <a:pt x="2523000" y="2351587"/>
                  </a:lnTo>
                  <a:lnTo>
                    <a:pt x="2517527" y="2351587"/>
                  </a:lnTo>
                  <a:lnTo>
                    <a:pt x="2517527" y="2351587"/>
                  </a:lnTo>
                  <a:lnTo>
                    <a:pt x="2512054" y="2351587"/>
                  </a:lnTo>
                  <a:lnTo>
                    <a:pt x="2512054" y="2351587"/>
                  </a:lnTo>
                  <a:lnTo>
                    <a:pt x="2506581" y="2351587"/>
                  </a:lnTo>
                  <a:lnTo>
                    <a:pt x="2506581" y="2369234"/>
                  </a:lnTo>
                  <a:lnTo>
                    <a:pt x="2501108" y="2369234"/>
                  </a:lnTo>
                  <a:lnTo>
                    <a:pt x="2501108" y="2386855"/>
                  </a:lnTo>
                  <a:lnTo>
                    <a:pt x="2495635" y="2386855"/>
                  </a:lnTo>
                  <a:lnTo>
                    <a:pt x="2495635" y="2386855"/>
                  </a:lnTo>
                  <a:lnTo>
                    <a:pt x="2490162" y="2386855"/>
                  </a:lnTo>
                  <a:lnTo>
                    <a:pt x="2490162" y="2386855"/>
                  </a:lnTo>
                  <a:lnTo>
                    <a:pt x="2484689" y="2386855"/>
                  </a:lnTo>
                  <a:lnTo>
                    <a:pt x="2484689" y="2386855"/>
                  </a:lnTo>
                  <a:lnTo>
                    <a:pt x="2479217" y="2386855"/>
                  </a:lnTo>
                  <a:lnTo>
                    <a:pt x="2479217" y="2386855"/>
                  </a:lnTo>
                  <a:lnTo>
                    <a:pt x="2473744" y="2386855"/>
                  </a:lnTo>
                  <a:lnTo>
                    <a:pt x="2473744" y="2386855"/>
                  </a:lnTo>
                  <a:lnTo>
                    <a:pt x="2468271" y="2386855"/>
                  </a:lnTo>
                  <a:lnTo>
                    <a:pt x="2468271" y="2386855"/>
                  </a:lnTo>
                  <a:lnTo>
                    <a:pt x="2462798" y="2386855"/>
                  </a:lnTo>
                  <a:lnTo>
                    <a:pt x="2462798" y="2386855"/>
                  </a:lnTo>
                  <a:lnTo>
                    <a:pt x="2457325" y="2386855"/>
                  </a:lnTo>
                  <a:lnTo>
                    <a:pt x="2457325" y="2404466"/>
                  </a:lnTo>
                  <a:lnTo>
                    <a:pt x="2451852" y="2404466"/>
                  </a:lnTo>
                  <a:lnTo>
                    <a:pt x="2451852" y="2404466"/>
                  </a:lnTo>
                  <a:lnTo>
                    <a:pt x="2446379" y="2404466"/>
                  </a:lnTo>
                  <a:lnTo>
                    <a:pt x="2446379" y="2404466"/>
                  </a:lnTo>
                  <a:lnTo>
                    <a:pt x="2440906" y="2404466"/>
                  </a:lnTo>
                  <a:lnTo>
                    <a:pt x="2440906" y="2404466"/>
                  </a:lnTo>
                  <a:lnTo>
                    <a:pt x="2435434" y="2404466"/>
                  </a:lnTo>
                  <a:lnTo>
                    <a:pt x="2435434" y="2422067"/>
                  </a:lnTo>
                  <a:lnTo>
                    <a:pt x="2429961" y="2422067"/>
                  </a:lnTo>
                  <a:lnTo>
                    <a:pt x="2429961" y="2422067"/>
                  </a:lnTo>
                  <a:lnTo>
                    <a:pt x="2424488" y="2422067"/>
                  </a:lnTo>
                  <a:lnTo>
                    <a:pt x="2424488" y="2422067"/>
                  </a:lnTo>
                  <a:lnTo>
                    <a:pt x="2419015" y="2422067"/>
                  </a:lnTo>
                  <a:lnTo>
                    <a:pt x="2419015" y="2422067"/>
                  </a:lnTo>
                  <a:lnTo>
                    <a:pt x="2413542" y="2422067"/>
                  </a:lnTo>
                  <a:lnTo>
                    <a:pt x="2413542" y="2422067"/>
                  </a:lnTo>
                  <a:lnTo>
                    <a:pt x="2408069" y="2422067"/>
                  </a:lnTo>
                  <a:lnTo>
                    <a:pt x="2408069" y="2439627"/>
                  </a:lnTo>
                  <a:lnTo>
                    <a:pt x="2402596" y="2439627"/>
                  </a:lnTo>
                  <a:lnTo>
                    <a:pt x="2402596" y="2439627"/>
                  </a:lnTo>
                  <a:lnTo>
                    <a:pt x="2397123" y="2439627"/>
                  </a:lnTo>
                  <a:lnTo>
                    <a:pt x="2397123" y="2439627"/>
                  </a:lnTo>
                  <a:lnTo>
                    <a:pt x="2391650" y="2439627"/>
                  </a:lnTo>
                  <a:lnTo>
                    <a:pt x="2391650" y="2439627"/>
                  </a:lnTo>
                  <a:lnTo>
                    <a:pt x="2386178" y="2439627"/>
                  </a:lnTo>
                  <a:lnTo>
                    <a:pt x="2386178" y="2439627"/>
                  </a:lnTo>
                  <a:lnTo>
                    <a:pt x="2380705" y="2439627"/>
                  </a:lnTo>
                  <a:lnTo>
                    <a:pt x="2380705" y="2439627"/>
                  </a:lnTo>
                  <a:lnTo>
                    <a:pt x="2375232" y="2439627"/>
                  </a:lnTo>
                  <a:lnTo>
                    <a:pt x="2375232" y="2439627"/>
                  </a:lnTo>
                  <a:lnTo>
                    <a:pt x="2369759" y="2439627"/>
                  </a:lnTo>
                  <a:lnTo>
                    <a:pt x="2369759" y="2439627"/>
                  </a:lnTo>
                  <a:lnTo>
                    <a:pt x="2364286" y="2439627"/>
                  </a:lnTo>
                  <a:lnTo>
                    <a:pt x="2364286" y="2439627"/>
                  </a:lnTo>
                  <a:lnTo>
                    <a:pt x="2358813" y="2439627"/>
                  </a:lnTo>
                  <a:lnTo>
                    <a:pt x="2358813" y="2439627"/>
                  </a:lnTo>
                  <a:lnTo>
                    <a:pt x="2353340" y="2439627"/>
                  </a:lnTo>
                  <a:lnTo>
                    <a:pt x="2353340" y="2439627"/>
                  </a:lnTo>
                  <a:lnTo>
                    <a:pt x="2347867" y="2439627"/>
                  </a:lnTo>
                  <a:lnTo>
                    <a:pt x="2347867" y="2457121"/>
                  </a:lnTo>
                  <a:lnTo>
                    <a:pt x="2342394" y="2457121"/>
                  </a:lnTo>
                  <a:lnTo>
                    <a:pt x="2342394" y="2457121"/>
                  </a:lnTo>
                  <a:lnTo>
                    <a:pt x="2336922" y="2457121"/>
                  </a:lnTo>
                  <a:lnTo>
                    <a:pt x="2336922" y="2457121"/>
                  </a:lnTo>
                  <a:lnTo>
                    <a:pt x="2331449" y="2457121"/>
                  </a:lnTo>
                  <a:lnTo>
                    <a:pt x="2331449" y="2457121"/>
                  </a:lnTo>
                  <a:lnTo>
                    <a:pt x="2325976" y="2457121"/>
                  </a:lnTo>
                  <a:lnTo>
                    <a:pt x="2325976" y="2457121"/>
                  </a:lnTo>
                  <a:lnTo>
                    <a:pt x="2320503" y="2457121"/>
                  </a:lnTo>
                  <a:lnTo>
                    <a:pt x="2320503" y="2457121"/>
                  </a:lnTo>
                  <a:lnTo>
                    <a:pt x="2315030" y="2457121"/>
                  </a:lnTo>
                  <a:lnTo>
                    <a:pt x="2315030" y="2457121"/>
                  </a:lnTo>
                  <a:lnTo>
                    <a:pt x="2309557" y="2457121"/>
                  </a:lnTo>
                  <a:lnTo>
                    <a:pt x="2309557" y="2457121"/>
                  </a:lnTo>
                  <a:lnTo>
                    <a:pt x="2304084" y="2457121"/>
                  </a:lnTo>
                  <a:lnTo>
                    <a:pt x="2304084" y="2457121"/>
                  </a:lnTo>
                  <a:lnTo>
                    <a:pt x="2298611" y="2457121"/>
                  </a:lnTo>
                  <a:lnTo>
                    <a:pt x="2298611" y="2457121"/>
                  </a:lnTo>
                  <a:lnTo>
                    <a:pt x="2293138" y="2457121"/>
                  </a:lnTo>
                  <a:lnTo>
                    <a:pt x="2293138" y="2457121"/>
                  </a:lnTo>
                  <a:lnTo>
                    <a:pt x="2287666" y="2457121"/>
                  </a:lnTo>
                  <a:lnTo>
                    <a:pt x="2287666" y="2457121"/>
                  </a:lnTo>
                  <a:lnTo>
                    <a:pt x="2282193" y="2457121"/>
                  </a:lnTo>
                  <a:lnTo>
                    <a:pt x="2282193" y="2457121"/>
                  </a:lnTo>
                  <a:lnTo>
                    <a:pt x="2276720" y="2457121"/>
                  </a:lnTo>
                  <a:lnTo>
                    <a:pt x="2276720" y="2457121"/>
                  </a:lnTo>
                  <a:lnTo>
                    <a:pt x="2271247" y="2457121"/>
                  </a:lnTo>
                  <a:lnTo>
                    <a:pt x="2271247" y="2492048"/>
                  </a:lnTo>
                  <a:lnTo>
                    <a:pt x="2265774" y="2492048"/>
                  </a:lnTo>
                  <a:lnTo>
                    <a:pt x="2265774" y="2492048"/>
                  </a:lnTo>
                  <a:lnTo>
                    <a:pt x="2260301" y="2492048"/>
                  </a:lnTo>
                  <a:lnTo>
                    <a:pt x="2260301" y="2492048"/>
                  </a:lnTo>
                  <a:lnTo>
                    <a:pt x="2254828" y="2492048"/>
                  </a:lnTo>
                  <a:lnTo>
                    <a:pt x="2254828" y="2492048"/>
                  </a:lnTo>
                  <a:lnTo>
                    <a:pt x="2249355" y="2492048"/>
                  </a:lnTo>
                  <a:lnTo>
                    <a:pt x="2249355" y="2492048"/>
                  </a:lnTo>
                  <a:lnTo>
                    <a:pt x="2243883" y="2492048"/>
                  </a:lnTo>
                  <a:lnTo>
                    <a:pt x="2243883" y="2509480"/>
                  </a:lnTo>
                  <a:lnTo>
                    <a:pt x="2238410" y="2509480"/>
                  </a:lnTo>
                  <a:lnTo>
                    <a:pt x="2238410" y="2509480"/>
                  </a:lnTo>
                  <a:lnTo>
                    <a:pt x="2232937" y="2509480"/>
                  </a:lnTo>
                  <a:lnTo>
                    <a:pt x="2232937" y="2526901"/>
                  </a:lnTo>
                  <a:lnTo>
                    <a:pt x="2227464" y="2526901"/>
                  </a:lnTo>
                  <a:lnTo>
                    <a:pt x="2227464" y="2526901"/>
                  </a:lnTo>
                  <a:lnTo>
                    <a:pt x="2221991" y="2526901"/>
                  </a:lnTo>
                  <a:lnTo>
                    <a:pt x="2221991" y="2526901"/>
                  </a:lnTo>
                  <a:lnTo>
                    <a:pt x="2216518" y="2526901"/>
                  </a:lnTo>
                  <a:lnTo>
                    <a:pt x="2216518" y="2526901"/>
                  </a:lnTo>
                  <a:lnTo>
                    <a:pt x="2211045" y="2526901"/>
                  </a:lnTo>
                  <a:lnTo>
                    <a:pt x="2211045" y="2526901"/>
                  </a:lnTo>
                  <a:lnTo>
                    <a:pt x="2205572" y="2526901"/>
                  </a:lnTo>
                  <a:lnTo>
                    <a:pt x="2205572" y="2526901"/>
                  </a:lnTo>
                  <a:lnTo>
                    <a:pt x="2200099" y="2526901"/>
                  </a:lnTo>
                  <a:lnTo>
                    <a:pt x="2200099" y="2526901"/>
                  </a:lnTo>
                  <a:lnTo>
                    <a:pt x="2194627" y="2526901"/>
                  </a:lnTo>
                  <a:lnTo>
                    <a:pt x="2194627" y="2544310"/>
                  </a:lnTo>
                  <a:lnTo>
                    <a:pt x="2189154" y="2544310"/>
                  </a:lnTo>
                  <a:lnTo>
                    <a:pt x="2189154" y="2544310"/>
                  </a:lnTo>
                  <a:lnTo>
                    <a:pt x="2183681" y="2544310"/>
                  </a:lnTo>
                  <a:lnTo>
                    <a:pt x="2183681" y="2544310"/>
                  </a:lnTo>
                  <a:lnTo>
                    <a:pt x="2178208" y="2544310"/>
                  </a:lnTo>
                  <a:lnTo>
                    <a:pt x="2178208" y="2544310"/>
                  </a:lnTo>
                  <a:lnTo>
                    <a:pt x="2172735" y="2544310"/>
                  </a:lnTo>
                  <a:lnTo>
                    <a:pt x="2172735" y="2544310"/>
                  </a:lnTo>
                  <a:lnTo>
                    <a:pt x="2167262" y="2544310"/>
                  </a:lnTo>
                  <a:lnTo>
                    <a:pt x="2167262" y="2544310"/>
                  </a:lnTo>
                  <a:lnTo>
                    <a:pt x="2161789" y="2544310"/>
                  </a:lnTo>
                  <a:lnTo>
                    <a:pt x="2161789" y="2544310"/>
                  </a:lnTo>
                  <a:lnTo>
                    <a:pt x="2156316" y="2544310"/>
                  </a:lnTo>
                  <a:lnTo>
                    <a:pt x="2156316" y="2544310"/>
                  </a:lnTo>
                  <a:lnTo>
                    <a:pt x="2150843" y="2544310"/>
                  </a:lnTo>
                  <a:lnTo>
                    <a:pt x="2150843" y="2544310"/>
                  </a:lnTo>
                  <a:lnTo>
                    <a:pt x="2145371" y="2544310"/>
                  </a:lnTo>
                  <a:lnTo>
                    <a:pt x="2145371" y="2544310"/>
                  </a:lnTo>
                  <a:lnTo>
                    <a:pt x="2139898" y="2544310"/>
                  </a:lnTo>
                  <a:lnTo>
                    <a:pt x="2139898" y="2561694"/>
                  </a:lnTo>
                  <a:lnTo>
                    <a:pt x="2134425" y="2561694"/>
                  </a:lnTo>
                  <a:lnTo>
                    <a:pt x="2134425" y="2561694"/>
                  </a:lnTo>
                  <a:lnTo>
                    <a:pt x="2128952" y="2561694"/>
                  </a:lnTo>
                  <a:lnTo>
                    <a:pt x="2128952" y="2561694"/>
                  </a:lnTo>
                  <a:lnTo>
                    <a:pt x="2123479" y="2561694"/>
                  </a:lnTo>
                  <a:lnTo>
                    <a:pt x="2123479" y="2561694"/>
                  </a:lnTo>
                  <a:lnTo>
                    <a:pt x="2118006" y="2561694"/>
                  </a:lnTo>
                  <a:lnTo>
                    <a:pt x="2118006" y="2561694"/>
                  </a:lnTo>
                  <a:lnTo>
                    <a:pt x="2112533" y="2561694"/>
                  </a:lnTo>
                  <a:lnTo>
                    <a:pt x="2112533" y="2579053"/>
                  </a:lnTo>
                  <a:lnTo>
                    <a:pt x="2107060" y="2579053"/>
                  </a:lnTo>
                  <a:lnTo>
                    <a:pt x="2107060" y="2579053"/>
                  </a:lnTo>
                  <a:lnTo>
                    <a:pt x="2101588" y="2579053"/>
                  </a:lnTo>
                  <a:lnTo>
                    <a:pt x="2101588" y="2579053"/>
                  </a:lnTo>
                  <a:lnTo>
                    <a:pt x="2096115" y="2579053"/>
                  </a:lnTo>
                  <a:lnTo>
                    <a:pt x="2096115" y="2579053"/>
                  </a:lnTo>
                  <a:lnTo>
                    <a:pt x="2090642" y="2579053"/>
                  </a:lnTo>
                  <a:lnTo>
                    <a:pt x="2090642" y="2579053"/>
                  </a:lnTo>
                  <a:lnTo>
                    <a:pt x="2085169" y="2579053"/>
                  </a:lnTo>
                  <a:lnTo>
                    <a:pt x="2085169" y="2579053"/>
                  </a:lnTo>
                  <a:lnTo>
                    <a:pt x="2079696" y="2579053"/>
                  </a:lnTo>
                  <a:lnTo>
                    <a:pt x="2079696" y="2579053"/>
                  </a:lnTo>
                  <a:lnTo>
                    <a:pt x="2074223" y="2579053"/>
                  </a:lnTo>
                  <a:lnTo>
                    <a:pt x="2074223" y="2596400"/>
                  </a:lnTo>
                  <a:lnTo>
                    <a:pt x="2068750" y="2596400"/>
                  </a:lnTo>
                  <a:lnTo>
                    <a:pt x="2068750" y="2596400"/>
                  </a:lnTo>
                  <a:lnTo>
                    <a:pt x="2063277" y="2596400"/>
                  </a:lnTo>
                  <a:lnTo>
                    <a:pt x="2063277" y="2613734"/>
                  </a:lnTo>
                  <a:lnTo>
                    <a:pt x="2057804" y="2613734"/>
                  </a:lnTo>
                  <a:lnTo>
                    <a:pt x="2057804" y="2613734"/>
                  </a:lnTo>
                  <a:lnTo>
                    <a:pt x="2052332" y="2613734"/>
                  </a:lnTo>
                  <a:lnTo>
                    <a:pt x="2052332" y="2613734"/>
                  </a:lnTo>
                  <a:lnTo>
                    <a:pt x="2046859" y="2613734"/>
                  </a:lnTo>
                  <a:lnTo>
                    <a:pt x="2046859" y="2613734"/>
                  </a:lnTo>
                  <a:lnTo>
                    <a:pt x="2041386" y="2613734"/>
                  </a:lnTo>
                  <a:lnTo>
                    <a:pt x="2041386" y="2631055"/>
                  </a:lnTo>
                  <a:lnTo>
                    <a:pt x="2035913" y="2631055"/>
                  </a:lnTo>
                  <a:lnTo>
                    <a:pt x="2035913" y="2631055"/>
                  </a:lnTo>
                  <a:lnTo>
                    <a:pt x="2030440" y="2631055"/>
                  </a:lnTo>
                  <a:lnTo>
                    <a:pt x="2030440" y="2631055"/>
                  </a:lnTo>
                  <a:lnTo>
                    <a:pt x="2024967" y="2631055"/>
                  </a:lnTo>
                  <a:lnTo>
                    <a:pt x="2024967" y="2631055"/>
                  </a:lnTo>
                  <a:lnTo>
                    <a:pt x="2019494" y="2631055"/>
                  </a:lnTo>
                  <a:lnTo>
                    <a:pt x="2019494" y="2631055"/>
                  </a:lnTo>
                  <a:lnTo>
                    <a:pt x="2014021" y="2631055"/>
                  </a:lnTo>
                  <a:lnTo>
                    <a:pt x="2014021" y="2631055"/>
                  </a:lnTo>
                  <a:lnTo>
                    <a:pt x="2008548" y="2631055"/>
                  </a:lnTo>
                  <a:lnTo>
                    <a:pt x="2008548" y="2631055"/>
                  </a:lnTo>
                  <a:lnTo>
                    <a:pt x="2003076" y="2631055"/>
                  </a:lnTo>
                  <a:lnTo>
                    <a:pt x="2003076" y="2631055"/>
                  </a:lnTo>
                  <a:lnTo>
                    <a:pt x="1997603" y="2631055"/>
                  </a:lnTo>
                  <a:lnTo>
                    <a:pt x="1997603" y="2631055"/>
                  </a:lnTo>
                  <a:lnTo>
                    <a:pt x="1992130" y="2631055"/>
                  </a:lnTo>
                  <a:lnTo>
                    <a:pt x="1992130" y="2631055"/>
                  </a:lnTo>
                  <a:lnTo>
                    <a:pt x="1986657" y="2631055"/>
                  </a:lnTo>
                  <a:lnTo>
                    <a:pt x="1986657" y="2631055"/>
                  </a:lnTo>
                  <a:lnTo>
                    <a:pt x="1981184" y="2631055"/>
                  </a:lnTo>
                  <a:lnTo>
                    <a:pt x="1981184" y="2648312"/>
                  </a:lnTo>
                  <a:lnTo>
                    <a:pt x="1975711" y="2648312"/>
                  </a:lnTo>
                  <a:lnTo>
                    <a:pt x="1975711" y="2648312"/>
                  </a:lnTo>
                  <a:lnTo>
                    <a:pt x="1970238" y="2648312"/>
                  </a:lnTo>
                  <a:lnTo>
                    <a:pt x="1970238" y="2648312"/>
                  </a:lnTo>
                  <a:lnTo>
                    <a:pt x="1964765" y="2648312"/>
                  </a:lnTo>
                  <a:lnTo>
                    <a:pt x="1964765" y="2648312"/>
                  </a:lnTo>
                  <a:lnTo>
                    <a:pt x="1959292" y="2648312"/>
                  </a:lnTo>
                  <a:lnTo>
                    <a:pt x="1959292" y="2648312"/>
                  </a:lnTo>
                  <a:lnTo>
                    <a:pt x="1953820" y="2648312"/>
                  </a:lnTo>
                  <a:lnTo>
                    <a:pt x="1953820" y="2648312"/>
                  </a:lnTo>
                  <a:lnTo>
                    <a:pt x="1948347" y="2648312"/>
                  </a:lnTo>
                  <a:lnTo>
                    <a:pt x="1948347" y="2648312"/>
                  </a:lnTo>
                  <a:lnTo>
                    <a:pt x="1942874" y="2648312"/>
                  </a:lnTo>
                  <a:lnTo>
                    <a:pt x="1942874" y="2648312"/>
                  </a:lnTo>
                  <a:lnTo>
                    <a:pt x="1937401" y="2648312"/>
                  </a:lnTo>
                  <a:lnTo>
                    <a:pt x="1937401" y="2648312"/>
                  </a:lnTo>
                  <a:lnTo>
                    <a:pt x="1931928" y="2648312"/>
                  </a:lnTo>
                  <a:lnTo>
                    <a:pt x="1931928" y="2648312"/>
                  </a:lnTo>
                  <a:lnTo>
                    <a:pt x="1926455" y="2648312"/>
                  </a:lnTo>
                  <a:lnTo>
                    <a:pt x="1926455" y="2665544"/>
                  </a:lnTo>
                  <a:lnTo>
                    <a:pt x="1920982" y="2665544"/>
                  </a:lnTo>
                  <a:lnTo>
                    <a:pt x="1920982" y="2665544"/>
                  </a:lnTo>
                  <a:lnTo>
                    <a:pt x="1915509" y="2665544"/>
                  </a:lnTo>
                  <a:lnTo>
                    <a:pt x="1915509" y="2665544"/>
                  </a:lnTo>
                  <a:lnTo>
                    <a:pt x="1910037" y="2665544"/>
                  </a:lnTo>
                  <a:lnTo>
                    <a:pt x="1910037" y="2665544"/>
                  </a:lnTo>
                  <a:lnTo>
                    <a:pt x="1904564" y="2665544"/>
                  </a:lnTo>
                  <a:lnTo>
                    <a:pt x="1904564" y="2665544"/>
                  </a:lnTo>
                  <a:lnTo>
                    <a:pt x="1899091" y="2665544"/>
                  </a:lnTo>
                  <a:lnTo>
                    <a:pt x="1899091" y="2665544"/>
                  </a:lnTo>
                  <a:lnTo>
                    <a:pt x="1893618" y="2665544"/>
                  </a:lnTo>
                  <a:lnTo>
                    <a:pt x="1893618" y="2665544"/>
                  </a:lnTo>
                  <a:lnTo>
                    <a:pt x="1888145" y="2665544"/>
                  </a:lnTo>
                  <a:lnTo>
                    <a:pt x="1888145" y="2682738"/>
                  </a:lnTo>
                  <a:lnTo>
                    <a:pt x="1882672" y="2682738"/>
                  </a:lnTo>
                  <a:lnTo>
                    <a:pt x="1882672" y="2682738"/>
                  </a:lnTo>
                  <a:lnTo>
                    <a:pt x="1877199" y="2682738"/>
                  </a:lnTo>
                  <a:lnTo>
                    <a:pt x="1877199" y="2682738"/>
                  </a:lnTo>
                  <a:lnTo>
                    <a:pt x="1871726" y="2682738"/>
                  </a:lnTo>
                  <a:lnTo>
                    <a:pt x="1871726" y="2682738"/>
                  </a:lnTo>
                  <a:lnTo>
                    <a:pt x="1866253" y="2682738"/>
                  </a:lnTo>
                  <a:lnTo>
                    <a:pt x="1866253" y="2682738"/>
                  </a:lnTo>
                  <a:lnTo>
                    <a:pt x="1860781" y="2682738"/>
                  </a:lnTo>
                  <a:lnTo>
                    <a:pt x="1860781" y="2682738"/>
                  </a:lnTo>
                  <a:lnTo>
                    <a:pt x="1855308" y="2682738"/>
                  </a:lnTo>
                  <a:lnTo>
                    <a:pt x="1855308" y="2682738"/>
                  </a:lnTo>
                  <a:lnTo>
                    <a:pt x="1849835" y="2682738"/>
                  </a:lnTo>
                  <a:lnTo>
                    <a:pt x="1849835" y="2682738"/>
                  </a:lnTo>
                  <a:lnTo>
                    <a:pt x="1844362" y="2682738"/>
                  </a:lnTo>
                  <a:lnTo>
                    <a:pt x="1844362" y="2682738"/>
                  </a:lnTo>
                  <a:lnTo>
                    <a:pt x="1838889" y="2682738"/>
                  </a:lnTo>
                  <a:lnTo>
                    <a:pt x="1838889" y="2682738"/>
                  </a:lnTo>
                  <a:lnTo>
                    <a:pt x="1833416" y="2682738"/>
                  </a:lnTo>
                  <a:lnTo>
                    <a:pt x="1833416" y="2682738"/>
                  </a:lnTo>
                  <a:lnTo>
                    <a:pt x="1827943" y="2682738"/>
                  </a:lnTo>
                  <a:lnTo>
                    <a:pt x="1827943" y="2699883"/>
                  </a:lnTo>
                  <a:lnTo>
                    <a:pt x="1822470" y="2699883"/>
                  </a:lnTo>
                  <a:lnTo>
                    <a:pt x="1822470" y="2699883"/>
                  </a:lnTo>
                  <a:lnTo>
                    <a:pt x="1816997" y="2699883"/>
                  </a:lnTo>
                  <a:lnTo>
                    <a:pt x="1816997" y="2699883"/>
                  </a:lnTo>
                  <a:lnTo>
                    <a:pt x="1811525" y="2699883"/>
                  </a:lnTo>
                  <a:lnTo>
                    <a:pt x="1811525" y="2717013"/>
                  </a:lnTo>
                  <a:lnTo>
                    <a:pt x="1806052" y="2717013"/>
                  </a:lnTo>
                  <a:lnTo>
                    <a:pt x="1806052" y="2717013"/>
                  </a:lnTo>
                  <a:lnTo>
                    <a:pt x="1800579" y="2717013"/>
                  </a:lnTo>
                  <a:lnTo>
                    <a:pt x="1800579" y="2717013"/>
                  </a:lnTo>
                  <a:lnTo>
                    <a:pt x="1795106" y="2717013"/>
                  </a:lnTo>
                  <a:lnTo>
                    <a:pt x="1795106" y="2717013"/>
                  </a:lnTo>
                  <a:lnTo>
                    <a:pt x="1789633" y="2717013"/>
                  </a:lnTo>
                  <a:lnTo>
                    <a:pt x="1789633" y="2717013"/>
                  </a:lnTo>
                  <a:lnTo>
                    <a:pt x="1784160" y="2717013"/>
                  </a:lnTo>
                  <a:lnTo>
                    <a:pt x="1784160" y="2717013"/>
                  </a:lnTo>
                  <a:lnTo>
                    <a:pt x="1778687" y="2717013"/>
                  </a:lnTo>
                  <a:lnTo>
                    <a:pt x="1778687" y="2734131"/>
                  </a:lnTo>
                  <a:lnTo>
                    <a:pt x="1773214" y="2734131"/>
                  </a:lnTo>
                  <a:lnTo>
                    <a:pt x="1773214" y="2734131"/>
                  </a:lnTo>
                  <a:lnTo>
                    <a:pt x="1767741" y="2734131"/>
                  </a:lnTo>
                  <a:lnTo>
                    <a:pt x="1767741" y="2734131"/>
                  </a:lnTo>
                  <a:lnTo>
                    <a:pt x="1762269" y="2734131"/>
                  </a:lnTo>
                  <a:lnTo>
                    <a:pt x="1762269" y="2734131"/>
                  </a:lnTo>
                  <a:lnTo>
                    <a:pt x="1756796" y="2734131"/>
                  </a:lnTo>
                  <a:lnTo>
                    <a:pt x="1756796" y="2734131"/>
                  </a:lnTo>
                  <a:lnTo>
                    <a:pt x="1751323" y="2734131"/>
                  </a:lnTo>
                  <a:lnTo>
                    <a:pt x="1751323" y="2734131"/>
                  </a:lnTo>
                  <a:lnTo>
                    <a:pt x="1745850" y="2734131"/>
                  </a:lnTo>
                  <a:lnTo>
                    <a:pt x="1745850" y="2751222"/>
                  </a:lnTo>
                  <a:lnTo>
                    <a:pt x="1740377" y="2751222"/>
                  </a:lnTo>
                  <a:lnTo>
                    <a:pt x="1740377" y="2768299"/>
                  </a:lnTo>
                  <a:lnTo>
                    <a:pt x="1734904" y="2768299"/>
                  </a:lnTo>
                  <a:lnTo>
                    <a:pt x="1734904" y="2768299"/>
                  </a:lnTo>
                  <a:lnTo>
                    <a:pt x="1729431" y="2768299"/>
                  </a:lnTo>
                  <a:lnTo>
                    <a:pt x="1729431" y="2768299"/>
                  </a:lnTo>
                  <a:lnTo>
                    <a:pt x="1723958" y="2768299"/>
                  </a:lnTo>
                  <a:lnTo>
                    <a:pt x="1723958" y="2768299"/>
                  </a:lnTo>
                  <a:lnTo>
                    <a:pt x="1718486" y="2768299"/>
                  </a:lnTo>
                  <a:lnTo>
                    <a:pt x="1718486" y="2768299"/>
                  </a:lnTo>
                  <a:lnTo>
                    <a:pt x="1713013" y="2768299"/>
                  </a:lnTo>
                  <a:lnTo>
                    <a:pt x="1713013" y="2785327"/>
                  </a:lnTo>
                  <a:lnTo>
                    <a:pt x="1707540" y="2785327"/>
                  </a:lnTo>
                  <a:lnTo>
                    <a:pt x="1707540" y="2785327"/>
                  </a:lnTo>
                  <a:lnTo>
                    <a:pt x="1702067" y="2785327"/>
                  </a:lnTo>
                  <a:lnTo>
                    <a:pt x="1702067" y="2785327"/>
                  </a:lnTo>
                  <a:lnTo>
                    <a:pt x="1696594" y="2785327"/>
                  </a:lnTo>
                  <a:lnTo>
                    <a:pt x="1696594" y="2785327"/>
                  </a:lnTo>
                  <a:lnTo>
                    <a:pt x="1691121" y="2785327"/>
                  </a:lnTo>
                  <a:lnTo>
                    <a:pt x="1691121" y="2785327"/>
                  </a:lnTo>
                  <a:lnTo>
                    <a:pt x="1685648" y="2785327"/>
                  </a:lnTo>
                  <a:lnTo>
                    <a:pt x="1685648" y="2785327"/>
                  </a:lnTo>
                  <a:lnTo>
                    <a:pt x="1680175" y="2785327"/>
                  </a:lnTo>
                  <a:lnTo>
                    <a:pt x="1680175" y="2785327"/>
                  </a:lnTo>
                  <a:lnTo>
                    <a:pt x="1674702" y="2785327"/>
                  </a:lnTo>
                  <a:lnTo>
                    <a:pt x="1674702" y="2785327"/>
                  </a:lnTo>
                  <a:lnTo>
                    <a:pt x="1669230" y="2785327"/>
                  </a:lnTo>
                  <a:lnTo>
                    <a:pt x="1669230" y="2785327"/>
                  </a:lnTo>
                  <a:lnTo>
                    <a:pt x="1663757" y="2785327"/>
                  </a:lnTo>
                  <a:lnTo>
                    <a:pt x="1663757" y="2785327"/>
                  </a:lnTo>
                  <a:lnTo>
                    <a:pt x="1658284" y="2785327"/>
                  </a:lnTo>
                  <a:lnTo>
                    <a:pt x="1658284" y="2785327"/>
                  </a:lnTo>
                  <a:lnTo>
                    <a:pt x="1652811" y="2785327"/>
                  </a:lnTo>
                  <a:lnTo>
                    <a:pt x="1652811" y="2802340"/>
                  </a:lnTo>
                  <a:lnTo>
                    <a:pt x="1647338" y="2802340"/>
                  </a:lnTo>
                  <a:lnTo>
                    <a:pt x="1647338" y="2802340"/>
                  </a:lnTo>
                  <a:lnTo>
                    <a:pt x="1641865" y="2802340"/>
                  </a:lnTo>
                  <a:lnTo>
                    <a:pt x="1641865" y="2802340"/>
                  </a:lnTo>
                  <a:lnTo>
                    <a:pt x="1636392" y="2802340"/>
                  </a:lnTo>
                  <a:lnTo>
                    <a:pt x="1636392" y="2802340"/>
                  </a:lnTo>
                  <a:lnTo>
                    <a:pt x="1630919" y="2802340"/>
                  </a:lnTo>
                  <a:lnTo>
                    <a:pt x="1630919" y="2802340"/>
                  </a:lnTo>
                  <a:lnTo>
                    <a:pt x="1625446" y="2802340"/>
                  </a:lnTo>
                  <a:lnTo>
                    <a:pt x="1625446" y="2802340"/>
                  </a:lnTo>
                  <a:lnTo>
                    <a:pt x="1619974" y="2802340"/>
                  </a:lnTo>
                  <a:lnTo>
                    <a:pt x="1619974" y="2802340"/>
                  </a:lnTo>
                  <a:lnTo>
                    <a:pt x="1614501" y="2802340"/>
                  </a:lnTo>
                  <a:lnTo>
                    <a:pt x="1614501" y="2802340"/>
                  </a:lnTo>
                  <a:lnTo>
                    <a:pt x="1609028" y="2802340"/>
                  </a:lnTo>
                  <a:lnTo>
                    <a:pt x="1609028" y="2802340"/>
                  </a:lnTo>
                  <a:lnTo>
                    <a:pt x="1603555" y="2802340"/>
                  </a:lnTo>
                  <a:lnTo>
                    <a:pt x="1603555" y="2819326"/>
                  </a:lnTo>
                  <a:lnTo>
                    <a:pt x="1598082" y="2819326"/>
                  </a:lnTo>
                  <a:lnTo>
                    <a:pt x="1598082" y="2819326"/>
                  </a:lnTo>
                  <a:lnTo>
                    <a:pt x="1592609" y="2819326"/>
                  </a:lnTo>
                  <a:lnTo>
                    <a:pt x="1592609" y="2819326"/>
                  </a:lnTo>
                  <a:lnTo>
                    <a:pt x="1587136" y="2819326"/>
                  </a:lnTo>
                  <a:lnTo>
                    <a:pt x="1587136" y="2836298"/>
                  </a:lnTo>
                  <a:lnTo>
                    <a:pt x="1581663" y="2836298"/>
                  </a:lnTo>
                  <a:lnTo>
                    <a:pt x="1581663" y="2853254"/>
                  </a:lnTo>
                  <a:lnTo>
                    <a:pt x="1576191" y="2853254"/>
                  </a:lnTo>
                  <a:lnTo>
                    <a:pt x="1576191" y="2853254"/>
                  </a:lnTo>
                  <a:lnTo>
                    <a:pt x="1570718" y="2853254"/>
                  </a:lnTo>
                  <a:lnTo>
                    <a:pt x="1570718" y="2853254"/>
                  </a:lnTo>
                  <a:lnTo>
                    <a:pt x="1565245" y="2853254"/>
                  </a:lnTo>
                  <a:lnTo>
                    <a:pt x="1565245" y="2853254"/>
                  </a:lnTo>
                  <a:lnTo>
                    <a:pt x="1559772" y="2853254"/>
                  </a:lnTo>
                  <a:lnTo>
                    <a:pt x="1559772" y="2853254"/>
                  </a:lnTo>
                  <a:lnTo>
                    <a:pt x="1554299" y="2853254"/>
                  </a:lnTo>
                  <a:lnTo>
                    <a:pt x="1554299" y="2853254"/>
                  </a:lnTo>
                  <a:lnTo>
                    <a:pt x="1548826" y="2853254"/>
                  </a:lnTo>
                  <a:lnTo>
                    <a:pt x="1548826" y="2853254"/>
                  </a:lnTo>
                  <a:lnTo>
                    <a:pt x="1543353" y="2853254"/>
                  </a:lnTo>
                  <a:lnTo>
                    <a:pt x="1543353" y="2853254"/>
                  </a:lnTo>
                  <a:lnTo>
                    <a:pt x="1537880" y="2853254"/>
                  </a:lnTo>
                  <a:lnTo>
                    <a:pt x="1537880" y="2853254"/>
                  </a:lnTo>
                  <a:lnTo>
                    <a:pt x="1532407" y="2853254"/>
                  </a:lnTo>
                  <a:lnTo>
                    <a:pt x="1532407" y="2870161"/>
                  </a:lnTo>
                  <a:lnTo>
                    <a:pt x="1526935" y="2870161"/>
                  </a:lnTo>
                  <a:lnTo>
                    <a:pt x="1526935" y="2870161"/>
                  </a:lnTo>
                  <a:lnTo>
                    <a:pt x="1521462" y="2870161"/>
                  </a:lnTo>
                  <a:lnTo>
                    <a:pt x="1521462" y="2887041"/>
                  </a:lnTo>
                  <a:lnTo>
                    <a:pt x="1515989" y="2887041"/>
                  </a:lnTo>
                  <a:lnTo>
                    <a:pt x="1515989" y="2887041"/>
                  </a:lnTo>
                  <a:lnTo>
                    <a:pt x="1510516" y="2887041"/>
                  </a:lnTo>
                  <a:lnTo>
                    <a:pt x="1510516" y="2887041"/>
                  </a:lnTo>
                  <a:lnTo>
                    <a:pt x="1505043" y="2887041"/>
                  </a:lnTo>
                  <a:lnTo>
                    <a:pt x="1505043" y="2887041"/>
                  </a:lnTo>
                  <a:lnTo>
                    <a:pt x="1499570" y="2887041"/>
                  </a:lnTo>
                  <a:lnTo>
                    <a:pt x="1499570" y="2887041"/>
                  </a:lnTo>
                  <a:lnTo>
                    <a:pt x="1494097" y="2887041"/>
                  </a:lnTo>
                  <a:lnTo>
                    <a:pt x="1494097" y="2887041"/>
                  </a:lnTo>
                  <a:lnTo>
                    <a:pt x="1488624" y="2887041"/>
                  </a:lnTo>
                  <a:lnTo>
                    <a:pt x="1488624" y="2887041"/>
                  </a:lnTo>
                  <a:lnTo>
                    <a:pt x="1483151" y="2887041"/>
                  </a:lnTo>
                  <a:lnTo>
                    <a:pt x="1483151" y="2887041"/>
                  </a:lnTo>
                  <a:lnTo>
                    <a:pt x="1477679" y="2887041"/>
                  </a:lnTo>
                  <a:lnTo>
                    <a:pt x="1477679" y="2887041"/>
                  </a:lnTo>
                  <a:lnTo>
                    <a:pt x="1472206" y="2887041"/>
                  </a:lnTo>
                  <a:lnTo>
                    <a:pt x="1472206" y="2887041"/>
                  </a:lnTo>
                  <a:lnTo>
                    <a:pt x="1466733" y="2887041"/>
                  </a:lnTo>
                  <a:lnTo>
                    <a:pt x="1466733" y="2887041"/>
                  </a:lnTo>
                  <a:lnTo>
                    <a:pt x="1461260" y="2887041"/>
                  </a:lnTo>
                  <a:lnTo>
                    <a:pt x="1461260" y="2887041"/>
                  </a:lnTo>
                  <a:lnTo>
                    <a:pt x="1455787" y="2887041"/>
                  </a:lnTo>
                  <a:lnTo>
                    <a:pt x="1455787" y="2887041"/>
                  </a:lnTo>
                  <a:lnTo>
                    <a:pt x="1450314" y="2887041"/>
                  </a:lnTo>
                  <a:lnTo>
                    <a:pt x="1450314" y="2887041"/>
                  </a:lnTo>
                  <a:lnTo>
                    <a:pt x="1444841" y="2887041"/>
                  </a:lnTo>
                  <a:lnTo>
                    <a:pt x="1444841" y="2887041"/>
                  </a:lnTo>
                  <a:lnTo>
                    <a:pt x="1439368" y="2887041"/>
                  </a:lnTo>
                  <a:lnTo>
                    <a:pt x="1439368" y="2887041"/>
                  </a:lnTo>
                  <a:lnTo>
                    <a:pt x="1433895" y="2887041"/>
                  </a:lnTo>
                  <a:lnTo>
                    <a:pt x="1433895" y="2887041"/>
                  </a:lnTo>
                  <a:lnTo>
                    <a:pt x="1428423" y="2887041"/>
                  </a:lnTo>
                  <a:lnTo>
                    <a:pt x="1428423" y="2887041"/>
                  </a:lnTo>
                  <a:lnTo>
                    <a:pt x="1422950" y="2887041"/>
                  </a:lnTo>
                  <a:lnTo>
                    <a:pt x="1422950" y="2887041"/>
                  </a:lnTo>
                  <a:lnTo>
                    <a:pt x="1417477" y="2887041"/>
                  </a:lnTo>
                  <a:lnTo>
                    <a:pt x="1417477" y="2887041"/>
                  </a:lnTo>
                  <a:lnTo>
                    <a:pt x="1412004" y="2887041"/>
                  </a:lnTo>
                  <a:lnTo>
                    <a:pt x="1412004" y="2887041"/>
                  </a:lnTo>
                  <a:lnTo>
                    <a:pt x="1406531" y="2887041"/>
                  </a:lnTo>
                  <a:lnTo>
                    <a:pt x="1406531" y="2887041"/>
                  </a:lnTo>
                  <a:lnTo>
                    <a:pt x="1401058" y="2887041"/>
                  </a:lnTo>
                  <a:lnTo>
                    <a:pt x="1401058" y="2887041"/>
                  </a:lnTo>
                  <a:lnTo>
                    <a:pt x="1395585" y="2887041"/>
                  </a:lnTo>
                  <a:lnTo>
                    <a:pt x="1395585" y="2887041"/>
                  </a:lnTo>
                  <a:lnTo>
                    <a:pt x="1390112" y="2887041"/>
                  </a:lnTo>
                  <a:lnTo>
                    <a:pt x="1390112" y="2887041"/>
                  </a:lnTo>
                  <a:lnTo>
                    <a:pt x="1384640" y="2887041"/>
                  </a:lnTo>
                  <a:lnTo>
                    <a:pt x="1384640" y="2887041"/>
                  </a:lnTo>
                  <a:lnTo>
                    <a:pt x="1379167" y="2887041"/>
                  </a:lnTo>
                  <a:lnTo>
                    <a:pt x="1379167" y="2887041"/>
                  </a:lnTo>
                  <a:lnTo>
                    <a:pt x="1373694" y="2887041"/>
                  </a:lnTo>
                  <a:lnTo>
                    <a:pt x="1373694" y="2887041"/>
                  </a:lnTo>
                  <a:lnTo>
                    <a:pt x="1368221" y="2887041"/>
                  </a:lnTo>
                  <a:lnTo>
                    <a:pt x="1368221" y="2887041"/>
                  </a:lnTo>
                  <a:lnTo>
                    <a:pt x="1362748" y="2887041"/>
                  </a:lnTo>
                  <a:lnTo>
                    <a:pt x="1362748" y="2887041"/>
                  </a:lnTo>
                  <a:lnTo>
                    <a:pt x="1357275" y="2887041"/>
                  </a:lnTo>
                  <a:lnTo>
                    <a:pt x="1357275" y="2887041"/>
                  </a:lnTo>
                  <a:lnTo>
                    <a:pt x="1351802" y="2887041"/>
                  </a:lnTo>
                  <a:lnTo>
                    <a:pt x="1351802" y="2920621"/>
                  </a:lnTo>
                  <a:lnTo>
                    <a:pt x="1346329" y="2920621"/>
                  </a:lnTo>
                  <a:lnTo>
                    <a:pt x="1346329" y="2920621"/>
                  </a:lnTo>
                  <a:lnTo>
                    <a:pt x="1340856" y="2920621"/>
                  </a:lnTo>
                  <a:lnTo>
                    <a:pt x="1340856" y="2920621"/>
                  </a:lnTo>
                  <a:lnTo>
                    <a:pt x="1335384" y="2920621"/>
                  </a:lnTo>
                  <a:lnTo>
                    <a:pt x="1335384" y="2920621"/>
                  </a:lnTo>
                  <a:lnTo>
                    <a:pt x="1329911" y="2920621"/>
                  </a:lnTo>
                  <a:lnTo>
                    <a:pt x="1329911" y="2920621"/>
                  </a:lnTo>
                  <a:lnTo>
                    <a:pt x="1324438" y="2920621"/>
                  </a:lnTo>
                  <a:lnTo>
                    <a:pt x="1324438" y="2920621"/>
                  </a:lnTo>
                  <a:lnTo>
                    <a:pt x="1318965" y="2920621"/>
                  </a:lnTo>
                  <a:lnTo>
                    <a:pt x="1318965" y="2920621"/>
                  </a:lnTo>
                  <a:lnTo>
                    <a:pt x="1313492" y="2920621"/>
                  </a:lnTo>
                  <a:lnTo>
                    <a:pt x="1313492" y="2937376"/>
                  </a:lnTo>
                  <a:lnTo>
                    <a:pt x="1308019" y="2937376"/>
                  </a:lnTo>
                  <a:lnTo>
                    <a:pt x="1308019" y="2937376"/>
                  </a:lnTo>
                  <a:lnTo>
                    <a:pt x="1302546" y="2937376"/>
                  </a:lnTo>
                  <a:lnTo>
                    <a:pt x="1302546" y="2937376"/>
                  </a:lnTo>
                  <a:lnTo>
                    <a:pt x="1297073" y="2937376"/>
                  </a:lnTo>
                  <a:lnTo>
                    <a:pt x="1297073" y="2937376"/>
                  </a:lnTo>
                  <a:lnTo>
                    <a:pt x="1291600" y="2937376"/>
                  </a:lnTo>
                  <a:lnTo>
                    <a:pt x="1291600" y="2954114"/>
                  </a:lnTo>
                  <a:lnTo>
                    <a:pt x="1286128" y="2954114"/>
                  </a:lnTo>
                  <a:lnTo>
                    <a:pt x="1286128" y="2954114"/>
                  </a:lnTo>
                  <a:lnTo>
                    <a:pt x="1280655" y="2954114"/>
                  </a:lnTo>
                  <a:lnTo>
                    <a:pt x="1280655" y="2954114"/>
                  </a:lnTo>
                  <a:lnTo>
                    <a:pt x="1275182" y="2954114"/>
                  </a:lnTo>
                  <a:lnTo>
                    <a:pt x="1275182" y="2970804"/>
                  </a:lnTo>
                  <a:lnTo>
                    <a:pt x="1269709" y="2970804"/>
                  </a:lnTo>
                  <a:lnTo>
                    <a:pt x="1269709" y="2970804"/>
                  </a:lnTo>
                  <a:lnTo>
                    <a:pt x="1264236" y="2970804"/>
                  </a:lnTo>
                  <a:lnTo>
                    <a:pt x="1264236" y="2970804"/>
                  </a:lnTo>
                  <a:lnTo>
                    <a:pt x="1258763" y="2970804"/>
                  </a:lnTo>
                  <a:lnTo>
                    <a:pt x="1258763" y="2970804"/>
                  </a:lnTo>
                  <a:lnTo>
                    <a:pt x="1253290" y="2970804"/>
                  </a:lnTo>
                  <a:lnTo>
                    <a:pt x="1253290" y="2970804"/>
                  </a:lnTo>
                  <a:lnTo>
                    <a:pt x="1247817" y="2970804"/>
                  </a:lnTo>
                  <a:lnTo>
                    <a:pt x="1247817" y="2970804"/>
                  </a:lnTo>
                  <a:lnTo>
                    <a:pt x="1242344" y="2970804"/>
                  </a:lnTo>
                  <a:lnTo>
                    <a:pt x="1242344" y="2970804"/>
                  </a:lnTo>
                  <a:lnTo>
                    <a:pt x="1236872" y="2970804"/>
                  </a:lnTo>
                  <a:lnTo>
                    <a:pt x="1236872" y="2970804"/>
                  </a:lnTo>
                  <a:lnTo>
                    <a:pt x="1231399" y="2970804"/>
                  </a:lnTo>
                  <a:lnTo>
                    <a:pt x="1231399" y="2987445"/>
                  </a:lnTo>
                  <a:lnTo>
                    <a:pt x="1225926" y="2987445"/>
                  </a:lnTo>
                  <a:lnTo>
                    <a:pt x="1225926" y="2987445"/>
                  </a:lnTo>
                  <a:lnTo>
                    <a:pt x="1220453" y="2987445"/>
                  </a:lnTo>
                  <a:lnTo>
                    <a:pt x="1220453" y="2987445"/>
                  </a:lnTo>
                  <a:lnTo>
                    <a:pt x="1214980" y="2987445"/>
                  </a:lnTo>
                  <a:lnTo>
                    <a:pt x="1214980" y="2987445"/>
                  </a:lnTo>
                  <a:lnTo>
                    <a:pt x="1209507" y="2987445"/>
                  </a:lnTo>
                  <a:lnTo>
                    <a:pt x="1209507" y="2987445"/>
                  </a:lnTo>
                  <a:lnTo>
                    <a:pt x="1204034" y="2987445"/>
                  </a:lnTo>
                  <a:lnTo>
                    <a:pt x="1204034" y="2987445"/>
                  </a:lnTo>
                  <a:lnTo>
                    <a:pt x="1198561" y="2987445"/>
                  </a:lnTo>
                  <a:lnTo>
                    <a:pt x="1198561" y="2987445"/>
                  </a:lnTo>
                  <a:lnTo>
                    <a:pt x="1193089" y="2987445"/>
                  </a:lnTo>
                  <a:lnTo>
                    <a:pt x="1193089" y="2987445"/>
                  </a:lnTo>
                  <a:lnTo>
                    <a:pt x="1187616" y="2987445"/>
                  </a:lnTo>
                  <a:lnTo>
                    <a:pt x="1187616" y="2987445"/>
                  </a:lnTo>
                  <a:lnTo>
                    <a:pt x="1182143" y="2987445"/>
                  </a:lnTo>
                  <a:lnTo>
                    <a:pt x="1182143" y="2987445"/>
                  </a:lnTo>
                  <a:lnTo>
                    <a:pt x="1176670" y="2987445"/>
                  </a:lnTo>
                  <a:lnTo>
                    <a:pt x="1176670" y="2987445"/>
                  </a:lnTo>
                  <a:lnTo>
                    <a:pt x="1171197" y="2987445"/>
                  </a:lnTo>
                  <a:lnTo>
                    <a:pt x="1171197" y="2987445"/>
                  </a:lnTo>
                  <a:lnTo>
                    <a:pt x="1165724" y="2987445"/>
                  </a:lnTo>
                  <a:lnTo>
                    <a:pt x="1165724" y="2987445"/>
                  </a:lnTo>
                  <a:lnTo>
                    <a:pt x="1160251" y="2987445"/>
                  </a:lnTo>
                  <a:lnTo>
                    <a:pt x="1160251" y="2987445"/>
                  </a:lnTo>
                  <a:lnTo>
                    <a:pt x="1154778" y="2987445"/>
                  </a:lnTo>
                  <a:lnTo>
                    <a:pt x="1154778" y="2987445"/>
                  </a:lnTo>
                  <a:lnTo>
                    <a:pt x="1149305" y="2987445"/>
                  </a:lnTo>
                  <a:lnTo>
                    <a:pt x="1149305" y="2987445"/>
                  </a:lnTo>
                  <a:lnTo>
                    <a:pt x="1143833" y="2987445"/>
                  </a:lnTo>
                  <a:lnTo>
                    <a:pt x="1143833" y="2987445"/>
                  </a:lnTo>
                  <a:lnTo>
                    <a:pt x="1138360" y="2987445"/>
                  </a:lnTo>
                  <a:lnTo>
                    <a:pt x="1138360" y="2987445"/>
                  </a:lnTo>
                  <a:lnTo>
                    <a:pt x="1132887" y="2987445"/>
                  </a:lnTo>
                  <a:lnTo>
                    <a:pt x="1132887" y="2987445"/>
                  </a:lnTo>
                  <a:lnTo>
                    <a:pt x="1127414" y="2987445"/>
                  </a:lnTo>
                  <a:lnTo>
                    <a:pt x="1127414" y="2987445"/>
                  </a:lnTo>
                  <a:lnTo>
                    <a:pt x="1121941" y="2987445"/>
                  </a:lnTo>
                  <a:lnTo>
                    <a:pt x="1121941" y="3004008"/>
                  </a:lnTo>
                  <a:lnTo>
                    <a:pt x="1116468" y="3004008"/>
                  </a:lnTo>
                  <a:lnTo>
                    <a:pt x="1116468" y="3004008"/>
                  </a:lnTo>
                  <a:lnTo>
                    <a:pt x="1110995" y="3004008"/>
                  </a:lnTo>
                  <a:lnTo>
                    <a:pt x="1110995" y="3020544"/>
                  </a:lnTo>
                  <a:lnTo>
                    <a:pt x="1105522" y="3020544"/>
                  </a:lnTo>
                  <a:lnTo>
                    <a:pt x="1105522" y="3020544"/>
                  </a:lnTo>
                  <a:lnTo>
                    <a:pt x="1100049" y="3020544"/>
                  </a:lnTo>
                  <a:lnTo>
                    <a:pt x="1100049" y="3020544"/>
                  </a:lnTo>
                  <a:lnTo>
                    <a:pt x="1094577" y="3020544"/>
                  </a:lnTo>
                  <a:lnTo>
                    <a:pt x="1094577" y="3020544"/>
                  </a:lnTo>
                  <a:lnTo>
                    <a:pt x="1089104" y="3020544"/>
                  </a:lnTo>
                  <a:lnTo>
                    <a:pt x="1089104" y="3037051"/>
                  </a:lnTo>
                  <a:lnTo>
                    <a:pt x="1083631" y="3037051"/>
                  </a:lnTo>
                  <a:lnTo>
                    <a:pt x="1083631" y="3070011"/>
                  </a:lnTo>
                  <a:lnTo>
                    <a:pt x="1078158" y="3070011"/>
                  </a:lnTo>
                  <a:lnTo>
                    <a:pt x="1078158" y="3070011"/>
                  </a:lnTo>
                  <a:lnTo>
                    <a:pt x="1072685" y="3070011"/>
                  </a:lnTo>
                  <a:lnTo>
                    <a:pt x="1072685" y="3070011"/>
                  </a:lnTo>
                  <a:lnTo>
                    <a:pt x="1067212" y="3070011"/>
                  </a:lnTo>
                  <a:lnTo>
                    <a:pt x="1067212" y="3086462"/>
                  </a:lnTo>
                  <a:lnTo>
                    <a:pt x="1061739" y="3086462"/>
                  </a:lnTo>
                  <a:lnTo>
                    <a:pt x="1061739" y="3086462"/>
                  </a:lnTo>
                  <a:lnTo>
                    <a:pt x="1056266" y="3086462"/>
                  </a:lnTo>
                  <a:lnTo>
                    <a:pt x="1056266" y="3086462"/>
                  </a:lnTo>
                  <a:lnTo>
                    <a:pt x="1050794" y="3086462"/>
                  </a:lnTo>
                  <a:lnTo>
                    <a:pt x="1050794" y="3102893"/>
                  </a:lnTo>
                  <a:lnTo>
                    <a:pt x="1045321" y="3102893"/>
                  </a:lnTo>
                  <a:lnTo>
                    <a:pt x="1045321" y="3102893"/>
                  </a:lnTo>
                  <a:lnTo>
                    <a:pt x="1039848" y="3102893"/>
                  </a:lnTo>
                  <a:lnTo>
                    <a:pt x="1039848" y="3102893"/>
                  </a:lnTo>
                  <a:lnTo>
                    <a:pt x="1034375" y="3102893"/>
                  </a:lnTo>
                  <a:lnTo>
                    <a:pt x="1034375" y="3102893"/>
                  </a:lnTo>
                  <a:lnTo>
                    <a:pt x="1028902" y="3102893"/>
                  </a:lnTo>
                  <a:lnTo>
                    <a:pt x="1028902" y="3119285"/>
                  </a:lnTo>
                  <a:lnTo>
                    <a:pt x="1023429" y="3119285"/>
                  </a:lnTo>
                  <a:lnTo>
                    <a:pt x="1023429" y="3119285"/>
                  </a:lnTo>
                  <a:lnTo>
                    <a:pt x="1017956" y="3119285"/>
                  </a:lnTo>
                  <a:lnTo>
                    <a:pt x="1017956" y="3135656"/>
                  </a:lnTo>
                  <a:lnTo>
                    <a:pt x="1012483" y="3135656"/>
                  </a:lnTo>
                  <a:lnTo>
                    <a:pt x="1012483" y="3135656"/>
                  </a:lnTo>
                  <a:lnTo>
                    <a:pt x="1007010" y="3135656"/>
                  </a:lnTo>
                  <a:lnTo>
                    <a:pt x="1007010" y="3152007"/>
                  </a:lnTo>
                  <a:lnTo>
                    <a:pt x="1001538" y="3152007"/>
                  </a:lnTo>
                  <a:lnTo>
                    <a:pt x="1001538" y="3152007"/>
                  </a:lnTo>
                  <a:lnTo>
                    <a:pt x="996065" y="3152007"/>
                  </a:lnTo>
                  <a:lnTo>
                    <a:pt x="996065" y="3152007"/>
                  </a:lnTo>
                  <a:lnTo>
                    <a:pt x="990592" y="3152007"/>
                  </a:lnTo>
                  <a:lnTo>
                    <a:pt x="990592" y="3168336"/>
                  </a:lnTo>
                  <a:lnTo>
                    <a:pt x="985119" y="3168336"/>
                  </a:lnTo>
                  <a:lnTo>
                    <a:pt x="985119" y="3168336"/>
                  </a:lnTo>
                  <a:lnTo>
                    <a:pt x="979646" y="3168336"/>
                  </a:lnTo>
                  <a:lnTo>
                    <a:pt x="979646" y="3168336"/>
                  </a:lnTo>
                  <a:lnTo>
                    <a:pt x="974173" y="3168336"/>
                  </a:lnTo>
                  <a:lnTo>
                    <a:pt x="974173" y="3168336"/>
                  </a:lnTo>
                  <a:lnTo>
                    <a:pt x="968700" y="3168336"/>
                  </a:lnTo>
                  <a:lnTo>
                    <a:pt x="968700" y="3168336"/>
                  </a:lnTo>
                  <a:lnTo>
                    <a:pt x="963227" y="3168336"/>
                  </a:lnTo>
                  <a:lnTo>
                    <a:pt x="963227" y="3168336"/>
                  </a:lnTo>
                  <a:lnTo>
                    <a:pt x="957754" y="3168336"/>
                  </a:lnTo>
                  <a:lnTo>
                    <a:pt x="957754" y="3168336"/>
                  </a:lnTo>
                  <a:lnTo>
                    <a:pt x="952282" y="3168336"/>
                  </a:lnTo>
                  <a:lnTo>
                    <a:pt x="952282" y="3168336"/>
                  </a:lnTo>
                  <a:lnTo>
                    <a:pt x="946809" y="3168336"/>
                  </a:lnTo>
                  <a:lnTo>
                    <a:pt x="946809" y="3168336"/>
                  </a:lnTo>
                  <a:lnTo>
                    <a:pt x="941336" y="3168336"/>
                  </a:lnTo>
                  <a:lnTo>
                    <a:pt x="941336" y="3168336"/>
                  </a:lnTo>
                  <a:lnTo>
                    <a:pt x="935863" y="3168336"/>
                  </a:lnTo>
                  <a:lnTo>
                    <a:pt x="935863" y="3184624"/>
                  </a:lnTo>
                  <a:lnTo>
                    <a:pt x="930390" y="3184624"/>
                  </a:lnTo>
                  <a:lnTo>
                    <a:pt x="930390" y="3217113"/>
                  </a:lnTo>
                  <a:lnTo>
                    <a:pt x="924917" y="3217113"/>
                  </a:lnTo>
                  <a:lnTo>
                    <a:pt x="924917" y="3217113"/>
                  </a:lnTo>
                  <a:lnTo>
                    <a:pt x="919444" y="3217113"/>
                  </a:lnTo>
                  <a:lnTo>
                    <a:pt x="919444" y="3233313"/>
                  </a:lnTo>
                  <a:lnTo>
                    <a:pt x="913971" y="3233313"/>
                  </a:lnTo>
                  <a:lnTo>
                    <a:pt x="913971" y="3233313"/>
                  </a:lnTo>
                  <a:lnTo>
                    <a:pt x="908498" y="3233313"/>
                  </a:lnTo>
                  <a:lnTo>
                    <a:pt x="908498" y="3233313"/>
                  </a:lnTo>
                  <a:lnTo>
                    <a:pt x="903026" y="3233313"/>
                  </a:lnTo>
                  <a:lnTo>
                    <a:pt x="903026" y="3233313"/>
                  </a:lnTo>
                  <a:lnTo>
                    <a:pt x="897553" y="3233313"/>
                  </a:lnTo>
                  <a:lnTo>
                    <a:pt x="897553" y="3233313"/>
                  </a:lnTo>
                  <a:lnTo>
                    <a:pt x="892080" y="3233313"/>
                  </a:lnTo>
                  <a:lnTo>
                    <a:pt x="892080" y="3233313"/>
                  </a:lnTo>
                  <a:lnTo>
                    <a:pt x="886607" y="3233313"/>
                  </a:lnTo>
                  <a:lnTo>
                    <a:pt x="886607" y="3233313"/>
                  </a:lnTo>
                  <a:lnTo>
                    <a:pt x="881134" y="3233313"/>
                  </a:lnTo>
                  <a:lnTo>
                    <a:pt x="881134" y="3249461"/>
                  </a:lnTo>
                  <a:lnTo>
                    <a:pt x="875661" y="3249461"/>
                  </a:lnTo>
                  <a:lnTo>
                    <a:pt x="875661" y="3249461"/>
                  </a:lnTo>
                  <a:lnTo>
                    <a:pt x="870188" y="3249461"/>
                  </a:lnTo>
                  <a:lnTo>
                    <a:pt x="870188" y="3249461"/>
                  </a:lnTo>
                  <a:lnTo>
                    <a:pt x="864715" y="3249461"/>
                  </a:lnTo>
                  <a:lnTo>
                    <a:pt x="864715" y="3249461"/>
                  </a:lnTo>
                  <a:lnTo>
                    <a:pt x="859243" y="3249461"/>
                  </a:lnTo>
                  <a:lnTo>
                    <a:pt x="859243" y="3265585"/>
                  </a:lnTo>
                  <a:lnTo>
                    <a:pt x="853770" y="3265585"/>
                  </a:lnTo>
                  <a:lnTo>
                    <a:pt x="853770" y="3313801"/>
                  </a:lnTo>
                  <a:lnTo>
                    <a:pt x="848297" y="3313801"/>
                  </a:lnTo>
                  <a:lnTo>
                    <a:pt x="848297" y="3313801"/>
                  </a:lnTo>
                  <a:lnTo>
                    <a:pt x="842824" y="3313801"/>
                  </a:lnTo>
                  <a:lnTo>
                    <a:pt x="842824" y="3329818"/>
                  </a:lnTo>
                  <a:lnTo>
                    <a:pt x="837351" y="3329818"/>
                  </a:lnTo>
                  <a:lnTo>
                    <a:pt x="837351" y="3329818"/>
                  </a:lnTo>
                  <a:lnTo>
                    <a:pt x="831878" y="3329818"/>
                  </a:lnTo>
                  <a:lnTo>
                    <a:pt x="831878" y="3345807"/>
                  </a:lnTo>
                  <a:lnTo>
                    <a:pt x="826405" y="3345807"/>
                  </a:lnTo>
                  <a:lnTo>
                    <a:pt x="826405" y="3345807"/>
                  </a:lnTo>
                  <a:lnTo>
                    <a:pt x="820932" y="3345807"/>
                  </a:lnTo>
                  <a:lnTo>
                    <a:pt x="820932" y="3345807"/>
                  </a:lnTo>
                  <a:lnTo>
                    <a:pt x="815459" y="3345807"/>
                  </a:lnTo>
                  <a:lnTo>
                    <a:pt x="815459" y="3345807"/>
                  </a:lnTo>
                  <a:lnTo>
                    <a:pt x="809987" y="3345807"/>
                  </a:lnTo>
                  <a:lnTo>
                    <a:pt x="809987" y="3345807"/>
                  </a:lnTo>
                  <a:lnTo>
                    <a:pt x="804514" y="3345807"/>
                  </a:lnTo>
                  <a:lnTo>
                    <a:pt x="804514" y="3345807"/>
                  </a:lnTo>
                  <a:lnTo>
                    <a:pt x="799041" y="3345807"/>
                  </a:lnTo>
                  <a:lnTo>
                    <a:pt x="799041" y="3345807"/>
                  </a:lnTo>
                  <a:lnTo>
                    <a:pt x="793568" y="3345807"/>
                  </a:lnTo>
                  <a:lnTo>
                    <a:pt x="793568" y="3345807"/>
                  </a:lnTo>
                  <a:lnTo>
                    <a:pt x="788095" y="3345807"/>
                  </a:lnTo>
                  <a:lnTo>
                    <a:pt x="788095" y="3345807"/>
                  </a:lnTo>
                  <a:lnTo>
                    <a:pt x="782622" y="3345807"/>
                  </a:lnTo>
                  <a:lnTo>
                    <a:pt x="782622" y="3345807"/>
                  </a:lnTo>
                  <a:lnTo>
                    <a:pt x="777149" y="3345807"/>
                  </a:lnTo>
                  <a:lnTo>
                    <a:pt x="777149" y="3361740"/>
                  </a:lnTo>
                  <a:lnTo>
                    <a:pt x="771676" y="3361740"/>
                  </a:lnTo>
                  <a:lnTo>
                    <a:pt x="771676" y="3377644"/>
                  </a:lnTo>
                  <a:lnTo>
                    <a:pt x="766203" y="3377644"/>
                  </a:lnTo>
                  <a:lnTo>
                    <a:pt x="766203" y="3377644"/>
                  </a:lnTo>
                  <a:lnTo>
                    <a:pt x="760731" y="3377644"/>
                  </a:lnTo>
                  <a:lnTo>
                    <a:pt x="760731" y="3393516"/>
                  </a:lnTo>
                  <a:lnTo>
                    <a:pt x="755258" y="3393516"/>
                  </a:lnTo>
                  <a:lnTo>
                    <a:pt x="755258" y="3393516"/>
                  </a:lnTo>
                  <a:lnTo>
                    <a:pt x="749785" y="3393516"/>
                  </a:lnTo>
                  <a:lnTo>
                    <a:pt x="749785" y="3409356"/>
                  </a:lnTo>
                  <a:lnTo>
                    <a:pt x="744312" y="3409356"/>
                  </a:lnTo>
                  <a:lnTo>
                    <a:pt x="744312" y="3409356"/>
                  </a:lnTo>
                  <a:lnTo>
                    <a:pt x="738839" y="3409356"/>
                  </a:lnTo>
                  <a:lnTo>
                    <a:pt x="738839" y="3440935"/>
                  </a:lnTo>
                  <a:lnTo>
                    <a:pt x="733366" y="3440935"/>
                  </a:lnTo>
                  <a:lnTo>
                    <a:pt x="733366" y="3440935"/>
                  </a:lnTo>
                  <a:lnTo>
                    <a:pt x="727893" y="3440935"/>
                  </a:lnTo>
                  <a:lnTo>
                    <a:pt x="727893" y="3440935"/>
                  </a:lnTo>
                  <a:lnTo>
                    <a:pt x="722420" y="3440935"/>
                  </a:lnTo>
                  <a:lnTo>
                    <a:pt x="722420" y="3440935"/>
                  </a:lnTo>
                  <a:lnTo>
                    <a:pt x="716947" y="3440935"/>
                  </a:lnTo>
                  <a:lnTo>
                    <a:pt x="716947" y="3440935"/>
                  </a:lnTo>
                  <a:lnTo>
                    <a:pt x="711475" y="3440935"/>
                  </a:lnTo>
                  <a:lnTo>
                    <a:pt x="711475" y="3456663"/>
                  </a:lnTo>
                  <a:lnTo>
                    <a:pt x="706002" y="3456663"/>
                  </a:lnTo>
                  <a:lnTo>
                    <a:pt x="706002" y="3456663"/>
                  </a:lnTo>
                  <a:lnTo>
                    <a:pt x="700529" y="3456663"/>
                  </a:lnTo>
                  <a:lnTo>
                    <a:pt x="700529" y="3456663"/>
                  </a:lnTo>
                  <a:lnTo>
                    <a:pt x="695056" y="3456663"/>
                  </a:lnTo>
                  <a:lnTo>
                    <a:pt x="695056" y="3472347"/>
                  </a:lnTo>
                  <a:lnTo>
                    <a:pt x="689583" y="3472347"/>
                  </a:lnTo>
                  <a:lnTo>
                    <a:pt x="689583" y="3487992"/>
                  </a:lnTo>
                  <a:lnTo>
                    <a:pt x="684110" y="3487992"/>
                  </a:lnTo>
                  <a:lnTo>
                    <a:pt x="684110" y="3503597"/>
                  </a:lnTo>
                  <a:lnTo>
                    <a:pt x="678637" y="3503597"/>
                  </a:lnTo>
                  <a:lnTo>
                    <a:pt x="678637" y="3503597"/>
                  </a:lnTo>
                  <a:lnTo>
                    <a:pt x="673164" y="3503597"/>
                  </a:lnTo>
                  <a:lnTo>
                    <a:pt x="673164" y="3503597"/>
                  </a:lnTo>
                  <a:lnTo>
                    <a:pt x="667692" y="3503597"/>
                  </a:lnTo>
                  <a:lnTo>
                    <a:pt x="667692" y="3534667"/>
                  </a:lnTo>
                  <a:lnTo>
                    <a:pt x="662219" y="3534667"/>
                  </a:lnTo>
                  <a:lnTo>
                    <a:pt x="662219" y="3534667"/>
                  </a:lnTo>
                  <a:lnTo>
                    <a:pt x="656746" y="3534667"/>
                  </a:lnTo>
                  <a:lnTo>
                    <a:pt x="656746" y="3550105"/>
                  </a:lnTo>
                  <a:lnTo>
                    <a:pt x="651273" y="3550105"/>
                  </a:lnTo>
                  <a:lnTo>
                    <a:pt x="651273" y="3550105"/>
                  </a:lnTo>
                  <a:lnTo>
                    <a:pt x="645800" y="3550105"/>
                  </a:lnTo>
                  <a:lnTo>
                    <a:pt x="645800" y="3550105"/>
                  </a:lnTo>
                  <a:lnTo>
                    <a:pt x="640327" y="3550105"/>
                  </a:lnTo>
                  <a:lnTo>
                    <a:pt x="640327" y="3550105"/>
                  </a:lnTo>
                  <a:lnTo>
                    <a:pt x="634854" y="3550105"/>
                  </a:lnTo>
                  <a:lnTo>
                    <a:pt x="634854" y="3550105"/>
                  </a:lnTo>
                  <a:lnTo>
                    <a:pt x="629381" y="3550105"/>
                  </a:lnTo>
                  <a:lnTo>
                    <a:pt x="629381" y="3565473"/>
                  </a:lnTo>
                  <a:lnTo>
                    <a:pt x="623908" y="3565473"/>
                  </a:lnTo>
                  <a:lnTo>
                    <a:pt x="623908" y="3596033"/>
                  </a:lnTo>
                  <a:lnTo>
                    <a:pt x="618436" y="3596033"/>
                  </a:lnTo>
                  <a:lnTo>
                    <a:pt x="618436" y="3596033"/>
                  </a:lnTo>
                  <a:lnTo>
                    <a:pt x="612963" y="3596033"/>
                  </a:lnTo>
                  <a:lnTo>
                    <a:pt x="612963" y="3596033"/>
                  </a:lnTo>
                  <a:lnTo>
                    <a:pt x="607490" y="3596033"/>
                  </a:lnTo>
                  <a:lnTo>
                    <a:pt x="607490" y="3611229"/>
                  </a:lnTo>
                  <a:lnTo>
                    <a:pt x="602017" y="3611229"/>
                  </a:lnTo>
                  <a:lnTo>
                    <a:pt x="602017" y="3611229"/>
                  </a:lnTo>
                  <a:lnTo>
                    <a:pt x="596544" y="3611229"/>
                  </a:lnTo>
                  <a:lnTo>
                    <a:pt x="596544" y="3611229"/>
                  </a:lnTo>
                  <a:lnTo>
                    <a:pt x="591071" y="3611229"/>
                  </a:lnTo>
                  <a:lnTo>
                    <a:pt x="591071" y="3611229"/>
                  </a:lnTo>
                  <a:lnTo>
                    <a:pt x="585598" y="3611229"/>
                  </a:lnTo>
                  <a:lnTo>
                    <a:pt x="585598" y="3611229"/>
                  </a:lnTo>
                  <a:lnTo>
                    <a:pt x="580125" y="3611229"/>
                  </a:lnTo>
                  <a:lnTo>
                    <a:pt x="580125" y="3611229"/>
                  </a:lnTo>
                  <a:lnTo>
                    <a:pt x="574652" y="3611229"/>
                  </a:lnTo>
                  <a:lnTo>
                    <a:pt x="574652" y="3611229"/>
                  </a:lnTo>
                  <a:lnTo>
                    <a:pt x="569180" y="3611229"/>
                  </a:lnTo>
                  <a:lnTo>
                    <a:pt x="569180" y="3611229"/>
                  </a:lnTo>
                  <a:lnTo>
                    <a:pt x="563707" y="3611229"/>
                  </a:lnTo>
                  <a:lnTo>
                    <a:pt x="563707" y="3611229"/>
                  </a:lnTo>
                  <a:lnTo>
                    <a:pt x="558234" y="3611229"/>
                  </a:lnTo>
                  <a:lnTo>
                    <a:pt x="558234" y="3611229"/>
                  </a:lnTo>
                  <a:lnTo>
                    <a:pt x="552761" y="3611229"/>
                  </a:lnTo>
                  <a:lnTo>
                    <a:pt x="552761" y="3611229"/>
                  </a:lnTo>
                  <a:lnTo>
                    <a:pt x="547288" y="3611229"/>
                  </a:lnTo>
                  <a:lnTo>
                    <a:pt x="547288" y="3611229"/>
                  </a:lnTo>
                  <a:lnTo>
                    <a:pt x="541815" y="3611229"/>
                  </a:lnTo>
                  <a:lnTo>
                    <a:pt x="541815" y="3641396"/>
                  </a:lnTo>
                  <a:lnTo>
                    <a:pt x="536342" y="3641396"/>
                  </a:lnTo>
                  <a:lnTo>
                    <a:pt x="536342" y="3641396"/>
                  </a:lnTo>
                  <a:lnTo>
                    <a:pt x="530869" y="3641396"/>
                  </a:lnTo>
                  <a:lnTo>
                    <a:pt x="530869" y="3641396"/>
                  </a:lnTo>
                  <a:lnTo>
                    <a:pt x="525397" y="3641396"/>
                  </a:lnTo>
                  <a:lnTo>
                    <a:pt x="525397" y="3641396"/>
                  </a:lnTo>
                  <a:lnTo>
                    <a:pt x="519924" y="3641396"/>
                  </a:lnTo>
                  <a:lnTo>
                    <a:pt x="519924" y="3641396"/>
                  </a:lnTo>
                  <a:lnTo>
                    <a:pt x="514451" y="3641396"/>
                  </a:lnTo>
                  <a:lnTo>
                    <a:pt x="514451" y="3641396"/>
                  </a:lnTo>
                  <a:lnTo>
                    <a:pt x="508978" y="3641396"/>
                  </a:lnTo>
                  <a:lnTo>
                    <a:pt x="508978" y="3656362"/>
                  </a:lnTo>
                  <a:lnTo>
                    <a:pt x="503505" y="3656362"/>
                  </a:lnTo>
                  <a:lnTo>
                    <a:pt x="503505" y="3656362"/>
                  </a:lnTo>
                  <a:lnTo>
                    <a:pt x="498032" y="3656362"/>
                  </a:lnTo>
                  <a:lnTo>
                    <a:pt x="498032" y="3656362"/>
                  </a:lnTo>
                  <a:lnTo>
                    <a:pt x="492559" y="3656362"/>
                  </a:lnTo>
                  <a:lnTo>
                    <a:pt x="492559" y="3656362"/>
                  </a:lnTo>
                  <a:lnTo>
                    <a:pt x="487086" y="3656362"/>
                  </a:lnTo>
                  <a:lnTo>
                    <a:pt x="487086" y="3671245"/>
                  </a:lnTo>
                  <a:lnTo>
                    <a:pt x="481613" y="3671245"/>
                  </a:lnTo>
                  <a:lnTo>
                    <a:pt x="481613" y="3671245"/>
                  </a:lnTo>
                  <a:lnTo>
                    <a:pt x="476141" y="3671245"/>
                  </a:lnTo>
                  <a:lnTo>
                    <a:pt x="476141" y="3671245"/>
                  </a:lnTo>
                  <a:lnTo>
                    <a:pt x="470668" y="3671245"/>
                  </a:lnTo>
                  <a:lnTo>
                    <a:pt x="470668" y="3671245"/>
                  </a:lnTo>
                  <a:lnTo>
                    <a:pt x="465195" y="3671245"/>
                  </a:lnTo>
                  <a:lnTo>
                    <a:pt x="465195" y="3671245"/>
                  </a:lnTo>
                  <a:lnTo>
                    <a:pt x="459722" y="3671245"/>
                  </a:lnTo>
                  <a:lnTo>
                    <a:pt x="459722" y="3671245"/>
                  </a:lnTo>
                  <a:lnTo>
                    <a:pt x="454249" y="3671245"/>
                  </a:lnTo>
                  <a:lnTo>
                    <a:pt x="454249" y="3671245"/>
                  </a:lnTo>
                  <a:lnTo>
                    <a:pt x="448776" y="3671245"/>
                  </a:lnTo>
                  <a:lnTo>
                    <a:pt x="448776" y="3671245"/>
                  </a:lnTo>
                  <a:lnTo>
                    <a:pt x="443303" y="3671245"/>
                  </a:lnTo>
                  <a:lnTo>
                    <a:pt x="443303" y="3671245"/>
                  </a:lnTo>
                  <a:lnTo>
                    <a:pt x="437830" y="3671245"/>
                  </a:lnTo>
                  <a:lnTo>
                    <a:pt x="437830" y="3671245"/>
                  </a:lnTo>
                  <a:lnTo>
                    <a:pt x="432357" y="3671245"/>
                  </a:lnTo>
                  <a:lnTo>
                    <a:pt x="432357" y="3671245"/>
                  </a:lnTo>
                  <a:lnTo>
                    <a:pt x="426885" y="3671245"/>
                  </a:lnTo>
                  <a:lnTo>
                    <a:pt x="426885" y="3671245"/>
                  </a:lnTo>
                  <a:lnTo>
                    <a:pt x="421412" y="3671245"/>
                  </a:lnTo>
                  <a:lnTo>
                    <a:pt x="421412" y="3671245"/>
                  </a:lnTo>
                  <a:lnTo>
                    <a:pt x="415939" y="3671245"/>
                  </a:lnTo>
                  <a:lnTo>
                    <a:pt x="415939" y="3671245"/>
                  </a:lnTo>
                  <a:lnTo>
                    <a:pt x="410466" y="3671245"/>
                  </a:lnTo>
                  <a:lnTo>
                    <a:pt x="410466" y="3671245"/>
                  </a:lnTo>
                  <a:lnTo>
                    <a:pt x="404993" y="3671245"/>
                  </a:lnTo>
                  <a:lnTo>
                    <a:pt x="404993" y="3671245"/>
                  </a:lnTo>
                  <a:lnTo>
                    <a:pt x="399520" y="3671245"/>
                  </a:lnTo>
                  <a:lnTo>
                    <a:pt x="399520" y="3671245"/>
                  </a:lnTo>
                  <a:lnTo>
                    <a:pt x="394047" y="3671245"/>
                  </a:lnTo>
                  <a:lnTo>
                    <a:pt x="394047" y="3744435"/>
                  </a:lnTo>
                  <a:lnTo>
                    <a:pt x="388574" y="3744435"/>
                  </a:lnTo>
                  <a:lnTo>
                    <a:pt x="388574" y="3744435"/>
                  </a:lnTo>
                  <a:lnTo>
                    <a:pt x="383101" y="3744435"/>
                  </a:lnTo>
                  <a:lnTo>
                    <a:pt x="383101" y="3744435"/>
                  </a:lnTo>
                  <a:lnTo>
                    <a:pt x="377629" y="3744435"/>
                  </a:lnTo>
                  <a:lnTo>
                    <a:pt x="377629" y="3758812"/>
                  </a:lnTo>
                  <a:lnTo>
                    <a:pt x="372156" y="3758812"/>
                  </a:lnTo>
                  <a:lnTo>
                    <a:pt x="372156" y="3758812"/>
                  </a:lnTo>
                  <a:lnTo>
                    <a:pt x="366683" y="3758812"/>
                  </a:lnTo>
                  <a:lnTo>
                    <a:pt x="366683" y="3758812"/>
                  </a:lnTo>
                  <a:lnTo>
                    <a:pt x="361210" y="3758812"/>
                  </a:lnTo>
                  <a:lnTo>
                    <a:pt x="361210" y="3758812"/>
                  </a:lnTo>
                  <a:lnTo>
                    <a:pt x="355737" y="3758812"/>
                  </a:lnTo>
                  <a:lnTo>
                    <a:pt x="355737" y="3773097"/>
                  </a:lnTo>
                  <a:lnTo>
                    <a:pt x="350264" y="3773097"/>
                  </a:lnTo>
                  <a:lnTo>
                    <a:pt x="350264" y="3773097"/>
                  </a:lnTo>
                  <a:lnTo>
                    <a:pt x="344791" y="3773097"/>
                  </a:lnTo>
                  <a:lnTo>
                    <a:pt x="344791" y="3773097"/>
                  </a:lnTo>
                  <a:lnTo>
                    <a:pt x="339318" y="3773097"/>
                  </a:lnTo>
                  <a:lnTo>
                    <a:pt x="339318" y="3773097"/>
                  </a:lnTo>
                  <a:lnTo>
                    <a:pt x="333846" y="3773097"/>
                  </a:lnTo>
                  <a:lnTo>
                    <a:pt x="333846" y="3787275"/>
                  </a:lnTo>
                  <a:lnTo>
                    <a:pt x="328373" y="3787275"/>
                  </a:lnTo>
                  <a:lnTo>
                    <a:pt x="328373" y="3787275"/>
                  </a:lnTo>
                  <a:lnTo>
                    <a:pt x="322900" y="3787275"/>
                  </a:lnTo>
                  <a:lnTo>
                    <a:pt x="322900" y="3801339"/>
                  </a:lnTo>
                  <a:lnTo>
                    <a:pt x="317427" y="3801339"/>
                  </a:lnTo>
                  <a:lnTo>
                    <a:pt x="317427" y="3829099"/>
                  </a:lnTo>
                  <a:lnTo>
                    <a:pt x="311954" y="3829099"/>
                  </a:lnTo>
                  <a:lnTo>
                    <a:pt x="311954" y="3829099"/>
                  </a:lnTo>
                  <a:lnTo>
                    <a:pt x="306481" y="3829099"/>
                  </a:lnTo>
                  <a:lnTo>
                    <a:pt x="306481" y="3829099"/>
                  </a:lnTo>
                  <a:lnTo>
                    <a:pt x="301008" y="3829099"/>
                  </a:lnTo>
                  <a:lnTo>
                    <a:pt x="301008" y="3829099"/>
                  </a:lnTo>
                  <a:lnTo>
                    <a:pt x="295535" y="3829099"/>
                  </a:lnTo>
                  <a:lnTo>
                    <a:pt x="295535" y="3829099"/>
                  </a:lnTo>
                  <a:lnTo>
                    <a:pt x="290062" y="3829099"/>
                  </a:lnTo>
                  <a:lnTo>
                    <a:pt x="290062" y="3842774"/>
                  </a:lnTo>
                  <a:lnTo>
                    <a:pt x="284590" y="3842774"/>
                  </a:lnTo>
                  <a:lnTo>
                    <a:pt x="284590" y="3842774"/>
                  </a:lnTo>
                  <a:lnTo>
                    <a:pt x="279117" y="3842774"/>
                  </a:lnTo>
                  <a:lnTo>
                    <a:pt x="279117" y="3842774"/>
                  </a:lnTo>
                  <a:lnTo>
                    <a:pt x="273644" y="3842774"/>
                  </a:lnTo>
                  <a:lnTo>
                    <a:pt x="273644" y="3842774"/>
                  </a:lnTo>
                  <a:lnTo>
                    <a:pt x="268171" y="3842774"/>
                  </a:lnTo>
                  <a:lnTo>
                    <a:pt x="268171" y="3842774"/>
                  </a:lnTo>
                  <a:lnTo>
                    <a:pt x="262698" y="3842774"/>
                  </a:lnTo>
                  <a:lnTo>
                    <a:pt x="262698" y="3842774"/>
                  </a:lnTo>
                  <a:lnTo>
                    <a:pt x="257225" y="3842774"/>
                  </a:lnTo>
                  <a:lnTo>
                    <a:pt x="257225" y="3842774"/>
                  </a:lnTo>
                  <a:lnTo>
                    <a:pt x="251752" y="3842774"/>
                  </a:lnTo>
                  <a:lnTo>
                    <a:pt x="251752" y="3842774"/>
                  </a:lnTo>
                  <a:lnTo>
                    <a:pt x="246279" y="3842774"/>
                  </a:lnTo>
                  <a:lnTo>
                    <a:pt x="246279" y="3842774"/>
                  </a:lnTo>
                  <a:lnTo>
                    <a:pt x="240806" y="3842774"/>
                  </a:lnTo>
                  <a:lnTo>
                    <a:pt x="240806" y="3856254"/>
                  </a:lnTo>
                  <a:lnTo>
                    <a:pt x="235334" y="3856254"/>
                  </a:lnTo>
                  <a:lnTo>
                    <a:pt x="235334" y="3869570"/>
                  </a:lnTo>
                  <a:lnTo>
                    <a:pt x="229861" y="3869570"/>
                  </a:lnTo>
                  <a:lnTo>
                    <a:pt x="229861" y="3869570"/>
                  </a:lnTo>
                  <a:lnTo>
                    <a:pt x="224388" y="3869570"/>
                  </a:lnTo>
                  <a:lnTo>
                    <a:pt x="224388" y="3882699"/>
                  </a:lnTo>
                  <a:lnTo>
                    <a:pt x="218915" y="3882699"/>
                  </a:lnTo>
                  <a:lnTo>
                    <a:pt x="218915" y="3882699"/>
                  </a:lnTo>
                  <a:lnTo>
                    <a:pt x="213442" y="3882699"/>
                  </a:lnTo>
                  <a:lnTo>
                    <a:pt x="213442" y="3882699"/>
                  </a:lnTo>
                  <a:lnTo>
                    <a:pt x="207969" y="3882699"/>
                  </a:lnTo>
                  <a:lnTo>
                    <a:pt x="207969" y="3882699"/>
                  </a:lnTo>
                  <a:lnTo>
                    <a:pt x="202496" y="3882699"/>
                  </a:lnTo>
                  <a:lnTo>
                    <a:pt x="202496" y="3882699"/>
                  </a:lnTo>
                  <a:lnTo>
                    <a:pt x="197023" y="3882699"/>
                  </a:lnTo>
                  <a:lnTo>
                    <a:pt x="197023" y="3895623"/>
                  </a:lnTo>
                  <a:lnTo>
                    <a:pt x="191550" y="3895623"/>
                  </a:lnTo>
                  <a:lnTo>
                    <a:pt x="191550" y="3908312"/>
                  </a:lnTo>
                  <a:lnTo>
                    <a:pt x="186078" y="3908312"/>
                  </a:lnTo>
                  <a:lnTo>
                    <a:pt x="186078" y="3908312"/>
                  </a:lnTo>
                  <a:lnTo>
                    <a:pt x="180605" y="3908312"/>
                  </a:lnTo>
                  <a:lnTo>
                    <a:pt x="180605" y="3908312"/>
                  </a:lnTo>
                  <a:lnTo>
                    <a:pt x="175132" y="3908312"/>
                  </a:lnTo>
                  <a:lnTo>
                    <a:pt x="175132" y="3908312"/>
                  </a:lnTo>
                  <a:lnTo>
                    <a:pt x="169659" y="3908312"/>
                  </a:lnTo>
                  <a:lnTo>
                    <a:pt x="169659" y="3908312"/>
                  </a:lnTo>
                  <a:lnTo>
                    <a:pt x="164186" y="3908312"/>
                  </a:lnTo>
                  <a:lnTo>
                    <a:pt x="164186" y="3920697"/>
                  </a:lnTo>
                  <a:lnTo>
                    <a:pt x="158713" y="3920697"/>
                  </a:lnTo>
                  <a:lnTo>
                    <a:pt x="158713" y="3920697"/>
                  </a:lnTo>
                  <a:lnTo>
                    <a:pt x="153240" y="3920697"/>
                  </a:lnTo>
                  <a:lnTo>
                    <a:pt x="153240" y="3932780"/>
                  </a:lnTo>
                  <a:lnTo>
                    <a:pt x="147767" y="3932780"/>
                  </a:lnTo>
                  <a:lnTo>
                    <a:pt x="147767" y="3932780"/>
                  </a:lnTo>
                  <a:lnTo>
                    <a:pt x="142295" y="3932780"/>
                  </a:lnTo>
                  <a:lnTo>
                    <a:pt x="142295" y="3932780"/>
                  </a:lnTo>
                  <a:lnTo>
                    <a:pt x="136822" y="3932780"/>
                  </a:lnTo>
                  <a:lnTo>
                    <a:pt x="136822" y="3932780"/>
                  </a:lnTo>
                  <a:lnTo>
                    <a:pt x="131349" y="3932780"/>
                  </a:lnTo>
                  <a:lnTo>
                    <a:pt x="131349" y="3932780"/>
                  </a:lnTo>
                  <a:lnTo>
                    <a:pt x="125876" y="3932780"/>
                  </a:lnTo>
                  <a:lnTo>
                    <a:pt x="125876" y="3944499"/>
                  </a:lnTo>
                  <a:lnTo>
                    <a:pt x="120403" y="3944499"/>
                  </a:lnTo>
                  <a:lnTo>
                    <a:pt x="120403" y="3955792"/>
                  </a:lnTo>
                  <a:lnTo>
                    <a:pt x="114930" y="3955792"/>
                  </a:lnTo>
                  <a:lnTo>
                    <a:pt x="114930" y="3955792"/>
                  </a:lnTo>
                  <a:lnTo>
                    <a:pt x="109457" y="3955792"/>
                  </a:lnTo>
                  <a:lnTo>
                    <a:pt x="109457" y="3955792"/>
                  </a:lnTo>
                  <a:lnTo>
                    <a:pt x="103984" y="3955792"/>
                  </a:lnTo>
                  <a:lnTo>
                    <a:pt x="103984" y="3955792"/>
                  </a:lnTo>
                  <a:lnTo>
                    <a:pt x="98511" y="3955792"/>
                  </a:lnTo>
                  <a:lnTo>
                    <a:pt x="98511" y="3955792"/>
                  </a:lnTo>
                  <a:lnTo>
                    <a:pt x="93039" y="3955792"/>
                  </a:lnTo>
                  <a:lnTo>
                    <a:pt x="93039" y="3955792"/>
                  </a:lnTo>
                  <a:lnTo>
                    <a:pt x="87566" y="3955792"/>
                  </a:lnTo>
                  <a:lnTo>
                    <a:pt x="87566" y="3966546"/>
                  </a:lnTo>
                  <a:lnTo>
                    <a:pt x="82093" y="3966546"/>
                  </a:lnTo>
                  <a:lnTo>
                    <a:pt x="82093" y="3966546"/>
                  </a:lnTo>
                  <a:lnTo>
                    <a:pt x="76620" y="3966546"/>
                  </a:lnTo>
                  <a:lnTo>
                    <a:pt x="76620" y="3966546"/>
                  </a:lnTo>
                  <a:lnTo>
                    <a:pt x="71147" y="3966546"/>
                  </a:lnTo>
                  <a:lnTo>
                    <a:pt x="71147" y="3966546"/>
                  </a:lnTo>
                  <a:lnTo>
                    <a:pt x="65674" y="3966546"/>
                  </a:lnTo>
                  <a:lnTo>
                    <a:pt x="65674" y="3966546"/>
                  </a:lnTo>
                  <a:lnTo>
                    <a:pt x="60201" y="3966546"/>
                  </a:lnTo>
                  <a:lnTo>
                    <a:pt x="60201" y="3966546"/>
                  </a:lnTo>
                  <a:lnTo>
                    <a:pt x="54728" y="3966546"/>
                  </a:lnTo>
                  <a:lnTo>
                    <a:pt x="54728" y="3966546"/>
                  </a:lnTo>
                  <a:lnTo>
                    <a:pt x="49255" y="3966546"/>
                  </a:lnTo>
                  <a:lnTo>
                    <a:pt x="49255" y="3993696"/>
                  </a:lnTo>
                  <a:lnTo>
                    <a:pt x="43783" y="3993696"/>
                  </a:lnTo>
                  <a:lnTo>
                    <a:pt x="43783" y="3993696"/>
                  </a:lnTo>
                  <a:lnTo>
                    <a:pt x="38310" y="3993696"/>
                  </a:lnTo>
                  <a:lnTo>
                    <a:pt x="38310" y="3993696"/>
                  </a:lnTo>
                  <a:lnTo>
                    <a:pt x="32837" y="3993696"/>
                  </a:lnTo>
                  <a:lnTo>
                    <a:pt x="32837" y="3993696"/>
                  </a:lnTo>
                  <a:lnTo>
                    <a:pt x="27364" y="3993696"/>
                  </a:lnTo>
                  <a:lnTo>
                    <a:pt x="27364" y="3993696"/>
                  </a:lnTo>
                  <a:lnTo>
                    <a:pt x="21891" y="3993696"/>
                  </a:lnTo>
                  <a:lnTo>
                    <a:pt x="21891" y="3993696"/>
                  </a:lnTo>
                  <a:lnTo>
                    <a:pt x="16418" y="3993696"/>
                  </a:lnTo>
                  <a:lnTo>
                    <a:pt x="16418" y="3993696"/>
                  </a:lnTo>
                  <a:lnTo>
                    <a:pt x="10945" y="3993696"/>
                  </a:lnTo>
                  <a:lnTo>
                    <a:pt x="10945" y="3993696"/>
                  </a:lnTo>
                  <a:lnTo>
                    <a:pt x="5472" y="3993696"/>
                  </a:lnTo>
                  <a:lnTo>
                    <a:pt x="5472" y="3993696"/>
                  </a:lnTo>
                  <a:lnTo>
                    <a:pt x="0" y="399369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1009709" y="2506398"/>
              <a:ext cx="9922341" cy="3587480"/>
            </a:xfrm>
            <a:custGeom>
              <a:avLst/>
              <a:pathLst>
                <a:path w="9922341" h="3587480">
                  <a:moveTo>
                    <a:pt x="0" y="3369938"/>
                  </a:moveTo>
                  <a:lnTo>
                    <a:pt x="5472" y="3369938"/>
                  </a:lnTo>
                  <a:lnTo>
                    <a:pt x="10945" y="3369938"/>
                  </a:lnTo>
                  <a:lnTo>
                    <a:pt x="16418" y="3369938"/>
                  </a:lnTo>
                  <a:lnTo>
                    <a:pt x="21891" y="3369938"/>
                  </a:lnTo>
                  <a:lnTo>
                    <a:pt x="27364" y="3369938"/>
                  </a:lnTo>
                  <a:lnTo>
                    <a:pt x="32837" y="3369938"/>
                  </a:lnTo>
                  <a:lnTo>
                    <a:pt x="38310" y="3369938"/>
                  </a:lnTo>
                  <a:lnTo>
                    <a:pt x="43783" y="3369938"/>
                  </a:lnTo>
                  <a:lnTo>
                    <a:pt x="49255" y="3369938"/>
                  </a:lnTo>
                  <a:lnTo>
                    <a:pt x="54728" y="3369938"/>
                  </a:lnTo>
                  <a:lnTo>
                    <a:pt x="60201" y="3369938"/>
                  </a:lnTo>
                  <a:lnTo>
                    <a:pt x="65674" y="3369938"/>
                  </a:lnTo>
                  <a:lnTo>
                    <a:pt x="71147" y="3369938"/>
                  </a:lnTo>
                  <a:lnTo>
                    <a:pt x="76620" y="3369938"/>
                  </a:lnTo>
                  <a:lnTo>
                    <a:pt x="82093" y="3369938"/>
                  </a:lnTo>
                  <a:lnTo>
                    <a:pt x="87566" y="3369938"/>
                  </a:lnTo>
                  <a:lnTo>
                    <a:pt x="93039" y="3369938"/>
                  </a:lnTo>
                  <a:lnTo>
                    <a:pt x="98511" y="3369938"/>
                  </a:lnTo>
                  <a:lnTo>
                    <a:pt x="103984" y="3369938"/>
                  </a:lnTo>
                  <a:lnTo>
                    <a:pt x="109457" y="3369938"/>
                  </a:lnTo>
                  <a:lnTo>
                    <a:pt x="114930" y="3369938"/>
                  </a:lnTo>
                  <a:lnTo>
                    <a:pt x="120403" y="3369938"/>
                  </a:lnTo>
                  <a:lnTo>
                    <a:pt x="125876" y="3369938"/>
                  </a:lnTo>
                  <a:lnTo>
                    <a:pt x="131349" y="3369938"/>
                  </a:lnTo>
                  <a:lnTo>
                    <a:pt x="136822" y="3369938"/>
                  </a:lnTo>
                  <a:lnTo>
                    <a:pt x="142295" y="3369938"/>
                  </a:lnTo>
                  <a:lnTo>
                    <a:pt x="147767" y="3369938"/>
                  </a:lnTo>
                  <a:lnTo>
                    <a:pt x="147767" y="3310193"/>
                  </a:lnTo>
                  <a:lnTo>
                    <a:pt x="153240" y="3310193"/>
                  </a:lnTo>
                  <a:lnTo>
                    <a:pt x="158713" y="3310193"/>
                  </a:lnTo>
                  <a:lnTo>
                    <a:pt x="164186" y="3310193"/>
                  </a:lnTo>
                  <a:lnTo>
                    <a:pt x="164186" y="3249244"/>
                  </a:lnTo>
                  <a:lnTo>
                    <a:pt x="169659" y="3249244"/>
                  </a:lnTo>
                  <a:lnTo>
                    <a:pt x="175132" y="3249244"/>
                  </a:lnTo>
                  <a:lnTo>
                    <a:pt x="180605" y="3249244"/>
                  </a:lnTo>
                  <a:lnTo>
                    <a:pt x="186078" y="3249244"/>
                  </a:lnTo>
                  <a:lnTo>
                    <a:pt x="191550" y="3249244"/>
                  </a:lnTo>
                  <a:lnTo>
                    <a:pt x="197023" y="3249244"/>
                  </a:lnTo>
                  <a:lnTo>
                    <a:pt x="202496" y="3249244"/>
                  </a:lnTo>
                  <a:lnTo>
                    <a:pt x="207969" y="3249244"/>
                  </a:lnTo>
                  <a:lnTo>
                    <a:pt x="213442" y="3249244"/>
                  </a:lnTo>
                  <a:lnTo>
                    <a:pt x="218915" y="3249244"/>
                  </a:lnTo>
                  <a:lnTo>
                    <a:pt x="224388" y="3249244"/>
                  </a:lnTo>
                  <a:lnTo>
                    <a:pt x="229861" y="3249244"/>
                  </a:lnTo>
                  <a:lnTo>
                    <a:pt x="235334" y="3249244"/>
                  </a:lnTo>
                  <a:lnTo>
                    <a:pt x="240806" y="3249244"/>
                  </a:lnTo>
                  <a:lnTo>
                    <a:pt x="240806" y="3189745"/>
                  </a:lnTo>
                  <a:lnTo>
                    <a:pt x="246279" y="3189745"/>
                  </a:lnTo>
                  <a:lnTo>
                    <a:pt x="251752" y="3189745"/>
                  </a:lnTo>
                  <a:lnTo>
                    <a:pt x="257225" y="3189745"/>
                  </a:lnTo>
                  <a:lnTo>
                    <a:pt x="262698" y="3189745"/>
                  </a:lnTo>
                  <a:lnTo>
                    <a:pt x="268171" y="3189745"/>
                  </a:lnTo>
                  <a:lnTo>
                    <a:pt x="273644" y="3189745"/>
                  </a:lnTo>
                  <a:lnTo>
                    <a:pt x="279117" y="3189745"/>
                  </a:lnTo>
                  <a:lnTo>
                    <a:pt x="284590" y="3189745"/>
                  </a:lnTo>
                  <a:lnTo>
                    <a:pt x="290062" y="3189745"/>
                  </a:lnTo>
                  <a:lnTo>
                    <a:pt x="295535" y="3189745"/>
                  </a:lnTo>
                  <a:lnTo>
                    <a:pt x="301008" y="3189745"/>
                  </a:lnTo>
                  <a:lnTo>
                    <a:pt x="306481" y="3189745"/>
                  </a:lnTo>
                  <a:lnTo>
                    <a:pt x="311954" y="3189745"/>
                  </a:lnTo>
                  <a:lnTo>
                    <a:pt x="317427" y="3189745"/>
                  </a:lnTo>
                  <a:lnTo>
                    <a:pt x="322900" y="3189745"/>
                  </a:lnTo>
                  <a:lnTo>
                    <a:pt x="328373" y="3189745"/>
                  </a:lnTo>
                  <a:lnTo>
                    <a:pt x="333846" y="3189745"/>
                  </a:lnTo>
                  <a:lnTo>
                    <a:pt x="339318" y="3189745"/>
                  </a:lnTo>
                  <a:lnTo>
                    <a:pt x="344791" y="3189745"/>
                  </a:lnTo>
                  <a:lnTo>
                    <a:pt x="350264" y="3189745"/>
                  </a:lnTo>
                  <a:lnTo>
                    <a:pt x="355737" y="3189745"/>
                  </a:lnTo>
                  <a:lnTo>
                    <a:pt x="361210" y="3189745"/>
                  </a:lnTo>
                  <a:lnTo>
                    <a:pt x="366683" y="3189745"/>
                  </a:lnTo>
                  <a:lnTo>
                    <a:pt x="372156" y="3189745"/>
                  </a:lnTo>
                  <a:lnTo>
                    <a:pt x="377629" y="3189745"/>
                  </a:lnTo>
                  <a:lnTo>
                    <a:pt x="383101" y="3189745"/>
                  </a:lnTo>
                  <a:lnTo>
                    <a:pt x="388574" y="3189745"/>
                  </a:lnTo>
                  <a:lnTo>
                    <a:pt x="394047" y="3189745"/>
                  </a:lnTo>
                  <a:lnTo>
                    <a:pt x="399520" y="3189745"/>
                  </a:lnTo>
                  <a:lnTo>
                    <a:pt x="404993" y="3189745"/>
                  </a:lnTo>
                  <a:lnTo>
                    <a:pt x="410466" y="3189745"/>
                  </a:lnTo>
                  <a:lnTo>
                    <a:pt x="415939" y="3189745"/>
                  </a:lnTo>
                  <a:lnTo>
                    <a:pt x="421412" y="3189745"/>
                  </a:lnTo>
                  <a:lnTo>
                    <a:pt x="426885" y="3189745"/>
                  </a:lnTo>
                  <a:lnTo>
                    <a:pt x="432357" y="3189745"/>
                  </a:lnTo>
                  <a:lnTo>
                    <a:pt x="437830" y="3189745"/>
                  </a:lnTo>
                  <a:lnTo>
                    <a:pt x="443303" y="3189745"/>
                  </a:lnTo>
                  <a:lnTo>
                    <a:pt x="448776" y="3189745"/>
                  </a:lnTo>
                  <a:lnTo>
                    <a:pt x="454249" y="3189745"/>
                  </a:lnTo>
                  <a:lnTo>
                    <a:pt x="459722" y="3189745"/>
                  </a:lnTo>
                  <a:lnTo>
                    <a:pt x="465195" y="3189745"/>
                  </a:lnTo>
                  <a:lnTo>
                    <a:pt x="470668" y="3189745"/>
                  </a:lnTo>
                  <a:lnTo>
                    <a:pt x="476141" y="3189745"/>
                  </a:lnTo>
                  <a:lnTo>
                    <a:pt x="481613" y="3189745"/>
                  </a:lnTo>
                  <a:lnTo>
                    <a:pt x="487086" y="3189745"/>
                  </a:lnTo>
                  <a:lnTo>
                    <a:pt x="492559" y="3189745"/>
                  </a:lnTo>
                  <a:lnTo>
                    <a:pt x="498032" y="3189745"/>
                  </a:lnTo>
                  <a:lnTo>
                    <a:pt x="503505" y="3189745"/>
                  </a:lnTo>
                  <a:lnTo>
                    <a:pt x="508978" y="3189745"/>
                  </a:lnTo>
                  <a:lnTo>
                    <a:pt x="514451" y="3189745"/>
                  </a:lnTo>
                  <a:lnTo>
                    <a:pt x="519924" y="3189745"/>
                  </a:lnTo>
                  <a:lnTo>
                    <a:pt x="525397" y="3189745"/>
                  </a:lnTo>
                  <a:lnTo>
                    <a:pt x="530869" y="3189745"/>
                  </a:lnTo>
                  <a:lnTo>
                    <a:pt x="536342" y="3189745"/>
                  </a:lnTo>
                  <a:lnTo>
                    <a:pt x="541815" y="3189745"/>
                  </a:lnTo>
                  <a:lnTo>
                    <a:pt x="547288" y="3189745"/>
                  </a:lnTo>
                  <a:lnTo>
                    <a:pt x="552761" y="3189745"/>
                  </a:lnTo>
                  <a:lnTo>
                    <a:pt x="558234" y="3189745"/>
                  </a:lnTo>
                  <a:lnTo>
                    <a:pt x="563707" y="3189745"/>
                  </a:lnTo>
                  <a:lnTo>
                    <a:pt x="569180" y="3189745"/>
                  </a:lnTo>
                  <a:lnTo>
                    <a:pt x="569180" y="3128936"/>
                  </a:lnTo>
                  <a:lnTo>
                    <a:pt x="574652" y="3128936"/>
                  </a:lnTo>
                  <a:lnTo>
                    <a:pt x="580125" y="3128936"/>
                  </a:lnTo>
                  <a:lnTo>
                    <a:pt x="585598" y="3128936"/>
                  </a:lnTo>
                  <a:lnTo>
                    <a:pt x="591071" y="3128936"/>
                  </a:lnTo>
                  <a:lnTo>
                    <a:pt x="596544" y="3128936"/>
                  </a:lnTo>
                  <a:lnTo>
                    <a:pt x="602017" y="3128936"/>
                  </a:lnTo>
                  <a:lnTo>
                    <a:pt x="607490" y="3128936"/>
                  </a:lnTo>
                  <a:lnTo>
                    <a:pt x="612963" y="3128936"/>
                  </a:lnTo>
                  <a:lnTo>
                    <a:pt x="618436" y="3128936"/>
                  </a:lnTo>
                  <a:lnTo>
                    <a:pt x="623908" y="3128936"/>
                  </a:lnTo>
                  <a:lnTo>
                    <a:pt x="623908" y="3011691"/>
                  </a:lnTo>
                  <a:lnTo>
                    <a:pt x="629381" y="3011691"/>
                  </a:lnTo>
                  <a:lnTo>
                    <a:pt x="634854" y="3011691"/>
                  </a:lnTo>
                  <a:lnTo>
                    <a:pt x="640327" y="3011691"/>
                  </a:lnTo>
                  <a:lnTo>
                    <a:pt x="645800" y="3011691"/>
                  </a:lnTo>
                  <a:lnTo>
                    <a:pt x="651273" y="3011691"/>
                  </a:lnTo>
                  <a:lnTo>
                    <a:pt x="656746" y="3011691"/>
                  </a:lnTo>
                  <a:lnTo>
                    <a:pt x="662219" y="3011691"/>
                  </a:lnTo>
                  <a:lnTo>
                    <a:pt x="667692" y="3011691"/>
                  </a:lnTo>
                  <a:lnTo>
                    <a:pt x="673164" y="3011691"/>
                  </a:lnTo>
                  <a:lnTo>
                    <a:pt x="678637" y="3011691"/>
                  </a:lnTo>
                  <a:lnTo>
                    <a:pt x="684110" y="3011691"/>
                  </a:lnTo>
                  <a:lnTo>
                    <a:pt x="689583" y="3011691"/>
                  </a:lnTo>
                  <a:lnTo>
                    <a:pt x="695056" y="3011691"/>
                  </a:lnTo>
                  <a:lnTo>
                    <a:pt x="700529" y="3011691"/>
                  </a:lnTo>
                  <a:lnTo>
                    <a:pt x="706002" y="3011691"/>
                  </a:lnTo>
                  <a:lnTo>
                    <a:pt x="711475" y="3011691"/>
                  </a:lnTo>
                  <a:lnTo>
                    <a:pt x="716947" y="3011691"/>
                  </a:lnTo>
                  <a:lnTo>
                    <a:pt x="722420" y="3011691"/>
                  </a:lnTo>
                  <a:lnTo>
                    <a:pt x="727893" y="3011691"/>
                  </a:lnTo>
                  <a:lnTo>
                    <a:pt x="733366" y="3011691"/>
                  </a:lnTo>
                  <a:lnTo>
                    <a:pt x="738839" y="3011691"/>
                  </a:lnTo>
                  <a:lnTo>
                    <a:pt x="738839" y="2954397"/>
                  </a:lnTo>
                  <a:lnTo>
                    <a:pt x="744312" y="2954397"/>
                  </a:lnTo>
                  <a:lnTo>
                    <a:pt x="749785" y="2954397"/>
                  </a:lnTo>
                  <a:lnTo>
                    <a:pt x="755258" y="2954397"/>
                  </a:lnTo>
                  <a:lnTo>
                    <a:pt x="760731" y="2954397"/>
                  </a:lnTo>
                  <a:lnTo>
                    <a:pt x="766203" y="2954397"/>
                  </a:lnTo>
                  <a:lnTo>
                    <a:pt x="771676" y="2954397"/>
                  </a:lnTo>
                  <a:lnTo>
                    <a:pt x="777149" y="2954397"/>
                  </a:lnTo>
                  <a:lnTo>
                    <a:pt x="777149" y="2897637"/>
                  </a:lnTo>
                  <a:lnTo>
                    <a:pt x="782622" y="2897637"/>
                  </a:lnTo>
                  <a:lnTo>
                    <a:pt x="788095" y="2897637"/>
                  </a:lnTo>
                  <a:lnTo>
                    <a:pt x="793568" y="2897637"/>
                  </a:lnTo>
                  <a:lnTo>
                    <a:pt x="793568" y="2841637"/>
                  </a:lnTo>
                  <a:lnTo>
                    <a:pt x="799041" y="2841637"/>
                  </a:lnTo>
                  <a:lnTo>
                    <a:pt x="804514" y="2841637"/>
                  </a:lnTo>
                  <a:lnTo>
                    <a:pt x="809987" y="2841637"/>
                  </a:lnTo>
                  <a:lnTo>
                    <a:pt x="815459" y="2841637"/>
                  </a:lnTo>
                  <a:lnTo>
                    <a:pt x="820932" y="2841637"/>
                  </a:lnTo>
                  <a:lnTo>
                    <a:pt x="826405" y="2841637"/>
                  </a:lnTo>
                  <a:lnTo>
                    <a:pt x="831878" y="2841637"/>
                  </a:lnTo>
                  <a:lnTo>
                    <a:pt x="837351" y="2841637"/>
                  </a:lnTo>
                  <a:lnTo>
                    <a:pt x="842824" y="2841637"/>
                  </a:lnTo>
                  <a:lnTo>
                    <a:pt x="848297" y="2841637"/>
                  </a:lnTo>
                  <a:lnTo>
                    <a:pt x="853770" y="2841637"/>
                  </a:lnTo>
                  <a:lnTo>
                    <a:pt x="859243" y="2841637"/>
                  </a:lnTo>
                  <a:lnTo>
                    <a:pt x="864715" y="2841637"/>
                  </a:lnTo>
                  <a:lnTo>
                    <a:pt x="870188" y="2841637"/>
                  </a:lnTo>
                  <a:lnTo>
                    <a:pt x="875661" y="2841637"/>
                  </a:lnTo>
                  <a:lnTo>
                    <a:pt x="881134" y="2841637"/>
                  </a:lnTo>
                  <a:lnTo>
                    <a:pt x="886607" y="2841637"/>
                  </a:lnTo>
                  <a:lnTo>
                    <a:pt x="892080" y="2841637"/>
                  </a:lnTo>
                  <a:lnTo>
                    <a:pt x="897553" y="2841637"/>
                  </a:lnTo>
                  <a:lnTo>
                    <a:pt x="903026" y="2841637"/>
                  </a:lnTo>
                  <a:lnTo>
                    <a:pt x="908498" y="2841637"/>
                  </a:lnTo>
                  <a:lnTo>
                    <a:pt x="913971" y="2841637"/>
                  </a:lnTo>
                  <a:lnTo>
                    <a:pt x="919444" y="2841637"/>
                  </a:lnTo>
                  <a:lnTo>
                    <a:pt x="924917" y="2841637"/>
                  </a:lnTo>
                  <a:lnTo>
                    <a:pt x="930390" y="2841637"/>
                  </a:lnTo>
                  <a:lnTo>
                    <a:pt x="935863" y="2841637"/>
                  </a:lnTo>
                  <a:lnTo>
                    <a:pt x="941336" y="2841637"/>
                  </a:lnTo>
                  <a:lnTo>
                    <a:pt x="946809" y="2841637"/>
                  </a:lnTo>
                  <a:lnTo>
                    <a:pt x="952282" y="2841637"/>
                  </a:lnTo>
                  <a:lnTo>
                    <a:pt x="957754" y="2841637"/>
                  </a:lnTo>
                  <a:lnTo>
                    <a:pt x="963227" y="2841637"/>
                  </a:lnTo>
                  <a:lnTo>
                    <a:pt x="968700" y="2841637"/>
                  </a:lnTo>
                  <a:lnTo>
                    <a:pt x="968700" y="2730402"/>
                  </a:lnTo>
                  <a:lnTo>
                    <a:pt x="974173" y="2730402"/>
                  </a:lnTo>
                  <a:lnTo>
                    <a:pt x="979646" y="2730402"/>
                  </a:lnTo>
                  <a:lnTo>
                    <a:pt x="985119" y="2730402"/>
                  </a:lnTo>
                  <a:lnTo>
                    <a:pt x="990592" y="2730402"/>
                  </a:lnTo>
                  <a:lnTo>
                    <a:pt x="996065" y="2730402"/>
                  </a:lnTo>
                  <a:lnTo>
                    <a:pt x="996065" y="2675485"/>
                  </a:lnTo>
                  <a:lnTo>
                    <a:pt x="1001538" y="2675485"/>
                  </a:lnTo>
                  <a:lnTo>
                    <a:pt x="1007010" y="2675485"/>
                  </a:lnTo>
                  <a:lnTo>
                    <a:pt x="1012483" y="2675485"/>
                  </a:lnTo>
                  <a:lnTo>
                    <a:pt x="1017956" y="2675485"/>
                  </a:lnTo>
                  <a:lnTo>
                    <a:pt x="1023429" y="2675485"/>
                  </a:lnTo>
                  <a:lnTo>
                    <a:pt x="1028902" y="2675485"/>
                  </a:lnTo>
                  <a:lnTo>
                    <a:pt x="1034375" y="2675485"/>
                  </a:lnTo>
                  <a:lnTo>
                    <a:pt x="1039848" y="2675485"/>
                  </a:lnTo>
                  <a:lnTo>
                    <a:pt x="1045321" y="2675485"/>
                  </a:lnTo>
                  <a:lnTo>
                    <a:pt x="1050794" y="2675485"/>
                  </a:lnTo>
                  <a:lnTo>
                    <a:pt x="1056266" y="2675485"/>
                  </a:lnTo>
                  <a:lnTo>
                    <a:pt x="1061739" y="2675485"/>
                  </a:lnTo>
                  <a:lnTo>
                    <a:pt x="1067212" y="2675485"/>
                  </a:lnTo>
                  <a:lnTo>
                    <a:pt x="1072685" y="2675485"/>
                  </a:lnTo>
                  <a:lnTo>
                    <a:pt x="1072685" y="2620808"/>
                  </a:lnTo>
                  <a:lnTo>
                    <a:pt x="1078158" y="2620808"/>
                  </a:lnTo>
                  <a:lnTo>
                    <a:pt x="1083631" y="2620808"/>
                  </a:lnTo>
                  <a:lnTo>
                    <a:pt x="1089104" y="2620808"/>
                  </a:lnTo>
                  <a:lnTo>
                    <a:pt x="1094577" y="2620808"/>
                  </a:lnTo>
                  <a:lnTo>
                    <a:pt x="1100049" y="2620808"/>
                  </a:lnTo>
                  <a:lnTo>
                    <a:pt x="1105522" y="2620808"/>
                  </a:lnTo>
                  <a:lnTo>
                    <a:pt x="1110995" y="2620808"/>
                  </a:lnTo>
                  <a:lnTo>
                    <a:pt x="1116468" y="2620808"/>
                  </a:lnTo>
                  <a:lnTo>
                    <a:pt x="1121941" y="2620808"/>
                  </a:lnTo>
                  <a:lnTo>
                    <a:pt x="1127414" y="2620808"/>
                  </a:lnTo>
                  <a:lnTo>
                    <a:pt x="1132887" y="2620808"/>
                  </a:lnTo>
                  <a:lnTo>
                    <a:pt x="1138360" y="2620808"/>
                  </a:lnTo>
                  <a:lnTo>
                    <a:pt x="1143833" y="2620808"/>
                  </a:lnTo>
                  <a:lnTo>
                    <a:pt x="1149305" y="2620808"/>
                  </a:lnTo>
                  <a:lnTo>
                    <a:pt x="1154778" y="2620808"/>
                  </a:lnTo>
                  <a:lnTo>
                    <a:pt x="1160251" y="2620808"/>
                  </a:lnTo>
                  <a:lnTo>
                    <a:pt x="1165724" y="2620808"/>
                  </a:lnTo>
                  <a:lnTo>
                    <a:pt x="1171197" y="2620808"/>
                  </a:lnTo>
                  <a:lnTo>
                    <a:pt x="1176670" y="2620808"/>
                  </a:lnTo>
                  <a:lnTo>
                    <a:pt x="1182143" y="2620808"/>
                  </a:lnTo>
                  <a:lnTo>
                    <a:pt x="1187616" y="2620808"/>
                  </a:lnTo>
                  <a:lnTo>
                    <a:pt x="1193089" y="2620808"/>
                  </a:lnTo>
                  <a:lnTo>
                    <a:pt x="1198561" y="2620808"/>
                  </a:lnTo>
                  <a:lnTo>
                    <a:pt x="1204034" y="2620808"/>
                  </a:lnTo>
                  <a:lnTo>
                    <a:pt x="1209507" y="2620808"/>
                  </a:lnTo>
                  <a:lnTo>
                    <a:pt x="1214980" y="2620808"/>
                  </a:lnTo>
                  <a:lnTo>
                    <a:pt x="1220453" y="2620808"/>
                  </a:lnTo>
                  <a:lnTo>
                    <a:pt x="1225926" y="2620808"/>
                  </a:lnTo>
                  <a:lnTo>
                    <a:pt x="1231399" y="2620808"/>
                  </a:lnTo>
                  <a:lnTo>
                    <a:pt x="1236872" y="2620808"/>
                  </a:lnTo>
                  <a:lnTo>
                    <a:pt x="1242344" y="2620808"/>
                  </a:lnTo>
                  <a:lnTo>
                    <a:pt x="1247817" y="2620808"/>
                  </a:lnTo>
                  <a:lnTo>
                    <a:pt x="1253290" y="2620808"/>
                  </a:lnTo>
                  <a:lnTo>
                    <a:pt x="1258763" y="2620808"/>
                  </a:lnTo>
                  <a:lnTo>
                    <a:pt x="1264236" y="2620808"/>
                  </a:lnTo>
                  <a:lnTo>
                    <a:pt x="1269709" y="2620808"/>
                  </a:lnTo>
                  <a:lnTo>
                    <a:pt x="1275182" y="2620808"/>
                  </a:lnTo>
                  <a:lnTo>
                    <a:pt x="1280655" y="2620808"/>
                  </a:lnTo>
                  <a:lnTo>
                    <a:pt x="1286128" y="2620808"/>
                  </a:lnTo>
                  <a:lnTo>
                    <a:pt x="1291600" y="2620808"/>
                  </a:lnTo>
                  <a:lnTo>
                    <a:pt x="1297073" y="2620808"/>
                  </a:lnTo>
                  <a:lnTo>
                    <a:pt x="1302546" y="2620808"/>
                  </a:lnTo>
                  <a:lnTo>
                    <a:pt x="1308019" y="2620808"/>
                  </a:lnTo>
                  <a:lnTo>
                    <a:pt x="1313492" y="2620808"/>
                  </a:lnTo>
                  <a:lnTo>
                    <a:pt x="1318965" y="2620808"/>
                  </a:lnTo>
                  <a:lnTo>
                    <a:pt x="1324438" y="2620808"/>
                  </a:lnTo>
                  <a:lnTo>
                    <a:pt x="1324438" y="2565512"/>
                  </a:lnTo>
                  <a:lnTo>
                    <a:pt x="1329911" y="2565512"/>
                  </a:lnTo>
                  <a:lnTo>
                    <a:pt x="1329911" y="2510627"/>
                  </a:lnTo>
                  <a:lnTo>
                    <a:pt x="1335384" y="2510627"/>
                  </a:lnTo>
                  <a:lnTo>
                    <a:pt x="1340856" y="2510627"/>
                  </a:lnTo>
                  <a:lnTo>
                    <a:pt x="1346329" y="2510627"/>
                  </a:lnTo>
                  <a:lnTo>
                    <a:pt x="1351802" y="2510627"/>
                  </a:lnTo>
                  <a:lnTo>
                    <a:pt x="1357275" y="2510627"/>
                  </a:lnTo>
                  <a:lnTo>
                    <a:pt x="1362748" y="2510627"/>
                  </a:lnTo>
                  <a:lnTo>
                    <a:pt x="1368221" y="2510627"/>
                  </a:lnTo>
                  <a:lnTo>
                    <a:pt x="1373694" y="2510627"/>
                  </a:lnTo>
                  <a:lnTo>
                    <a:pt x="1379167" y="2510627"/>
                  </a:lnTo>
                  <a:lnTo>
                    <a:pt x="1384640" y="2510627"/>
                  </a:lnTo>
                  <a:lnTo>
                    <a:pt x="1390112" y="2510627"/>
                  </a:lnTo>
                  <a:lnTo>
                    <a:pt x="1395585" y="2510627"/>
                  </a:lnTo>
                  <a:lnTo>
                    <a:pt x="1401058" y="2510627"/>
                  </a:lnTo>
                  <a:lnTo>
                    <a:pt x="1406531" y="2510627"/>
                  </a:lnTo>
                  <a:lnTo>
                    <a:pt x="1412004" y="2510627"/>
                  </a:lnTo>
                  <a:lnTo>
                    <a:pt x="1417477" y="2510627"/>
                  </a:lnTo>
                  <a:lnTo>
                    <a:pt x="1422950" y="2510627"/>
                  </a:lnTo>
                  <a:lnTo>
                    <a:pt x="1428423" y="2510627"/>
                  </a:lnTo>
                  <a:lnTo>
                    <a:pt x="1433895" y="2510627"/>
                  </a:lnTo>
                  <a:lnTo>
                    <a:pt x="1439368" y="2510627"/>
                  </a:lnTo>
                  <a:lnTo>
                    <a:pt x="1444841" y="2510627"/>
                  </a:lnTo>
                  <a:lnTo>
                    <a:pt x="1444841" y="2455502"/>
                  </a:lnTo>
                  <a:lnTo>
                    <a:pt x="1450314" y="2455502"/>
                  </a:lnTo>
                  <a:lnTo>
                    <a:pt x="1455787" y="2455502"/>
                  </a:lnTo>
                  <a:lnTo>
                    <a:pt x="1461260" y="2455502"/>
                  </a:lnTo>
                  <a:lnTo>
                    <a:pt x="1466733" y="2455502"/>
                  </a:lnTo>
                  <a:lnTo>
                    <a:pt x="1472206" y="2455502"/>
                  </a:lnTo>
                  <a:lnTo>
                    <a:pt x="1477679" y="2455502"/>
                  </a:lnTo>
                  <a:lnTo>
                    <a:pt x="1483151" y="2455502"/>
                  </a:lnTo>
                  <a:lnTo>
                    <a:pt x="1488624" y="2455502"/>
                  </a:lnTo>
                  <a:lnTo>
                    <a:pt x="1494097" y="2455502"/>
                  </a:lnTo>
                  <a:lnTo>
                    <a:pt x="1499570" y="2455502"/>
                  </a:lnTo>
                  <a:lnTo>
                    <a:pt x="1505043" y="2455502"/>
                  </a:lnTo>
                  <a:lnTo>
                    <a:pt x="1510516" y="2455502"/>
                  </a:lnTo>
                  <a:lnTo>
                    <a:pt x="1515989" y="2455502"/>
                  </a:lnTo>
                  <a:lnTo>
                    <a:pt x="1521462" y="2455502"/>
                  </a:lnTo>
                  <a:lnTo>
                    <a:pt x="1526935" y="2455502"/>
                  </a:lnTo>
                  <a:lnTo>
                    <a:pt x="1532407" y="2455502"/>
                  </a:lnTo>
                  <a:lnTo>
                    <a:pt x="1537880" y="2455502"/>
                  </a:lnTo>
                  <a:lnTo>
                    <a:pt x="1543353" y="2455502"/>
                  </a:lnTo>
                  <a:lnTo>
                    <a:pt x="1548826" y="2455502"/>
                  </a:lnTo>
                  <a:lnTo>
                    <a:pt x="1554299" y="2455502"/>
                  </a:lnTo>
                  <a:lnTo>
                    <a:pt x="1559772" y="2455502"/>
                  </a:lnTo>
                  <a:lnTo>
                    <a:pt x="1565245" y="2455502"/>
                  </a:lnTo>
                  <a:lnTo>
                    <a:pt x="1570718" y="2455502"/>
                  </a:lnTo>
                  <a:lnTo>
                    <a:pt x="1576191" y="2455502"/>
                  </a:lnTo>
                  <a:lnTo>
                    <a:pt x="1581663" y="2455502"/>
                  </a:lnTo>
                  <a:lnTo>
                    <a:pt x="1587136" y="2455502"/>
                  </a:lnTo>
                  <a:lnTo>
                    <a:pt x="1592609" y="2455502"/>
                  </a:lnTo>
                  <a:lnTo>
                    <a:pt x="1598082" y="2455502"/>
                  </a:lnTo>
                  <a:lnTo>
                    <a:pt x="1603555" y="2455502"/>
                  </a:lnTo>
                  <a:lnTo>
                    <a:pt x="1609028" y="2455502"/>
                  </a:lnTo>
                  <a:lnTo>
                    <a:pt x="1614501" y="2455502"/>
                  </a:lnTo>
                  <a:lnTo>
                    <a:pt x="1619974" y="2455502"/>
                  </a:lnTo>
                  <a:lnTo>
                    <a:pt x="1619974" y="2400353"/>
                  </a:lnTo>
                  <a:lnTo>
                    <a:pt x="1625446" y="2400353"/>
                  </a:lnTo>
                  <a:lnTo>
                    <a:pt x="1630919" y="2400353"/>
                  </a:lnTo>
                  <a:lnTo>
                    <a:pt x="1636392" y="2400353"/>
                  </a:lnTo>
                  <a:lnTo>
                    <a:pt x="1641865" y="2400353"/>
                  </a:lnTo>
                  <a:lnTo>
                    <a:pt x="1647338" y="2400353"/>
                  </a:lnTo>
                  <a:lnTo>
                    <a:pt x="1652811" y="2400353"/>
                  </a:lnTo>
                  <a:lnTo>
                    <a:pt x="1658284" y="2400353"/>
                  </a:lnTo>
                  <a:lnTo>
                    <a:pt x="1663757" y="2400353"/>
                  </a:lnTo>
                  <a:lnTo>
                    <a:pt x="1669230" y="2400353"/>
                  </a:lnTo>
                  <a:lnTo>
                    <a:pt x="1674702" y="2400353"/>
                  </a:lnTo>
                  <a:lnTo>
                    <a:pt x="1680175" y="2400353"/>
                  </a:lnTo>
                  <a:lnTo>
                    <a:pt x="1685648" y="2400353"/>
                  </a:lnTo>
                  <a:lnTo>
                    <a:pt x="1691121" y="2400353"/>
                  </a:lnTo>
                  <a:lnTo>
                    <a:pt x="1696594" y="2400353"/>
                  </a:lnTo>
                  <a:lnTo>
                    <a:pt x="1702067" y="2400353"/>
                  </a:lnTo>
                  <a:lnTo>
                    <a:pt x="1707540" y="2400353"/>
                  </a:lnTo>
                  <a:lnTo>
                    <a:pt x="1713013" y="2400353"/>
                  </a:lnTo>
                  <a:lnTo>
                    <a:pt x="1718486" y="2400353"/>
                  </a:lnTo>
                  <a:lnTo>
                    <a:pt x="1723958" y="2400353"/>
                  </a:lnTo>
                  <a:lnTo>
                    <a:pt x="1729431" y="2400353"/>
                  </a:lnTo>
                  <a:lnTo>
                    <a:pt x="1734904" y="2400353"/>
                  </a:lnTo>
                  <a:lnTo>
                    <a:pt x="1740377" y="2400353"/>
                  </a:lnTo>
                  <a:lnTo>
                    <a:pt x="1745850" y="2400353"/>
                  </a:lnTo>
                  <a:lnTo>
                    <a:pt x="1751323" y="2400353"/>
                  </a:lnTo>
                  <a:lnTo>
                    <a:pt x="1756796" y="2400353"/>
                  </a:lnTo>
                  <a:lnTo>
                    <a:pt x="1762269" y="2400353"/>
                  </a:lnTo>
                  <a:lnTo>
                    <a:pt x="1767741" y="2400353"/>
                  </a:lnTo>
                  <a:lnTo>
                    <a:pt x="1773214" y="2400353"/>
                  </a:lnTo>
                  <a:lnTo>
                    <a:pt x="1778687" y="2400353"/>
                  </a:lnTo>
                  <a:lnTo>
                    <a:pt x="1784160" y="2400353"/>
                  </a:lnTo>
                  <a:lnTo>
                    <a:pt x="1789633" y="2400353"/>
                  </a:lnTo>
                  <a:lnTo>
                    <a:pt x="1795106" y="2400353"/>
                  </a:lnTo>
                  <a:lnTo>
                    <a:pt x="1800579" y="2400353"/>
                  </a:lnTo>
                  <a:lnTo>
                    <a:pt x="1806052" y="2400353"/>
                  </a:lnTo>
                  <a:lnTo>
                    <a:pt x="1811525" y="2400353"/>
                  </a:lnTo>
                  <a:lnTo>
                    <a:pt x="1816997" y="2400353"/>
                  </a:lnTo>
                  <a:lnTo>
                    <a:pt x="1822470" y="2400353"/>
                  </a:lnTo>
                  <a:lnTo>
                    <a:pt x="1827943" y="2400353"/>
                  </a:lnTo>
                  <a:lnTo>
                    <a:pt x="1833416" y="2400353"/>
                  </a:lnTo>
                  <a:lnTo>
                    <a:pt x="1838889" y="2400353"/>
                  </a:lnTo>
                  <a:lnTo>
                    <a:pt x="1844362" y="2400353"/>
                  </a:lnTo>
                  <a:lnTo>
                    <a:pt x="1849835" y="2400353"/>
                  </a:lnTo>
                  <a:lnTo>
                    <a:pt x="1855308" y="2400353"/>
                  </a:lnTo>
                  <a:lnTo>
                    <a:pt x="1860781" y="2400353"/>
                  </a:lnTo>
                  <a:lnTo>
                    <a:pt x="1866253" y="2400353"/>
                  </a:lnTo>
                  <a:lnTo>
                    <a:pt x="1871726" y="2400353"/>
                  </a:lnTo>
                  <a:lnTo>
                    <a:pt x="1871726" y="2345134"/>
                  </a:lnTo>
                  <a:lnTo>
                    <a:pt x="1877199" y="2345134"/>
                  </a:lnTo>
                  <a:lnTo>
                    <a:pt x="1882672" y="2345134"/>
                  </a:lnTo>
                  <a:lnTo>
                    <a:pt x="1888145" y="2345134"/>
                  </a:lnTo>
                  <a:lnTo>
                    <a:pt x="1893618" y="2345134"/>
                  </a:lnTo>
                  <a:lnTo>
                    <a:pt x="1899091" y="2345134"/>
                  </a:lnTo>
                  <a:lnTo>
                    <a:pt x="1904564" y="2345134"/>
                  </a:lnTo>
                  <a:lnTo>
                    <a:pt x="1910037" y="2345134"/>
                  </a:lnTo>
                  <a:lnTo>
                    <a:pt x="1915509" y="2345134"/>
                  </a:lnTo>
                  <a:lnTo>
                    <a:pt x="1920982" y="2345134"/>
                  </a:lnTo>
                  <a:lnTo>
                    <a:pt x="1926455" y="2345134"/>
                  </a:lnTo>
                  <a:lnTo>
                    <a:pt x="1926455" y="2290094"/>
                  </a:lnTo>
                  <a:lnTo>
                    <a:pt x="1931928" y="2290094"/>
                  </a:lnTo>
                  <a:lnTo>
                    <a:pt x="1937401" y="2290094"/>
                  </a:lnTo>
                  <a:lnTo>
                    <a:pt x="1942874" y="2290094"/>
                  </a:lnTo>
                  <a:lnTo>
                    <a:pt x="1948347" y="2290094"/>
                  </a:lnTo>
                  <a:lnTo>
                    <a:pt x="1953820" y="2290094"/>
                  </a:lnTo>
                  <a:lnTo>
                    <a:pt x="1959292" y="2290094"/>
                  </a:lnTo>
                  <a:lnTo>
                    <a:pt x="1964765" y="2290094"/>
                  </a:lnTo>
                  <a:lnTo>
                    <a:pt x="1970238" y="2290094"/>
                  </a:lnTo>
                  <a:lnTo>
                    <a:pt x="1975711" y="2290094"/>
                  </a:lnTo>
                  <a:lnTo>
                    <a:pt x="1981184" y="2290094"/>
                  </a:lnTo>
                  <a:lnTo>
                    <a:pt x="1986657" y="2290094"/>
                  </a:lnTo>
                  <a:lnTo>
                    <a:pt x="1992130" y="2290094"/>
                  </a:lnTo>
                  <a:lnTo>
                    <a:pt x="1997603" y="2290094"/>
                  </a:lnTo>
                  <a:lnTo>
                    <a:pt x="2003076" y="2290094"/>
                  </a:lnTo>
                  <a:lnTo>
                    <a:pt x="2008548" y="2290094"/>
                  </a:lnTo>
                  <a:lnTo>
                    <a:pt x="2014021" y="2290094"/>
                  </a:lnTo>
                  <a:lnTo>
                    <a:pt x="2019494" y="2290094"/>
                  </a:lnTo>
                  <a:lnTo>
                    <a:pt x="2024967" y="2290094"/>
                  </a:lnTo>
                  <a:lnTo>
                    <a:pt x="2030440" y="2290094"/>
                  </a:lnTo>
                  <a:lnTo>
                    <a:pt x="2035913" y="2290094"/>
                  </a:lnTo>
                  <a:lnTo>
                    <a:pt x="2041386" y="2290094"/>
                  </a:lnTo>
                  <a:lnTo>
                    <a:pt x="2046859" y="2290094"/>
                  </a:lnTo>
                  <a:lnTo>
                    <a:pt x="2052332" y="2290094"/>
                  </a:lnTo>
                  <a:lnTo>
                    <a:pt x="2057804" y="2290094"/>
                  </a:lnTo>
                  <a:lnTo>
                    <a:pt x="2063277" y="2290094"/>
                  </a:lnTo>
                  <a:lnTo>
                    <a:pt x="2068750" y="2290094"/>
                  </a:lnTo>
                  <a:lnTo>
                    <a:pt x="2074223" y="2290094"/>
                  </a:lnTo>
                  <a:lnTo>
                    <a:pt x="2079696" y="2290094"/>
                  </a:lnTo>
                  <a:lnTo>
                    <a:pt x="2085169" y="2290094"/>
                  </a:lnTo>
                  <a:lnTo>
                    <a:pt x="2090642" y="2290094"/>
                  </a:lnTo>
                  <a:lnTo>
                    <a:pt x="2096115" y="2290094"/>
                  </a:lnTo>
                  <a:lnTo>
                    <a:pt x="2101588" y="2290094"/>
                  </a:lnTo>
                  <a:lnTo>
                    <a:pt x="2107060" y="2290094"/>
                  </a:lnTo>
                  <a:lnTo>
                    <a:pt x="2112533" y="2290094"/>
                  </a:lnTo>
                  <a:lnTo>
                    <a:pt x="2118006" y="2290094"/>
                  </a:lnTo>
                  <a:lnTo>
                    <a:pt x="2123479" y="2290094"/>
                  </a:lnTo>
                  <a:lnTo>
                    <a:pt x="2123479" y="2234927"/>
                  </a:lnTo>
                  <a:lnTo>
                    <a:pt x="2128952" y="2234927"/>
                  </a:lnTo>
                  <a:lnTo>
                    <a:pt x="2134425" y="2234927"/>
                  </a:lnTo>
                  <a:lnTo>
                    <a:pt x="2139898" y="2234927"/>
                  </a:lnTo>
                  <a:lnTo>
                    <a:pt x="2145371" y="2234927"/>
                  </a:lnTo>
                  <a:lnTo>
                    <a:pt x="2150843" y="2234927"/>
                  </a:lnTo>
                  <a:lnTo>
                    <a:pt x="2156316" y="2234927"/>
                  </a:lnTo>
                  <a:lnTo>
                    <a:pt x="2161789" y="2234927"/>
                  </a:lnTo>
                  <a:lnTo>
                    <a:pt x="2167262" y="2234927"/>
                  </a:lnTo>
                  <a:lnTo>
                    <a:pt x="2172735" y="2234927"/>
                  </a:lnTo>
                  <a:lnTo>
                    <a:pt x="2178208" y="2234927"/>
                  </a:lnTo>
                  <a:lnTo>
                    <a:pt x="2183681" y="2234927"/>
                  </a:lnTo>
                  <a:lnTo>
                    <a:pt x="2189154" y="2234927"/>
                  </a:lnTo>
                  <a:lnTo>
                    <a:pt x="2194627" y="2234927"/>
                  </a:lnTo>
                  <a:lnTo>
                    <a:pt x="2200099" y="2234927"/>
                  </a:lnTo>
                  <a:lnTo>
                    <a:pt x="2205572" y="2234927"/>
                  </a:lnTo>
                  <a:lnTo>
                    <a:pt x="2211045" y="2234927"/>
                  </a:lnTo>
                  <a:lnTo>
                    <a:pt x="2216518" y="2234927"/>
                  </a:lnTo>
                  <a:lnTo>
                    <a:pt x="2221991" y="2234927"/>
                  </a:lnTo>
                  <a:lnTo>
                    <a:pt x="2227464" y="2234927"/>
                  </a:lnTo>
                  <a:lnTo>
                    <a:pt x="2232937" y="2234927"/>
                  </a:lnTo>
                  <a:lnTo>
                    <a:pt x="2238410" y="2234927"/>
                  </a:lnTo>
                  <a:lnTo>
                    <a:pt x="2243883" y="2234927"/>
                  </a:lnTo>
                  <a:lnTo>
                    <a:pt x="2249355" y="2234927"/>
                  </a:lnTo>
                  <a:lnTo>
                    <a:pt x="2254828" y="2234927"/>
                  </a:lnTo>
                  <a:lnTo>
                    <a:pt x="2260301" y="2234927"/>
                  </a:lnTo>
                  <a:lnTo>
                    <a:pt x="2265774" y="2234927"/>
                  </a:lnTo>
                  <a:lnTo>
                    <a:pt x="2271247" y="2234927"/>
                  </a:lnTo>
                  <a:lnTo>
                    <a:pt x="2271247" y="2179608"/>
                  </a:lnTo>
                  <a:lnTo>
                    <a:pt x="2276720" y="2179608"/>
                  </a:lnTo>
                  <a:lnTo>
                    <a:pt x="2282193" y="2179608"/>
                  </a:lnTo>
                  <a:lnTo>
                    <a:pt x="2287666" y="2179608"/>
                  </a:lnTo>
                  <a:lnTo>
                    <a:pt x="2293138" y="2179608"/>
                  </a:lnTo>
                  <a:lnTo>
                    <a:pt x="2298611" y="2179608"/>
                  </a:lnTo>
                  <a:lnTo>
                    <a:pt x="2304084" y="2179608"/>
                  </a:lnTo>
                  <a:lnTo>
                    <a:pt x="2309557" y="2179608"/>
                  </a:lnTo>
                  <a:lnTo>
                    <a:pt x="2315030" y="2179608"/>
                  </a:lnTo>
                  <a:lnTo>
                    <a:pt x="2320503" y="2179608"/>
                  </a:lnTo>
                  <a:lnTo>
                    <a:pt x="2325976" y="2179608"/>
                  </a:lnTo>
                  <a:lnTo>
                    <a:pt x="2331449" y="2179608"/>
                  </a:lnTo>
                  <a:lnTo>
                    <a:pt x="2336922" y="2179608"/>
                  </a:lnTo>
                  <a:lnTo>
                    <a:pt x="2342394" y="2179608"/>
                  </a:lnTo>
                  <a:lnTo>
                    <a:pt x="2347867" y="2179608"/>
                  </a:lnTo>
                  <a:lnTo>
                    <a:pt x="2353340" y="2179608"/>
                  </a:lnTo>
                  <a:lnTo>
                    <a:pt x="2358813" y="2179608"/>
                  </a:lnTo>
                  <a:lnTo>
                    <a:pt x="2364286" y="2179608"/>
                  </a:lnTo>
                  <a:lnTo>
                    <a:pt x="2369759" y="2179608"/>
                  </a:lnTo>
                  <a:lnTo>
                    <a:pt x="2375232" y="2179608"/>
                  </a:lnTo>
                  <a:lnTo>
                    <a:pt x="2380705" y="2179608"/>
                  </a:lnTo>
                  <a:lnTo>
                    <a:pt x="2386178" y="2179608"/>
                  </a:lnTo>
                  <a:lnTo>
                    <a:pt x="2391650" y="2179608"/>
                  </a:lnTo>
                  <a:lnTo>
                    <a:pt x="2397123" y="2179608"/>
                  </a:lnTo>
                  <a:lnTo>
                    <a:pt x="2402596" y="2179608"/>
                  </a:lnTo>
                  <a:lnTo>
                    <a:pt x="2408069" y="2179608"/>
                  </a:lnTo>
                  <a:lnTo>
                    <a:pt x="2413542" y="2179608"/>
                  </a:lnTo>
                  <a:lnTo>
                    <a:pt x="2419015" y="2179608"/>
                  </a:lnTo>
                  <a:lnTo>
                    <a:pt x="2424488" y="2179608"/>
                  </a:lnTo>
                  <a:lnTo>
                    <a:pt x="2424488" y="2123963"/>
                  </a:lnTo>
                  <a:lnTo>
                    <a:pt x="2429961" y="2123963"/>
                  </a:lnTo>
                  <a:lnTo>
                    <a:pt x="2435434" y="2123963"/>
                  </a:lnTo>
                  <a:lnTo>
                    <a:pt x="2440906" y="2123963"/>
                  </a:lnTo>
                  <a:lnTo>
                    <a:pt x="2446379" y="2123963"/>
                  </a:lnTo>
                  <a:lnTo>
                    <a:pt x="2451852" y="2123963"/>
                  </a:lnTo>
                  <a:lnTo>
                    <a:pt x="2457325" y="2123963"/>
                  </a:lnTo>
                  <a:lnTo>
                    <a:pt x="2462798" y="2123963"/>
                  </a:lnTo>
                  <a:lnTo>
                    <a:pt x="2468271" y="2123963"/>
                  </a:lnTo>
                  <a:lnTo>
                    <a:pt x="2473744" y="2123963"/>
                  </a:lnTo>
                  <a:lnTo>
                    <a:pt x="2479217" y="2123963"/>
                  </a:lnTo>
                  <a:lnTo>
                    <a:pt x="2484689" y="2123963"/>
                  </a:lnTo>
                  <a:lnTo>
                    <a:pt x="2490162" y="2123963"/>
                  </a:lnTo>
                  <a:lnTo>
                    <a:pt x="2495635" y="2123963"/>
                  </a:lnTo>
                  <a:lnTo>
                    <a:pt x="2501108" y="2123963"/>
                  </a:lnTo>
                  <a:lnTo>
                    <a:pt x="2506581" y="2123963"/>
                  </a:lnTo>
                  <a:lnTo>
                    <a:pt x="2512054" y="2123963"/>
                  </a:lnTo>
                  <a:lnTo>
                    <a:pt x="2517527" y="2123963"/>
                  </a:lnTo>
                  <a:lnTo>
                    <a:pt x="2523000" y="2123963"/>
                  </a:lnTo>
                  <a:lnTo>
                    <a:pt x="2528473" y="2123963"/>
                  </a:lnTo>
                  <a:lnTo>
                    <a:pt x="2533945" y="2123963"/>
                  </a:lnTo>
                  <a:lnTo>
                    <a:pt x="2539418" y="2123963"/>
                  </a:lnTo>
                  <a:lnTo>
                    <a:pt x="2544891" y="2123963"/>
                  </a:lnTo>
                  <a:lnTo>
                    <a:pt x="2550364" y="2123963"/>
                  </a:lnTo>
                  <a:lnTo>
                    <a:pt x="2555837" y="2123963"/>
                  </a:lnTo>
                  <a:lnTo>
                    <a:pt x="2561310" y="2123963"/>
                  </a:lnTo>
                  <a:lnTo>
                    <a:pt x="2566783" y="2123963"/>
                  </a:lnTo>
                  <a:lnTo>
                    <a:pt x="2572256" y="2123963"/>
                  </a:lnTo>
                  <a:lnTo>
                    <a:pt x="2577729" y="2123963"/>
                  </a:lnTo>
                  <a:lnTo>
                    <a:pt x="2583201" y="2123963"/>
                  </a:lnTo>
                  <a:lnTo>
                    <a:pt x="2588674" y="2123963"/>
                  </a:lnTo>
                  <a:lnTo>
                    <a:pt x="2594147" y="2123963"/>
                  </a:lnTo>
                  <a:lnTo>
                    <a:pt x="2599620" y="2123963"/>
                  </a:lnTo>
                  <a:lnTo>
                    <a:pt x="2605093" y="2123963"/>
                  </a:lnTo>
                  <a:lnTo>
                    <a:pt x="2610566" y="2123963"/>
                  </a:lnTo>
                  <a:lnTo>
                    <a:pt x="2616039" y="2123963"/>
                  </a:lnTo>
                  <a:lnTo>
                    <a:pt x="2621512" y="2123963"/>
                  </a:lnTo>
                  <a:lnTo>
                    <a:pt x="2626985" y="2123963"/>
                  </a:lnTo>
                  <a:lnTo>
                    <a:pt x="2632457" y="2123963"/>
                  </a:lnTo>
                  <a:lnTo>
                    <a:pt x="2637930" y="2123963"/>
                  </a:lnTo>
                  <a:lnTo>
                    <a:pt x="2643403" y="2123963"/>
                  </a:lnTo>
                  <a:lnTo>
                    <a:pt x="2648876" y="2123963"/>
                  </a:lnTo>
                  <a:lnTo>
                    <a:pt x="2654349" y="2123963"/>
                  </a:lnTo>
                  <a:lnTo>
                    <a:pt x="2659822" y="2123963"/>
                  </a:lnTo>
                  <a:lnTo>
                    <a:pt x="2665295" y="2123963"/>
                  </a:lnTo>
                  <a:lnTo>
                    <a:pt x="2670768" y="2123963"/>
                  </a:lnTo>
                  <a:lnTo>
                    <a:pt x="2676240" y="2123963"/>
                  </a:lnTo>
                  <a:lnTo>
                    <a:pt x="2681713" y="2123963"/>
                  </a:lnTo>
                  <a:lnTo>
                    <a:pt x="2687186" y="2123963"/>
                  </a:lnTo>
                  <a:lnTo>
                    <a:pt x="2692659" y="2123963"/>
                  </a:lnTo>
                  <a:lnTo>
                    <a:pt x="2698132" y="2123963"/>
                  </a:lnTo>
                  <a:lnTo>
                    <a:pt x="2703605" y="2123963"/>
                  </a:lnTo>
                  <a:lnTo>
                    <a:pt x="2709078" y="2123963"/>
                  </a:lnTo>
                  <a:lnTo>
                    <a:pt x="2709078" y="2068111"/>
                  </a:lnTo>
                  <a:lnTo>
                    <a:pt x="2714551" y="2068111"/>
                  </a:lnTo>
                  <a:lnTo>
                    <a:pt x="2720024" y="2068111"/>
                  </a:lnTo>
                  <a:lnTo>
                    <a:pt x="2720024" y="2012507"/>
                  </a:lnTo>
                  <a:lnTo>
                    <a:pt x="2725496" y="2012507"/>
                  </a:lnTo>
                  <a:lnTo>
                    <a:pt x="2730969" y="2012507"/>
                  </a:lnTo>
                  <a:lnTo>
                    <a:pt x="2736442" y="2012507"/>
                  </a:lnTo>
                  <a:lnTo>
                    <a:pt x="2741915" y="2012507"/>
                  </a:lnTo>
                  <a:lnTo>
                    <a:pt x="2747388" y="2012507"/>
                  </a:lnTo>
                  <a:lnTo>
                    <a:pt x="2752861" y="2012507"/>
                  </a:lnTo>
                  <a:lnTo>
                    <a:pt x="2758334" y="2012507"/>
                  </a:lnTo>
                  <a:lnTo>
                    <a:pt x="2763807" y="2012507"/>
                  </a:lnTo>
                  <a:lnTo>
                    <a:pt x="2769280" y="2012507"/>
                  </a:lnTo>
                  <a:lnTo>
                    <a:pt x="2774752" y="2012507"/>
                  </a:lnTo>
                  <a:lnTo>
                    <a:pt x="2780225" y="2012507"/>
                  </a:lnTo>
                  <a:lnTo>
                    <a:pt x="2785698" y="2012507"/>
                  </a:lnTo>
                  <a:lnTo>
                    <a:pt x="2791171" y="2012507"/>
                  </a:lnTo>
                  <a:lnTo>
                    <a:pt x="2796644" y="2012507"/>
                  </a:lnTo>
                  <a:lnTo>
                    <a:pt x="2802117" y="2012507"/>
                  </a:lnTo>
                  <a:lnTo>
                    <a:pt x="2807590" y="2012507"/>
                  </a:lnTo>
                  <a:lnTo>
                    <a:pt x="2813063" y="2012507"/>
                  </a:lnTo>
                  <a:lnTo>
                    <a:pt x="2818535" y="2012507"/>
                  </a:lnTo>
                  <a:lnTo>
                    <a:pt x="2824008" y="2012507"/>
                  </a:lnTo>
                  <a:lnTo>
                    <a:pt x="2829481" y="2012507"/>
                  </a:lnTo>
                  <a:lnTo>
                    <a:pt x="2834954" y="2012507"/>
                  </a:lnTo>
                  <a:lnTo>
                    <a:pt x="2840427" y="2012507"/>
                  </a:lnTo>
                  <a:lnTo>
                    <a:pt x="2845900" y="2012507"/>
                  </a:lnTo>
                  <a:lnTo>
                    <a:pt x="2851373" y="2012507"/>
                  </a:lnTo>
                  <a:lnTo>
                    <a:pt x="2851373" y="1956313"/>
                  </a:lnTo>
                  <a:lnTo>
                    <a:pt x="2856846" y="1956313"/>
                  </a:lnTo>
                  <a:lnTo>
                    <a:pt x="2862319" y="1956313"/>
                  </a:lnTo>
                  <a:lnTo>
                    <a:pt x="2867791" y="1956313"/>
                  </a:lnTo>
                  <a:lnTo>
                    <a:pt x="2873264" y="1956313"/>
                  </a:lnTo>
                  <a:lnTo>
                    <a:pt x="2878737" y="1956313"/>
                  </a:lnTo>
                  <a:lnTo>
                    <a:pt x="2884210" y="1956313"/>
                  </a:lnTo>
                  <a:lnTo>
                    <a:pt x="2889683" y="1956313"/>
                  </a:lnTo>
                  <a:lnTo>
                    <a:pt x="2895156" y="1956313"/>
                  </a:lnTo>
                  <a:lnTo>
                    <a:pt x="2900629" y="1956313"/>
                  </a:lnTo>
                  <a:lnTo>
                    <a:pt x="2906102" y="1956313"/>
                  </a:lnTo>
                  <a:lnTo>
                    <a:pt x="2911575" y="1956313"/>
                  </a:lnTo>
                  <a:lnTo>
                    <a:pt x="2917047" y="1956313"/>
                  </a:lnTo>
                  <a:lnTo>
                    <a:pt x="2922520" y="1956313"/>
                  </a:lnTo>
                  <a:lnTo>
                    <a:pt x="2927993" y="1956313"/>
                  </a:lnTo>
                  <a:lnTo>
                    <a:pt x="2933466" y="1956313"/>
                  </a:lnTo>
                  <a:lnTo>
                    <a:pt x="2938939" y="1956313"/>
                  </a:lnTo>
                  <a:lnTo>
                    <a:pt x="2944412" y="1956313"/>
                  </a:lnTo>
                  <a:lnTo>
                    <a:pt x="2949885" y="1956313"/>
                  </a:lnTo>
                  <a:lnTo>
                    <a:pt x="2955358" y="1956313"/>
                  </a:lnTo>
                  <a:lnTo>
                    <a:pt x="2960831" y="1956313"/>
                  </a:lnTo>
                  <a:lnTo>
                    <a:pt x="2966303" y="1956313"/>
                  </a:lnTo>
                  <a:lnTo>
                    <a:pt x="2971776" y="1956313"/>
                  </a:lnTo>
                  <a:lnTo>
                    <a:pt x="2971776" y="1899492"/>
                  </a:lnTo>
                  <a:lnTo>
                    <a:pt x="2977249" y="1899492"/>
                  </a:lnTo>
                  <a:lnTo>
                    <a:pt x="2982722" y="1899492"/>
                  </a:lnTo>
                  <a:lnTo>
                    <a:pt x="2988195" y="1899492"/>
                  </a:lnTo>
                  <a:lnTo>
                    <a:pt x="2993668" y="1899492"/>
                  </a:lnTo>
                  <a:lnTo>
                    <a:pt x="2999141" y="1899492"/>
                  </a:lnTo>
                  <a:lnTo>
                    <a:pt x="3004614" y="1899492"/>
                  </a:lnTo>
                  <a:lnTo>
                    <a:pt x="3010086" y="1899492"/>
                  </a:lnTo>
                  <a:lnTo>
                    <a:pt x="3015559" y="1899492"/>
                  </a:lnTo>
                  <a:lnTo>
                    <a:pt x="3021032" y="1899492"/>
                  </a:lnTo>
                  <a:lnTo>
                    <a:pt x="3026505" y="1899492"/>
                  </a:lnTo>
                  <a:lnTo>
                    <a:pt x="3031978" y="1899492"/>
                  </a:lnTo>
                  <a:lnTo>
                    <a:pt x="3037451" y="1899492"/>
                  </a:lnTo>
                  <a:lnTo>
                    <a:pt x="3042924" y="1899492"/>
                  </a:lnTo>
                  <a:lnTo>
                    <a:pt x="3048397" y="1899492"/>
                  </a:lnTo>
                  <a:lnTo>
                    <a:pt x="3053870" y="1899492"/>
                  </a:lnTo>
                  <a:lnTo>
                    <a:pt x="3059342" y="1899492"/>
                  </a:lnTo>
                  <a:lnTo>
                    <a:pt x="3064815" y="1899492"/>
                  </a:lnTo>
                  <a:lnTo>
                    <a:pt x="3070288" y="1899492"/>
                  </a:lnTo>
                  <a:lnTo>
                    <a:pt x="3075761" y="1899492"/>
                  </a:lnTo>
                  <a:lnTo>
                    <a:pt x="3081234" y="1899492"/>
                  </a:lnTo>
                  <a:lnTo>
                    <a:pt x="3086707" y="1899492"/>
                  </a:lnTo>
                  <a:lnTo>
                    <a:pt x="3092180" y="1899492"/>
                  </a:lnTo>
                  <a:lnTo>
                    <a:pt x="3097653" y="1899492"/>
                  </a:lnTo>
                  <a:lnTo>
                    <a:pt x="3103126" y="1899492"/>
                  </a:lnTo>
                  <a:lnTo>
                    <a:pt x="3108598" y="1899492"/>
                  </a:lnTo>
                  <a:lnTo>
                    <a:pt x="3114071" y="1899492"/>
                  </a:lnTo>
                  <a:lnTo>
                    <a:pt x="3119544" y="1899492"/>
                  </a:lnTo>
                  <a:lnTo>
                    <a:pt x="3125017" y="1899492"/>
                  </a:lnTo>
                  <a:lnTo>
                    <a:pt x="3130490" y="1899492"/>
                  </a:lnTo>
                  <a:lnTo>
                    <a:pt x="3135963" y="1899492"/>
                  </a:lnTo>
                  <a:lnTo>
                    <a:pt x="3141436" y="1899492"/>
                  </a:lnTo>
                  <a:lnTo>
                    <a:pt x="3146909" y="1899492"/>
                  </a:lnTo>
                  <a:lnTo>
                    <a:pt x="3152382" y="1899492"/>
                  </a:lnTo>
                  <a:lnTo>
                    <a:pt x="3157854" y="1899492"/>
                  </a:lnTo>
                  <a:lnTo>
                    <a:pt x="3163327" y="1899492"/>
                  </a:lnTo>
                  <a:lnTo>
                    <a:pt x="3168800" y="1899492"/>
                  </a:lnTo>
                  <a:lnTo>
                    <a:pt x="3174273" y="1899492"/>
                  </a:lnTo>
                  <a:lnTo>
                    <a:pt x="3179746" y="1899492"/>
                  </a:lnTo>
                  <a:lnTo>
                    <a:pt x="3185219" y="1899492"/>
                  </a:lnTo>
                  <a:lnTo>
                    <a:pt x="3190692" y="1899492"/>
                  </a:lnTo>
                  <a:lnTo>
                    <a:pt x="3196165" y="1899492"/>
                  </a:lnTo>
                  <a:lnTo>
                    <a:pt x="3201637" y="1899492"/>
                  </a:lnTo>
                  <a:lnTo>
                    <a:pt x="3207110" y="1899492"/>
                  </a:lnTo>
                  <a:lnTo>
                    <a:pt x="3212583" y="1899492"/>
                  </a:lnTo>
                  <a:lnTo>
                    <a:pt x="3218056" y="1899492"/>
                  </a:lnTo>
                  <a:lnTo>
                    <a:pt x="3223529" y="1899492"/>
                  </a:lnTo>
                  <a:lnTo>
                    <a:pt x="3229002" y="1899492"/>
                  </a:lnTo>
                  <a:lnTo>
                    <a:pt x="3234475" y="1899492"/>
                  </a:lnTo>
                  <a:lnTo>
                    <a:pt x="3234475" y="1840711"/>
                  </a:lnTo>
                  <a:lnTo>
                    <a:pt x="3239948" y="1840711"/>
                  </a:lnTo>
                  <a:lnTo>
                    <a:pt x="3245421" y="1840711"/>
                  </a:lnTo>
                  <a:lnTo>
                    <a:pt x="3250893" y="1840711"/>
                  </a:lnTo>
                  <a:lnTo>
                    <a:pt x="3256366" y="1840711"/>
                  </a:lnTo>
                  <a:lnTo>
                    <a:pt x="3261839" y="1840711"/>
                  </a:lnTo>
                  <a:lnTo>
                    <a:pt x="3267312" y="1840711"/>
                  </a:lnTo>
                  <a:lnTo>
                    <a:pt x="3272785" y="1840711"/>
                  </a:lnTo>
                  <a:lnTo>
                    <a:pt x="3278258" y="1840711"/>
                  </a:lnTo>
                  <a:lnTo>
                    <a:pt x="3283731" y="1840711"/>
                  </a:lnTo>
                  <a:lnTo>
                    <a:pt x="3283731" y="1781215"/>
                  </a:lnTo>
                  <a:lnTo>
                    <a:pt x="3289204" y="1781215"/>
                  </a:lnTo>
                  <a:lnTo>
                    <a:pt x="3294677" y="1781215"/>
                  </a:lnTo>
                  <a:lnTo>
                    <a:pt x="3300149" y="1781215"/>
                  </a:lnTo>
                  <a:lnTo>
                    <a:pt x="3305622" y="1781215"/>
                  </a:lnTo>
                  <a:lnTo>
                    <a:pt x="3311095" y="1781215"/>
                  </a:lnTo>
                  <a:lnTo>
                    <a:pt x="3316568" y="1781215"/>
                  </a:lnTo>
                  <a:lnTo>
                    <a:pt x="3322041" y="1781215"/>
                  </a:lnTo>
                  <a:lnTo>
                    <a:pt x="3327514" y="1781215"/>
                  </a:lnTo>
                  <a:lnTo>
                    <a:pt x="3332987" y="1781215"/>
                  </a:lnTo>
                  <a:lnTo>
                    <a:pt x="3338460" y="1781215"/>
                  </a:lnTo>
                  <a:lnTo>
                    <a:pt x="3343932" y="1781215"/>
                  </a:lnTo>
                  <a:lnTo>
                    <a:pt x="3349405" y="1781215"/>
                  </a:lnTo>
                  <a:lnTo>
                    <a:pt x="3354878" y="1781215"/>
                  </a:lnTo>
                  <a:lnTo>
                    <a:pt x="3360351" y="1781215"/>
                  </a:lnTo>
                  <a:lnTo>
                    <a:pt x="3365824" y="1781215"/>
                  </a:lnTo>
                  <a:lnTo>
                    <a:pt x="3371297" y="1781215"/>
                  </a:lnTo>
                  <a:lnTo>
                    <a:pt x="3376770" y="1781215"/>
                  </a:lnTo>
                  <a:lnTo>
                    <a:pt x="3382243" y="1781215"/>
                  </a:lnTo>
                  <a:lnTo>
                    <a:pt x="3387716" y="1781215"/>
                  </a:lnTo>
                  <a:lnTo>
                    <a:pt x="3393188" y="1781215"/>
                  </a:lnTo>
                  <a:lnTo>
                    <a:pt x="3398661" y="1781215"/>
                  </a:lnTo>
                  <a:lnTo>
                    <a:pt x="3404134" y="1781215"/>
                  </a:lnTo>
                  <a:lnTo>
                    <a:pt x="3409607" y="1781215"/>
                  </a:lnTo>
                  <a:lnTo>
                    <a:pt x="3415080" y="1781215"/>
                  </a:lnTo>
                  <a:lnTo>
                    <a:pt x="3420553" y="1781215"/>
                  </a:lnTo>
                  <a:lnTo>
                    <a:pt x="3426026" y="1781215"/>
                  </a:lnTo>
                  <a:lnTo>
                    <a:pt x="3431499" y="1781215"/>
                  </a:lnTo>
                  <a:lnTo>
                    <a:pt x="3436972" y="1781215"/>
                  </a:lnTo>
                  <a:lnTo>
                    <a:pt x="3442444" y="1781215"/>
                  </a:lnTo>
                  <a:lnTo>
                    <a:pt x="3447917" y="1781215"/>
                  </a:lnTo>
                  <a:lnTo>
                    <a:pt x="3453390" y="1781215"/>
                  </a:lnTo>
                  <a:lnTo>
                    <a:pt x="3458863" y="1781215"/>
                  </a:lnTo>
                  <a:lnTo>
                    <a:pt x="3464336" y="1781215"/>
                  </a:lnTo>
                  <a:lnTo>
                    <a:pt x="3469809" y="1781215"/>
                  </a:lnTo>
                  <a:lnTo>
                    <a:pt x="3475282" y="1781215"/>
                  </a:lnTo>
                  <a:lnTo>
                    <a:pt x="3480755" y="1781215"/>
                  </a:lnTo>
                  <a:lnTo>
                    <a:pt x="3486228" y="1781215"/>
                  </a:lnTo>
                  <a:lnTo>
                    <a:pt x="3491700" y="1781215"/>
                  </a:lnTo>
                  <a:lnTo>
                    <a:pt x="3497173" y="1781215"/>
                  </a:lnTo>
                  <a:lnTo>
                    <a:pt x="3497173" y="1719701"/>
                  </a:lnTo>
                  <a:lnTo>
                    <a:pt x="3502646" y="1719701"/>
                  </a:lnTo>
                  <a:lnTo>
                    <a:pt x="3508119" y="1719701"/>
                  </a:lnTo>
                  <a:lnTo>
                    <a:pt x="3513592" y="1719701"/>
                  </a:lnTo>
                  <a:lnTo>
                    <a:pt x="3519065" y="1719701"/>
                  </a:lnTo>
                  <a:lnTo>
                    <a:pt x="3524538" y="1719701"/>
                  </a:lnTo>
                  <a:lnTo>
                    <a:pt x="3530011" y="1719701"/>
                  </a:lnTo>
                  <a:lnTo>
                    <a:pt x="3535483" y="1719701"/>
                  </a:lnTo>
                  <a:lnTo>
                    <a:pt x="3540956" y="1719701"/>
                  </a:lnTo>
                  <a:lnTo>
                    <a:pt x="3546429" y="1719701"/>
                  </a:lnTo>
                  <a:lnTo>
                    <a:pt x="3551902" y="1719701"/>
                  </a:lnTo>
                  <a:lnTo>
                    <a:pt x="3557375" y="1719701"/>
                  </a:lnTo>
                  <a:lnTo>
                    <a:pt x="3562848" y="1719701"/>
                  </a:lnTo>
                  <a:lnTo>
                    <a:pt x="3568321" y="1719701"/>
                  </a:lnTo>
                  <a:lnTo>
                    <a:pt x="3573794" y="1719701"/>
                  </a:lnTo>
                  <a:lnTo>
                    <a:pt x="3579267" y="1719701"/>
                  </a:lnTo>
                  <a:lnTo>
                    <a:pt x="3584739" y="1719701"/>
                  </a:lnTo>
                  <a:lnTo>
                    <a:pt x="3590212" y="1719701"/>
                  </a:lnTo>
                  <a:lnTo>
                    <a:pt x="3595685" y="1719701"/>
                  </a:lnTo>
                  <a:lnTo>
                    <a:pt x="3601158" y="1719701"/>
                  </a:lnTo>
                  <a:lnTo>
                    <a:pt x="3606631" y="1719701"/>
                  </a:lnTo>
                  <a:lnTo>
                    <a:pt x="3612104" y="1719701"/>
                  </a:lnTo>
                  <a:lnTo>
                    <a:pt x="3617577" y="1719701"/>
                  </a:lnTo>
                  <a:lnTo>
                    <a:pt x="3623050" y="1719701"/>
                  </a:lnTo>
                  <a:lnTo>
                    <a:pt x="3628523" y="1719701"/>
                  </a:lnTo>
                  <a:lnTo>
                    <a:pt x="3633995" y="1719701"/>
                  </a:lnTo>
                  <a:lnTo>
                    <a:pt x="3639468" y="1719701"/>
                  </a:lnTo>
                  <a:lnTo>
                    <a:pt x="3644941" y="1719701"/>
                  </a:lnTo>
                  <a:lnTo>
                    <a:pt x="3650414" y="1719701"/>
                  </a:lnTo>
                  <a:lnTo>
                    <a:pt x="3655887" y="1719701"/>
                  </a:lnTo>
                  <a:lnTo>
                    <a:pt x="3661360" y="1719701"/>
                  </a:lnTo>
                  <a:lnTo>
                    <a:pt x="3661360" y="1655741"/>
                  </a:lnTo>
                  <a:lnTo>
                    <a:pt x="3666833" y="1655741"/>
                  </a:lnTo>
                  <a:lnTo>
                    <a:pt x="3672306" y="1655741"/>
                  </a:lnTo>
                  <a:lnTo>
                    <a:pt x="3677779" y="1655741"/>
                  </a:lnTo>
                  <a:lnTo>
                    <a:pt x="3683251" y="1655741"/>
                  </a:lnTo>
                  <a:lnTo>
                    <a:pt x="3688724" y="1655741"/>
                  </a:lnTo>
                  <a:lnTo>
                    <a:pt x="3694197" y="1655741"/>
                  </a:lnTo>
                  <a:lnTo>
                    <a:pt x="3699670" y="1655741"/>
                  </a:lnTo>
                  <a:lnTo>
                    <a:pt x="3705143" y="1655741"/>
                  </a:lnTo>
                  <a:lnTo>
                    <a:pt x="3710616" y="1655741"/>
                  </a:lnTo>
                  <a:lnTo>
                    <a:pt x="3716089" y="1655741"/>
                  </a:lnTo>
                  <a:lnTo>
                    <a:pt x="3721562" y="1655741"/>
                  </a:lnTo>
                  <a:lnTo>
                    <a:pt x="3727034" y="1655741"/>
                  </a:lnTo>
                  <a:lnTo>
                    <a:pt x="3732507" y="1655741"/>
                  </a:lnTo>
                  <a:lnTo>
                    <a:pt x="3737980" y="1655741"/>
                  </a:lnTo>
                  <a:lnTo>
                    <a:pt x="3737980" y="1591349"/>
                  </a:lnTo>
                  <a:lnTo>
                    <a:pt x="3743453" y="1591349"/>
                  </a:lnTo>
                  <a:lnTo>
                    <a:pt x="3748926" y="1591349"/>
                  </a:lnTo>
                  <a:lnTo>
                    <a:pt x="3754399" y="1591349"/>
                  </a:lnTo>
                  <a:lnTo>
                    <a:pt x="3759872" y="1591349"/>
                  </a:lnTo>
                  <a:lnTo>
                    <a:pt x="3765345" y="1591349"/>
                  </a:lnTo>
                  <a:lnTo>
                    <a:pt x="3770818" y="1591349"/>
                  </a:lnTo>
                  <a:lnTo>
                    <a:pt x="3776290" y="1591349"/>
                  </a:lnTo>
                  <a:lnTo>
                    <a:pt x="3781763" y="1591349"/>
                  </a:lnTo>
                  <a:lnTo>
                    <a:pt x="3787236" y="1591349"/>
                  </a:lnTo>
                  <a:lnTo>
                    <a:pt x="3792709" y="1591349"/>
                  </a:lnTo>
                  <a:lnTo>
                    <a:pt x="3798182" y="1591349"/>
                  </a:lnTo>
                  <a:lnTo>
                    <a:pt x="3803655" y="1591349"/>
                  </a:lnTo>
                  <a:lnTo>
                    <a:pt x="3809128" y="1591349"/>
                  </a:lnTo>
                  <a:lnTo>
                    <a:pt x="3814601" y="1591349"/>
                  </a:lnTo>
                  <a:lnTo>
                    <a:pt x="3820074" y="1591349"/>
                  </a:lnTo>
                  <a:lnTo>
                    <a:pt x="3825546" y="1591349"/>
                  </a:lnTo>
                  <a:lnTo>
                    <a:pt x="3831019" y="1591349"/>
                  </a:lnTo>
                  <a:lnTo>
                    <a:pt x="3836492" y="1591349"/>
                  </a:lnTo>
                  <a:lnTo>
                    <a:pt x="3841965" y="1591349"/>
                  </a:lnTo>
                  <a:lnTo>
                    <a:pt x="3847438" y="1591349"/>
                  </a:lnTo>
                  <a:lnTo>
                    <a:pt x="3852911" y="1591349"/>
                  </a:lnTo>
                  <a:lnTo>
                    <a:pt x="3858384" y="1591349"/>
                  </a:lnTo>
                  <a:lnTo>
                    <a:pt x="3863857" y="1591349"/>
                  </a:lnTo>
                  <a:lnTo>
                    <a:pt x="3869329" y="1591349"/>
                  </a:lnTo>
                  <a:lnTo>
                    <a:pt x="3874802" y="1591349"/>
                  </a:lnTo>
                  <a:lnTo>
                    <a:pt x="3880275" y="1591349"/>
                  </a:lnTo>
                  <a:lnTo>
                    <a:pt x="3885748" y="1591349"/>
                  </a:lnTo>
                  <a:lnTo>
                    <a:pt x="3891221" y="1591349"/>
                  </a:lnTo>
                  <a:lnTo>
                    <a:pt x="3896694" y="1591349"/>
                  </a:lnTo>
                  <a:lnTo>
                    <a:pt x="3902167" y="1591349"/>
                  </a:lnTo>
                  <a:lnTo>
                    <a:pt x="3907640" y="1591349"/>
                  </a:lnTo>
                  <a:lnTo>
                    <a:pt x="3907640" y="1524664"/>
                  </a:lnTo>
                  <a:lnTo>
                    <a:pt x="3913113" y="1524664"/>
                  </a:lnTo>
                  <a:lnTo>
                    <a:pt x="3918585" y="1524664"/>
                  </a:lnTo>
                  <a:lnTo>
                    <a:pt x="3924058" y="1524664"/>
                  </a:lnTo>
                  <a:lnTo>
                    <a:pt x="3929531" y="1524664"/>
                  </a:lnTo>
                  <a:lnTo>
                    <a:pt x="3935004" y="1524664"/>
                  </a:lnTo>
                  <a:lnTo>
                    <a:pt x="3940477" y="1524664"/>
                  </a:lnTo>
                  <a:lnTo>
                    <a:pt x="3940477" y="1458023"/>
                  </a:lnTo>
                  <a:lnTo>
                    <a:pt x="3945950" y="1458023"/>
                  </a:lnTo>
                  <a:lnTo>
                    <a:pt x="3951423" y="1458023"/>
                  </a:lnTo>
                  <a:lnTo>
                    <a:pt x="3956896" y="1458023"/>
                  </a:lnTo>
                  <a:lnTo>
                    <a:pt x="3962369" y="1458023"/>
                  </a:lnTo>
                  <a:lnTo>
                    <a:pt x="3967841" y="1458023"/>
                  </a:lnTo>
                  <a:lnTo>
                    <a:pt x="3973314" y="1458023"/>
                  </a:lnTo>
                  <a:lnTo>
                    <a:pt x="3978787" y="1458023"/>
                  </a:lnTo>
                  <a:lnTo>
                    <a:pt x="3984260" y="1458023"/>
                  </a:lnTo>
                  <a:lnTo>
                    <a:pt x="3989733" y="1458023"/>
                  </a:lnTo>
                  <a:lnTo>
                    <a:pt x="3995206" y="1458023"/>
                  </a:lnTo>
                  <a:lnTo>
                    <a:pt x="4000679" y="1458023"/>
                  </a:lnTo>
                  <a:lnTo>
                    <a:pt x="4006152" y="1458023"/>
                  </a:lnTo>
                  <a:lnTo>
                    <a:pt x="4011625" y="1458023"/>
                  </a:lnTo>
                  <a:lnTo>
                    <a:pt x="4017097" y="1458023"/>
                  </a:lnTo>
                  <a:lnTo>
                    <a:pt x="4022570" y="1458023"/>
                  </a:lnTo>
                  <a:lnTo>
                    <a:pt x="4028043" y="1458023"/>
                  </a:lnTo>
                  <a:lnTo>
                    <a:pt x="4033516" y="1458023"/>
                  </a:lnTo>
                  <a:lnTo>
                    <a:pt x="4038989" y="1458023"/>
                  </a:lnTo>
                  <a:lnTo>
                    <a:pt x="4044462" y="1458023"/>
                  </a:lnTo>
                  <a:lnTo>
                    <a:pt x="4049935" y="1458023"/>
                  </a:lnTo>
                  <a:lnTo>
                    <a:pt x="4055408" y="1458023"/>
                  </a:lnTo>
                  <a:lnTo>
                    <a:pt x="4060880" y="1458023"/>
                  </a:lnTo>
                  <a:lnTo>
                    <a:pt x="4066353" y="1458023"/>
                  </a:lnTo>
                  <a:lnTo>
                    <a:pt x="4071826" y="1458023"/>
                  </a:lnTo>
                  <a:lnTo>
                    <a:pt x="4077299" y="1458023"/>
                  </a:lnTo>
                  <a:lnTo>
                    <a:pt x="4082772" y="1458023"/>
                  </a:lnTo>
                  <a:lnTo>
                    <a:pt x="4088245" y="1458023"/>
                  </a:lnTo>
                  <a:lnTo>
                    <a:pt x="4093718" y="1458023"/>
                  </a:lnTo>
                  <a:lnTo>
                    <a:pt x="4099191" y="1458023"/>
                  </a:lnTo>
                  <a:lnTo>
                    <a:pt x="4104664" y="1458023"/>
                  </a:lnTo>
                  <a:lnTo>
                    <a:pt x="4110136" y="1458023"/>
                  </a:lnTo>
                  <a:lnTo>
                    <a:pt x="4115609" y="1458023"/>
                  </a:lnTo>
                  <a:lnTo>
                    <a:pt x="4121082" y="1458023"/>
                  </a:lnTo>
                  <a:lnTo>
                    <a:pt x="4126555" y="1458023"/>
                  </a:lnTo>
                  <a:lnTo>
                    <a:pt x="4132028" y="1458023"/>
                  </a:lnTo>
                  <a:lnTo>
                    <a:pt x="4137501" y="1458023"/>
                  </a:lnTo>
                  <a:lnTo>
                    <a:pt x="4142974" y="1458023"/>
                  </a:lnTo>
                  <a:lnTo>
                    <a:pt x="4148447" y="1458023"/>
                  </a:lnTo>
                  <a:lnTo>
                    <a:pt x="4153920" y="1458023"/>
                  </a:lnTo>
                  <a:lnTo>
                    <a:pt x="4159392" y="1458023"/>
                  </a:lnTo>
                  <a:lnTo>
                    <a:pt x="4164865" y="1458023"/>
                  </a:lnTo>
                  <a:lnTo>
                    <a:pt x="4170338" y="1458023"/>
                  </a:lnTo>
                  <a:lnTo>
                    <a:pt x="4175811" y="1458023"/>
                  </a:lnTo>
                  <a:lnTo>
                    <a:pt x="4181284" y="1458023"/>
                  </a:lnTo>
                  <a:lnTo>
                    <a:pt x="4186757" y="1458023"/>
                  </a:lnTo>
                  <a:lnTo>
                    <a:pt x="4192230" y="1458023"/>
                  </a:lnTo>
                  <a:lnTo>
                    <a:pt x="4197703" y="1458023"/>
                  </a:lnTo>
                  <a:lnTo>
                    <a:pt x="4203176" y="1458023"/>
                  </a:lnTo>
                  <a:lnTo>
                    <a:pt x="4208648" y="1458023"/>
                  </a:lnTo>
                  <a:lnTo>
                    <a:pt x="4214121" y="1458023"/>
                  </a:lnTo>
                  <a:lnTo>
                    <a:pt x="4219594" y="1458023"/>
                  </a:lnTo>
                  <a:lnTo>
                    <a:pt x="4225067" y="1458023"/>
                  </a:lnTo>
                  <a:lnTo>
                    <a:pt x="4230540" y="1458023"/>
                  </a:lnTo>
                  <a:lnTo>
                    <a:pt x="4236013" y="1458023"/>
                  </a:lnTo>
                  <a:lnTo>
                    <a:pt x="4241486" y="1458023"/>
                  </a:lnTo>
                  <a:lnTo>
                    <a:pt x="4246959" y="1458023"/>
                  </a:lnTo>
                  <a:lnTo>
                    <a:pt x="4252431" y="1458023"/>
                  </a:lnTo>
                  <a:lnTo>
                    <a:pt x="4257904" y="1458023"/>
                  </a:lnTo>
                  <a:lnTo>
                    <a:pt x="4263377" y="1458023"/>
                  </a:lnTo>
                  <a:lnTo>
                    <a:pt x="4268850" y="1458023"/>
                  </a:lnTo>
                  <a:lnTo>
                    <a:pt x="4274323" y="1458023"/>
                  </a:lnTo>
                  <a:lnTo>
                    <a:pt x="4279796" y="1458023"/>
                  </a:lnTo>
                  <a:lnTo>
                    <a:pt x="4285269" y="1458023"/>
                  </a:lnTo>
                  <a:lnTo>
                    <a:pt x="4290742" y="1458023"/>
                  </a:lnTo>
                  <a:lnTo>
                    <a:pt x="4296215" y="1458023"/>
                  </a:lnTo>
                  <a:lnTo>
                    <a:pt x="4301687" y="1458023"/>
                  </a:lnTo>
                  <a:lnTo>
                    <a:pt x="4307160" y="1458023"/>
                  </a:lnTo>
                  <a:lnTo>
                    <a:pt x="4312633" y="1458023"/>
                  </a:lnTo>
                  <a:lnTo>
                    <a:pt x="4318106" y="1458023"/>
                  </a:lnTo>
                  <a:lnTo>
                    <a:pt x="4323579" y="1458023"/>
                  </a:lnTo>
                  <a:lnTo>
                    <a:pt x="4329052" y="1458023"/>
                  </a:lnTo>
                  <a:lnTo>
                    <a:pt x="4334525" y="1458023"/>
                  </a:lnTo>
                  <a:lnTo>
                    <a:pt x="4339998" y="1458023"/>
                  </a:lnTo>
                  <a:lnTo>
                    <a:pt x="4345471" y="1458023"/>
                  </a:lnTo>
                  <a:lnTo>
                    <a:pt x="4350943" y="1458023"/>
                  </a:lnTo>
                  <a:lnTo>
                    <a:pt x="4356416" y="1458023"/>
                  </a:lnTo>
                  <a:lnTo>
                    <a:pt x="4361889" y="1458023"/>
                  </a:lnTo>
                  <a:lnTo>
                    <a:pt x="4367362" y="1458023"/>
                  </a:lnTo>
                  <a:lnTo>
                    <a:pt x="4372835" y="1458023"/>
                  </a:lnTo>
                  <a:lnTo>
                    <a:pt x="4378308" y="1458023"/>
                  </a:lnTo>
                  <a:lnTo>
                    <a:pt x="4383781" y="1458023"/>
                  </a:lnTo>
                  <a:lnTo>
                    <a:pt x="4389254" y="1458023"/>
                  </a:lnTo>
                  <a:lnTo>
                    <a:pt x="4394726" y="1458023"/>
                  </a:lnTo>
                  <a:lnTo>
                    <a:pt x="4400199" y="1458023"/>
                  </a:lnTo>
                  <a:lnTo>
                    <a:pt x="4405672" y="1458023"/>
                  </a:lnTo>
                  <a:lnTo>
                    <a:pt x="4411145" y="1458023"/>
                  </a:lnTo>
                  <a:lnTo>
                    <a:pt x="4416618" y="1458023"/>
                  </a:lnTo>
                  <a:lnTo>
                    <a:pt x="4422091" y="1458023"/>
                  </a:lnTo>
                  <a:lnTo>
                    <a:pt x="4427564" y="1458023"/>
                  </a:lnTo>
                  <a:lnTo>
                    <a:pt x="4433037" y="1458023"/>
                  </a:lnTo>
                  <a:lnTo>
                    <a:pt x="4438510" y="1458023"/>
                  </a:lnTo>
                  <a:lnTo>
                    <a:pt x="4443982" y="1458023"/>
                  </a:lnTo>
                  <a:lnTo>
                    <a:pt x="4449455" y="1458023"/>
                  </a:lnTo>
                  <a:lnTo>
                    <a:pt x="4454928" y="1458023"/>
                  </a:lnTo>
                  <a:lnTo>
                    <a:pt x="4460401" y="1458023"/>
                  </a:lnTo>
                  <a:lnTo>
                    <a:pt x="4465874" y="1458023"/>
                  </a:lnTo>
                  <a:lnTo>
                    <a:pt x="4471347" y="1458023"/>
                  </a:lnTo>
                  <a:lnTo>
                    <a:pt x="4476820" y="1458023"/>
                  </a:lnTo>
                  <a:lnTo>
                    <a:pt x="4482293" y="1458023"/>
                  </a:lnTo>
                  <a:lnTo>
                    <a:pt x="4487766" y="1458023"/>
                  </a:lnTo>
                  <a:lnTo>
                    <a:pt x="4493238" y="1458023"/>
                  </a:lnTo>
                  <a:lnTo>
                    <a:pt x="4498711" y="1458023"/>
                  </a:lnTo>
                  <a:lnTo>
                    <a:pt x="4504184" y="1458023"/>
                  </a:lnTo>
                  <a:lnTo>
                    <a:pt x="4509657" y="1458023"/>
                  </a:lnTo>
                  <a:lnTo>
                    <a:pt x="4515130" y="1458023"/>
                  </a:lnTo>
                  <a:lnTo>
                    <a:pt x="4520603" y="1458023"/>
                  </a:lnTo>
                  <a:lnTo>
                    <a:pt x="4526076" y="1458023"/>
                  </a:lnTo>
                  <a:lnTo>
                    <a:pt x="4531549" y="1458023"/>
                  </a:lnTo>
                  <a:lnTo>
                    <a:pt x="4537022" y="1458023"/>
                  </a:lnTo>
                  <a:lnTo>
                    <a:pt x="4542494" y="1458023"/>
                  </a:lnTo>
                  <a:lnTo>
                    <a:pt x="4547967" y="1458023"/>
                  </a:lnTo>
                  <a:lnTo>
                    <a:pt x="4547967" y="1381883"/>
                  </a:lnTo>
                  <a:lnTo>
                    <a:pt x="4553440" y="1381883"/>
                  </a:lnTo>
                  <a:lnTo>
                    <a:pt x="4558913" y="1381883"/>
                  </a:lnTo>
                  <a:lnTo>
                    <a:pt x="4564386" y="1381883"/>
                  </a:lnTo>
                  <a:lnTo>
                    <a:pt x="4569859" y="1381883"/>
                  </a:lnTo>
                  <a:lnTo>
                    <a:pt x="4575332" y="1381883"/>
                  </a:lnTo>
                  <a:lnTo>
                    <a:pt x="4580805" y="1381883"/>
                  </a:lnTo>
                  <a:lnTo>
                    <a:pt x="4580805" y="1305806"/>
                  </a:lnTo>
                  <a:lnTo>
                    <a:pt x="4586277" y="1305806"/>
                  </a:lnTo>
                  <a:lnTo>
                    <a:pt x="4591750" y="1305806"/>
                  </a:lnTo>
                  <a:lnTo>
                    <a:pt x="4597223" y="1305806"/>
                  </a:lnTo>
                  <a:lnTo>
                    <a:pt x="4597223" y="1230163"/>
                  </a:lnTo>
                  <a:lnTo>
                    <a:pt x="4602696" y="1230163"/>
                  </a:lnTo>
                  <a:lnTo>
                    <a:pt x="4608169" y="1230163"/>
                  </a:lnTo>
                  <a:lnTo>
                    <a:pt x="4613642" y="1230163"/>
                  </a:lnTo>
                  <a:lnTo>
                    <a:pt x="4619115" y="1230163"/>
                  </a:lnTo>
                  <a:lnTo>
                    <a:pt x="4624588" y="1230163"/>
                  </a:lnTo>
                  <a:lnTo>
                    <a:pt x="4630061" y="1230163"/>
                  </a:lnTo>
                  <a:lnTo>
                    <a:pt x="4635533" y="1230163"/>
                  </a:lnTo>
                  <a:lnTo>
                    <a:pt x="4641006" y="1230163"/>
                  </a:lnTo>
                  <a:lnTo>
                    <a:pt x="4646479" y="1230163"/>
                  </a:lnTo>
                  <a:lnTo>
                    <a:pt x="4651952" y="1230163"/>
                  </a:lnTo>
                  <a:lnTo>
                    <a:pt x="4657425" y="1230163"/>
                  </a:lnTo>
                  <a:lnTo>
                    <a:pt x="4662898" y="1230163"/>
                  </a:lnTo>
                  <a:lnTo>
                    <a:pt x="4668371" y="1230163"/>
                  </a:lnTo>
                  <a:lnTo>
                    <a:pt x="4673844" y="1230163"/>
                  </a:lnTo>
                  <a:lnTo>
                    <a:pt x="4679317" y="1230163"/>
                  </a:lnTo>
                  <a:lnTo>
                    <a:pt x="4684789" y="1230163"/>
                  </a:lnTo>
                  <a:lnTo>
                    <a:pt x="4690262" y="1230163"/>
                  </a:lnTo>
                  <a:lnTo>
                    <a:pt x="4695735" y="1230163"/>
                  </a:lnTo>
                  <a:lnTo>
                    <a:pt x="4701208" y="1230163"/>
                  </a:lnTo>
                  <a:lnTo>
                    <a:pt x="4706681" y="1230163"/>
                  </a:lnTo>
                  <a:lnTo>
                    <a:pt x="4712154" y="1230163"/>
                  </a:lnTo>
                  <a:lnTo>
                    <a:pt x="4717627" y="1230163"/>
                  </a:lnTo>
                  <a:lnTo>
                    <a:pt x="4723100" y="1230163"/>
                  </a:lnTo>
                  <a:lnTo>
                    <a:pt x="4728573" y="1230163"/>
                  </a:lnTo>
                  <a:lnTo>
                    <a:pt x="4734045" y="1230163"/>
                  </a:lnTo>
                  <a:lnTo>
                    <a:pt x="4739518" y="1230163"/>
                  </a:lnTo>
                  <a:lnTo>
                    <a:pt x="4744991" y="1230163"/>
                  </a:lnTo>
                  <a:lnTo>
                    <a:pt x="4750464" y="1230163"/>
                  </a:lnTo>
                  <a:lnTo>
                    <a:pt x="4755937" y="1230163"/>
                  </a:lnTo>
                  <a:lnTo>
                    <a:pt x="4761410" y="1230163"/>
                  </a:lnTo>
                  <a:lnTo>
                    <a:pt x="4766883" y="1230163"/>
                  </a:lnTo>
                  <a:lnTo>
                    <a:pt x="4772356" y="1230163"/>
                  </a:lnTo>
                  <a:lnTo>
                    <a:pt x="4772356" y="1152415"/>
                  </a:lnTo>
                  <a:lnTo>
                    <a:pt x="4777828" y="1152415"/>
                  </a:lnTo>
                  <a:lnTo>
                    <a:pt x="4783301" y="1152415"/>
                  </a:lnTo>
                  <a:lnTo>
                    <a:pt x="4788774" y="1152415"/>
                  </a:lnTo>
                  <a:lnTo>
                    <a:pt x="4794247" y="1152415"/>
                  </a:lnTo>
                  <a:lnTo>
                    <a:pt x="4799720" y="1152415"/>
                  </a:lnTo>
                  <a:lnTo>
                    <a:pt x="4805193" y="1152415"/>
                  </a:lnTo>
                  <a:lnTo>
                    <a:pt x="4810666" y="1152415"/>
                  </a:lnTo>
                  <a:lnTo>
                    <a:pt x="4816139" y="1152415"/>
                  </a:lnTo>
                  <a:lnTo>
                    <a:pt x="4821612" y="1152415"/>
                  </a:lnTo>
                  <a:lnTo>
                    <a:pt x="4827084" y="1152415"/>
                  </a:lnTo>
                  <a:lnTo>
                    <a:pt x="4832557" y="1152415"/>
                  </a:lnTo>
                  <a:lnTo>
                    <a:pt x="4838030" y="1152415"/>
                  </a:lnTo>
                  <a:lnTo>
                    <a:pt x="4843503" y="1152415"/>
                  </a:lnTo>
                  <a:lnTo>
                    <a:pt x="4848976" y="1152415"/>
                  </a:lnTo>
                  <a:lnTo>
                    <a:pt x="4854449" y="1152415"/>
                  </a:lnTo>
                  <a:lnTo>
                    <a:pt x="4859922" y="1152415"/>
                  </a:lnTo>
                  <a:lnTo>
                    <a:pt x="4865395" y="1152415"/>
                  </a:lnTo>
                  <a:lnTo>
                    <a:pt x="4870868" y="1152415"/>
                  </a:lnTo>
                  <a:lnTo>
                    <a:pt x="4876340" y="1152415"/>
                  </a:lnTo>
                  <a:lnTo>
                    <a:pt x="4881813" y="1152415"/>
                  </a:lnTo>
                  <a:lnTo>
                    <a:pt x="4887286" y="1152415"/>
                  </a:lnTo>
                  <a:lnTo>
                    <a:pt x="4892759" y="1152415"/>
                  </a:lnTo>
                  <a:lnTo>
                    <a:pt x="4898232" y="1152415"/>
                  </a:lnTo>
                  <a:lnTo>
                    <a:pt x="4903705" y="1152415"/>
                  </a:lnTo>
                  <a:lnTo>
                    <a:pt x="4909178" y="1152415"/>
                  </a:lnTo>
                  <a:lnTo>
                    <a:pt x="4914651" y="1152415"/>
                  </a:lnTo>
                  <a:lnTo>
                    <a:pt x="4920123" y="1152415"/>
                  </a:lnTo>
                  <a:lnTo>
                    <a:pt x="4925596" y="1152415"/>
                  </a:lnTo>
                  <a:lnTo>
                    <a:pt x="4931069" y="1152415"/>
                  </a:lnTo>
                  <a:lnTo>
                    <a:pt x="4936542" y="1152415"/>
                  </a:lnTo>
                  <a:lnTo>
                    <a:pt x="4942015" y="1152415"/>
                  </a:lnTo>
                  <a:lnTo>
                    <a:pt x="4942015" y="1072817"/>
                  </a:lnTo>
                  <a:lnTo>
                    <a:pt x="4947488" y="1072817"/>
                  </a:lnTo>
                  <a:lnTo>
                    <a:pt x="4952961" y="1072817"/>
                  </a:lnTo>
                  <a:lnTo>
                    <a:pt x="4952961" y="993653"/>
                  </a:lnTo>
                  <a:lnTo>
                    <a:pt x="4958434" y="993653"/>
                  </a:lnTo>
                  <a:lnTo>
                    <a:pt x="4963907" y="993653"/>
                  </a:lnTo>
                  <a:lnTo>
                    <a:pt x="4969379" y="993653"/>
                  </a:lnTo>
                  <a:lnTo>
                    <a:pt x="4974852" y="993653"/>
                  </a:lnTo>
                  <a:lnTo>
                    <a:pt x="4980325" y="993653"/>
                  </a:lnTo>
                  <a:lnTo>
                    <a:pt x="4985798" y="993653"/>
                  </a:lnTo>
                  <a:lnTo>
                    <a:pt x="4991271" y="993653"/>
                  </a:lnTo>
                  <a:lnTo>
                    <a:pt x="4996744" y="993653"/>
                  </a:lnTo>
                  <a:lnTo>
                    <a:pt x="5002217" y="993653"/>
                  </a:lnTo>
                  <a:lnTo>
                    <a:pt x="5007690" y="993653"/>
                  </a:lnTo>
                  <a:lnTo>
                    <a:pt x="5013163" y="993653"/>
                  </a:lnTo>
                  <a:lnTo>
                    <a:pt x="5018635" y="993653"/>
                  </a:lnTo>
                  <a:lnTo>
                    <a:pt x="5024108" y="993653"/>
                  </a:lnTo>
                  <a:lnTo>
                    <a:pt x="5029581" y="993653"/>
                  </a:lnTo>
                  <a:lnTo>
                    <a:pt x="5035054" y="993653"/>
                  </a:lnTo>
                  <a:lnTo>
                    <a:pt x="5040527" y="993653"/>
                  </a:lnTo>
                  <a:lnTo>
                    <a:pt x="5046000" y="993653"/>
                  </a:lnTo>
                  <a:lnTo>
                    <a:pt x="5051473" y="993653"/>
                  </a:lnTo>
                  <a:lnTo>
                    <a:pt x="5056946" y="993653"/>
                  </a:lnTo>
                  <a:lnTo>
                    <a:pt x="5062419" y="993653"/>
                  </a:lnTo>
                  <a:lnTo>
                    <a:pt x="5062419" y="913442"/>
                  </a:lnTo>
                  <a:lnTo>
                    <a:pt x="5067891" y="913442"/>
                  </a:lnTo>
                  <a:lnTo>
                    <a:pt x="5073364" y="913442"/>
                  </a:lnTo>
                  <a:lnTo>
                    <a:pt x="5078837" y="913442"/>
                  </a:lnTo>
                  <a:lnTo>
                    <a:pt x="5084310" y="913442"/>
                  </a:lnTo>
                  <a:lnTo>
                    <a:pt x="5089783" y="913442"/>
                  </a:lnTo>
                  <a:lnTo>
                    <a:pt x="5095256" y="913442"/>
                  </a:lnTo>
                  <a:lnTo>
                    <a:pt x="5100729" y="913442"/>
                  </a:lnTo>
                  <a:lnTo>
                    <a:pt x="5106202" y="913442"/>
                  </a:lnTo>
                  <a:lnTo>
                    <a:pt x="5111674" y="913442"/>
                  </a:lnTo>
                  <a:lnTo>
                    <a:pt x="5117147" y="913442"/>
                  </a:lnTo>
                  <a:lnTo>
                    <a:pt x="5122620" y="913442"/>
                  </a:lnTo>
                  <a:lnTo>
                    <a:pt x="5128093" y="913442"/>
                  </a:lnTo>
                  <a:lnTo>
                    <a:pt x="5133566" y="913442"/>
                  </a:lnTo>
                  <a:lnTo>
                    <a:pt x="5139039" y="913442"/>
                  </a:lnTo>
                  <a:lnTo>
                    <a:pt x="5144512" y="913442"/>
                  </a:lnTo>
                  <a:lnTo>
                    <a:pt x="5149985" y="913442"/>
                  </a:lnTo>
                  <a:lnTo>
                    <a:pt x="5155458" y="913442"/>
                  </a:lnTo>
                  <a:lnTo>
                    <a:pt x="5160930" y="913442"/>
                  </a:lnTo>
                  <a:lnTo>
                    <a:pt x="5166403" y="913442"/>
                  </a:lnTo>
                  <a:lnTo>
                    <a:pt x="5171876" y="913442"/>
                  </a:lnTo>
                  <a:lnTo>
                    <a:pt x="5177349" y="913442"/>
                  </a:lnTo>
                  <a:lnTo>
                    <a:pt x="5182822" y="913442"/>
                  </a:lnTo>
                  <a:lnTo>
                    <a:pt x="5188295" y="913442"/>
                  </a:lnTo>
                  <a:lnTo>
                    <a:pt x="5193768" y="913442"/>
                  </a:lnTo>
                  <a:lnTo>
                    <a:pt x="5199241" y="913442"/>
                  </a:lnTo>
                  <a:lnTo>
                    <a:pt x="5204714" y="913442"/>
                  </a:lnTo>
                  <a:lnTo>
                    <a:pt x="5210186" y="913442"/>
                  </a:lnTo>
                  <a:lnTo>
                    <a:pt x="5215659" y="913442"/>
                  </a:lnTo>
                  <a:lnTo>
                    <a:pt x="5221132" y="913442"/>
                  </a:lnTo>
                  <a:lnTo>
                    <a:pt x="5226605" y="913442"/>
                  </a:lnTo>
                  <a:lnTo>
                    <a:pt x="5232078" y="913442"/>
                  </a:lnTo>
                  <a:lnTo>
                    <a:pt x="5237551" y="913442"/>
                  </a:lnTo>
                  <a:lnTo>
                    <a:pt x="5243024" y="913442"/>
                  </a:lnTo>
                  <a:lnTo>
                    <a:pt x="5248497" y="913442"/>
                  </a:lnTo>
                  <a:lnTo>
                    <a:pt x="5253970" y="913442"/>
                  </a:lnTo>
                  <a:lnTo>
                    <a:pt x="5259442" y="913442"/>
                  </a:lnTo>
                  <a:lnTo>
                    <a:pt x="5264915" y="913442"/>
                  </a:lnTo>
                  <a:lnTo>
                    <a:pt x="5270388" y="913442"/>
                  </a:lnTo>
                  <a:lnTo>
                    <a:pt x="5270388" y="832079"/>
                  </a:lnTo>
                  <a:lnTo>
                    <a:pt x="5275861" y="832079"/>
                  </a:lnTo>
                  <a:lnTo>
                    <a:pt x="5281334" y="832079"/>
                  </a:lnTo>
                  <a:lnTo>
                    <a:pt x="5286807" y="832079"/>
                  </a:lnTo>
                  <a:lnTo>
                    <a:pt x="5292280" y="832079"/>
                  </a:lnTo>
                  <a:lnTo>
                    <a:pt x="5297753" y="832079"/>
                  </a:lnTo>
                  <a:lnTo>
                    <a:pt x="5303225" y="832079"/>
                  </a:lnTo>
                  <a:lnTo>
                    <a:pt x="5308698" y="832079"/>
                  </a:lnTo>
                  <a:lnTo>
                    <a:pt x="5314171" y="832079"/>
                  </a:lnTo>
                  <a:lnTo>
                    <a:pt x="5319644" y="832079"/>
                  </a:lnTo>
                  <a:lnTo>
                    <a:pt x="5325117" y="832079"/>
                  </a:lnTo>
                  <a:lnTo>
                    <a:pt x="5330590" y="832079"/>
                  </a:lnTo>
                  <a:lnTo>
                    <a:pt x="5336063" y="832079"/>
                  </a:lnTo>
                  <a:lnTo>
                    <a:pt x="5341536" y="832079"/>
                  </a:lnTo>
                  <a:lnTo>
                    <a:pt x="5347009" y="832079"/>
                  </a:lnTo>
                  <a:lnTo>
                    <a:pt x="5352481" y="832079"/>
                  </a:lnTo>
                  <a:lnTo>
                    <a:pt x="5357954" y="832079"/>
                  </a:lnTo>
                  <a:lnTo>
                    <a:pt x="5363427" y="832079"/>
                  </a:lnTo>
                  <a:lnTo>
                    <a:pt x="5368900" y="832079"/>
                  </a:lnTo>
                  <a:lnTo>
                    <a:pt x="5374373" y="832079"/>
                  </a:lnTo>
                  <a:lnTo>
                    <a:pt x="5379846" y="832079"/>
                  </a:lnTo>
                  <a:lnTo>
                    <a:pt x="5385319" y="832079"/>
                  </a:lnTo>
                  <a:lnTo>
                    <a:pt x="5390792" y="832079"/>
                  </a:lnTo>
                  <a:lnTo>
                    <a:pt x="5396265" y="832079"/>
                  </a:lnTo>
                  <a:lnTo>
                    <a:pt x="5401737" y="832079"/>
                  </a:lnTo>
                  <a:lnTo>
                    <a:pt x="5407210" y="832079"/>
                  </a:lnTo>
                  <a:lnTo>
                    <a:pt x="5412683" y="832079"/>
                  </a:lnTo>
                  <a:lnTo>
                    <a:pt x="5418156" y="832079"/>
                  </a:lnTo>
                  <a:lnTo>
                    <a:pt x="5423629" y="832079"/>
                  </a:lnTo>
                  <a:lnTo>
                    <a:pt x="5429102" y="832079"/>
                  </a:lnTo>
                  <a:lnTo>
                    <a:pt x="5434575" y="832079"/>
                  </a:lnTo>
                  <a:lnTo>
                    <a:pt x="5440048" y="832079"/>
                  </a:lnTo>
                  <a:lnTo>
                    <a:pt x="5445520" y="832079"/>
                  </a:lnTo>
                  <a:lnTo>
                    <a:pt x="5450993" y="832079"/>
                  </a:lnTo>
                  <a:lnTo>
                    <a:pt x="5456466" y="832079"/>
                  </a:lnTo>
                  <a:lnTo>
                    <a:pt x="5461939" y="832079"/>
                  </a:lnTo>
                  <a:lnTo>
                    <a:pt x="5467412" y="832079"/>
                  </a:lnTo>
                  <a:lnTo>
                    <a:pt x="5472885" y="832079"/>
                  </a:lnTo>
                  <a:lnTo>
                    <a:pt x="5478358" y="832079"/>
                  </a:lnTo>
                  <a:lnTo>
                    <a:pt x="5483831" y="832079"/>
                  </a:lnTo>
                  <a:lnTo>
                    <a:pt x="5489304" y="832079"/>
                  </a:lnTo>
                  <a:lnTo>
                    <a:pt x="5494776" y="832079"/>
                  </a:lnTo>
                  <a:lnTo>
                    <a:pt x="5500249" y="832079"/>
                  </a:lnTo>
                  <a:lnTo>
                    <a:pt x="5505722" y="832079"/>
                  </a:lnTo>
                  <a:lnTo>
                    <a:pt x="5511195" y="832079"/>
                  </a:lnTo>
                  <a:lnTo>
                    <a:pt x="5516668" y="832079"/>
                  </a:lnTo>
                  <a:lnTo>
                    <a:pt x="5522141" y="832079"/>
                  </a:lnTo>
                  <a:lnTo>
                    <a:pt x="5527614" y="832079"/>
                  </a:lnTo>
                  <a:lnTo>
                    <a:pt x="5533087" y="832079"/>
                  </a:lnTo>
                  <a:lnTo>
                    <a:pt x="5538560" y="832079"/>
                  </a:lnTo>
                  <a:lnTo>
                    <a:pt x="5544032" y="832079"/>
                  </a:lnTo>
                  <a:lnTo>
                    <a:pt x="5549505" y="832079"/>
                  </a:lnTo>
                  <a:lnTo>
                    <a:pt x="5554978" y="832079"/>
                  </a:lnTo>
                  <a:lnTo>
                    <a:pt x="5560451" y="832079"/>
                  </a:lnTo>
                  <a:lnTo>
                    <a:pt x="5565924" y="832079"/>
                  </a:lnTo>
                  <a:lnTo>
                    <a:pt x="5571397" y="832079"/>
                  </a:lnTo>
                  <a:lnTo>
                    <a:pt x="5576870" y="832079"/>
                  </a:lnTo>
                  <a:lnTo>
                    <a:pt x="5582343" y="832079"/>
                  </a:lnTo>
                  <a:lnTo>
                    <a:pt x="5587816" y="832079"/>
                  </a:lnTo>
                  <a:lnTo>
                    <a:pt x="5593288" y="832079"/>
                  </a:lnTo>
                  <a:lnTo>
                    <a:pt x="5598761" y="832079"/>
                  </a:lnTo>
                  <a:lnTo>
                    <a:pt x="5604234" y="832079"/>
                  </a:lnTo>
                  <a:lnTo>
                    <a:pt x="5609707" y="832079"/>
                  </a:lnTo>
                  <a:lnTo>
                    <a:pt x="5615180" y="832079"/>
                  </a:lnTo>
                  <a:lnTo>
                    <a:pt x="5620653" y="832079"/>
                  </a:lnTo>
                  <a:lnTo>
                    <a:pt x="5626126" y="832079"/>
                  </a:lnTo>
                  <a:lnTo>
                    <a:pt x="5631599" y="832079"/>
                  </a:lnTo>
                  <a:lnTo>
                    <a:pt x="5637071" y="832079"/>
                  </a:lnTo>
                  <a:lnTo>
                    <a:pt x="5642544" y="832079"/>
                  </a:lnTo>
                  <a:lnTo>
                    <a:pt x="5648017" y="832079"/>
                  </a:lnTo>
                  <a:lnTo>
                    <a:pt x="5653490" y="832079"/>
                  </a:lnTo>
                  <a:lnTo>
                    <a:pt x="5658963" y="832079"/>
                  </a:lnTo>
                  <a:lnTo>
                    <a:pt x="5664436" y="832079"/>
                  </a:lnTo>
                  <a:lnTo>
                    <a:pt x="5669909" y="832079"/>
                  </a:lnTo>
                  <a:lnTo>
                    <a:pt x="5675382" y="832079"/>
                  </a:lnTo>
                  <a:lnTo>
                    <a:pt x="5680855" y="832079"/>
                  </a:lnTo>
                  <a:lnTo>
                    <a:pt x="5686327" y="832079"/>
                  </a:lnTo>
                  <a:lnTo>
                    <a:pt x="5691800" y="832079"/>
                  </a:lnTo>
                  <a:lnTo>
                    <a:pt x="5697273" y="832079"/>
                  </a:lnTo>
                  <a:lnTo>
                    <a:pt x="5702746" y="832079"/>
                  </a:lnTo>
                  <a:lnTo>
                    <a:pt x="5708219" y="832079"/>
                  </a:lnTo>
                  <a:lnTo>
                    <a:pt x="5713692" y="832079"/>
                  </a:lnTo>
                  <a:lnTo>
                    <a:pt x="5719165" y="832079"/>
                  </a:lnTo>
                  <a:lnTo>
                    <a:pt x="5724638" y="832079"/>
                  </a:lnTo>
                  <a:lnTo>
                    <a:pt x="5730111" y="832079"/>
                  </a:lnTo>
                  <a:lnTo>
                    <a:pt x="5735583" y="832079"/>
                  </a:lnTo>
                  <a:lnTo>
                    <a:pt x="5741056" y="832079"/>
                  </a:lnTo>
                  <a:lnTo>
                    <a:pt x="5746529" y="832079"/>
                  </a:lnTo>
                  <a:lnTo>
                    <a:pt x="5752002" y="832079"/>
                  </a:lnTo>
                  <a:lnTo>
                    <a:pt x="5757475" y="832079"/>
                  </a:lnTo>
                  <a:lnTo>
                    <a:pt x="5762948" y="832079"/>
                  </a:lnTo>
                  <a:lnTo>
                    <a:pt x="5768421" y="832079"/>
                  </a:lnTo>
                  <a:lnTo>
                    <a:pt x="5773894" y="832079"/>
                  </a:lnTo>
                  <a:lnTo>
                    <a:pt x="5779367" y="832079"/>
                  </a:lnTo>
                  <a:lnTo>
                    <a:pt x="5784839" y="832079"/>
                  </a:lnTo>
                  <a:lnTo>
                    <a:pt x="5790312" y="832079"/>
                  </a:lnTo>
                  <a:lnTo>
                    <a:pt x="5795785" y="832079"/>
                  </a:lnTo>
                  <a:lnTo>
                    <a:pt x="5801258" y="832079"/>
                  </a:lnTo>
                  <a:lnTo>
                    <a:pt x="5806731" y="832079"/>
                  </a:lnTo>
                  <a:lnTo>
                    <a:pt x="5812204" y="832079"/>
                  </a:lnTo>
                  <a:lnTo>
                    <a:pt x="5817677" y="832079"/>
                  </a:lnTo>
                  <a:lnTo>
                    <a:pt x="5823150" y="832079"/>
                  </a:lnTo>
                  <a:lnTo>
                    <a:pt x="5828622" y="832079"/>
                  </a:lnTo>
                  <a:lnTo>
                    <a:pt x="5834095" y="832079"/>
                  </a:lnTo>
                  <a:lnTo>
                    <a:pt x="5839568" y="832079"/>
                  </a:lnTo>
                  <a:lnTo>
                    <a:pt x="5845041" y="832079"/>
                  </a:lnTo>
                  <a:lnTo>
                    <a:pt x="5850514" y="832079"/>
                  </a:lnTo>
                  <a:lnTo>
                    <a:pt x="5855987" y="832079"/>
                  </a:lnTo>
                  <a:lnTo>
                    <a:pt x="5861460" y="832079"/>
                  </a:lnTo>
                  <a:lnTo>
                    <a:pt x="5866933" y="832079"/>
                  </a:lnTo>
                  <a:lnTo>
                    <a:pt x="5872406" y="832079"/>
                  </a:lnTo>
                  <a:lnTo>
                    <a:pt x="5877878" y="832079"/>
                  </a:lnTo>
                  <a:lnTo>
                    <a:pt x="5883351" y="832079"/>
                  </a:lnTo>
                  <a:lnTo>
                    <a:pt x="5888824" y="832079"/>
                  </a:lnTo>
                  <a:lnTo>
                    <a:pt x="5894297" y="832079"/>
                  </a:lnTo>
                  <a:lnTo>
                    <a:pt x="5899770" y="832079"/>
                  </a:lnTo>
                  <a:lnTo>
                    <a:pt x="5905243" y="832079"/>
                  </a:lnTo>
                  <a:lnTo>
                    <a:pt x="5910716" y="832079"/>
                  </a:lnTo>
                  <a:lnTo>
                    <a:pt x="5916189" y="832079"/>
                  </a:lnTo>
                  <a:lnTo>
                    <a:pt x="5921662" y="832079"/>
                  </a:lnTo>
                  <a:lnTo>
                    <a:pt x="5927134" y="832079"/>
                  </a:lnTo>
                  <a:lnTo>
                    <a:pt x="5932607" y="832079"/>
                  </a:lnTo>
                  <a:lnTo>
                    <a:pt x="5938080" y="832079"/>
                  </a:lnTo>
                  <a:lnTo>
                    <a:pt x="5943553" y="832079"/>
                  </a:lnTo>
                  <a:lnTo>
                    <a:pt x="5949026" y="832079"/>
                  </a:lnTo>
                  <a:lnTo>
                    <a:pt x="5954499" y="832079"/>
                  </a:lnTo>
                  <a:lnTo>
                    <a:pt x="5959972" y="832079"/>
                  </a:lnTo>
                  <a:lnTo>
                    <a:pt x="5965445" y="832079"/>
                  </a:lnTo>
                  <a:lnTo>
                    <a:pt x="5970918" y="832079"/>
                  </a:lnTo>
                  <a:lnTo>
                    <a:pt x="5976390" y="832079"/>
                  </a:lnTo>
                  <a:lnTo>
                    <a:pt x="5981863" y="832079"/>
                  </a:lnTo>
                  <a:lnTo>
                    <a:pt x="5987336" y="832079"/>
                  </a:lnTo>
                  <a:lnTo>
                    <a:pt x="5992809" y="832079"/>
                  </a:lnTo>
                  <a:lnTo>
                    <a:pt x="5998282" y="832079"/>
                  </a:lnTo>
                  <a:lnTo>
                    <a:pt x="6003755" y="832079"/>
                  </a:lnTo>
                  <a:lnTo>
                    <a:pt x="6009228" y="832079"/>
                  </a:lnTo>
                  <a:lnTo>
                    <a:pt x="6014701" y="832079"/>
                  </a:lnTo>
                  <a:lnTo>
                    <a:pt x="6020173" y="832079"/>
                  </a:lnTo>
                  <a:lnTo>
                    <a:pt x="6025646" y="832079"/>
                  </a:lnTo>
                  <a:lnTo>
                    <a:pt x="6031119" y="832079"/>
                  </a:lnTo>
                  <a:lnTo>
                    <a:pt x="6036592" y="832079"/>
                  </a:lnTo>
                  <a:lnTo>
                    <a:pt x="6042065" y="832079"/>
                  </a:lnTo>
                  <a:lnTo>
                    <a:pt x="6047538" y="832079"/>
                  </a:lnTo>
                  <a:lnTo>
                    <a:pt x="6053011" y="832079"/>
                  </a:lnTo>
                  <a:lnTo>
                    <a:pt x="6058484" y="832079"/>
                  </a:lnTo>
                  <a:lnTo>
                    <a:pt x="6063957" y="832079"/>
                  </a:lnTo>
                  <a:lnTo>
                    <a:pt x="6069429" y="832079"/>
                  </a:lnTo>
                  <a:lnTo>
                    <a:pt x="6074902" y="832079"/>
                  </a:lnTo>
                  <a:lnTo>
                    <a:pt x="6080375" y="832079"/>
                  </a:lnTo>
                  <a:lnTo>
                    <a:pt x="6085848" y="832079"/>
                  </a:lnTo>
                  <a:lnTo>
                    <a:pt x="6091321" y="832079"/>
                  </a:lnTo>
                  <a:lnTo>
                    <a:pt x="6096794" y="832079"/>
                  </a:lnTo>
                  <a:lnTo>
                    <a:pt x="6102267" y="832079"/>
                  </a:lnTo>
                  <a:lnTo>
                    <a:pt x="6107740" y="832079"/>
                  </a:lnTo>
                  <a:lnTo>
                    <a:pt x="6113213" y="832079"/>
                  </a:lnTo>
                  <a:lnTo>
                    <a:pt x="6118685" y="832079"/>
                  </a:lnTo>
                  <a:lnTo>
                    <a:pt x="6124158" y="832079"/>
                  </a:lnTo>
                  <a:lnTo>
                    <a:pt x="6129631" y="832079"/>
                  </a:lnTo>
                  <a:lnTo>
                    <a:pt x="6135104" y="832079"/>
                  </a:lnTo>
                  <a:lnTo>
                    <a:pt x="6140577" y="832079"/>
                  </a:lnTo>
                  <a:lnTo>
                    <a:pt x="6146050" y="832079"/>
                  </a:lnTo>
                  <a:lnTo>
                    <a:pt x="6151523" y="832079"/>
                  </a:lnTo>
                  <a:lnTo>
                    <a:pt x="6156996" y="832079"/>
                  </a:lnTo>
                  <a:lnTo>
                    <a:pt x="6162468" y="832079"/>
                  </a:lnTo>
                  <a:lnTo>
                    <a:pt x="6167941" y="832079"/>
                  </a:lnTo>
                  <a:lnTo>
                    <a:pt x="6173414" y="832079"/>
                  </a:lnTo>
                  <a:lnTo>
                    <a:pt x="6178887" y="832079"/>
                  </a:lnTo>
                  <a:lnTo>
                    <a:pt x="6184360" y="832079"/>
                  </a:lnTo>
                  <a:lnTo>
                    <a:pt x="6189833" y="832079"/>
                  </a:lnTo>
                  <a:lnTo>
                    <a:pt x="6195306" y="832079"/>
                  </a:lnTo>
                  <a:lnTo>
                    <a:pt x="6200779" y="832079"/>
                  </a:lnTo>
                  <a:lnTo>
                    <a:pt x="6206252" y="832079"/>
                  </a:lnTo>
                  <a:lnTo>
                    <a:pt x="6211724" y="832079"/>
                  </a:lnTo>
                  <a:lnTo>
                    <a:pt x="6211724" y="729659"/>
                  </a:lnTo>
                  <a:lnTo>
                    <a:pt x="6217197" y="729659"/>
                  </a:lnTo>
                  <a:lnTo>
                    <a:pt x="6222670" y="729659"/>
                  </a:lnTo>
                  <a:lnTo>
                    <a:pt x="6233616" y="729659"/>
                  </a:lnTo>
                  <a:lnTo>
                    <a:pt x="6239089" y="729659"/>
                  </a:lnTo>
                  <a:lnTo>
                    <a:pt x="6244562" y="729659"/>
                  </a:lnTo>
                  <a:lnTo>
                    <a:pt x="6250035" y="729659"/>
                  </a:lnTo>
                  <a:lnTo>
                    <a:pt x="6255508" y="729659"/>
                  </a:lnTo>
                  <a:lnTo>
                    <a:pt x="6260980" y="729659"/>
                  </a:lnTo>
                  <a:lnTo>
                    <a:pt x="6266453" y="729659"/>
                  </a:lnTo>
                  <a:lnTo>
                    <a:pt x="6271926" y="729659"/>
                  </a:lnTo>
                  <a:lnTo>
                    <a:pt x="6277399" y="729659"/>
                  </a:lnTo>
                  <a:lnTo>
                    <a:pt x="6282872" y="729659"/>
                  </a:lnTo>
                  <a:lnTo>
                    <a:pt x="6288345" y="729659"/>
                  </a:lnTo>
                  <a:lnTo>
                    <a:pt x="6293818" y="729659"/>
                  </a:lnTo>
                  <a:lnTo>
                    <a:pt x="6299291" y="729659"/>
                  </a:lnTo>
                  <a:lnTo>
                    <a:pt x="6304764" y="729659"/>
                  </a:lnTo>
                  <a:lnTo>
                    <a:pt x="6310236" y="729659"/>
                  </a:lnTo>
                  <a:lnTo>
                    <a:pt x="6315709" y="729659"/>
                  </a:lnTo>
                  <a:lnTo>
                    <a:pt x="6326655" y="729659"/>
                  </a:lnTo>
                  <a:lnTo>
                    <a:pt x="6332128" y="729659"/>
                  </a:lnTo>
                  <a:lnTo>
                    <a:pt x="6337601" y="729659"/>
                  </a:lnTo>
                  <a:lnTo>
                    <a:pt x="6343074" y="729659"/>
                  </a:lnTo>
                  <a:lnTo>
                    <a:pt x="6348547" y="729659"/>
                  </a:lnTo>
                  <a:lnTo>
                    <a:pt x="6354019" y="729659"/>
                  </a:lnTo>
                  <a:lnTo>
                    <a:pt x="6359492" y="729659"/>
                  </a:lnTo>
                  <a:lnTo>
                    <a:pt x="6364965" y="729659"/>
                  </a:lnTo>
                  <a:lnTo>
                    <a:pt x="6370438" y="729659"/>
                  </a:lnTo>
                  <a:lnTo>
                    <a:pt x="6375911" y="729659"/>
                  </a:lnTo>
                  <a:lnTo>
                    <a:pt x="6381384" y="729659"/>
                  </a:lnTo>
                  <a:lnTo>
                    <a:pt x="6386857" y="729659"/>
                  </a:lnTo>
                  <a:lnTo>
                    <a:pt x="6392330" y="729659"/>
                  </a:lnTo>
                  <a:lnTo>
                    <a:pt x="6397803" y="729659"/>
                  </a:lnTo>
                  <a:lnTo>
                    <a:pt x="6403275" y="729659"/>
                  </a:lnTo>
                  <a:lnTo>
                    <a:pt x="6408748" y="729659"/>
                  </a:lnTo>
                  <a:lnTo>
                    <a:pt x="6414221" y="729659"/>
                  </a:lnTo>
                  <a:lnTo>
                    <a:pt x="6419694" y="729659"/>
                  </a:lnTo>
                  <a:lnTo>
                    <a:pt x="6425167" y="729659"/>
                  </a:lnTo>
                  <a:lnTo>
                    <a:pt x="6430640" y="729659"/>
                  </a:lnTo>
                  <a:lnTo>
                    <a:pt x="6436113" y="729659"/>
                  </a:lnTo>
                  <a:lnTo>
                    <a:pt x="6441586" y="729659"/>
                  </a:lnTo>
                  <a:lnTo>
                    <a:pt x="6447059" y="729659"/>
                  </a:lnTo>
                  <a:lnTo>
                    <a:pt x="6452531" y="729659"/>
                  </a:lnTo>
                  <a:lnTo>
                    <a:pt x="6458004" y="729659"/>
                  </a:lnTo>
                  <a:lnTo>
                    <a:pt x="6463477" y="729659"/>
                  </a:lnTo>
                  <a:lnTo>
                    <a:pt x="6468950" y="729659"/>
                  </a:lnTo>
                  <a:lnTo>
                    <a:pt x="6474423" y="729659"/>
                  </a:lnTo>
                  <a:lnTo>
                    <a:pt x="6479896" y="729659"/>
                  </a:lnTo>
                  <a:lnTo>
                    <a:pt x="6485369" y="729659"/>
                  </a:lnTo>
                  <a:lnTo>
                    <a:pt x="6490842" y="729659"/>
                  </a:lnTo>
                  <a:lnTo>
                    <a:pt x="6496315" y="729659"/>
                  </a:lnTo>
                  <a:lnTo>
                    <a:pt x="6501787" y="729659"/>
                  </a:lnTo>
                  <a:lnTo>
                    <a:pt x="6512733" y="729659"/>
                  </a:lnTo>
                  <a:lnTo>
                    <a:pt x="6523679" y="729659"/>
                  </a:lnTo>
                  <a:lnTo>
                    <a:pt x="6529152" y="729659"/>
                  </a:lnTo>
                  <a:lnTo>
                    <a:pt x="6534625" y="729659"/>
                  </a:lnTo>
                  <a:lnTo>
                    <a:pt x="6540098" y="729659"/>
                  </a:lnTo>
                  <a:lnTo>
                    <a:pt x="6545570" y="729659"/>
                  </a:lnTo>
                  <a:lnTo>
                    <a:pt x="6551043" y="729659"/>
                  </a:lnTo>
                  <a:lnTo>
                    <a:pt x="6556516" y="729659"/>
                  </a:lnTo>
                  <a:lnTo>
                    <a:pt x="6561989" y="729659"/>
                  </a:lnTo>
                  <a:lnTo>
                    <a:pt x="6567462" y="729659"/>
                  </a:lnTo>
                  <a:lnTo>
                    <a:pt x="6572935" y="729659"/>
                  </a:lnTo>
                  <a:lnTo>
                    <a:pt x="6578408" y="729659"/>
                  </a:lnTo>
                  <a:lnTo>
                    <a:pt x="6583881" y="729659"/>
                  </a:lnTo>
                  <a:lnTo>
                    <a:pt x="6589354" y="729659"/>
                  </a:lnTo>
                  <a:lnTo>
                    <a:pt x="6594826" y="729659"/>
                  </a:lnTo>
                  <a:lnTo>
                    <a:pt x="6600299" y="729659"/>
                  </a:lnTo>
                  <a:lnTo>
                    <a:pt x="6605772" y="729659"/>
                  </a:lnTo>
                  <a:lnTo>
                    <a:pt x="6611245" y="729659"/>
                  </a:lnTo>
                  <a:lnTo>
                    <a:pt x="6616718" y="729659"/>
                  </a:lnTo>
                  <a:lnTo>
                    <a:pt x="6622191" y="729659"/>
                  </a:lnTo>
                  <a:lnTo>
                    <a:pt x="6627664" y="729659"/>
                  </a:lnTo>
                  <a:lnTo>
                    <a:pt x="6633137" y="729659"/>
                  </a:lnTo>
                  <a:lnTo>
                    <a:pt x="6638610" y="729659"/>
                  </a:lnTo>
                  <a:lnTo>
                    <a:pt x="6644082" y="729659"/>
                  </a:lnTo>
                  <a:lnTo>
                    <a:pt x="6649555" y="729659"/>
                  </a:lnTo>
                  <a:lnTo>
                    <a:pt x="6655028" y="729659"/>
                  </a:lnTo>
                  <a:lnTo>
                    <a:pt x="6660501" y="729659"/>
                  </a:lnTo>
                  <a:lnTo>
                    <a:pt x="6665974" y="729659"/>
                  </a:lnTo>
                  <a:lnTo>
                    <a:pt x="6671447" y="729659"/>
                  </a:lnTo>
                  <a:lnTo>
                    <a:pt x="6676920" y="729659"/>
                  </a:lnTo>
                  <a:lnTo>
                    <a:pt x="6682393" y="729659"/>
                  </a:lnTo>
                  <a:lnTo>
                    <a:pt x="6687865" y="729659"/>
                  </a:lnTo>
                  <a:lnTo>
                    <a:pt x="6687865" y="617517"/>
                  </a:lnTo>
                  <a:lnTo>
                    <a:pt x="6693338" y="617517"/>
                  </a:lnTo>
                  <a:lnTo>
                    <a:pt x="6698811" y="617517"/>
                  </a:lnTo>
                  <a:lnTo>
                    <a:pt x="6704284" y="617517"/>
                  </a:lnTo>
                  <a:lnTo>
                    <a:pt x="6709757" y="617517"/>
                  </a:lnTo>
                  <a:lnTo>
                    <a:pt x="6715230" y="617517"/>
                  </a:lnTo>
                  <a:lnTo>
                    <a:pt x="6720703" y="617517"/>
                  </a:lnTo>
                  <a:lnTo>
                    <a:pt x="6726176" y="617517"/>
                  </a:lnTo>
                  <a:lnTo>
                    <a:pt x="6731649" y="617517"/>
                  </a:lnTo>
                  <a:lnTo>
                    <a:pt x="6737121" y="617517"/>
                  </a:lnTo>
                  <a:lnTo>
                    <a:pt x="6742594" y="617517"/>
                  </a:lnTo>
                  <a:lnTo>
                    <a:pt x="6748067" y="617517"/>
                  </a:lnTo>
                  <a:lnTo>
                    <a:pt x="6753540" y="617517"/>
                  </a:lnTo>
                  <a:lnTo>
                    <a:pt x="6759013" y="617517"/>
                  </a:lnTo>
                  <a:lnTo>
                    <a:pt x="6764486" y="617517"/>
                  </a:lnTo>
                  <a:lnTo>
                    <a:pt x="6769959" y="617517"/>
                  </a:lnTo>
                  <a:lnTo>
                    <a:pt x="6780905" y="617517"/>
                  </a:lnTo>
                  <a:lnTo>
                    <a:pt x="6786377" y="617517"/>
                  </a:lnTo>
                  <a:lnTo>
                    <a:pt x="6791850" y="617517"/>
                  </a:lnTo>
                  <a:lnTo>
                    <a:pt x="6797323" y="617517"/>
                  </a:lnTo>
                  <a:lnTo>
                    <a:pt x="6802796" y="617517"/>
                  </a:lnTo>
                  <a:lnTo>
                    <a:pt x="6808269" y="617517"/>
                  </a:lnTo>
                  <a:lnTo>
                    <a:pt x="6813742" y="617517"/>
                  </a:lnTo>
                  <a:lnTo>
                    <a:pt x="6819215" y="617517"/>
                  </a:lnTo>
                  <a:lnTo>
                    <a:pt x="6824688" y="617517"/>
                  </a:lnTo>
                  <a:lnTo>
                    <a:pt x="6830161" y="617517"/>
                  </a:lnTo>
                  <a:lnTo>
                    <a:pt x="6835633" y="617517"/>
                  </a:lnTo>
                  <a:lnTo>
                    <a:pt x="6841106" y="617517"/>
                  </a:lnTo>
                  <a:lnTo>
                    <a:pt x="6846579" y="617517"/>
                  </a:lnTo>
                  <a:lnTo>
                    <a:pt x="6852052" y="617517"/>
                  </a:lnTo>
                  <a:lnTo>
                    <a:pt x="6857525" y="617517"/>
                  </a:lnTo>
                  <a:lnTo>
                    <a:pt x="6862998" y="617517"/>
                  </a:lnTo>
                  <a:lnTo>
                    <a:pt x="6868471" y="617517"/>
                  </a:lnTo>
                  <a:lnTo>
                    <a:pt x="6873944" y="617517"/>
                  </a:lnTo>
                  <a:lnTo>
                    <a:pt x="6879416" y="617517"/>
                  </a:lnTo>
                  <a:lnTo>
                    <a:pt x="6884889" y="617517"/>
                  </a:lnTo>
                  <a:lnTo>
                    <a:pt x="6890362" y="617517"/>
                  </a:lnTo>
                  <a:lnTo>
                    <a:pt x="6895835" y="617517"/>
                  </a:lnTo>
                  <a:lnTo>
                    <a:pt x="6901308" y="617517"/>
                  </a:lnTo>
                  <a:lnTo>
                    <a:pt x="6906781" y="617517"/>
                  </a:lnTo>
                  <a:lnTo>
                    <a:pt x="6912254" y="617517"/>
                  </a:lnTo>
                  <a:lnTo>
                    <a:pt x="6917727" y="617517"/>
                  </a:lnTo>
                  <a:lnTo>
                    <a:pt x="6923200" y="617517"/>
                  </a:lnTo>
                  <a:lnTo>
                    <a:pt x="6928672" y="617517"/>
                  </a:lnTo>
                  <a:lnTo>
                    <a:pt x="6934145" y="617517"/>
                  </a:lnTo>
                  <a:lnTo>
                    <a:pt x="6939618" y="617517"/>
                  </a:lnTo>
                  <a:lnTo>
                    <a:pt x="6945091" y="617517"/>
                  </a:lnTo>
                  <a:lnTo>
                    <a:pt x="6950564" y="617517"/>
                  </a:lnTo>
                  <a:lnTo>
                    <a:pt x="6956037" y="617517"/>
                  </a:lnTo>
                  <a:lnTo>
                    <a:pt x="6961510" y="617517"/>
                  </a:lnTo>
                  <a:lnTo>
                    <a:pt x="6966983" y="617517"/>
                  </a:lnTo>
                  <a:lnTo>
                    <a:pt x="6972456" y="617517"/>
                  </a:lnTo>
                  <a:lnTo>
                    <a:pt x="6977928" y="617517"/>
                  </a:lnTo>
                  <a:lnTo>
                    <a:pt x="6983401" y="617517"/>
                  </a:lnTo>
                  <a:lnTo>
                    <a:pt x="6988874" y="617517"/>
                  </a:lnTo>
                  <a:lnTo>
                    <a:pt x="6994347" y="617517"/>
                  </a:lnTo>
                  <a:lnTo>
                    <a:pt x="6999820" y="617517"/>
                  </a:lnTo>
                  <a:lnTo>
                    <a:pt x="7005293" y="617517"/>
                  </a:lnTo>
                  <a:lnTo>
                    <a:pt x="7010766" y="617517"/>
                  </a:lnTo>
                  <a:lnTo>
                    <a:pt x="7016239" y="617517"/>
                  </a:lnTo>
                  <a:lnTo>
                    <a:pt x="7021712" y="617517"/>
                  </a:lnTo>
                  <a:lnTo>
                    <a:pt x="7027184" y="617517"/>
                  </a:lnTo>
                  <a:lnTo>
                    <a:pt x="7032657" y="617517"/>
                  </a:lnTo>
                  <a:lnTo>
                    <a:pt x="7038130" y="617517"/>
                  </a:lnTo>
                  <a:lnTo>
                    <a:pt x="7043603" y="617517"/>
                  </a:lnTo>
                  <a:lnTo>
                    <a:pt x="7054549" y="617517"/>
                  </a:lnTo>
                  <a:lnTo>
                    <a:pt x="7060022" y="617517"/>
                  </a:lnTo>
                  <a:lnTo>
                    <a:pt x="7065495" y="617517"/>
                  </a:lnTo>
                  <a:lnTo>
                    <a:pt x="7070967" y="617517"/>
                  </a:lnTo>
                  <a:lnTo>
                    <a:pt x="7076440" y="617517"/>
                  </a:lnTo>
                  <a:lnTo>
                    <a:pt x="7081913" y="617517"/>
                  </a:lnTo>
                  <a:lnTo>
                    <a:pt x="7087386" y="617517"/>
                  </a:lnTo>
                  <a:lnTo>
                    <a:pt x="7092859" y="617517"/>
                  </a:lnTo>
                  <a:lnTo>
                    <a:pt x="7098332" y="617517"/>
                  </a:lnTo>
                  <a:lnTo>
                    <a:pt x="7103805" y="617517"/>
                  </a:lnTo>
                  <a:lnTo>
                    <a:pt x="7109278" y="617517"/>
                  </a:lnTo>
                  <a:lnTo>
                    <a:pt x="7114751" y="617517"/>
                  </a:lnTo>
                  <a:lnTo>
                    <a:pt x="7120223" y="617517"/>
                  </a:lnTo>
                  <a:lnTo>
                    <a:pt x="7125696" y="617517"/>
                  </a:lnTo>
                  <a:lnTo>
                    <a:pt x="7131169" y="617517"/>
                  </a:lnTo>
                  <a:lnTo>
                    <a:pt x="7136642" y="617517"/>
                  </a:lnTo>
                  <a:lnTo>
                    <a:pt x="7142115" y="617517"/>
                  </a:lnTo>
                  <a:lnTo>
                    <a:pt x="7147588" y="617517"/>
                  </a:lnTo>
                  <a:lnTo>
                    <a:pt x="7153061" y="617517"/>
                  </a:lnTo>
                  <a:lnTo>
                    <a:pt x="7158534" y="617517"/>
                  </a:lnTo>
                  <a:lnTo>
                    <a:pt x="7164007" y="617517"/>
                  </a:lnTo>
                  <a:lnTo>
                    <a:pt x="7169479" y="617517"/>
                  </a:lnTo>
                  <a:lnTo>
                    <a:pt x="7174952" y="617517"/>
                  </a:lnTo>
                  <a:lnTo>
                    <a:pt x="7180425" y="617517"/>
                  </a:lnTo>
                  <a:lnTo>
                    <a:pt x="7185898" y="617517"/>
                  </a:lnTo>
                  <a:lnTo>
                    <a:pt x="7191371" y="617517"/>
                  </a:lnTo>
                  <a:lnTo>
                    <a:pt x="7196844" y="617517"/>
                  </a:lnTo>
                  <a:lnTo>
                    <a:pt x="7202317" y="617517"/>
                  </a:lnTo>
                  <a:lnTo>
                    <a:pt x="7213262" y="617517"/>
                  </a:lnTo>
                  <a:lnTo>
                    <a:pt x="7218735" y="617517"/>
                  </a:lnTo>
                  <a:lnTo>
                    <a:pt x="7224208" y="617517"/>
                  </a:lnTo>
                  <a:lnTo>
                    <a:pt x="7229681" y="617517"/>
                  </a:lnTo>
                  <a:lnTo>
                    <a:pt x="7235154" y="617517"/>
                  </a:lnTo>
                  <a:lnTo>
                    <a:pt x="7240627" y="617517"/>
                  </a:lnTo>
                  <a:lnTo>
                    <a:pt x="7246100" y="617517"/>
                  </a:lnTo>
                  <a:lnTo>
                    <a:pt x="7251573" y="617517"/>
                  </a:lnTo>
                  <a:lnTo>
                    <a:pt x="7257046" y="617517"/>
                  </a:lnTo>
                  <a:lnTo>
                    <a:pt x="7262518" y="617517"/>
                  </a:lnTo>
                  <a:lnTo>
                    <a:pt x="7267991" y="617517"/>
                  </a:lnTo>
                  <a:lnTo>
                    <a:pt x="7273464" y="617517"/>
                  </a:lnTo>
                  <a:lnTo>
                    <a:pt x="7278937" y="617517"/>
                  </a:lnTo>
                  <a:lnTo>
                    <a:pt x="7284410" y="617517"/>
                  </a:lnTo>
                  <a:lnTo>
                    <a:pt x="7289883" y="617517"/>
                  </a:lnTo>
                  <a:lnTo>
                    <a:pt x="7295356" y="617517"/>
                  </a:lnTo>
                  <a:lnTo>
                    <a:pt x="7300829" y="617517"/>
                  </a:lnTo>
                  <a:lnTo>
                    <a:pt x="7306302" y="617517"/>
                  </a:lnTo>
                  <a:lnTo>
                    <a:pt x="7311774" y="617517"/>
                  </a:lnTo>
                  <a:lnTo>
                    <a:pt x="7317247" y="617517"/>
                  </a:lnTo>
                  <a:lnTo>
                    <a:pt x="7322720" y="617517"/>
                  </a:lnTo>
                  <a:lnTo>
                    <a:pt x="7328193" y="617517"/>
                  </a:lnTo>
                  <a:lnTo>
                    <a:pt x="7333666" y="617517"/>
                  </a:lnTo>
                  <a:lnTo>
                    <a:pt x="7339139" y="617517"/>
                  </a:lnTo>
                  <a:lnTo>
                    <a:pt x="7344612" y="617517"/>
                  </a:lnTo>
                  <a:lnTo>
                    <a:pt x="7350085" y="617517"/>
                  </a:lnTo>
                  <a:lnTo>
                    <a:pt x="7355558" y="617517"/>
                  </a:lnTo>
                  <a:lnTo>
                    <a:pt x="7361030" y="617517"/>
                  </a:lnTo>
                  <a:lnTo>
                    <a:pt x="7366503" y="617517"/>
                  </a:lnTo>
                  <a:lnTo>
                    <a:pt x="7371976" y="617517"/>
                  </a:lnTo>
                  <a:lnTo>
                    <a:pt x="7377449" y="617517"/>
                  </a:lnTo>
                  <a:lnTo>
                    <a:pt x="7382922" y="617517"/>
                  </a:lnTo>
                  <a:lnTo>
                    <a:pt x="7388395" y="617517"/>
                  </a:lnTo>
                  <a:lnTo>
                    <a:pt x="7393868" y="617517"/>
                  </a:lnTo>
                  <a:lnTo>
                    <a:pt x="7399341" y="617517"/>
                  </a:lnTo>
                  <a:lnTo>
                    <a:pt x="7404813" y="617517"/>
                  </a:lnTo>
                  <a:lnTo>
                    <a:pt x="7410286" y="617517"/>
                  </a:lnTo>
                  <a:lnTo>
                    <a:pt x="7415759" y="617517"/>
                  </a:lnTo>
                  <a:lnTo>
                    <a:pt x="7421232" y="617517"/>
                  </a:lnTo>
                  <a:lnTo>
                    <a:pt x="7426705" y="617517"/>
                  </a:lnTo>
                  <a:lnTo>
                    <a:pt x="7432178" y="617517"/>
                  </a:lnTo>
                  <a:lnTo>
                    <a:pt x="7437651" y="617517"/>
                  </a:lnTo>
                  <a:lnTo>
                    <a:pt x="7443124" y="617517"/>
                  </a:lnTo>
                  <a:lnTo>
                    <a:pt x="7448597" y="617517"/>
                  </a:lnTo>
                  <a:lnTo>
                    <a:pt x="7454069" y="617517"/>
                  </a:lnTo>
                  <a:lnTo>
                    <a:pt x="7459542" y="617517"/>
                  </a:lnTo>
                  <a:lnTo>
                    <a:pt x="7465015" y="617517"/>
                  </a:lnTo>
                  <a:lnTo>
                    <a:pt x="7475961" y="617517"/>
                  </a:lnTo>
                  <a:lnTo>
                    <a:pt x="7481434" y="617517"/>
                  </a:lnTo>
                  <a:lnTo>
                    <a:pt x="7486907" y="617517"/>
                  </a:lnTo>
                  <a:lnTo>
                    <a:pt x="7492380" y="617517"/>
                  </a:lnTo>
                  <a:lnTo>
                    <a:pt x="7497853" y="617517"/>
                  </a:lnTo>
                  <a:lnTo>
                    <a:pt x="7503325" y="617517"/>
                  </a:lnTo>
                  <a:lnTo>
                    <a:pt x="7508798" y="617517"/>
                  </a:lnTo>
                  <a:lnTo>
                    <a:pt x="7514271" y="617517"/>
                  </a:lnTo>
                  <a:lnTo>
                    <a:pt x="7519744" y="617517"/>
                  </a:lnTo>
                  <a:lnTo>
                    <a:pt x="7530690" y="617517"/>
                  </a:lnTo>
                  <a:lnTo>
                    <a:pt x="7536163" y="617517"/>
                  </a:lnTo>
                  <a:lnTo>
                    <a:pt x="7541636" y="617517"/>
                  </a:lnTo>
                  <a:lnTo>
                    <a:pt x="7552581" y="617517"/>
                  </a:lnTo>
                  <a:lnTo>
                    <a:pt x="7558054" y="617517"/>
                  </a:lnTo>
                  <a:lnTo>
                    <a:pt x="7563527" y="617517"/>
                  </a:lnTo>
                  <a:lnTo>
                    <a:pt x="7574473" y="617517"/>
                  </a:lnTo>
                  <a:lnTo>
                    <a:pt x="7579946" y="617517"/>
                  </a:lnTo>
                  <a:lnTo>
                    <a:pt x="7585419" y="617517"/>
                  </a:lnTo>
                  <a:lnTo>
                    <a:pt x="7590892" y="617517"/>
                  </a:lnTo>
                  <a:lnTo>
                    <a:pt x="7596364" y="617517"/>
                  </a:lnTo>
                  <a:lnTo>
                    <a:pt x="7601837" y="617517"/>
                  </a:lnTo>
                  <a:lnTo>
                    <a:pt x="7607310" y="617517"/>
                  </a:lnTo>
                  <a:lnTo>
                    <a:pt x="7612783" y="617517"/>
                  </a:lnTo>
                  <a:lnTo>
                    <a:pt x="7618256" y="617517"/>
                  </a:lnTo>
                  <a:lnTo>
                    <a:pt x="7623729" y="617517"/>
                  </a:lnTo>
                  <a:lnTo>
                    <a:pt x="7629202" y="617517"/>
                  </a:lnTo>
                  <a:lnTo>
                    <a:pt x="7634675" y="617517"/>
                  </a:lnTo>
                  <a:lnTo>
                    <a:pt x="7640148" y="617517"/>
                  </a:lnTo>
                  <a:lnTo>
                    <a:pt x="7645620" y="617517"/>
                  </a:lnTo>
                  <a:lnTo>
                    <a:pt x="7651093" y="617517"/>
                  </a:lnTo>
                  <a:lnTo>
                    <a:pt x="7656566" y="617517"/>
                  </a:lnTo>
                  <a:lnTo>
                    <a:pt x="7662039" y="617517"/>
                  </a:lnTo>
                  <a:lnTo>
                    <a:pt x="7667512" y="617517"/>
                  </a:lnTo>
                  <a:lnTo>
                    <a:pt x="7672985" y="617517"/>
                  </a:lnTo>
                  <a:lnTo>
                    <a:pt x="7678458" y="617517"/>
                  </a:lnTo>
                  <a:lnTo>
                    <a:pt x="7683931" y="617517"/>
                  </a:lnTo>
                  <a:lnTo>
                    <a:pt x="7689404" y="617517"/>
                  </a:lnTo>
                  <a:lnTo>
                    <a:pt x="7694876" y="617517"/>
                  </a:lnTo>
                  <a:lnTo>
                    <a:pt x="7700349" y="617517"/>
                  </a:lnTo>
                  <a:lnTo>
                    <a:pt x="7705822" y="617517"/>
                  </a:lnTo>
                  <a:lnTo>
                    <a:pt x="7711295" y="617517"/>
                  </a:lnTo>
                  <a:lnTo>
                    <a:pt x="7716768" y="617517"/>
                  </a:lnTo>
                  <a:lnTo>
                    <a:pt x="7722241" y="617517"/>
                  </a:lnTo>
                  <a:lnTo>
                    <a:pt x="7727714" y="617517"/>
                  </a:lnTo>
                  <a:lnTo>
                    <a:pt x="7733187" y="617517"/>
                  </a:lnTo>
                  <a:lnTo>
                    <a:pt x="7738659" y="617517"/>
                  </a:lnTo>
                  <a:lnTo>
                    <a:pt x="7744132" y="617517"/>
                  </a:lnTo>
                  <a:lnTo>
                    <a:pt x="7760551" y="617517"/>
                  </a:lnTo>
                  <a:lnTo>
                    <a:pt x="7760551" y="479654"/>
                  </a:lnTo>
                  <a:lnTo>
                    <a:pt x="7766024" y="479654"/>
                  </a:lnTo>
                  <a:lnTo>
                    <a:pt x="7771497" y="479654"/>
                  </a:lnTo>
                  <a:lnTo>
                    <a:pt x="7776970" y="479654"/>
                  </a:lnTo>
                  <a:lnTo>
                    <a:pt x="7782443" y="479654"/>
                  </a:lnTo>
                  <a:lnTo>
                    <a:pt x="7787915" y="479654"/>
                  </a:lnTo>
                  <a:lnTo>
                    <a:pt x="7793388" y="479654"/>
                  </a:lnTo>
                  <a:lnTo>
                    <a:pt x="7798861" y="479654"/>
                  </a:lnTo>
                  <a:lnTo>
                    <a:pt x="7804334" y="479654"/>
                  </a:lnTo>
                  <a:lnTo>
                    <a:pt x="7815280" y="479654"/>
                  </a:lnTo>
                  <a:lnTo>
                    <a:pt x="7820753" y="479654"/>
                  </a:lnTo>
                  <a:lnTo>
                    <a:pt x="7826226" y="479654"/>
                  </a:lnTo>
                  <a:lnTo>
                    <a:pt x="7831699" y="479654"/>
                  </a:lnTo>
                  <a:lnTo>
                    <a:pt x="7837171" y="479654"/>
                  </a:lnTo>
                  <a:lnTo>
                    <a:pt x="7842644" y="479654"/>
                  </a:lnTo>
                  <a:lnTo>
                    <a:pt x="7848117" y="479654"/>
                  </a:lnTo>
                  <a:lnTo>
                    <a:pt x="7853590" y="479654"/>
                  </a:lnTo>
                  <a:lnTo>
                    <a:pt x="7859063" y="479654"/>
                  </a:lnTo>
                  <a:lnTo>
                    <a:pt x="7864536" y="479654"/>
                  </a:lnTo>
                  <a:lnTo>
                    <a:pt x="7870009" y="479654"/>
                  </a:lnTo>
                  <a:lnTo>
                    <a:pt x="7875482" y="479654"/>
                  </a:lnTo>
                  <a:lnTo>
                    <a:pt x="7880955" y="479654"/>
                  </a:lnTo>
                  <a:lnTo>
                    <a:pt x="7886427" y="479654"/>
                  </a:lnTo>
                  <a:lnTo>
                    <a:pt x="7891900" y="479654"/>
                  </a:lnTo>
                  <a:lnTo>
                    <a:pt x="7897373" y="479654"/>
                  </a:lnTo>
                  <a:lnTo>
                    <a:pt x="7902846" y="479654"/>
                  </a:lnTo>
                  <a:lnTo>
                    <a:pt x="7908319" y="479654"/>
                  </a:lnTo>
                  <a:lnTo>
                    <a:pt x="7913792" y="479654"/>
                  </a:lnTo>
                  <a:lnTo>
                    <a:pt x="7919265" y="479654"/>
                  </a:lnTo>
                  <a:lnTo>
                    <a:pt x="7924738" y="479654"/>
                  </a:lnTo>
                  <a:lnTo>
                    <a:pt x="7930210" y="479654"/>
                  </a:lnTo>
                  <a:lnTo>
                    <a:pt x="7941156" y="479654"/>
                  </a:lnTo>
                  <a:lnTo>
                    <a:pt x="7946629" y="479654"/>
                  </a:lnTo>
                  <a:lnTo>
                    <a:pt x="7952102" y="479654"/>
                  </a:lnTo>
                  <a:lnTo>
                    <a:pt x="7957575" y="479654"/>
                  </a:lnTo>
                  <a:lnTo>
                    <a:pt x="7968521" y="479654"/>
                  </a:lnTo>
                  <a:lnTo>
                    <a:pt x="7973994" y="479654"/>
                  </a:lnTo>
                  <a:lnTo>
                    <a:pt x="7979466" y="479654"/>
                  </a:lnTo>
                  <a:lnTo>
                    <a:pt x="7984939" y="479654"/>
                  </a:lnTo>
                  <a:lnTo>
                    <a:pt x="7990412" y="479654"/>
                  </a:lnTo>
                  <a:lnTo>
                    <a:pt x="7995885" y="479654"/>
                  </a:lnTo>
                  <a:lnTo>
                    <a:pt x="8006831" y="479654"/>
                  </a:lnTo>
                  <a:lnTo>
                    <a:pt x="8006831" y="335559"/>
                  </a:lnTo>
                  <a:lnTo>
                    <a:pt x="8012304" y="335559"/>
                  </a:lnTo>
                  <a:lnTo>
                    <a:pt x="8017777" y="335559"/>
                  </a:lnTo>
                  <a:lnTo>
                    <a:pt x="8023250" y="335559"/>
                  </a:lnTo>
                  <a:lnTo>
                    <a:pt x="8028722" y="335559"/>
                  </a:lnTo>
                  <a:lnTo>
                    <a:pt x="8034195" y="335559"/>
                  </a:lnTo>
                  <a:lnTo>
                    <a:pt x="8039668" y="335559"/>
                  </a:lnTo>
                  <a:lnTo>
                    <a:pt x="8045141" y="335559"/>
                  </a:lnTo>
                  <a:lnTo>
                    <a:pt x="8050614" y="335559"/>
                  </a:lnTo>
                  <a:lnTo>
                    <a:pt x="8056087" y="335559"/>
                  </a:lnTo>
                  <a:lnTo>
                    <a:pt x="8061560" y="335559"/>
                  </a:lnTo>
                  <a:lnTo>
                    <a:pt x="8067033" y="335559"/>
                  </a:lnTo>
                  <a:lnTo>
                    <a:pt x="8072506" y="335559"/>
                  </a:lnTo>
                  <a:lnTo>
                    <a:pt x="8088924" y="335559"/>
                  </a:lnTo>
                  <a:lnTo>
                    <a:pt x="8094397" y="335559"/>
                  </a:lnTo>
                  <a:lnTo>
                    <a:pt x="8105343" y="335559"/>
                  </a:lnTo>
                  <a:lnTo>
                    <a:pt x="8110816" y="335559"/>
                  </a:lnTo>
                  <a:lnTo>
                    <a:pt x="8116289" y="335559"/>
                  </a:lnTo>
                  <a:lnTo>
                    <a:pt x="8121761" y="335559"/>
                  </a:lnTo>
                  <a:lnTo>
                    <a:pt x="8127234" y="335559"/>
                  </a:lnTo>
                  <a:lnTo>
                    <a:pt x="8132707" y="335559"/>
                  </a:lnTo>
                  <a:lnTo>
                    <a:pt x="8138180" y="335559"/>
                  </a:lnTo>
                  <a:lnTo>
                    <a:pt x="8143653" y="335559"/>
                  </a:lnTo>
                  <a:lnTo>
                    <a:pt x="8149126" y="335559"/>
                  </a:lnTo>
                  <a:lnTo>
                    <a:pt x="8154599" y="335559"/>
                  </a:lnTo>
                  <a:lnTo>
                    <a:pt x="8160072" y="335559"/>
                  </a:lnTo>
                  <a:lnTo>
                    <a:pt x="8165545" y="335559"/>
                  </a:lnTo>
                  <a:lnTo>
                    <a:pt x="8171017" y="335559"/>
                  </a:lnTo>
                  <a:lnTo>
                    <a:pt x="8176490" y="335559"/>
                  </a:lnTo>
                  <a:lnTo>
                    <a:pt x="8181963" y="335559"/>
                  </a:lnTo>
                  <a:lnTo>
                    <a:pt x="8187436" y="335559"/>
                  </a:lnTo>
                  <a:lnTo>
                    <a:pt x="8192909" y="335559"/>
                  </a:lnTo>
                  <a:lnTo>
                    <a:pt x="8198382" y="335559"/>
                  </a:lnTo>
                  <a:lnTo>
                    <a:pt x="8203855" y="335559"/>
                  </a:lnTo>
                  <a:lnTo>
                    <a:pt x="8209328" y="335559"/>
                  </a:lnTo>
                  <a:lnTo>
                    <a:pt x="8214801" y="335559"/>
                  </a:lnTo>
                  <a:lnTo>
                    <a:pt x="8220273" y="335559"/>
                  </a:lnTo>
                  <a:lnTo>
                    <a:pt x="8225746" y="335559"/>
                  </a:lnTo>
                  <a:lnTo>
                    <a:pt x="8231219" y="335559"/>
                  </a:lnTo>
                  <a:lnTo>
                    <a:pt x="8242165" y="335559"/>
                  </a:lnTo>
                  <a:lnTo>
                    <a:pt x="8247638" y="335559"/>
                  </a:lnTo>
                  <a:lnTo>
                    <a:pt x="8253111" y="335559"/>
                  </a:lnTo>
                  <a:lnTo>
                    <a:pt x="8258584" y="335559"/>
                  </a:lnTo>
                  <a:lnTo>
                    <a:pt x="8264056" y="335559"/>
                  </a:lnTo>
                  <a:lnTo>
                    <a:pt x="8269529" y="335559"/>
                  </a:lnTo>
                  <a:lnTo>
                    <a:pt x="8275002" y="335559"/>
                  </a:lnTo>
                  <a:lnTo>
                    <a:pt x="8280475" y="335559"/>
                  </a:lnTo>
                  <a:lnTo>
                    <a:pt x="8285948" y="335559"/>
                  </a:lnTo>
                  <a:lnTo>
                    <a:pt x="8285948" y="191273"/>
                  </a:lnTo>
                  <a:lnTo>
                    <a:pt x="8291421" y="191273"/>
                  </a:lnTo>
                  <a:lnTo>
                    <a:pt x="8296894" y="191273"/>
                  </a:lnTo>
                  <a:lnTo>
                    <a:pt x="8302367" y="191273"/>
                  </a:lnTo>
                  <a:lnTo>
                    <a:pt x="8307840" y="191273"/>
                  </a:lnTo>
                  <a:lnTo>
                    <a:pt x="8313312" y="191273"/>
                  </a:lnTo>
                  <a:lnTo>
                    <a:pt x="8318785" y="191273"/>
                  </a:lnTo>
                  <a:lnTo>
                    <a:pt x="8324258" y="191273"/>
                  </a:lnTo>
                  <a:lnTo>
                    <a:pt x="8335204" y="191273"/>
                  </a:lnTo>
                  <a:lnTo>
                    <a:pt x="8340677" y="191273"/>
                  </a:lnTo>
                  <a:lnTo>
                    <a:pt x="8346150" y="191273"/>
                  </a:lnTo>
                  <a:lnTo>
                    <a:pt x="8351623" y="191273"/>
                  </a:lnTo>
                  <a:lnTo>
                    <a:pt x="8357096" y="191273"/>
                  </a:lnTo>
                  <a:lnTo>
                    <a:pt x="8362568" y="191273"/>
                  </a:lnTo>
                  <a:lnTo>
                    <a:pt x="8368041" y="191273"/>
                  </a:lnTo>
                  <a:lnTo>
                    <a:pt x="8373514" y="191273"/>
                  </a:lnTo>
                  <a:lnTo>
                    <a:pt x="8378987" y="191273"/>
                  </a:lnTo>
                  <a:lnTo>
                    <a:pt x="8384460" y="191273"/>
                  </a:lnTo>
                  <a:lnTo>
                    <a:pt x="8389933" y="191273"/>
                  </a:lnTo>
                  <a:lnTo>
                    <a:pt x="8395406" y="191273"/>
                  </a:lnTo>
                  <a:lnTo>
                    <a:pt x="8400879" y="191273"/>
                  </a:lnTo>
                  <a:lnTo>
                    <a:pt x="8406352" y="191273"/>
                  </a:lnTo>
                  <a:lnTo>
                    <a:pt x="8417297" y="191273"/>
                  </a:lnTo>
                  <a:lnTo>
                    <a:pt x="8422770" y="191273"/>
                  </a:lnTo>
                  <a:lnTo>
                    <a:pt x="8428243" y="191273"/>
                  </a:lnTo>
                  <a:lnTo>
                    <a:pt x="8433716" y="191273"/>
                  </a:lnTo>
                  <a:lnTo>
                    <a:pt x="8439189" y="191273"/>
                  </a:lnTo>
                  <a:lnTo>
                    <a:pt x="8444662" y="191273"/>
                  </a:lnTo>
                  <a:lnTo>
                    <a:pt x="8450135" y="191273"/>
                  </a:lnTo>
                  <a:lnTo>
                    <a:pt x="8461080" y="191273"/>
                  </a:lnTo>
                  <a:lnTo>
                    <a:pt x="8466553" y="191273"/>
                  </a:lnTo>
                  <a:lnTo>
                    <a:pt x="8472026" y="191273"/>
                  </a:lnTo>
                  <a:lnTo>
                    <a:pt x="8477499" y="191273"/>
                  </a:lnTo>
                  <a:lnTo>
                    <a:pt x="8482972" y="191273"/>
                  </a:lnTo>
                  <a:lnTo>
                    <a:pt x="8488445" y="191273"/>
                  </a:lnTo>
                  <a:lnTo>
                    <a:pt x="8493918" y="191273"/>
                  </a:lnTo>
                  <a:lnTo>
                    <a:pt x="8499391" y="191273"/>
                  </a:lnTo>
                  <a:lnTo>
                    <a:pt x="8504863" y="191273"/>
                  </a:lnTo>
                  <a:lnTo>
                    <a:pt x="8510336" y="191273"/>
                  </a:lnTo>
                  <a:lnTo>
                    <a:pt x="8515809" y="191273"/>
                  </a:lnTo>
                  <a:lnTo>
                    <a:pt x="8521282" y="191273"/>
                  </a:lnTo>
                  <a:lnTo>
                    <a:pt x="8526755" y="191273"/>
                  </a:lnTo>
                  <a:lnTo>
                    <a:pt x="8532228" y="191273"/>
                  </a:lnTo>
                  <a:lnTo>
                    <a:pt x="8537701" y="191273"/>
                  </a:lnTo>
                  <a:lnTo>
                    <a:pt x="8548647" y="191273"/>
                  </a:lnTo>
                  <a:lnTo>
                    <a:pt x="8554119" y="191273"/>
                  </a:lnTo>
                  <a:lnTo>
                    <a:pt x="8559592" y="191273"/>
                  </a:lnTo>
                  <a:lnTo>
                    <a:pt x="8565065" y="191273"/>
                  </a:lnTo>
                  <a:lnTo>
                    <a:pt x="8576011" y="191273"/>
                  </a:lnTo>
                  <a:lnTo>
                    <a:pt x="8581484" y="191273"/>
                  </a:lnTo>
                  <a:lnTo>
                    <a:pt x="8586957" y="191273"/>
                  </a:lnTo>
                  <a:lnTo>
                    <a:pt x="8592430" y="191273"/>
                  </a:lnTo>
                  <a:lnTo>
                    <a:pt x="8603375" y="191273"/>
                  </a:lnTo>
                  <a:lnTo>
                    <a:pt x="8608848" y="191273"/>
                  </a:lnTo>
                  <a:lnTo>
                    <a:pt x="8614321" y="191273"/>
                  </a:lnTo>
                  <a:lnTo>
                    <a:pt x="8619794" y="191273"/>
                  </a:lnTo>
                  <a:lnTo>
                    <a:pt x="8625267" y="191273"/>
                  </a:lnTo>
                  <a:lnTo>
                    <a:pt x="8630740" y="191273"/>
                  </a:lnTo>
                  <a:lnTo>
                    <a:pt x="8641686" y="191273"/>
                  </a:lnTo>
                  <a:lnTo>
                    <a:pt x="8647158" y="191273"/>
                  </a:lnTo>
                  <a:lnTo>
                    <a:pt x="8658104" y="191273"/>
                  </a:lnTo>
                  <a:lnTo>
                    <a:pt x="8663577" y="191273"/>
                  </a:lnTo>
                  <a:lnTo>
                    <a:pt x="8669050" y="191273"/>
                  </a:lnTo>
                  <a:lnTo>
                    <a:pt x="8674523" y="191273"/>
                  </a:lnTo>
                  <a:lnTo>
                    <a:pt x="8679996" y="191273"/>
                  </a:lnTo>
                  <a:lnTo>
                    <a:pt x="8685469" y="191273"/>
                  </a:lnTo>
                  <a:lnTo>
                    <a:pt x="8690942" y="191273"/>
                  </a:lnTo>
                  <a:lnTo>
                    <a:pt x="8701887" y="191273"/>
                  </a:lnTo>
                  <a:lnTo>
                    <a:pt x="8707360" y="191273"/>
                  </a:lnTo>
                  <a:lnTo>
                    <a:pt x="8712833" y="191273"/>
                  </a:lnTo>
                  <a:lnTo>
                    <a:pt x="8718306" y="191273"/>
                  </a:lnTo>
                  <a:lnTo>
                    <a:pt x="8723779" y="191273"/>
                  </a:lnTo>
                  <a:lnTo>
                    <a:pt x="8729252" y="191273"/>
                  </a:lnTo>
                  <a:lnTo>
                    <a:pt x="8734725" y="191273"/>
                  </a:lnTo>
                  <a:lnTo>
                    <a:pt x="8740198" y="191273"/>
                  </a:lnTo>
                  <a:lnTo>
                    <a:pt x="8745670" y="191273"/>
                  </a:lnTo>
                  <a:lnTo>
                    <a:pt x="8751143" y="191273"/>
                  </a:lnTo>
                  <a:lnTo>
                    <a:pt x="8756616" y="191273"/>
                  </a:lnTo>
                  <a:lnTo>
                    <a:pt x="8762089" y="191273"/>
                  </a:lnTo>
                  <a:lnTo>
                    <a:pt x="8767562" y="191273"/>
                  </a:lnTo>
                  <a:lnTo>
                    <a:pt x="8773035" y="191273"/>
                  </a:lnTo>
                  <a:lnTo>
                    <a:pt x="8783981" y="191273"/>
                  </a:lnTo>
                  <a:lnTo>
                    <a:pt x="8789453" y="191273"/>
                  </a:lnTo>
                  <a:lnTo>
                    <a:pt x="8800399" y="191273"/>
                  </a:lnTo>
                  <a:lnTo>
                    <a:pt x="8805872" y="191273"/>
                  </a:lnTo>
                  <a:lnTo>
                    <a:pt x="8811345" y="191273"/>
                  </a:lnTo>
                  <a:lnTo>
                    <a:pt x="8816818" y="191273"/>
                  </a:lnTo>
                  <a:lnTo>
                    <a:pt x="8822291" y="191273"/>
                  </a:lnTo>
                  <a:lnTo>
                    <a:pt x="8827764" y="191273"/>
                  </a:lnTo>
                  <a:lnTo>
                    <a:pt x="8838709" y="191273"/>
                  </a:lnTo>
                  <a:lnTo>
                    <a:pt x="8844182" y="191273"/>
                  </a:lnTo>
                  <a:lnTo>
                    <a:pt x="8849655" y="191273"/>
                  </a:lnTo>
                  <a:lnTo>
                    <a:pt x="8860601" y="191273"/>
                  </a:lnTo>
                  <a:lnTo>
                    <a:pt x="8866074" y="191273"/>
                  </a:lnTo>
                  <a:lnTo>
                    <a:pt x="8871547" y="191273"/>
                  </a:lnTo>
                  <a:lnTo>
                    <a:pt x="8877020" y="191273"/>
                  </a:lnTo>
                  <a:lnTo>
                    <a:pt x="8882493" y="191273"/>
                  </a:lnTo>
                  <a:lnTo>
                    <a:pt x="8893438" y="191273"/>
                  </a:lnTo>
                  <a:lnTo>
                    <a:pt x="8898911" y="191273"/>
                  </a:lnTo>
                  <a:lnTo>
                    <a:pt x="8904384" y="191273"/>
                  </a:lnTo>
                  <a:lnTo>
                    <a:pt x="8915330" y="191273"/>
                  </a:lnTo>
                  <a:lnTo>
                    <a:pt x="8920803" y="191273"/>
                  </a:lnTo>
                  <a:lnTo>
                    <a:pt x="8931749" y="191273"/>
                  </a:lnTo>
                  <a:lnTo>
                    <a:pt x="8937221" y="191273"/>
                  </a:lnTo>
                  <a:lnTo>
                    <a:pt x="8942694" y="191273"/>
                  </a:lnTo>
                  <a:lnTo>
                    <a:pt x="8948167" y="191273"/>
                  </a:lnTo>
                  <a:lnTo>
                    <a:pt x="8959113" y="191273"/>
                  </a:lnTo>
                  <a:lnTo>
                    <a:pt x="8964586" y="191273"/>
                  </a:lnTo>
                  <a:lnTo>
                    <a:pt x="8970059" y="191273"/>
                  </a:lnTo>
                  <a:lnTo>
                    <a:pt x="8975532" y="191273"/>
                  </a:lnTo>
                  <a:lnTo>
                    <a:pt x="8981004" y="191273"/>
                  </a:lnTo>
                  <a:lnTo>
                    <a:pt x="8986477" y="191273"/>
                  </a:lnTo>
                  <a:lnTo>
                    <a:pt x="8991950" y="191273"/>
                  </a:lnTo>
                  <a:lnTo>
                    <a:pt x="8997423" y="191273"/>
                  </a:lnTo>
                  <a:lnTo>
                    <a:pt x="9008369" y="191273"/>
                  </a:lnTo>
                  <a:lnTo>
                    <a:pt x="9013842" y="191273"/>
                  </a:lnTo>
                  <a:lnTo>
                    <a:pt x="9019315" y="191273"/>
                  </a:lnTo>
                  <a:lnTo>
                    <a:pt x="9024788" y="191273"/>
                  </a:lnTo>
                  <a:lnTo>
                    <a:pt x="9030260" y="191273"/>
                  </a:lnTo>
                  <a:lnTo>
                    <a:pt x="9035733" y="191273"/>
                  </a:lnTo>
                  <a:lnTo>
                    <a:pt x="9041206" y="191273"/>
                  </a:lnTo>
                  <a:lnTo>
                    <a:pt x="9052152" y="191273"/>
                  </a:lnTo>
                  <a:lnTo>
                    <a:pt x="9057625" y="191273"/>
                  </a:lnTo>
                  <a:lnTo>
                    <a:pt x="9063098" y="191273"/>
                  </a:lnTo>
                  <a:lnTo>
                    <a:pt x="9068571" y="191273"/>
                  </a:lnTo>
                  <a:lnTo>
                    <a:pt x="9074044" y="191273"/>
                  </a:lnTo>
                  <a:lnTo>
                    <a:pt x="9079516" y="191273"/>
                  </a:lnTo>
                  <a:lnTo>
                    <a:pt x="9090462" y="191273"/>
                  </a:lnTo>
                  <a:lnTo>
                    <a:pt x="9095935" y="191273"/>
                  </a:lnTo>
                  <a:lnTo>
                    <a:pt x="9101408" y="191273"/>
                  </a:lnTo>
                  <a:lnTo>
                    <a:pt x="9106881" y="191273"/>
                  </a:lnTo>
                  <a:lnTo>
                    <a:pt x="9112354" y="191273"/>
                  </a:lnTo>
                  <a:lnTo>
                    <a:pt x="9117827" y="191273"/>
                  </a:lnTo>
                  <a:lnTo>
                    <a:pt x="9123300" y="191273"/>
                  </a:lnTo>
                  <a:lnTo>
                    <a:pt x="9128772" y="191273"/>
                  </a:lnTo>
                  <a:lnTo>
                    <a:pt x="9134245" y="191273"/>
                  </a:lnTo>
                  <a:lnTo>
                    <a:pt x="9139718" y="191273"/>
                  </a:lnTo>
                  <a:lnTo>
                    <a:pt x="9150664" y="191273"/>
                  </a:lnTo>
                  <a:lnTo>
                    <a:pt x="9156137" y="191273"/>
                  </a:lnTo>
                  <a:lnTo>
                    <a:pt x="9167083" y="191273"/>
                  </a:lnTo>
                  <a:lnTo>
                    <a:pt x="9172555" y="191273"/>
                  </a:lnTo>
                  <a:lnTo>
                    <a:pt x="9178028" y="191273"/>
                  </a:lnTo>
                  <a:lnTo>
                    <a:pt x="9183501" y="191273"/>
                  </a:lnTo>
                  <a:lnTo>
                    <a:pt x="9188974" y="191273"/>
                  </a:lnTo>
                  <a:lnTo>
                    <a:pt x="9194447" y="191273"/>
                  </a:lnTo>
                  <a:lnTo>
                    <a:pt x="9199920" y="191273"/>
                  </a:lnTo>
                  <a:lnTo>
                    <a:pt x="9205393" y="191273"/>
                  </a:lnTo>
                  <a:lnTo>
                    <a:pt x="9210866" y="191273"/>
                  </a:lnTo>
                  <a:lnTo>
                    <a:pt x="9221811" y="191273"/>
                  </a:lnTo>
                  <a:lnTo>
                    <a:pt x="9227284" y="191273"/>
                  </a:lnTo>
                  <a:lnTo>
                    <a:pt x="9232757" y="191273"/>
                  </a:lnTo>
                  <a:lnTo>
                    <a:pt x="9238230" y="191273"/>
                  </a:lnTo>
                  <a:lnTo>
                    <a:pt x="9243703" y="191273"/>
                  </a:lnTo>
                  <a:lnTo>
                    <a:pt x="9249176" y="191273"/>
                  </a:lnTo>
                  <a:lnTo>
                    <a:pt x="9254649" y="191273"/>
                  </a:lnTo>
                  <a:lnTo>
                    <a:pt x="9260122" y="191273"/>
                  </a:lnTo>
                  <a:lnTo>
                    <a:pt x="9271067" y="191273"/>
                  </a:lnTo>
                  <a:lnTo>
                    <a:pt x="9276540" y="191273"/>
                  </a:lnTo>
                  <a:lnTo>
                    <a:pt x="9282013" y="191273"/>
                  </a:lnTo>
                  <a:lnTo>
                    <a:pt x="9287486" y="191273"/>
                  </a:lnTo>
                  <a:lnTo>
                    <a:pt x="9298432" y="191273"/>
                  </a:lnTo>
                  <a:lnTo>
                    <a:pt x="9309378" y="191273"/>
                  </a:lnTo>
                  <a:lnTo>
                    <a:pt x="9314850" y="191273"/>
                  </a:lnTo>
                  <a:lnTo>
                    <a:pt x="9320323" y="191273"/>
                  </a:lnTo>
                  <a:lnTo>
                    <a:pt x="9325796" y="191273"/>
                  </a:lnTo>
                  <a:lnTo>
                    <a:pt x="9331269" y="191273"/>
                  </a:lnTo>
                  <a:lnTo>
                    <a:pt x="9336742" y="191273"/>
                  </a:lnTo>
                  <a:lnTo>
                    <a:pt x="9342215" y="191273"/>
                  </a:lnTo>
                  <a:lnTo>
                    <a:pt x="9353161" y="191273"/>
                  </a:lnTo>
                  <a:lnTo>
                    <a:pt x="9358634" y="191273"/>
                  </a:lnTo>
                  <a:lnTo>
                    <a:pt x="9364106" y="191273"/>
                  </a:lnTo>
                  <a:lnTo>
                    <a:pt x="9369579" y="191273"/>
                  </a:lnTo>
                  <a:lnTo>
                    <a:pt x="9375052" y="191273"/>
                  </a:lnTo>
                  <a:lnTo>
                    <a:pt x="9396944" y="191273"/>
                  </a:lnTo>
                  <a:lnTo>
                    <a:pt x="9402417" y="191273"/>
                  </a:lnTo>
                  <a:lnTo>
                    <a:pt x="9413362" y="191273"/>
                  </a:lnTo>
                  <a:lnTo>
                    <a:pt x="9418835" y="191273"/>
                  </a:lnTo>
                  <a:lnTo>
                    <a:pt x="9424308" y="191273"/>
                  </a:lnTo>
                  <a:lnTo>
                    <a:pt x="9429781" y="191273"/>
                  </a:lnTo>
                  <a:lnTo>
                    <a:pt x="9435254" y="191273"/>
                  </a:lnTo>
                  <a:lnTo>
                    <a:pt x="9440727" y="191273"/>
                  </a:lnTo>
                  <a:lnTo>
                    <a:pt x="9446200" y="191273"/>
                  </a:lnTo>
                  <a:lnTo>
                    <a:pt x="9451673" y="191273"/>
                  </a:lnTo>
                  <a:lnTo>
                    <a:pt x="9457146" y="191273"/>
                  </a:lnTo>
                  <a:lnTo>
                    <a:pt x="9462618" y="191273"/>
                  </a:lnTo>
                  <a:lnTo>
                    <a:pt x="9468091" y="191273"/>
                  </a:lnTo>
                  <a:lnTo>
                    <a:pt x="9473564" y="191273"/>
                  </a:lnTo>
                  <a:lnTo>
                    <a:pt x="9479037" y="191273"/>
                  </a:lnTo>
                  <a:lnTo>
                    <a:pt x="9484510" y="191273"/>
                  </a:lnTo>
                  <a:lnTo>
                    <a:pt x="9489983" y="191273"/>
                  </a:lnTo>
                  <a:lnTo>
                    <a:pt x="9495456" y="191273"/>
                  </a:lnTo>
                  <a:lnTo>
                    <a:pt x="9500929" y="191273"/>
                  </a:lnTo>
                  <a:lnTo>
                    <a:pt x="9506401" y="191273"/>
                  </a:lnTo>
                  <a:lnTo>
                    <a:pt x="9511874" y="191273"/>
                  </a:lnTo>
                  <a:lnTo>
                    <a:pt x="9517347" y="191273"/>
                  </a:lnTo>
                  <a:lnTo>
                    <a:pt x="9528293" y="191273"/>
                  </a:lnTo>
                  <a:lnTo>
                    <a:pt x="9544712" y="191273"/>
                  </a:lnTo>
                  <a:lnTo>
                    <a:pt x="9550185" y="191273"/>
                  </a:lnTo>
                  <a:lnTo>
                    <a:pt x="9555657" y="191273"/>
                  </a:lnTo>
                  <a:lnTo>
                    <a:pt x="9561130" y="191273"/>
                  </a:lnTo>
                  <a:lnTo>
                    <a:pt x="9566603" y="191273"/>
                  </a:lnTo>
                  <a:lnTo>
                    <a:pt x="9572076" y="191273"/>
                  </a:lnTo>
                  <a:lnTo>
                    <a:pt x="9577549" y="191273"/>
                  </a:lnTo>
                  <a:lnTo>
                    <a:pt x="9583022" y="191273"/>
                  </a:lnTo>
                  <a:lnTo>
                    <a:pt x="9588495" y="191273"/>
                  </a:lnTo>
                  <a:lnTo>
                    <a:pt x="9599441" y="191273"/>
                  </a:lnTo>
                  <a:lnTo>
                    <a:pt x="9615859" y="191273"/>
                  </a:lnTo>
                  <a:lnTo>
                    <a:pt x="9621332" y="191273"/>
                  </a:lnTo>
                  <a:lnTo>
                    <a:pt x="9626805" y="191273"/>
                  </a:lnTo>
                  <a:lnTo>
                    <a:pt x="9626805" y="0"/>
                  </a:lnTo>
                  <a:lnTo>
                    <a:pt x="9643224" y="0"/>
                  </a:lnTo>
                  <a:lnTo>
                    <a:pt x="9648697" y="0"/>
                  </a:lnTo>
                  <a:lnTo>
                    <a:pt x="9654169" y="0"/>
                  </a:lnTo>
                  <a:lnTo>
                    <a:pt x="9659642" y="0"/>
                  </a:lnTo>
                  <a:lnTo>
                    <a:pt x="9665115" y="0"/>
                  </a:lnTo>
                  <a:lnTo>
                    <a:pt x="9676061" y="0"/>
                  </a:lnTo>
                  <a:lnTo>
                    <a:pt x="9681534" y="0"/>
                  </a:lnTo>
                  <a:lnTo>
                    <a:pt x="9687007" y="0"/>
                  </a:lnTo>
                  <a:lnTo>
                    <a:pt x="9692480" y="0"/>
                  </a:lnTo>
                  <a:lnTo>
                    <a:pt x="9697952" y="0"/>
                  </a:lnTo>
                  <a:lnTo>
                    <a:pt x="9703425" y="0"/>
                  </a:lnTo>
                  <a:lnTo>
                    <a:pt x="9708898" y="0"/>
                  </a:lnTo>
                  <a:lnTo>
                    <a:pt x="9725317" y="0"/>
                  </a:lnTo>
                  <a:lnTo>
                    <a:pt x="9730790" y="0"/>
                  </a:lnTo>
                  <a:lnTo>
                    <a:pt x="9736263" y="0"/>
                  </a:lnTo>
                  <a:lnTo>
                    <a:pt x="9741736" y="0"/>
                  </a:lnTo>
                  <a:lnTo>
                    <a:pt x="9747208" y="0"/>
                  </a:lnTo>
                  <a:lnTo>
                    <a:pt x="9752681" y="0"/>
                  </a:lnTo>
                  <a:lnTo>
                    <a:pt x="9763627" y="0"/>
                  </a:lnTo>
                  <a:lnTo>
                    <a:pt x="9769100" y="0"/>
                  </a:lnTo>
                  <a:lnTo>
                    <a:pt x="9774573" y="0"/>
                  </a:lnTo>
                  <a:lnTo>
                    <a:pt x="9780046" y="0"/>
                  </a:lnTo>
                  <a:lnTo>
                    <a:pt x="9785519" y="0"/>
                  </a:lnTo>
                  <a:lnTo>
                    <a:pt x="9790992" y="0"/>
                  </a:lnTo>
                  <a:lnTo>
                    <a:pt x="9796464" y="0"/>
                  </a:lnTo>
                  <a:lnTo>
                    <a:pt x="9801937" y="0"/>
                  </a:lnTo>
                  <a:lnTo>
                    <a:pt x="9807410" y="0"/>
                  </a:lnTo>
                  <a:lnTo>
                    <a:pt x="9818356" y="0"/>
                  </a:lnTo>
                  <a:lnTo>
                    <a:pt x="9823829" y="0"/>
                  </a:lnTo>
                  <a:lnTo>
                    <a:pt x="9840247" y="0"/>
                  </a:lnTo>
                  <a:lnTo>
                    <a:pt x="9845720" y="0"/>
                  </a:lnTo>
                  <a:lnTo>
                    <a:pt x="9851193" y="0"/>
                  </a:lnTo>
                  <a:lnTo>
                    <a:pt x="9862139" y="0"/>
                  </a:lnTo>
                  <a:lnTo>
                    <a:pt x="9867612" y="0"/>
                  </a:lnTo>
                  <a:lnTo>
                    <a:pt x="9873085" y="0"/>
                  </a:lnTo>
                  <a:lnTo>
                    <a:pt x="9884031" y="0"/>
                  </a:lnTo>
                  <a:lnTo>
                    <a:pt x="9889503" y="0"/>
                  </a:lnTo>
                  <a:lnTo>
                    <a:pt x="9894976" y="0"/>
                  </a:lnTo>
                  <a:lnTo>
                    <a:pt x="9900449" y="0"/>
                  </a:lnTo>
                  <a:lnTo>
                    <a:pt x="9911395" y="0"/>
                  </a:lnTo>
                  <a:lnTo>
                    <a:pt x="9922341" y="0"/>
                  </a:lnTo>
                  <a:lnTo>
                    <a:pt x="9922341" y="1596490"/>
                  </a:lnTo>
                  <a:lnTo>
                    <a:pt x="9911395" y="1596490"/>
                  </a:lnTo>
                  <a:lnTo>
                    <a:pt x="9900449" y="1596490"/>
                  </a:lnTo>
                  <a:lnTo>
                    <a:pt x="9894976" y="1596490"/>
                  </a:lnTo>
                  <a:lnTo>
                    <a:pt x="9889503" y="1596490"/>
                  </a:lnTo>
                  <a:lnTo>
                    <a:pt x="9884031" y="1596490"/>
                  </a:lnTo>
                  <a:lnTo>
                    <a:pt x="9873085" y="1596490"/>
                  </a:lnTo>
                  <a:lnTo>
                    <a:pt x="9867612" y="1596490"/>
                  </a:lnTo>
                  <a:lnTo>
                    <a:pt x="9862139" y="1596490"/>
                  </a:lnTo>
                  <a:lnTo>
                    <a:pt x="9851193" y="1596490"/>
                  </a:lnTo>
                  <a:lnTo>
                    <a:pt x="9845720" y="1596490"/>
                  </a:lnTo>
                  <a:lnTo>
                    <a:pt x="9840247" y="1596490"/>
                  </a:lnTo>
                  <a:lnTo>
                    <a:pt x="9823829" y="1596490"/>
                  </a:lnTo>
                  <a:lnTo>
                    <a:pt x="9818356" y="1596490"/>
                  </a:lnTo>
                  <a:lnTo>
                    <a:pt x="9807410" y="1596490"/>
                  </a:lnTo>
                  <a:lnTo>
                    <a:pt x="9801937" y="1596490"/>
                  </a:lnTo>
                  <a:lnTo>
                    <a:pt x="9796464" y="1596490"/>
                  </a:lnTo>
                  <a:lnTo>
                    <a:pt x="9790992" y="1596490"/>
                  </a:lnTo>
                  <a:lnTo>
                    <a:pt x="9785519" y="1596490"/>
                  </a:lnTo>
                  <a:lnTo>
                    <a:pt x="9780046" y="1596490"/>
                  </a:lnTo>
                  <a:lnTo>
                    <a:pt x="9774573" y="1596490"/>
                  </a:lnTo>
                  <a:lnTo>
                    <a:pt x="9769100" y="1596490"/>
                  </a:lnTo>
                  <a:lnTo>
                    <a:pt x="9763627" y="1596490"/>
                  </a:lnTo>
                  <a:lnTo>
                    <a:pt x="9752681" y="1596490"/>
                  </a:lnTo>
                  <a:lnTo>
                    <a:pt x="9747208" y="1596490"/>
                  </a:lnTo>
                  <a:lnTo>
                    <a:pt x="9741736" y="1596490"/>
                  </a:lnTo>
                  <a:lnTo>
                    <a:pt x="9736263" y="1596490"/>
                  </a:lnTo>
                  <a:lnTo>
                    <a:pt x="9730790" y="1596490"/>
                  </a:lnTo>
                  <a:lnTo>
                    <a:pt x="9725317" y="1596490"/>
                  </a:lnTo>
                  <a:lnTo>
                    <a:pt x="9708898" y="1596490"/>
                  </a:lnTo>
                  <a:lnTo>
                    <a:pt x="9703425" y="1596490"/>
                  </a:lnTo>
                  <a:lnTo>
                    <a:pt x="9697952" y="1596490"/>
                  </a:lnTo>
                  <a:lnTo>
                    <a:pt x="9692480" y="1596490"/>
                  </a:lnTo>
                  <a:lnTo>
                    <a:pt x="9687007" y="1596490"/>
                  </a:lnTo>
                  <a:lnTo>
                    <a:pt x="9681534" y="1596490"/>
                  </a:lnTo>
                  <a:lnTo>
                    <a:pt x="9676061" y="1596490"/>
                  </a:lnTo>
                  <a:lnTo>
                    <a:pt x="9665115" y="1596490"/>
                  </a:lnTo>
                  <a:lnTo>
                    <a:pt x="9659642" y="1596490"/>
                  </a:lnTo>
                  <a:lnTo>
                    <a:pt x="9654169" y="1596490"/>
                  </a:lnTo>
                  <a:lnTo>
                    <a:pt x="9648697" y="1596490"/>
                  </a:lnTo>
                  <a:lnTo>
                    <a:pt x="9643224" y="1596490"/>
                  </a:lnTo>
                  <a:lnTo>
                    <a:pt x="9626805" y="1596490"/>
                  </a:lnTo>
                  <a:lnTo>
                    <a:pt x="9626805" y="1696356"/>
                  </a:lnTo>
                  <a:lnTo>
                    <a:pt x="9621332" y="1696356"/>
                  </a:lnTo>
                  <a:lnTo>
                    <a:pt x="9615859" y="1696356"/>
                  </a:lnTo>
                  <a:lnTo>
                    <a:pt x="9599441" y="1696356"/>
                  </a:lnTo>
                  <a:lnTo>
                    <a:pt x="9588495" y="1696356"/>
                  </a:lnTo>
                  <a:lnTo>
                    <a:pt x="9583022" y="1696356"/>
                  </a:lnTo>
                  <a:lnTo>
                    <a:pt x="9577549" y="1696356"/>
                  </a:lnTo>
                  <a:lnTo>
                    <a:pt x="9572076" y="1696356"/>
                  </a:lnTo>
                  <a:lnTo>
                    <a:pt x="9566603" y="1696356"/>
                  </a:lnTo>
                  <a:lnTo>
                    <a:pt x="9561130" y="1696356"/>
                  </a:lnTo>
                  <a:lnTo>
                    <a:pt x="9555657" y="1696356"/>
                  </a:lnTo>
                  <a:lnTo>
                    <a:pt x="9550185" y="1696356"/>
                  </a:lnTo>
                  <a:lnTo>
                    <a:pt x="9544712" y="1696356"/>
                  </a:lnTo>
                  <a:lnTo>
                    <a:pt x="9528293" y="1696356"/>
                  </a:lnTo>
                  <a:lnTo>
                    <a:pt x="9517347" y="1696356"/>
                  </a:lnTo>
                  <a:lnTo>
                    <a:pt x="9511874" y="1696356"/>
                  </a:lnTo>
                  <a:lnTo>
                    <a:pt x="9506401" y="1696356"/>
                  </a:lnTo>
                  <a:lnTo>
                    <a:pt x="9500929" y="1696356"/>
                  </a:lnTo>
                  <a:lnTo>
                    <a:pt x="9495456" y="1696356"/>
                  </a:lnTo>
                  <a:lnTo>
                    <a:pt x="9489983" y="1696356"/>
                  </a:lnTo>
                  <a:lnTo>
                    <a:pt x="9484510" y="1696356"/>
                  </a:lnTo>
                  <a:lnTo>
                    <a:pt x="9479037" y="1696356"/>
                  </a:lnTo>
                  <a:lnTo>
                    <a:pt x="9473564" y="1696356"/>
                  </a:lnTo>
                  <a:lnTo>
                    <a:pt x="9468091" y="1696356"/>
                  </a:lnTo>
                  <a:lnTo>
                    <a:pt x="9462618" y="1696356"/>
                  </a:lnTo>
                  <a:lnTo>
                    <a:pt x="9457146" y="1696356"/>
                  </a:lnTo>
                  <a:lnTo>
                    <a:pt x="9451673" y="1696356"/>
                  </a:lnTo>
                  <a:lnTo>
                    <a:pt x="9446200" y="1696356"/>
                  </a:lnTo>
                  <a:lnTo>
                    <a:pt x="9440727" y="1696356"/>
                  </a:lnTo>
                  <a:lnTo>
                    <a:pt x="9435254" y="1696356"/>
                  </a:lnTo>
                  <a:lnTo>
                    <a:pt x="9429781" y="1696356"/>
                  </a:lnTo>
                  <a:lnTo>
                    <a:pt x="9424308" y="1696356"/>
                  </a:lnTo>
                  <a:lnTo>
                    <a:pt x="9418835" y="1696356"/>
                  </a:lnTo>
                  <a:lnTo>
                    <a:pt x="9413362" y="1696356"/>
                  </a:lnTo>
                  <a:lnTo>
                    <a:pt x="9402417" y="1696356"/>
                  </a:lnTo>
                  <a:lnTo>
                    <a:pt x="9396944" y="1696356"/>
                  </a:lnTo>
                  <a:lnTo>
                    <a:pt x="9375052" y="1696356"/>
                  </a:lnTo>
                  <a:lnTo>
                    <a:pt x="9369579" y="1696356"/>
                  </a:lnTo>
                  <a:lnTo>
                    <a:pt x="9364106" y="1696356"/>
                  </a:lnTo>
                  <a:lnTo>
                    <a:pt x="9358634" y="1696356"/>
                  </a:lnTo>
                  <a:lnTo>
                    <a:pt x="9353161" y="1696356"/>
                  </a:lnTo>
                  <a:lnTo>
                    <a:pt x="9342215" y="1696356"/>
                  </a:lnTo>
                  <a:lnTo>
                    <a:pt x="9336742" y="1696356"/>
                  </a:lnTo>
                  <a:lnTo>
                    <a:pt x="9331269" y="1696356"/>
                  </a:lnTo>
                  <a:lnTo>
                    <a:pt x="9325796" y="1696356"/>
                  </a:lnTo>
                  <a:lnTo>
                    <a:pt x="9320323" y="1696356"/>
                  </a:lnTo>
                  <a:lnTo>
                    <a:pt x="9314850" y="1696356"/>
                  </a:lnTo>
                  <a:lnTo>
                    <a:pt x="9309378" y="1696356"/>
                  </a:lnTo>
                  <a:lnTo>
                    <a:pt x="9298432" y="1696356"/>
                  </a:lnTo>
                  <a:lnTo>
                    <a:pt x="9287486" y="1696356"/>
                  </a:lnTo>
                  <a:lnTo>
                    <a:pt x="9282013" y="1696356"/>
                  </a:lnTo>
                  <a:lnTo>
                    <a:pt x="9276540" y="1696356"/>
                  </a:lnTo>
                  <a:lnTo>
                    <a:pt x="9271067" y="1696356"/>
                  </a:lnTo>
                  <a:lnTo>
                    <a:pt x="9260122" y="1696356"/>
                  </a:lnTo>
                  <a:lnTo>
                    <a:pt x="9254649" y="1696356"/>
                  </a:lnTo>
                  <a:lnTo>
                    <a:pt x="9249176" y="1696356"/>
                  </a:lnTo>
                  <a:lnTo>
                    <a:pt x="9243703" y="1696356"/>
                  </a:lnTo>
                  <a:lnTo>
                    <a:pt x="9238230" y="1696356"/>
                  </a:lnTo>
                  <a:lnTo>
                    <a:pt x="9232757" y="1696356"/>
                  </a:lnTo>
                  <a:lnTo>
                    <a:pt x="9227284" y="1696356"/>
                  </a:lnTo>
                  <a:lnTo>
                    <a:pt x="9221811" y="1696356"/>
                  </a:lnTo>
                  <a:lnTo>
                    <a:pt x="9210866" y="1696356"/>
                  </a:lnTo>
                  <a:lnTo>
                    <a:pt x="9205393" y="1696356"/>
                  </a:lnTo>
                  <a:lnTo>
                    <a:pt x="9199920" y="1696356"/>
                  </a:lnTo>
                  <a:lnTo>
                    <a:pt x="9194447" y="1696356"/>
                  </a:lnTo>
                  <a:lnTo>
                    <a:pt x="9188974" y="1696356"/>
                  </a:lnTo>
                  <a:lnTo>
                    <a:pt x="9183501" y="1696356"/>
                  </a:lnTo>
                  <a:lnTo>
                    <a:pt x="9178028" y="1696356"/>
                  </a:lnTo>
                  <a:lnTo>
                    <a:pt x="9172555" y="1696356"/>
                  </a:lnTo>
                  <a:lnTo>
                    <a:pt x="9167083" y="1696356"/>
                  </a:lnTo>
                  <a:lnTo>
                    <a:pt x="9156137" y="1696356"/>
                  </a:lnTo>
                  <a:lnTo>
                    <a:pt x="9150664" y="1696356"/>
                  </a:lnTo>
                  <a:lnTo>
                    <a:pt x="9139718" y="1696356"/>
                  </a:lnTo>
                  <a:lnTo>
                    <a:pt x="9134245" y="1696356"/>
                  </a:lnTo>
                  <a:lnTo>
                    <a:pt x="9128772" y="1696356"/>
                  </a:lnTo>
                  <a:lnTo>
                    <a:pt x="9123300" y="1696356"/>
                  </a:lnTo>
                  <a:lnTo>
                    <a:pt x="9117827" y="1696356"/>
                  </a:lnTo>
                  <a:lnTo>
                    <a:pt x="9112354" y="1696356"/>
                  </a:lnTo>
                  <a:lnTo>
                    <a:pt x="9106881" y="1696356"/>
                  </a:lnTo>
                  <a:lnTo>
                    <a:pt x="9101408" y="1696356"/>
                  </a:lnTo>
                  <a:lnTo>
                    <a:pt x="9095935" y="1696356"/>
                  </a:lnTo>
                  <a:lnTo>
                    <a:pt x="9090462" y="1696356"/>
                  </a:lnTo>
                  <a:lnTo>
                    <a:pt x="9079516" y="1696356"/>
                  </a:lnTo>
                  <a:lnTo>
                    <a:pt x="9074044" y="1696356"/>
                  </a:lnTo>
                  <a:lnTo>
                    <a:pt x="9068571" y="1696356"/>
                  </a:lnTo>
                  <a:lnTo>
                    <a:pt x="9063098" y="1696356"/>
                  </a:lnTo>
                  <a:lnTo>
                    <a:pt x="9057625" y="1696356"/>
                  </a:lnTo>
                  <a:lnTo>
                    <a:pt x="9052152" y="1696356"/>
                  </a:lnTo>
                  <a:lnTo>
                    <a:pt x="9041206" y="1696356"/>
                  </a:lnTo>
                  <a:lnTo>
                    <a:pt x="9035733" y="1696356"/>
                  </a:lnTo>
                  <a:lnTo>
                    <a:pt x="9030260" y="1696356"/>
                  </a:lnTo>
                  <a:lnTo>
                    <a:pt x="9024788" y="1696356"/>
                  </a:lnTo>
                  <a:lnTo>
                    <a:pt x="9019315" y="1696356"/>
                  </a:lnTo>
                  <a:lnTo>
                    <a:pt x="9013842" y="1696356"/>
                  </a:lnTo>
                  <a:lnTo>
                    <a:pt x="9008369" y="1696356"/>
                  </a:lnTo>
                  <a:lnTo>
                    <a:pt x="8997423" y="1696356"/>
                  </a:lnTo>
                  <a:lnTo>
                    <a:pt x="8991950" y="1696356"/>
                  </a:lnTo>
                  <a:lnTo>
                    <a:pt x="8986477" y="1696356"/>
                  </a:lnTo>
                  <a:lnTo>
                    <a:pt x="8981004" y="1696356"/>
                  </a:lnTo>
                  <a:lnTo>
                    <a:pt x="8975532" y="1696356"/>
                  </a:lnTo>
                  <a:lnTo>
                    <a:pt x="8970059" y="1696356"/>
                  </a:lnTo>
                  <a:lnTo>
                    <a:pt x="8964586" y="1696356"/>
                  </a:lnTo>
                  <a:lnTo>
                    <a:pt x="8959113" y="1696356"/>
                  </a:lnTo>
                  <a:lnTo>
                    <a:pt x="8948167" y="1696356"/>
                  </a:lnTo>
                  <a:lnTo>
                    <a:pt x="8942694" y="1696356"/>
                  </a:lnTo>
                  <a:lnTo>
                    <a:pt x="8937221" y="1696356"/>
                  </a:lnTo>
                  <a:lnTo>
                    <a:pt x="8931749" y="1696356"/>
                  </a:lnTo>
                  <a:lnTo>
                    <a:pt x="8920803" y="1696356"/>
                  </a:lnTo>
                  <a:lnTo>
                    <a:pt x="8915330" y="1696356"/>
                  </a:lnTo>
                  <a:lnTo>
                    <a:pt x="8904384" y="1696356"/>
                  </a:lnTo>
                  <a:lnTo>
                    <a:pt x="8898911" y="1696356"/>
                  </a:lnTo>
                  <a:lnTo>
                    <a:pt x="8893438" y="1696356"/>
                  </a:lnTo>
                  <a:lnTo>
                    <a:pt x="8882493" y="1696356"/>
                  </a:lnTo>
                  <a:lnTo>
                    <a:pt x="8877020" y="1696356"/>
                  </a:lnTo>
                  <a:lnTo>
                    <a:pt x="8871547" y="1696356"/>
                  </a:lnTo>
                  <a:lnTo>
                    <a:pt x="8866074" y="1696356"/>
                  </a:lnTo>
                  <a:lnTo>
                    <a:pt x="8860601" y="1696356"/>
                  </a:lnTo>
                  <a:lnTo>
                    <a:pt x="8849655" y="1696356"/>
                  </a:lnTo>
                  <a:lnTo>
                    <a:pt x="8844182" y="1696356"/>
                  </a:lnTo>
                  <a:lnTo>
                    <a:pt x="8838709" y="1696356"/>
                  </a:lnTo>
                  <a:lnTo>
                    <a:pt x="8827764" y="1696356"/>
                  </a:lnTo>
                  <a:lnTo>
                    <a:pt x="8822291" y="1696356"/>
                  </a:lnTo>
                  <a:lnTo>
                    <a:pt x="8816818" y="1696356"/>
                  </a:lnTo>
                  <a:lnTo>
                    <a:pt x="8811345" y="1696356"/>
                  </a:lnTo>
                  <a:lnTo>
                    <a:pt x="8805872" y="1696356"/>
                  </a:lnTo>
                  <a:lnTo>
                    <a:pt x="8800399" y="1696356"/>
                  </a:lnTo>
                  <a:lnTo>
                    <a:pt x="8789453" y="1696356"/>
                  </a:lnTo>
                  <a:lnTo>
                    <a:pt x="8783981" y="1696356"/>
                  </a:lnTo>
                  <a:lnTo>
                    <a:pt x="8773035" y="1696356"/>
                  </a:lnTo>
                  <a:lnTo>
                    <a:pt x="8767562" y="1696356"/>
                  </a:lnTo>
                  <a:lnTo>
                    <a:pt x="8762089" y="1696356"/>
                  </a:lnTo>
                  <a:lnTo>
                    <a:pt x="8756616" y="1696356"/>
                  </a:lnTo>
                  <a:lnTo>
                    <a:pt x="8751143" y="1696356"/>
                  </a:lnTo>
                  <a:lnTo>
                    <a:pt x="8745670" y="1696356"/>
                  </a:lnTo>
                  <a:lnTo>
                    <a:pt x="8740198" y="1696356"/>
                  </a:lnTo>
                  <a:lnTo>
                    <a:pt x="8734725" y="1696356"/>
                  </a:lnTo>
                  <a:lnTo>
                    <a:pt x="8729252" y="1696356"/>
                  </a:lnTo>
                  <a:lnTo>
                    <a:pt x="8723779" y="1696356"/>
                  </a:lnTo>
                  <a:lnTo>
                    <a:pt x="8718306" y="1696356"/>
                  </a:lnTo>
                  <a:lnTo>
                    <a:pt x="8712833" y="1696356"/>
                  </a:lnTo>
                  <a:lnTo>
                    <a:pt x="8707360" y="1696356"/>
                  </a:lnTo>
                  <a:lnTo>
                    <a:pt x="8701887" y="1696356"/>
                  </a:lnTo>
                  <a:lnTo>
                    <a:pt x="8690942" y="1696356"/>
                  </a:lnTo>
                  <a:lnTo>
                    <a:pt x="8685469" y="1696356"/>
                  </a:lnTo>
                  <a:lnTo>
                    <a:pt x="8679996" y="1696356"/>
                  </a:lnTo>
                  <a:lnTo>
                    <a:pt x="8674523" y="1696356"/>
                  </a:lnTo>
                  <a:lnTo>
                    <a:pt x="8669050" y="1696356"/>
                  </a:lnTo>
                  <a:lnTo>
                    <a:pt x="8663577" y="1696356"/>
                  </a:lnTo>
                  <a:lnTo>
                    <a:pt x="8658104" y="1696356"/>
                  </a:lnTo>
                  <a:lnTo>
                    <a:pt x="8647158" y="1696356"/>
                  </a:lnTo>
                  <a:lnTo>
                    <a:pt x="8641686" y="1696356"/>
                  </a:lnTo>
                  <a:lnTo>
                    <a:pt x="8630740" y="1696356"/>
                  </a:lnTo>
                  <a:lnTo>
                    <a:pt x="8625267" y="1696356"/>
                  </a:lnTo>
                  <a:lnTo>
                    <a:pt x="8619794" y="1696356"/>
                  </a:lnTo>
                  <a:lnTo>
                    <a:pt x="8614321" y="1696356"/>
                  </a:lnTo>
                  <a:lnTo>
                    <a:pt x="8608848" y="1696356"/>
                  </a:lnTo>
                  <a:lnTo>
                    <a:pt x="8603375" y="1696356"/>
                  </a:lnTo>
                  <a:lnTo>
                    <a:pt x="8592430" y="1696356"/>
                  </a:lnTo>
                  <a:lnTo>
                    <a:pt x="8586957" y="1696356"/>
                  </a:lnTo>
                  <a:lnTo>
                    <a:pt x="8581484" y="1696356"/>
                  </a:lnTo>
                  <a:lnTo>
                    <a:pt x="8576011" y="1696356"/>
                  </a:lnTo>
                  <a:lnTo>
                    <a:pt x="8565065" y="1696356"/>
                  </a:lnTo>
                  <a:lnTo>
                    <a:pt x="8559592" y="1696356"/>
                  </a:lnTo>
                  <a:lnTo>
                    <a:pt x="8554119" y="1696356"/>
                  </a:lnTo>
                  <a:lnTo>
                    <a:pt x="8548647" y="1696356"/>
                  </a:lnTo>
                  <a:lnTo>
                    <a:pt x="8537701" y="1696356"/>
                  </a:lnTo>
                  <a:lnTo>
                    <a:pt x="8532228" y="1696356"/>
                  </a:lnTo>
                  <a:lnTo>
                    <a:pt x="8526755" y="1696356"/>
                  </a:lnTo>
                  <a:lnTo>
                    <a:pt x="8521282" y="1696356"/>
                  </a:lnTo>
                  <a:lnTo>
                    <a:pt x="8515809" y="1696356"/>
                  </a:lnTo>
                  <a:lnTo>
                    <a:pt x="8510336" y="1696356"/>
                  </a:lnTo>
                  <a:lnTo>
                    <a:pt x="8504863" y="1696356"/>
                  </a:lnTo>
                  <a:lnTo>
                    <a:pt x="8499391" y="1696356"/>
                  </a:lnTo>
                  <a:lnTo>
                    <a:pt x="8493918" y="1696356"/>
                  </a:lnTo>
                  <a:lnTo>
                    <a:pt x="8488445" y="1696356"/>
                  </a:lnTo>
                  <a:lnTo>
                    <a:pt x="8482972" y="1696356"/>
                  </a:lnTo>
                  <a:lnTo>
                    <a:pt x="8477499" y="1696356"/>
                  </a:lnTo>
                  <a:lnTo>
                    <a:pt x="8472026" y="1696356"/>
                  </a:lnTo>
                  <a:lnTo>
                    <a:pt x="8466553" y="1696356"/>
                  </a:lnTo>
                  <a:lnTo>
                    <a:pt x="8461080" y="1696356"/>
                  </a:lnTo>
                  <a:lnTo>
                    <a:pt x="8450135" y="1696356"/>
                  </a:lnTo>
                  <a:lnTo>
                    <a:pt x="8444662" y="1696356"/>
                  </a:lnTo>
                  <a:lnTo>
                    <a:pt x="8439189" y="1696356"/>
                  </a:lnTo>
                  <a:lnTo>
                    <a:pt x="8433716" y="1696356"/>
                  </a:lnTo>
                  <a:lnTo>
                    <a:pt x="8428243" y="1696356"/>
                  </a:lnTo>
                  <a:lnTo>
                    <a:pt x="8422770" y="1696356"/>
                  </a:lnTo>
                  <a:lnTo>
                    <a:pt x="8417297" y="1696356"/>
                  </a:lnTo>
                  <a:lnTo>
                    <a:pt x="8406352" y="1696356"/>
                  </a:lnTo>
                  <a:lnTo>
                    <a:pt x="8400879" y="1696356"/>
                  </a:lnTo>
                  <a:lnTo>
                    <a:pt x="8395406" y="1696356"/>
                  </a:lnTo>
                  <a:lnTo>
                    <a:pt x="8389933" y="1696356"/>
                  </a:lnTo>
                  <a:lnTo>
                    <a:pt x="8384460" y="1696356"/>
                  </a:lnTo>
                  <a:lnTo>
                    <a:pt x="8378987" y="1696356"/>
                  </a:lnTo>
                  <a:lnTo>
                    <a:pt x="8373514" y="1696356"/>
                  </a:lnTo>
                  <a:lnTo>
                    <a:pt x="8368041" y="1696356"/>
                  </a:lnTo>
                  <a:lnTo>
                    <a:pt x="8362568" y="1696356"/>
                  </a:lnTo>
                  <a:lnTo>
                    <a:pt x="8357096" y="1696356"/>
                  </a:lnTo>
                  <a:lnTo>
                    <a:pt x="8351623" y="1696356"/>
                  </a:lnTo>
                  <a:lnTo>
                    <a:pt x="8346150" y="1696356"/>
                  </a:lnTo>
                  <a:lnTo>
                    <a:pt x="8340677" y="1696356"/>
                  </a:lnTo>
                  <a:lnTo>
                    <a:pt x="8335204" y="1696356"/>
                  </a:lnTo>
                  <a:lnTo>
                    <a:pt x="8324258" y="1696356"/>
                  </a:lnTo>
                  <a:lnTo>
                    <a:pt x="8318785" y="1696356"/>
                  </a:lnTo>
                  <a:lnTo>
                    <a:pt x="8313312" y="1696356"/>
                  </a:lnTo>
                  <a:lnTo>
                    <a:pt x="8307840" y="1696356"/>
                  </a:lnTo>
                  <a:lnTo>
                    <a:pt x="8302367" y="1696356"/>
                  </a:lnTo>
                  <a:lnTo>
                    <a:pt x="8296894" y="1696356"/>
                  </a:lnTo>
                  <a:lnTo>
                    <a:pt x="8291421" y="1696356"/>
                  </a:lnTo>
                  <a:lnTo>
                    <a:pt x="8285948" y="1696356"/>
                  </a:lnTo>
                  <a:lnTo>
                    <a:pt x="8285948" y="1780916"/>
                  </a:lnTo>
                  <a:lnTo>
                    <a:pt x="8280475" y="1780916"/>
                  </a:lnTo>
                  <a:lnTo>
                    <a:pt x="8275002" y="1780916"/>
                  </a:lnTo>
                  <a:lnTo>
                    <a:pt x="8269529" y="1780916"/>
                  </a:lnTo>
                  <a:lnTo>
                    <a:pt x="8264056" y="1780916"/>
                  </a:lnTo>
                  <a:lnTo>
                    <a:pt x="8258584" y="1780916"/>
                  </a:lnTo>
                  <a:lnTo>
                    <a:pt x="8253111" y="1780916"/>
                  </a:lnTo>
                  <a:lnTo>
                    <a:pt x="8247638" y="1780916"/>
                  </a:lnTo>
                  <a:lnTo>
                    <a:pt x="8242165" y="1780916"/>
                  </a:lnTo>
                  <a:lnTo>
                    <a:pt x="8231219" y="1780916"/>
                  </a:lnTo>
                  <a:lnTo>
                    <a:pt x="8225746" y="1780916"/>
                  </a:lnTo>
                  <a:lnTo>
                    <a:pt x="8220273" y="1780916"/>
                  </a:lnTo>
                  <a:lnTo>
                    <a:pt x="8214801" y="1780916"/>
                  </a:lnTo>
                  <a:lnTo>
                    <a:pt x="8209328" y="1780916"/>
                  </a:lnTo>
                  <a:lnTo>
                    <a:pt x="8203855" y="1780916"/>
                  </a:lnTo>
                  <a:lnTo>
                    <a:pt x="8198382" y="1780916"/>
                  </a:lnTo>
                  <a:lnTo>
                    <a:pt x="8192909" y="1780916"/>
                  </a:lnTo>
                  <a:lnTo>
                    <a:pt x="8187436" y="1780916"/>
                  </a:lnTo>
                  <a:lnTo>
                    <a:pt x="8181963" y="1780916"/>
                  </a:lnTo>
                  <a:lnTo>
                    <a:pt x="8176490" y="1780916"/>
                  </a:lnTo>
                  <a:lnTo>
                    <a:pt x="8171017" y="1780916"/>
                  </a:lnTo>
                  <a:lnTo>
                    <a:pt x="8165545" y="1780916"/>
                  </a:lnTo>
                  <a:lnTo>
                    <a:pt x="8160072" y="1780916"/>
                  </a:lnTo>
                  <a:lnTo>
                    <a:pt x="8154599" y="1780916"/>
                  </a:lnTo>
                  <a:lnTo>
                    <a:pt x="8149126" y="1780916"/>
                  </a:lnTo>
                  <a:lnTo>
                    <a:pt x="8143653" y="1780916"/>
                  </a:lnTo>
                  <a:lnTo>
                    <a:pt x="8138180" y="1780916"/>
                  </a:lnTo>
                  <a:lnTo>
                    <a:pt x="8132707" y="1780916"/>
                  </a:lnTo>
                  <a:lnTo>
                    <a:pt x="8127234" y="1780916"/>
                  </a:lnTo>
                  <a:lnTo>
                    <a:pt x="8121761" y="1780916"/>
                  </a:lnTo>
                  <a:lnTo>
                    <a:pt x="8116289" y="1780916"/>
                  </a:lnTo>
                  <a:lnTo>
                    <a:pt x="8110816" y="1780916"/>
                  </a:lnTo>
                  <a:lnTo>
                    <a:pt x="8105343" y="1780916"/>
                  </a:lnTo>
                  <a:lnTo>
                    <a:pt x="8094397" y="1780916"/>
                  </a:lnTo>
                  <a:lnTo>
                    <a:pt x="8088924" y="1780916"/>
                  </a:lnTo>
                  <a:lnTo>
                    <a:pt x="8072506" y="1780916"/>
                  </a:lnTo>
                  <a:lnTo>
                    <a:pt x="8067033" y="1780916"/>
                  </a:lnTo>
                  <a:lnTo>
                    <a:pt x="8061560" y="1780916"/>
                  </a:lnTo>
                  <a:lnTo>
                    <a:pt x="8056087" y="1780916"/>
                  </a:lnTo>
                  <a:lnTo>
                    <a:pt x="8050614" y="1780916"/>
                  </a:lnTo>
                  <a:lnTo>
                    <a:pt x="8045141" y="1780916"/>
                  </a:lnTo>
                  <a:lnTo>
                    <a:pt x="8039668" y="1780916"/>
                  </a:lnTo>
                  <a:lnTo>
                    <a:pt x="8034195" y="1780916"/>
                  </a:lnTo>
                  <a:lnTo>
                    <a:pt x="8028722" y="1780916"/>
                  </a:lnTo>
                  <a:lnTo>
                    <a:pt x="8023250" y="1780916"/>
                  </a:lnTo>
                  <a:lnTo>
                    <a:pt x="8017777" y="1780916"/>
                  </a:lnTo>
                  <a:lnTo>
                    <a:pt x="8012304" y="1780916"/>
                  </a:lnTo>
                  <a:lnTo>
                    <a:pt x="8006831" y="1780916"/>
                  </a:lnTo>
                  <a:lnTo>
                    <a:pt x="8006831" y="1863403"/>
                  </a:lnTo>
                  <a:lnTo>
                    <a:pt x="7995885" y="1863403"/>
                  </a:lnTo>
                  <a:lnTo>
                    <a:pt x="7990412" y="1863403"/>
                  </a:lnTo>
                  <a:lnTo>
                    <a:pt x="7984939" y="1863403"/>
                  </a:lnTo>
                  <a:lnTo>
                    <a:pt x="7979466" y="1863403"/>
                  </a:lnTo>
                  <a:lnTo>
                    <a:pt x="7973994" y="1863403"/>
                  </a:lnTo>
                  <a:lnTo>
                    <a:pt x="7968521" y="1863403"/>
                  </a:lnTo>
                  <a:lnTo>
                    <a:pt x="7957575" y="1863403"/>
                  </a:lnTo>
                  <a:lnTo>
                    <a:pt x="7952102" y="1863403"/>
                  </a:lnTo>
                  <a:lnTo>
                    <a:pt x="7946629" y="1863403"/>
                  </a:lnTo>
                  <a:lnTo>
                    <a:pt x="7941156" y="1863403"/>
                  </a:lnTo>
                  <a:lnTo>
                    <a:pt x="7930210" y="1863403"/>
                  </a:lnTo>
                  <a:lnTo>
                    <a:pt x="7924738" y="1863403"/>
                  </a:lnTo>
                  <a:lnTo>
                    <a:pt x="7919265" y="1863403"/>
                  </a:lnTo>
                  <a:lnTo>
                    <a:pt x="7913792" y="1863403"/>
                  </a:lnTo>
                  <a:lnTo>
                    <a:pt x="7908319" y="1863403"/>
                  </a:lnTo>
                  <a:lnTo>
                    <a:pt x="7902846" y="1863403"/>
                  </a:lnTo>
                  <a:lnTo>
                    <a:pt x="7897373" y="1863403"/>
                  </a:lnTo>
                  <a:lnTo>
                    <a:pt x="7891900" y="1863403"/>
                  </a:lnTo>
                  <a:lnTo>
                    <a:pt x="7886427" y="1863403"/>
                  </a:lnTo>
                  <a:lnTo>
                    <a:pt x="7880955" y="1863403"/>
                  </a:lnTo>
                  <a:lnTo>
                    <a:pt x="7875482" y="1863403"/>
                  </a:lnTo>
                  <a:lnTo>
                    <a:pt x="7870009" y="1863403"/>
                  </a:lnTo>
                  <a:lnTo>
                    <a:pt x="7864536" y="1863403"/>
                  </a:lnTo>
                  <a:lnTo>
                    <a:pt x="7859063" y="1863403"/>
                  </a:lnTo>
                  <a:lnTo>
                    <a:pt x="7853590" y="1863403"/>
                  </a:lnTo>
                  <a:lnTo>
                    <a:pt x="7848117" y="1863403"/>
                  </a:lnTo>
                  <a:lnTo>
                    <a:pt x="7842644" y="1863403"/>
                  </a:lnTo>
                  <a:lnTo>
                    <a:pt x="7837171" y="1863403"/>
                  </a:lnTo>
                  <a:lnTo>
                    <a:pt x="7831699" y="1863403"/>
                  </a:lnTo>
                  <a:lnTo>
                    <a:pt x="7826226" y="1863403"/>
                  </a:lnTo>
                  <a:lnTo>
                    <a:pt x="7820753" y="1863403"/>
                  </a:lnTo>
                  <a:lnTo>
                    <a:pt x="7815280" y="1863403"/>
                  </a:lnTo>
                  <a:lnTo>
                    <a:pt x="7804334" y="1863403"/>
                  </a:lnTo>
                  <a:lnTo>
                    <a:pt x="7798861" y="1863403"/>
                  </a:lnTo>
                  <a:lnTo>
                    <a:pt x="7793388" y="1863403"/>
                  </a:lnTo>
                  <a:lnTo>
                    <a:pt x="7787915" y="1863403"/>
                  </a:lnTo>
                  <a:lnTo>
                    <a:pt x="7782443" y="1863403"/>
                  </a:lnTo>
                  <a:lnTo>
                    <a:pt x="7776970" y="1863403"/>
                  </a:lnTo>
                  <a:lnTo>
                    <a:pt x="7771497" y="1863403"/>
                  </a:lnTo>
                  <a:lnTo>
                    <a:pt x="7766024" y="1863403"/>
                  </a:lnTo>
                  <a:lnTo>
                    <a:pt x="7760551" y="1863403"/>
                  </a:lnTo>
                  <a:lnTo>
                    <a:pt x="7760551" y="1942035"/>
                  </a:lnTo>
                  <a:lnTo>
                    <a:pt x="7744132" y="1942035"/>
                  </a:lnTo>
                  <a:lnTo>
                    <a:pt x="7738659" y="1942035"/>
                  </a:lnTo>
                  <a:lnTo>
                    <a:pt x="7733187" y="1942035"/>
                  </a:lnTo>
                  <a:lnTo>
                    <a:pt x="7727714" y="1942035"/>
                  </a:lnTo>
                  <a:lnTo>
                    <a:pt x="7722241" y="1942035"/>
                  </a:lnTo>
                  <a:lnTo>
                    <a:pt x="7716768" y="1942035"/>
                  </a:lnTo>
                  <a:lnTo>
                    <a:pt x="7711295" y="1942035"/>
                  </a:lnTo>
                  <a:lnTo>
                    <a:pt x="7705822" y="1942035"/>
                  </a:lnTo>
                  <a:lnTo>
                    <a:pt x="7700349" y="1942035"/>
                  </a:lnTo>
                  <a:lnTo>
                    <a:pt x="7694876" y="1942035"/>
                  </a:lnTo>
                  <a:lnTo>
                    <a:pt x="7689404" y="1942035"/>
                  </a:lnTo>
                  <a:lnTo>
                    <a:pt x="7683931" y="1942035"/>
                  </a:lnTo>
                  <a:lnTo>
                    <a:pt x="7678458" y="1942035"/>
                  </a:lnTo>
                  <a:lnTo>
                    <a:pt x="7672985" y="1942035"/>
                  </a:lnTo>
                  <a:lnTo>
                    <a:pt x="7667512" y="1942035"/>
                  </a:lnTo>
                  <a:lnTo>
                    <a:pt x="7662039" y="1942035"/>
                  </a:lnTo>
                  <a:lnTo>
                    <a:pt x="7656566" y="1942035"/>
                  </a:lnTo>
                  <a:lnTo>
                    <a:pt x="7651093" y="1942035"/>
                  </a:lnTo>
                  <a:lnTo>
                    <a:pt x="7645620" y="1942035"/>
                  </a:lnTo>
                  <a:lnTo>
                    <a:pt x="7640148" y="1942035"/>
                  </a:lnTo>
                  <a:lnTo>
                    <a:pt x="7634675" y="1942035"/>
                  </a:lnTo>
                  <a:lnTo>
                    <a:pt x="7629202" y="1942035"/>
                  </a:lnTo>
                  <a:lnTo>
                    <a:pt x="7623729" y="1942035"/>
                  </a:lnTo>
                  <a:lnTo>
                    <a:pt x="7618256" y="1942035"/>
                  </a:lnTo>
                  <a:lnTo>
                    <a:pt x="7612783" y="1942035"/>
                  </a:lnTo>
                  <a:lnTo>
                    <a:pt x="7607310" y="1942035"/>
                  </a:lnTo>
                  <a:lnTo>
                    <a:pt x="7601837" y="1942035"/>
                  </a:lnTo>
                  <a:lnTo>
                    <a:pt x="7596364" y="1942035"/>
                  </a:lnTo>
                  <a:lnTo>
                    <a:pt x="7590892" y="1942035"/>
                  </a:lnTo>
                  <a:lnTo>
                    <a:pt x="7585419" y="1942035"/>
                  </a:lnTo>
                  <a:lnTo>
                    <a:pt x="7579946" y="1942035"/>
                  </a:lnTo>
                  <a:lnTo>
                    <a:pt x="7574473" y="1942035"/>
                  </a:lnTo>
                  <a:lnTo>
                    <a:pt x="7563527" y="1942035"/>
                  </a:lnTo>
                  <a:lnTo>
                    <a:pt x="7558054" y="1942035"/>
                  </a:lnTo>
                  <a:lnTo>
                    <a:pt x="7552581" y="1942035"/>
                  </a:lnTo>
                  <a:lnTo>
                    <a:pt x="7541636" y="1942035"/>
                  </a:lnTo>
                  <a:lnTo>
                    <a:pt x="7536163" y="1942035"/>
                  </a:lnTo>
                  <a:lnTo>
                    <a:pt x="7530690" y="1942035"/>
                  </a:lnTo>
                  <a:lnTo>
                    <a:pt x="7519744" y="1942035"/>
                  </a:lnTo>
                  <a:lnTo>
                    <a:pt x="7514271" y="1942035"/>
                  </a:lnTo>
                  <a:lnTo>
                    <a:pt x="7508798" y="1942035"/>
                  </a:lnTo>
                  <a:lnTo>
                    <a:pt x="7503325" y="1942035"/>
                  </a:lnTo>
                  <a:lnTo>
                    <a:pt x="7497853" y="1942035"/>
                  </a:lnTo>
                  <a:lnTo>
                    <a:pt x="7492380" y="1942035"/>
                  </a:lnTo>
                  <a:lnTo>
                    <a:pt x="7486907" y="1942035"/>
                  </a:lnTo>
                  <a:lnTo>
                    <a:pt x="7481434" y="1942035"/>
                  </a:lnTo>
                  <a:lnTo>
                    <a:pt x="7475961" y="1942035"/>
                  </a:lnTo>
                  <a:lnTo>
                    <a:pt x="7465015" y="1942035"/>
                  </a:lnTo>
                  <a:lnTo>
                    <a:pt x="7459542" y="1942035"/>
                  </a:lnTo>
                  <a:lnTo>
                    <a:pt x="7454069" y="1942035"/>
                  </a:lnTo>
                  <a:lnTo>
                    <a:pt x="7448597" y="1942035"/>
                  </a:lnTo>
                  <a:lnTo>
                    <a:pt x="7443124" y="1942035"/>
                  </a:lnTo>
                  <a:lnTo>
                    <a:pt x="7437651" y="1942035"/>
                  </a:lnTo>
                  <a:lnTo>
                    <a:pt x="7432178" y="1942035"/>
                  </a:lnTo>
                  <a:lnTo>
                    <a:pt x="7426705" y="1942035"/>
                  </a:lnTo>
                  <a:lnTo>
                    <a:pt x="7421232" y="1942035"/>
                  </a:lnTo>
                  <a:lnTo>
                    <a:pt x="7415759" y="1942035"/>
                  </a:lnTo>
                  <a:lnTo>
                    <a:pt x="7410286" y="1942035"/>
                  </a:lnTo>
                  <a:lnTo>
                    <a:pt x="7404813" y="1942035"/>
                  </a:lnTo>
                  <a:lnTo>
                    <a:pt x="7399341" y="1942035"/>
                  </a:lnTo>
                  <a:lnTo>
                    <a:pt x="7393868" y="1942035"/>
                  </a:lnTo>
                  <a:lnTo>
                    <a:pt x="7388395" y="1942035"/>
                  </a:lnTo>
                  <a:lnTo>
                    <a:pt x="7382922" y="1942035"/>
                  </a:lnTo>
                  <a:lnTo>
                    <a:pt x="7377449" y="1942035"/>
                  </a:lnTo>
                  <a:lnTo>
                    <a:pt x="7371976" y="1942035"/>
                  </a:lnTo>
                  <a:lnTo>
                    <a:pt x="7366503" y="1942035"/>
                  </a:lnTo>
                  <a:lnTo>
                    <a:pt x="7361030" y="1942035"/>
                  </a:lnTo>
                  <a:lnTo>
                    <a:pt x="7355558" y="1942035"/>
                  </a:lnTo>
                  <a:lnTo>
                    <a:pt x="7350085" y="1942035"/>
                  </a:lnTo>
                  <a:lnTo>
                    <a:pt x="7344612" y="1942035"/>
                  </a:lnTo>
                  <a:lnTo>
                    <a:pt x="7339139" y="1942035"/>
                  </a:lnTo>
                  <a:lnTo>
                    <a:pt x="7333666" y="1942035"/>
                  </a:lnTo>
                  <a:lnTo>
                    <a:pt x="7328193" y="1942035"/>
                  </a:lnTo>
                  <a:lnTo>
                    <a:pt x="7322720" y="1942035"/>
                  </a:lnTo>
                  <a:lnTo>
                    <a:pt x="7317247" y="1942035"/>
                  </a:lnTo>
                  <a:lnTo>
                    <a:pt x="7311774" y="1942035"/>
                  </a:lnTo>
                  <a:lnTo>
                    <a:pt x="7306302" y="1942035"/>
                  </a:lnTo>
                  <a:lnTo>
                    <a:pt x="7300829" y="1942035"/>
                  </a:lnTo>
                  <a:lnTo>
                    <a:pt x="7295356" y="1942035"/>
                  </a:lnTo>
                  <a:lnTo>
                    <a:pt x="7289883" y="1942035"/>
                  </a:lnTo>
                  <a:lnTo>
                    <a:pt x="7284410" y="1942035"/>
                  </a:lnTo>
                  <a:lnTo>
                    <a:pt x="7278937" y="1942035"/>
                  </a:lnTo>
                  <a:lnTo>
                    <a:pt x="7273464" y="1942035"/>
                  </a:lnTo>
                  <a:lnTo>
                    <a:pt x="7267991" y="1942035"/>
                  </a:lnTo>
                  <a:lnTo>
                    <a:pt x="7262518" y="1942035"/>
                  </a:lnTo>
                  <a:lnTo>
                    <a:pt x="7257046" y="1942035"/>
                  </a:lnTo>
                  <a:lnTo>
                    <a:pt x="7251573" y="1942035"/>
                  </a:lnTo>
                  <a:lnTo>
                    <a:pt x="7246100" y="1942035"/>
                  </a:lnTo>
                  <a:lnTo>
                    <a:pt x="7240627" y="1942035"/>
                  </a:lnTo>
                  <a:lnTo>
                    <a:pt x="7235154" y="1942035"/>
                  </a:lnTo>
                  <a:lnTo>
                    <a:pt x="7229681" y="1942035"/>
                  </a:lnTo>
                  <a:lnTo>
                    <a:pt x="7224208" y="1942035"/>
                  </a:lnTo>
                  <a:lnTo>
                    <a:pt x="7218735" y="1942035"/>
                  </a:lnTo>
                  <a:lnTo>
                    <a:pt x="7213262" y="1942035"/>
                  </a:lnTo>
                  <a:lnTo>
                    <a:pt x="7202317" y="1942035"/>
                  </a:lnTo>
                  <a:lnTo>
                    <a:pt x="7196844" y="1942035"/>
                  </a:lnTo>
                  <a:lnTo>
                    <a:pt x="7191371" y="1942035"/>
                  </a:lnTo>
                  <a:lnTo>
                    <a:pt x="7185898" y="1942035"/>
                  </a:lnTo>
                  <a:lnTo>
                    <a:pt x="7180425" y="1942035"/>
                  </a:lnTo>
                  <a:lnTo>
                    <a:pt x="7174952" y="1942035"/>
                  </a:lnTo>
                  <a:lnTo>
                    <a:pt x="7169479" y="1942035"/>
                  </a:lnTo>
                  <a:lnTo>
                    <a:pt x="7164007" y="1942035"/>
                  </a:lnTo>
                  <a:lnTo>
                    <a:pt x="7158534" y="1942035"/>
                  </a:lnTo>
                  <a:lnTo>
                    <a:pt x="7153061" y="1942035"/>
                  </a:lnTo>
                  <a:lnTo>
                    <a:pt x="7147588" y="1942035"/>
                  </a:lnTo>
                  <a:lnTo>
                    <a:pt x="7142115" y="1942035"/>
                  </a:lnTo>
                  <a:lnTo>
                    <a:pt x="7136642" y="1942035"/>
                  </a:lnTo>
                  <a:lnTo>
                    <a:pt x="7131169" y="1942035"/>
                  </a:lnTo>
                  <a:lnTo>
                    <a:pt x="7125696" y="1942035"/>
                  </a:lnTo>
                  <a:lnTo>
                    <a:pt x="7120223" y="1942035"/>
                  </a:lnTo>
                  <a:lnTo>
                    <a:pt x="7114751" y="1942035"/>
                  </a:lnTo>
                  <a:lnTo>
                    <a:pt x="7109278" y="1942035"/>
                  </a:lnTo>
                  <a:lnTo>
                    <a:pt x="7103805" y="1942035"/>
                  </a:lnTo>
                  <a:lnTo>
                    <a:pt x="7098332" y="1942035"/>
                  </a:lnTo>
                  <a:lnTo>
                    <a:pt x="7092859" y="1942035"/>
                  </a:lnTo>
                  <a:lnTo>
                    <a:pt x="7087386" y="1942035"/>
                  </a:lnTo>
                  <a:lnTo>
                    <a:pt x="7081913" y="1942035"/>
                  </a:lnTo>
                  <a:lnTo>
                    <a:pt x="7076440" y="1942035"/>
                  </a:lnTo>
                  <a:lnTo>
                    <a:pt x="7070967" y="1942035"/>
                  </a:lnTo>
                  <a:lnTo>
                    <a:pt x="7065495" y="1942035"/>
                  </a:lnTo>
                  <a:lnTo>
                    <a:pt x="7060022" y="1942035"/>
                  </a:lnTo>
                  <a:lnTo>
                    <a:pt x="7054549" y="1942035"/>
                  </a:lnTo>
                  <a:lnTo>
                    <a:pt x="7043603" y="1942035"/>
                  </a:lnTo>
                  <a:lnTo>
                    <a:pt x="7038130" y="1942035"/>
                  </a:lnTo>
                  <a:lnTo>
                    <a:pt x="7032657" y="1942035"/>
                  </a:lnTo>
                  <a:lnTo>
                    <a:pt x="7027184" y="1942035"/>
                  </a:lnTo>
                  <a:lnTo>
                    <a:pt x="7021712" y="1942035"/>
                  </a:lnTo>
                  <a:lnTo>
                    <a:pt x="7016239" y="1942035"/>
                  </a:lnTo>
                  <a:lnTo>
                    <a:pt x="7010766" y="1942035"/>
                  </a:lnTo>
                  <a:lnTo>
                    <a:pt x="7005293" y="1942035"/>
                  </a:lnTo>
                  <a:lnTo>
                    <a:pt x="6999820" y="1942035"/>
                  </a:lnTo>
                  <a:lnTo>
                    <a:pt x="6994347" y="1942035"/>
                  </a:lnTo>
                  <a:lnTo>
                    <a:pt x="6988874" y="1942035"/>
                  </a:lnTo>
                  <a:lnTo>
                    <a:pt x="6983401" y="1942035"/>
                  </a:lnTo>
                  <a:lnTo>
                    <a:pt x="6977928" y="1942035"/>
                  </a:lnTo>
                  <a:lnTo>
                    <a:pt x="6972456" y="1942035"/>
                  </a:lnTo>
                  <a:lnTo>
                    <a:pt x="6966983" y="1942035"/>
                  </a:lnTo>
                  <a:lnTo>
                    <a:pt x="6961510" y="1942035"/>
                  </a:lnTo>
                  <a:lnTo>
                    <a:pt x="6956037" y="1942035"/>
                  </a:lnTo>
                  <a:lnTo>
                    <a:pt x="6950564" y="1942035"/>
                  </a:lnTo>
                  <a:lnTo>
                    <a:pt x="6945091" y="1942035"/>
                  </a:lnTo>
                  <a:lnTo>
                    <a:pt x="6939618" y="1942035"/>
                  </a:lnTo>
                  <a:lnTo>
                    <a:pt x="6934145" y="1942035"/>
                  </a:lnTo>
                  <a:lnTo>
                    <a:pt x="6928672" y="1942035"/>
                  </a:lnTo>
                  <a:lnTo>
                    <a:pt x="6923200" y="1942035"/>
                  </a:lnTo>
                  <a:lnTo>
                    <a:pt x="6917727" y="1942035"/>
                  </a:lnTo>
                  <a:lnTo>
                    <a:pt x="6912254" y="1942035"/>
                  </a:lnTo>
                  <a:lnTo>
                    <a:pt x="6906781" y="1942035"/>
                  </a:lnTo>
                  <a:lnTo>
                    <a:pt x="6901308" y="1942035"/>
                  </a:lnTo>
                  <a:lnTo>
                    <a:pt x="6895835" y="1942035"/>
                  </a:lnTo>
                  <a:lnTo>
                    <a:pt x="6890362" y="1942035"/>
                  </a:lnTo>
                  <a:lnTo>
                    <a:pt x="6884889" y="1942035"/>
                  </a:lnTo>
                  <a:lnTo>
                    <a:pt x="6879416" y="1942035"/>
                  </a:lnTo>
                  <a:lnTo>
                    <a:pt x="6873944" y="1942035"/>
                  </a:lnTo>
                  <a:lnTo>
                    <a:pt x="6868471" y="1942035"/>
                  </a:lnTo>
                  <a:lnTo>
                    <a:pt x="6862998" y="1942035"/>
                  </a:lnTo>
                  <a:lnTo>
                    <a:pt x="6857525" y="1942035"/>
                  </a:lnTo>
                  <a:lnTo>
                    <a:pt x="6852052" y="1942035"/>
                  </a:lnTo>
                  <a:lnTo>
                    <a:pt x="6846579" y="1942035"/>
                  </a:lnTo>
                  <a:lnTo>
                    <a:pt x="6841106" y="1942035"/>
                  </a:lnTo>
                  <a:lnTo>
                    <a:pt x="6835633" y="1942035"/>
                  </a:lnTo>
                  <a:lnTo>
                    <a:pt x="6830161" y="1942035"/>
                  </a:lnTo>
                  <a:lnTo>
                    <a:pt x="6824688" y="1942035"/>
                  </a:lnTo>
                  <a:lnTo>
                    <a:pt x="6819215" y="1942035"/>
                  </a:lnTo>
                  <a:lnTo>
                    <a:pt x="6813742" y="1942035"/>
                  </a:lnTo>
                  <a:lnTo>
                    <a:pt x="6808269" y="1942035"/>
                  </a:lnTo>
                  <a:lnTo>
                    <a:pt x="6802796" y="1942035"/>
                  </a:lnTo>
                  <a:lnTo>
                    <a:pt x="6797323" y="1942035"/>
                  </a:lnTo>
                  <a:lnTo>
                    <a:pt x="6791850" y="1942035"/>
                  </a:lnTo>
                  <a:lnTo>
                    <a:pt x="6786377" y="1942035"/>
                  </a:lnTo>
                  <a:lnTo>
                    <a:pt x="6780905" y="1942035"/>
                  </a:lnTo>
                  <a:lnTo>
                    <a:pt x="6769959" y="1942035"/>
                  </a:lnTo>
                  <a:lnTo>
                    <a:pt x="6764486" y="1942035"/>
                  </a:lnTo>
                  <a:lnTo>
                    <a:pt x="6759013" y="1942035"/>
                  </a:lnTo>
                  <a:lnTo>
                    <a:pt x="6753540" y="1942035"/>
                  </a:lnTo>
                  <a:lnTo>
                    <a:pt x="6748067" y="1942035"/>
                  </a:lnTo>
                  <a:lnTo>
                    <a:pt x="6742594" y="1942035"/>
                  </a:lnTo>
                  <a:lnTo>
                    <a:pt x="6737121" y="1942035"/>
                  </a:lnTo>
                  <a:lnTo>
                    <a:pt x="6731649" y="1942035"/>
                  </a:lnTo>
                  <a:lnTo>
                    <a:pt x="6726176" y="1942035"/>
                  </a:lnTo>
                  <a:lnTo>
                    <a:pt x="6720703" y="1942035"/>
                  </a:lnTo>
                  <a:lnTo>
                    <a:pt x="6715230" y="1942035"/>
                  </a:lnTo>
                  <a:lnTo>
                    <a:pt x="6709757" y="1942035"/>
                  </a:lnTo>
                  <a:lnTo>
                    <a:pt x="6704284" y="1942035"/>
                  </a:lnTo>
                  <a:lnTo>
                    <a:pt x="6698811" y="1942035"/>
                  </a:lnTo>
                  <a:lnTo>
                    <a:pt x="6693338" y="1942035"/>
                  </a:lnTo>
                  <a:lnTo>
                    <a:pt x="6687865" y="1942035"/>
                  </a:lnTo>
                  <a:lnTo>
                    <a:pt x="6687865" y="2010893"/>
                  </a:lnTo>
                  <a:lnTo>
                    <a:pt x="6682393" y="2010893"/>
                  </a:lnTo>
                  <a:lnTo>
                    <a:pt x="6676920" y="2010893"/>
                  </a:lnTo>
                  <a:lnTo>
                    <a:pt x="6671447" y="2010893"/>
                  </a:lnTo>
                  <a:lnTo>
                    <a:pt x="6665974" y="2010893"/>
                  </a:lnTo>
                  <a:lnTo>
                    <a:pt x="6660501" y="2010893"/>
                  </a:lnTo>
                  <a:lnTo>
                    <a:pt x="6655028" y="2010893"/>
                  </a:lnTo>
                  <a:lnTo>
                    <a:pt x="6649555" y="2010893"/>
                  </a:lnTo>
                  <a:lnTo>
                    <a:pt x="6644082" y="2010893"/>
                  </a:lnTo>
                  <a:lnTo>
                    <a:pt x="6638610" y="2010893"/>
                  </a:lnTo>
                  <a:lnTo>
                    <a:pt x="6633137" y="2010893"/>
                  </a:lnTo>
                  <a:lnTo>
                    <a:pt x="6627664" y="2010893"/>
                  </a:lnTo>
                  <a:lnTo>
                    <a:pt x="6622191" y="2010893"/>
                  </a:lnTo>
                  <a:lnTo>
                    <a:pt x="6616718" y="2010893"/>
                  </a:lnTo>
                  <a:lnTo>
                    <a:pt x="6611245" y="2010893"/>
                  </a:lnTo>
                  <a:lnTo>
                    <a:pt x="6605772" y="2010893"/>
                  </a:lnTo>
                  <a:lnTo>
                    <a:pt x="6600299" y="2010893"/>
                  </a:lnTo>
                  <a:lnTo>
                    <a:pt x="6594826" y="2010893"/>
                  </a:lnTo>
                  <a:lnTo>
                    <a:pt x="6589354" y="2010893"/>
                  </a:lnTo>
                  <a:lnTo>
                    <a:pt x="6583881" y="2010893"/>
                  </a:lnTo>
                  <a:lnTo>
                    <a:pt x="6578408" y="2010893"/>
                  </a:lnTo>
                  <a:lnTo>
                    <a:pt x="6572935" y="2010893"/>
                  </a:lnTo>
                  <a:lnTo>
                    <a:pt x="6567462" y="2010893"/>
                  </a:lnTo>
                  <a:lnTo>
                    <a:pt x="6561989" y="2010893"/>
                  </a:lnTo>
                  <a:lnTo>
                    <a:pt x="6556516" y="2010893"/>
                  </a:lnTo>
                  <a:lnTo>
                    <a:pt x="6551043" y="2010893"/>
                  </a:lnTo>
                  <a:lnTo>
                    <a:pt x="6545570" y="2010893"/>
                  </a:lnTo>
                  <a:lnTo>
                    <a:pt x="6540098" y="2010893"/>
                  </a:lnTo>
                  <a:lnTo>
                    <a:pt x="6534625" y="2010893"/>
                  </a:lnTo>
                  <a:lnTo>
                    <a:pt x="6529152" y="2010893"/>
                  </a:lnTo>
                  <a:lnTo>
                    <a:pt x="6523679" y="2010893"/>
                  </a:lnTo>
                  <a:lnTo>
                    <a:pt x="6512733" y="2010893"/>
                  </a:lnTo>
                  <a:lnTo>
                    <a:pt x="6501787" y="2010893"/>
                  </a:lnTo>
                  <a:lnTo>
                    <a:pt x="6496315" y="2010893"/>
                  </a:lnTo>
                  <a:lnTo>
                    <a:pt x="6490842" y="2010893"/>
                  </a:lnTo>
                  <a:lnTo>
                    <a:pt x="6485369" y="2010893"/>
                  </a:lnTo>
                  <a:lnTo>
                    <a:pt x="6479896" y="2010893"/>
                  </a:lnTo>
                  <a:lnTo>
                    <a:pt x="6474423" y="2010893"/>
                  </a:lnTo>
                  <a:lnTo>
                    <a:pt x="6468950" y="2010893"/>
                  </a:lnTo>
                  <a:lnTo>
                    <a:pt x="6463477" y="2010893"/>
                  </a:lnTo>
                  <a:lnTo>
                    <a:pt x="6458004" y="2010893"/>
                  </a:lnTo>
                  <a:lnTo>
                    <a:pt x="6452531" y="2010893"/>
                  </a:lnTo>
                  <a:lnTo>
                    <a:pt x="6447059" y="2010893"/>
                  </a:lnTo>
                  <a:lnTo>
                    <a:pt x="6441586" y="2010893"/>
                  </a:lnTo>
                  <a:lnTo>
                    <a:pt x="6436113" y="2010893"/>
                  </a:lnTo>
                  <a:lnTo>
                    <a:pt x="6430640" y="2010893"/>
                  </a:lnTo>
                  <a:lnTo>
                    <a:pt x="6425167" y="2010893"/>
                  </a:lnTo>
                  <a:lnTo>
                    <a:pt x="6419694" y="2010893"/>
                  </a:lnTo>
                  <a:lnTo>
                    <a:pt x="6414221" y="2010893"/>
                  </a:lnTo>
                  <a:lnTo>
                    <a:pt x="6408748" y="2010893"/>
                  </a:lnTo>
                  <a:lnTo>
                    <a:pt x="6403275" y="2010893"/>
                  </a:lnTo>
                  <a:lnTo>
                    <a:pt x="6397803" y="2010893"/>
                  </a:lnTo>
                  <a:lnTo>
                    <a:pt x="6392330" y="2010893"/>
                  </a:lnTo>
                  <a:lnTo>
                    <a:pt x="6386857" y="2010893"/>
                  </a:lnTo>
                  <a:lnTo>
                    <a:pt x="6381384" y="2010893"/>
                  </a:lnTo>
                  <a:lnTo>
                    <a:pt x="6375911" y="2010893"/>
                  </a:lnTo>
                  <a:lnTo>
                    <a:pt x="6370438" y="2010893"/>
                  </a:lnTo>
                  <a:lnTo>
                    <a:pt x="6364965" y="2010893"/>
                  </a:lnTo>
                  <a:lnTo>
                    <a:pt x="6359492" y="2010893"/>
                  </a:lnTo>
                  <a:lnTo>
                    <a:pt x="6354019" y="2010893"/>
                  </a:lnTo>
                  <a:lnTo>
                    <a:pt x="6348547" y="2010893"/>
                  </a:lnTo>
                  <a:lnTo>
                    <a:pt x="6343074" y="2010893"/>
                  </a:lnTo>
                  <a:lnTo>
                    <a:pt x="6337601" y="2010893"/>
                  </a:lnTo>
                  <a:lnTo>
                    <a:pt x="6332128" y="2010893"/>
                  </a:lnTo>
                  <a:lnTo>
                    <a:pt x="6326655" y="2010893"/>
                  </a:lnTo>
                  <a:lnTo>
                    <a:pt x="6315709" y="2010893"/>
                  </a:lnTo>
                  <a:lnTo>
                    <a:pt x="6310236" y="2010893"/>
                  </a:lnTo>
                  <a:lnTo>
                    <a:pt x="6304764" y="2010893"/>
                  </a:lnTo>
                  <a:lnTo>
                    <a:pt x="6299291" y="2010893"/>
                  </a:lnTo>
                  <a:lnTo>
                    <a:pt x="6293818" y="2010893"/>
                  </a:lnTo>
                  <a:lnTo>
                    <a:pt x="6288345" y="2010893"/>
                  </a:lnTo>
                  <a:lnTo>
                    <a:pt x="6282872" y="2010893"/>
                  </a:lnTo>
                  <a:lnTo>
                    <a:pt x="6277399" y="2010893"/>
                  </a:lnTo>
                  <a:lnTo>
                    <a:pt x="6271926" y="2010893"/>
                  </a:lnTo>
                  <a:lnTo>
                    <a:pt x="6266453" y="2010893"/>
                  </a:lnTo>
                  <a:lnTo>
                    <a:pt x="6260980" y="2010893"/>
                  </a:lnTo>
                  <a:lnTo>
                    <a:pt x="6255508" y="2010893"/>
                  </a:lnTo>
                  <a:lnTo>
                    <a:pt x="6250035" y="2010893"/>
                  </a:lnTo>
                  <a:lnTo>
                    <a:pt x="6244562" y="2010893"/>
                  </a:lnTo>
                  <a:lnTo>
                    <a:pt x="6239089" y="2010893"/>
                  </a:lnTo>
                  <a:lnTo>
                    <a:pt x="6233616" y="2010893"/>
                  </a:lnTo>
                  <a:lnTo>
                    <a:pt x="6222670" y="2010893"/>
                  </a:lnTo>
                  <a:lnTo>
                    <a:pt x="6217197" y="2010893"/>
                  </a:lnTo>
                  <a:lnTo>
                    <a:pt x="6211724" y="2010893"/>
                  </a:lnTo>
                  <a:lnTo>
                    <a:pt x="6211724" y="2075219"/>
                  </a:lnTo>
                  <a:lnTo>
                    <a:pt x="6206252" y="2075219"/>
                  </a:lnTo>
                  <a:lnTo>
                    <a:pt x="6200779" y="2075219"/>
                  </a:lnTo>
                  <a:lnTo>
                    <a:pt x="6195306" y="2075219"/>
                  </a:lnTo>
                  <a:lnTo>
                    <a:pt x="6189833" y="2075219"/>
                  </a:lnTo>
                  <a:lnTo>
                    <a:pt x="6184360" y="2075219"/>
                  </a:lnTo>
                  <a:lnTo>
                    <a:pt x="6178887" y="2075219"/>
                  </a:lnTo>
                  <a:lnTo>
                    <a:pt x="6173414" y="2075219"/>
                  </a:lnTo>
                  <a:lnTo>
                    <a:pt x="6167941" y="2075219"/>
                  </a:lnTo>
                  <a:lnTo>
                    <a:pt x="6162468" y="2075219"/>
                  </a:lnTo>
                  <a:lnTo>
                    <a:pt x="6156996" y="2075219"/>
                  </a:lnTo>
                  <a:lnTo>
                    <a:pt x="6151523" y="2075219"/>
                  </a:lnTo>
                  <a:lnTo>
                    <a:pt x="6146050" y="2075219"/>
                  </a:lnTo>
                  <a:lnTo>
                    <a:pt x="6140577" y="2075219"/>
                  </a:lnTo>
                  <a:lnTo>
                    <a:pt x="6135104" y="2075219"/>
                  </a:lnTo>
                  <a:lnTo>
                    <a:pt x="6129631" y="2075219"/>
                  </a:lnTo>
                  <a:lnTo>
                    <a:pt x="6124158" y="2075219"/>
                  </a:lnTo>
                  <a:lnTo>
                    <a:pt x="6118685" y="2075219"/>
                  </a:lnTo>
                  <a:lnTo>
                    <a:pt x="6113213" y="2075219"/>
                  </a:lnTo>
                  <a:lnTo>
                    <a:pt x="6107740" y="2075219"/>
                  </a:lnTo>
                  <a:lnTo>
                    <a:pt x="6102267" y="2075219"/>
                  </a:lnTo>
                  <a:lnTo>
                    <a:pt x="6096794" y="2075219"/>
                  </a:lnTo>
                  <a:lnTo>
                    <a:pt x="6091321" y="2075219"/>
                  </a:lnTo>
                  <a:lnTo>
                    <a:pt x="6085848" y="2075219"/>
                  </a:lnTo>
                  <a:lnTo>
                    <a:pt x="6080375" y="2075219"/>
                  </a:lnTo>
                  <a:lnTo>
                    <a:pt x="6074902" y="2075219"/>
                  </a:lnTo>
                  <a:lnTo>
                    <a:pt x="6069429" y="2075219"/>
                  </a:lnTo>
                  <a:lnTo>
                    <a:pt x="6063957" y="2075219"/>
                  </a:lnTo>
                  <a:lnTo>
                    <a:pt x="6058484" y="2075219"/>
                  </a:lnTo>
                  <a:lnTo>
                    <a:pt x="6053011" y="2075219"/>
                  </a:lnTo>
                  <a:lnTo>
                    <a:pt x="6047538" y="2075219"/>
                  </a:lnTo>
                  <a:lnTo>
                    <a:pt x="6042065" y="2075219"/>
                  </a:lnTo>
                  <a:lnTo>
                    <a:pt x="6036592" y="2075219"/>
                  </a:lnTo>
                  <a:lnTo>
                    <a:pt x="6031119" y="2075219"/>
                  </a:lnTo>
                  <a:lnTo>
                    <a:pt x="6025646" y="2075219"/>
                  </a:lnTo>
                  <a:lnTo>
                    <a:pt x="6020173" y="2075219"/>
                  </a:lnTo>
                  <a:lnTo>
                    <a:pt x="6014701" y="2075219"/>
                  </a:lnTo>
                  <a:lnTo>
                    <a:pt x="6009228" y="2075219"/>
                  </a:lnTo>
                  <a:lnTo>
                    <a:pt x="6003755" y="2075219"/>
                  </a:lnTo>
                  <a:lnTo>
                    <a:pt x="5998282" y="2075219"/>
                  </a:lnTo>
                  <a:lnTo>
                    <a:pt x="5992809" y="2075219"/>
                  </a:lnTo>
                  <a:lnTo>
                    <a:pt x="5987336" y="2075219"/>
                  </a:lnTo>
                  <a:lnTo>
                    <a:pt x="5981863" y="2075219"/>
                  </a:lnTo>
                  <a:lnTo>
                    <a:pt x="5976390" y="2075219"/>
                  </a:lnTo>
                  <a:lnTo>
                    <a:pt x="5970918" y="2075219"/>
                  </a:lnTo>
                  <a:lnTo>
                    <a:pt x="5965445" y="2075219"/>
                  </a:lnTo>
                  <a:lnTo>
                    <a:pt x="5959972" y="2075219"/>
                  </a:lnTo>
                  <a:lnTo>
                    <a:pt x="5954499" y="2075219"/>
                  </a:lnTo>
                  <a:lnTo>
                    <a:pt x="5949026" y="2075219"/>
                  </a:lnTo>
                  <a:lnTo>
                    <a:pt x="5943553" y="2075219"/>
                  </a:lnTo>
                  <a:lnTo>
                    <a:pt x="5938080" y="2075219"/>
                  </a:lnTo>
                  <a:lnTo>
                    <a:pt x="5932607" y="2075219"/>
                  </a:lnTo>
                  <a:lnTo>
                    <a:pt x="5927134" y="2075219"/>
                  </a:lnTo>
                  <a:lnTo>
                    <a:pt x="5921662" y="2075219"/>
                  </a:lnTo>
                  <a:lnTo>
                    <a:pt x="5916189" y="2075219"/>
                  </a:lnTo>
                  <a:lnTo>
                    <a:pt x="5910716" y="2075219"/>
                  </a:lnTo>
                  <a:lnTo>
                    <a:pt x="5905243" y="2075219"/>
                  </a:lnTo>
                  <a:lnTo>
                    <a:pt x="5899770" y="2075219"/>
                  </a:lnTo>
                  <a:lnTo>
                    <a:pt x="5894297" y="2075219"/>
                  </a:lnTo>
                  <a:lnTo>
                    <a:pt x="5888824" y="2075219"/>
                  </a:lnTo>
                  <a:lnTo>
                    <a:pt x="5883351" y="2075219"/>
                  </a:lnTo>
                  <a:lnTo>
                    <a:pt x="5877878" y="2075219"/>
                  </a:lnTo>
                  <a:lnTo>
                    <a:pt x="5872406" y="2075219"/>
                  </a:lnTo>
                  <a:lnTo>
                    <a:pt x="5866933" y="2075219"/>
                  </a:lnTo>
                  <a:lnTo>
                    <a:pt x="5861460" y="2075219"/>
                  </a:lnTo>
                  <a:lnTo>
                    <a:pt x="5855987" y="2075219"/>
                  </a:lnTo>
                  <a:lnTo>
                    <a:pt x="5850514" y="2075219"/>
                  </a:lnTo>
                  <a:lnTo>
                    <a:pt x="5845041" y="2075219"/>
                  </a:lnTo>
                  <a:lnTo>
                    <a:pt x="5839568" y="2075219"/>
                  </a:lnTo>
                  <a:lnTo>
                    <a:pt x="5834095" y="2075219"/>
                  </a:lnTo>
                  <a:lnTo>
                    <a:pt x="5828622" y="2075219"/>
                  </a:lnTo>
                  <a:lnTo>
                    <a:pt x="5823150" y="2075219"/>
                  </a:lnTo>
                  <a:lnTo>
                    <a:pt x="5817677" y="2075219"/>
                  </a:lnTo>
                  <a:lnTo>
                    <a:pt x="5812204" y="2075219"/>
                  </a:lnTo>
                  <a:lnTo>
                    <a:pt x="5806731" y="2075219"/>
                  </a:lnTo>
                  <a:lnTo>
                    <a:pt x="5801258" y="2075219"/>
                  </a:lnTo>
                  <a:lnTo>
                    <a:pt x="5795785" y="2075219"/>
                  </a:lnTo>
                  <a:lnTo>
                    <a:pt x="5790312" y="2075219"/>
                  </a:lnTo>
                  <a:lnTo>
                    <a:pt x="5784839" y="2075219"/>
                  </a:lnTo>
                  <a:lnTo>
                    <a:pt x="5779367" y="2075219"/>
                  </a:lnTo>
                  <a:lnTo>
                    <a:pt x="5773894" y="2075219"/>
                  </a:lnTo>
                  <a:lnTo>
                    <a:pt x="5768421" y="2075219"/>
                  </a:lnTo>
                  <a:lnTo>
                    <a:pt x="5762948" y="2075219"/>
                  </a:lnTo>
                  <a:lnTo>
                    <a:pt x="5757475" y="2075219"/>
                  </a:lnTo>
                  <a:lnTo>
                    <a:pt x="5752002" y="2075219"/>
                  </a:lnTo>
                  <a:lnTo>
                    <a:pt x="5746529" y="2075219"/>
                  </a:lnTo>
                  <a:lnTo>
                    <a:pt x="5741056" y="2075219"/>
                  </a:lnTo>
                  <a:lnTo>
                    <a:pt x="5735583" y="2075219"/>
                  </a:lnTo>
                  <a:lnTo>
                    <a:pt x="5730111" y="2075219"/>
                  </a:lnTo>
                  <a:lnTo>
                    <a:pt x="5724638" y="2075219"/>
                  </a:lnTo>
                  <a:lnTo>
                    <a:pt x="5719165" y="2075219"/>
                  </a:lnTo>
                  <a:lnTo>
                    <a:pt x="5713692" y="2075219"/>
                  </a:lnTo>
                  <a:lnTo>
                    <a:pt x="5708219" y="2075219"/>
                  </a:lnTo>
                  <a:lnTo>
                    <a:pt x="5702746" y="2075219"/>
                  </a:lnTo>
                  <a:lnTo>
                    <a:pt x="5697273" y="2075219"/>
                  </a:lnTo>
                  <a:lnTo>
                    <a:pt x="5691800" y="2075219"/>
                  </a:lnTo>
                  <a:lnTo>
                    <a:pt x="5686327" y="2075219"/>
                  </a:lnTo>
                  <a:lnTo>
                    <a:pt x="5680855" y="2075219"/>
                  </a:lnTo>
                  <a:lnTo>
                    <a:pt x="5675382" y="2075219"/>
                  </a:lnTo>
                  <a:lnTo>
                    <a:pt x="5669909" y="2075219"/>
                  </a:lnTo>
                  <a:lnTo>
                    <a:pt x="5664436" y="2075219"/>
                  </a:lnTo>
                  <a:lnTo>
                    <a:pt x="5658963" y="2075219"/>
                  </a:lnTo>
                  <a:lnTo>
                    <a:pt x="5653490" y="2075219"/>
                  </a:lnTo>
                  <a:lnTo>
                    <a:pt x="5648017" y="2075219"/>
                  </a:lnTo>
                  <a:lnTo>
                    <a:pt x="5642544" y="2075219"/>
                  </a:lnTo>
                  <a:lnTo>
                    <a:pt x="5637071" y="2075219"/>
                  </a:lnTo>
                  <a:lnTo>
                    <a:pt x="5631599" y="2075219"/>
                  </a:lnTo>
                  <a:lnTo>
                    <a:pt x="5626126" y="2075219"/>
                  </a:lnTo>
                  <a:lnTo>
                    <a:pt x="5620653" y="2075219"/>
                  </a:lnTo>
                  <a:lnTo>
                    <a:pt x="5615180" y="2075219"/>
                  </a:lnTo>
                  <a:lnTo>
                    <a:pt x="5609707" y="2075219"/>
                  </a:lnTo>
                  <a:lnTo>
                    <a:pt x="5604234" y="2075219"/>
                  </a:lnTo>
                  <a:lnTo>
                    <a:pt x="5598761" y="2075219"/>
                  </a:lnTo>
                  <a:lnTo>
                    <a:pt x="5593288" y="2075219"/>
                  </a:lnTo>
                  <a:lnTo>
                    <a:pt x="5587816" y="2075219"/>
                  </a:lnTo>
                  <a:lnTo>
                    <a:pt x="5582343" y="2075219"/>
                  </a:lnTo>
                  <a:lnTo>
                    <a:pt x="5576870" y="2075219"/>
                  </a:lnTo>
                  <a:lnTo>
                    <a:pt x="5571397" y="2075219"/>
                  </a:lnTo>
                  <a:lnTo>
                    <a:pt x="5565924" y="2075219"/>
                  </a:lnTo>
                  <a:lnTo>
                    <a:pt x="5560451" y="2075219"/>
                  </a:lnTo>
                  <a:lnTo>
                    <a:pt x="5554978" y="2075219"/>
                  </a:lnTo>
                  <a:lnTo>
                    <a:pt x="5549505" y="2075219"/>
                  </a:lnTo>
                  <a:lnTo>
                    <a:pt x="5544032" y="2075219"/>
                  </a:lnTo>
                  <a:lnTo>
                    <a:pt x="5538560" y="2075219"/>
                  </a:lnTo>
                  <a:lnTo>
                    <a:pt x="5533087" y="2075219"/>
                  </a:lnTo>
                  <a:lnTo>
                    <a:pt x="5527614" y="2075219"/>
                  </a:lnTo>
                  <a:lnTo>
                    <a:pt x="5522141" y="2075219"/>
                  </a:lnTo>
                  <a:lnTo>
                    <a:pt x="5516668" y="2075219"/>
                  </a:lnTo>
                  <a:lnTo>
                    <a:pt x="5511195" y="2075219"/>
                  </a:lnTo>
                  <a:lnTo>
                    <a:pt x="5505722" y="2075219"/>
                  </a:lnTo>
                  <a:lnTo>
                    <a:pt x="5500249" y="2075219"/>
                  </a:lnTo>
                  <a:lnTo>
                    <a:pt x="5494776" y="2075219"/>
                  </a:lnTo>
                  <a:lnTo>
                    <a:pt x="5489304" y="2075219"/>
                  </a:lnTo>
                  <a:lnTo>
                    <a:pt x="5483831" y="2075219"/>
                  </a:lnTo>
                  <a:lnTo>
                    <a:pt x="5478358" y="2075219"/>
                  </a:lnTo>
                  <a:lnTo>
                    <a:pt x="5472885" y="2075219"/>
                  </a:lnTo>
                  <a:lnTo>
                    <a:pt x="5467412" y="2075219"/>
                  </a:lnTo>
                  <a:lnTo>
                    <a:pt x="5461939" y="2075219"/>
                  </a:lnTo>
                  <a:lnTo>
                    <a:pt x="5456466" y="2075219"/>
                  </a:lnTo>
                  <a:lnTo>
                    <a:pt x="5450993" y="2075219"/>
                  </a:lnTo>
                  <a:lnTo>
                    <a:pt x="5445520" y="2075219"/>
                  </a:lnTo>
                  <a:lnTo>
                    <a:pt x="5440048" y="2075219"/>
                  </a:lnTo>
                  <a:lnTo>
                    <a:pt x="5434575" y="2075219"/>
                  </a:lnTo>
                  <a:lnTo>
                    <a:pt x="5429102" y="2075219"/>
                  </a:lnTo>
                  <a:lnTo>
                    <a:pt x="5423629" y="2075219"/>
                  </a:lnTo>
                  <a:lnTo>
                    <a:pt x="5418156" y="2075219"/>
                  </a:lnTo>
                  <a:lnTo>
                    <a:pt x="5412683" y="2075219"/>
                  </a:lnTo>
                  <a:lnTo>
                    <a:pt x="5407210" y="2075219"/>
                  </a:lnTo>
                  <a:lnTo>
                    <a:pt x="5401737" y="2075219"/>
                  </a:lnTo>
                  <a:lnTo>
                    <a:pt x="5396265" y="2075219"/>
                  </a:lnTo>
                  <a:lnTo>
                    <a:pt x="5390792" y="2075219"/>
                  </a:lnTo>
                  <a:lnTo>
                    <a:pt x="5385319" y="2075219"/>
                  </a:lnTo>
                  <a:lnTo>
                    <a:pt x="5379846" y="2075219"/>
                  </a:lnTo>
                  <a:lnTo>
                    <a:pt x="5374373" y="2075219"/>
                  </a:lnTo>
                  <a:lnTo>
                    <a:pt x="5368900" y="2075219"/>
                  </a:lnTo>
                  <a:lnTo>
                    <a:pt x="5363427" y="2075219"/>
                  </a:lnTo>
                  <a:lnTo>
                    <a:pt x="5357954" y="2075219"/>
                  </a:lnTo>
                  <a:lnTo>
                    <a:pt x="5352481" y="2075219"/>
                  </a:lnTo>
                  <a:lnTo>
                    <a:pt x="5347009" y="2075219"/>
                  </a:lnTo>
                  <a:lnTo>
                    <a:pt x="5341536" y="2075219"/>
                  </a:lnTo>
                  <a:lnTo>
                    <a:pt x="5336063" y="2075219"/>
                  </a:lnTo>
                  <a:lnTo>
                    <a:pt x="5330590" y="2075219"/>
                  </a:lnTo>
                  <a:lnTo>
                    <a:pt x="5325117" y="2075219"/>
                  </a:lnTo>
                  <a:lnTo>
                    <a:pt x="5319644" y="2075219"/>
                  </a:lnTo>
                  <a:lnTo>
                    <a:pt x="5314171" y="2075219"/>
                  </a:lnTo>
                  <a:lnTo>
                    <a:pt x="5308698" y="2075219"/>
                  </a:lnTo>
                  <a:lnTo>
                    <a:pt x="5303225" y="2075219"/>
                  </a:lnTo>
                  <a:lnTo>
                    <a:pt x="5297753" y="2075219"/>
                  </a:lnTo>
                  <a:lnTo>
                    <a:pt x="5292280" y="2075219"/>
                  </a:lnTo>
                  <a:lnTo>
                    <a:pt x="5286807" y="2075219"/>
                  </a:lnTo>
                  <a:lnTo>
                    <a:pt x="5281334" y="2075219"/>
                  </a:lnTo>
                  <a:lnTo>
                    <a:pt x="5275861" y="2075219"/>
                  </a:lnTo>
                  <a:lnTo>
                    <a:pt x="5270388" y="2075219"/>
                  </a:lnTo>
                  <a:lnTo>
                    <a:pt x="5270388" y="2130383"/>
                  </a:lnTo>
                  <a:lnTo>
                    <a:pt x="5264915" y="2130383"/>
                  </a:lnTo>
                  <a:lnTo>
                    <a:pt x="5259442" y="2130383"/>
                  </a:lnTo>
                  <a:lnTo>
                    <a:pt x="5253970" y="2130383"/>
                  </a:lnTo>
                  <a:lnTo>
                    <a:pt x="5248497" y="2130383"/>
                  </a:lnTo>
                  <a:lnTo>
                    <a:pt x="5243024" y="2130383"/>
                  </a:lnTo>
                  <a:lnTo>
                    <a:pt x="5237551" y="2130383"/>
                  </a:lnTo>
                  <a:lnTo>
                    <a:pt x="5232078" y="2130383"/>
                  </a:lnTo>
                  <a:lnTo>
                    <a:pt x="5226605" y="2130383"/>
                  </a:lnTo>
                  <a:lnTo>
                    <a:pt x="5221132" y="2130383"/>
                  </a:lnTo>
                  <a:lnTo>
                    <a:pt x="5215659" y="2130383"/>
                  </a:lnTo>
                  <a:lnTo>
                    <a:pt x="5210186" y="2130383"/>
                  </a:lnTo>
                  <a:lnTo>
                    <a:pt x="5204714" y="2130383"/>
                  </a:lnTo>
                  <a:lnTo>
                    <a:pt x="5199241" y="2130383"/>
                  </a:lnTo>
                  <a:lnTo>
                    <a:pt x="5193768" y="2130383"/>
                  </a:lnTo>
                  <a:lnTo>
                    <a:pt x="5188295" y="2130383"/>
                  </a:lnTo>
                  <a:lnTo>
                    <a:pt x="5182822" y="2130383"/>
                  </a:lnTo>
                  <a:lnTo>
                    <a:pt x="5177349" y="2130383"/>
                  </a:lnTo>
                  <a:lnTo>
                    <a:pt x="5171876" y="2130383"/>
                  </a:lnTo>
                  <a:lnTo>
                    <a:pt x="5166403" y="2130383"/>
                  </a:lnTo>
                  <a:lnTo>
                    <a:pt x="5160930" y="2130383"/>
                  </a:lnTo>
                  <a:lnTo>
                    <a:pt x="5155458" y="2130383"/>
                  </a:lnTo>
                  <a:lnTo>
                    <a:pt x="5149985" y="2130383"/>
                  </a:lnTo>
                  <a:lnTo>
                    <a:pt x="5144512" y="2130383"/>
                  </a:lnTo>
                  <a:lnTo>
                    <a:pt x="5139039" y="2130383"/>
                  </a:lnTo>
                  <a:lnTo>
                    <a:pt x="5133566" y="2130383"/>
                  </a:lnTo>
                  <a:lnTo>
                    <a:pt x="5128093" y="2130383"/>
                  </a:lnTo>
                  <a:lnTo>
                    <a:pt x="5122620" y="2130383"/>
                  </a:lnTo>
                  <a:lnTo>
                    <a:pt x="5117147" y="2130383"/>
                  </a:lnTo>
                  <a:lnTo>
                    <a:pt x="5111674" y="2130383"/>
                  </a:lnTo>
                  <a:lnTo>
                    <a:pt x="5106202" y="2130383"/>
                  </a:lnTo>
                  <a:lnTo>
                    <a:pt x="5100729" y="2130383"/>
                  </a:lnTo>
                  <a:lnTo>
                    <a:pt x="5095256" y="2130383"/>
                  </a:lnTo>
                  <a:lnTo>
                    <a:pt x="5089783" y="2130383"/>
                  </a:lnTo>
                  <a:lnTo>
                    <a:pt x="5084310" y="2130383"/>
                  </a:lnTo>
                  <a:lnTo>
                    <a:pt x="5078837" y="2130383"/>
                  </a:lnTo>
                  <a:lnTo>
                    <a:pt x="5073364" y="2130383"/>
                  </a:lnTo>
                  <a:lnTo>
                    <a:pt x="5067891" y="2130383"/>
                  </a:lnTo>
                  <a:lnTo>
                    <a:pt x="5062419" y="2130383"/>
                  </a:lnTo>
                  <a:lnTo>
                    <a:pt x="5062419" y="2184565"/>
                  </a:lnTo>
                  <a:lnTo>
                    <a:pt x="5056946" y="2184565"/>
                  </a:lnTo>
                  <a:lnTo>
                    <a:pt x="5051473" y="2184565"/>
                  </a:lnTo>
                  <a:lnTo>
                    <a:pt x="5046000" y="2184565"/>
                  </a:lnTo>
                  <a:lnTo>
                    <a:pt x="5040527" y="2184565"/>
                  </a:lnTo>
                  <a:lnTo>
                    <a:pt x="5035054" y="2184565"/>
                  </a:lnTo>
                  <a:lnTo>
                    <a:pt x="5029581" y="2184565"/>
                  </a:lnTo>
                  <a:lnTo>
                    <a:pt x="5024108" y="2184565"/>
                  </a:lnTo>
                  <a:lnTo>
                    <a:pt x="5018635" y="2184565"/>
                  </a:lnTo>
                  <a:lnTo>
                    <a:pt x="5013163" y="2184565"/>
                  </a:lnTo>
                  <a:lnTo>
                    <a:pt x="5007690" y="2184565"/>
                  </a:lnTo>
                  <a:lnTo>
                    <a:pt x="5002217" y="2184565"/>
                  </a:lnTo>
                  <a:lnTo>
                    <a:pt x="4996744" y="2184565"/>
                  </a:lnTo>
                  <a:lnTo>
                    <a:pt x="4991271" y="2184565"/>
                  </a:lnTo>
                  <a:lnTo>
                    <a:pt x="4985798" y="2184565"/>
                  </a:lnTo>
                  <a:lnTo>
                    <a:pt x="4980325" y="2184565"/>
                  </a:lnTo>
                  <a:lnTo>
                    <a:pt x="4974852" y="2184565"/>
                  </a:lnTo>
                  <a:lnTo>
                    <a:pt x="4969379" y="2184565"/>
                  </a:lnTo>
                  <a:lnTo>
                    <a:pt x="4963907" y="2184565"/>
                  </a:lnTo>
                  <a:lnTo>
                    <a:pt x="4958434" y="2184565"/>
                  </a:lnTo>
                  <a:lnTo>
                    <a:pt x="4952961" y="2184565"/>
                  </a:lnTo>
                  <a:lnTo>
                    <a:pt x="4952961" y="2237810"/>
                  </a:lnTo>
                  <a:lnTo>
                    <a:pt x="4947488" y="2237810"/>
                  </a:lnTo>
                  <a:lnTo>
                    <a:pt x="4942015" y="2237810"/>
                  </a:lnTo>
                  <a:lnTo>
                    <a:pt x="4942015" y="2290745"/>
                  </a:lnTo>
                  <a:lnTo>
                    <a:pt x="4936542" y="2290745"/>
                  </a:lnTo>
                  <a:lnTo>
                    <a:pt x="4931069" y="2290745"/>
                  </a:lnTo>
                  <a:lnTo>
                    <a:pt x="4925596" y="2290745"/>
                  </a:lnTo>
                  <a:lnTo>
                    <a:pt x="4920123" y="2290745"/>
                  </a:lnTo>
                  <a:lnTo>
                    <a:pt x="4914651" y="2290745"/>
                  </a:lnTo>
                  <a:lnTo>
                    <a:pt x="4909178" y="2290745"/>
                  </a:lnTo>
                  <a:lnTo>
                    <a:pt x="4903705" y="2290745"/>
                  </a:lnTo>
                  <a:lnTo>
                    <a:pt x="4898232" y="2290745"/>
                  </a:lnTo>
                  <a:lnTo>
                    <a:pt x="4892759" y="2290745"/>
                  </a:lnTo>
                  <a:lnTo>
                    <a:pt x="4887286" y="2290745"/>
                  </a:lnTo>
                  <a:lnTo>
                    <a:pt x="4881813" y="2290745"/>
                  </a:lnTo>
                  <a:lnTo>
                    <a:pt x="4876340" y="2290745"/>
                  </a:lnTo>
                  <a:lnTo>
                    <a:pt x="4870868" y="2290745"/>
                  </a:lnTo>
                  <a:lnTo>
                    <a:pt x="4865395" y="2290745"/>
                  </a:lnTo>
                  <a:lnTo>
                    <a:pt x="4859922" y="2290745"/>
                  </a:lnTo>
                  <a:lnTo>
                    <a:pt x="4854449" y="2290745"/>
                  </a:lnTo>
                  <a:lnTo>
                    <a:pt x="4848976" y="2290745"/>
                  </a:lnTo>
                  <a:lnTo>
                    <a:pt x="4843503" y="2290745"/>
                  </a:lnTo>
                  <a:lnTo>
                    <a:pt x="4838030" y="2290745"/>
                  </a:lnTo>
                  <a:lnTo>
                    <a:pt x="4832557" y="2290745"/>
                  </a:lnTo>
                  <a:lnTo>
                    <a:pt x="4827084" y="2290745"/>
                  </a:lnTo>
                  <a:lnTo>
                    <a:pt x="4821612" y="2290745"/>
                  </a:lnTo>
                  <a:lnTo>
                    <a:pt x="4816139" y="2290745"/>
                  </a:lnTo>
                  <a:lnTo>
                    <a:pt x="4810666" y="2290745"/>
                  </a:lnTo>
                  <a:lnTo>
                    <a:pt x="4805193" y="2290745"/>
                  </a:lnTo>
                  <a:lnTo>
                    <a:pt x="4799720" y="2290745"/>
                  </a:lnTo>
                  <a:lnTo>
                    <a:pt x="4794247" y="2290745"/>
                  </a:lnTo>
                  <a:lnTo>
                    <a:pt x="4788774" y="2290745"/>
                  </a:lnTo>
                  <a:lnTo>
                    <a:pt x="4783301" y="2290745"/>
                  </a:lnTo>
                  <a:lnTo>
                    <a:pt x="4777828" y="2290745"/>
                  </a:lnTo>
                  <a:lnTo>
                    <a:pt x="4772356" y="2290745"/>
                  </a:lnTo>
                  <a:lnTo>
                    <a:pt x="4772356" y="2342395"/>
                  </a:lnTo>
                  <a:lnTo>
                    <a:pt x="4766883" y="2342395"/>
                  </a:lnTo>
                  <a:lnTo>
                    <a:pt x="4761410" y="2342395"/>
                  </a:lnTo>
                  <a:lnTo>
                    <a:pt x="4755937" y="2342395"/>
                  </a:lnTo>
                  <a:lnTo>
                    <a:pt x="4750464" y="2342395"/>
                  </a:lnTo>
                  <a:lnTo>
                    <a:pt x="4744991" y="2342395"/>
                  </a:lnTo>
                  <a:lnTo>
                    <a:pt x="4739518" y="2342395"/>
                  </a:lnTo>
                  <a:lnTo>
                    <a:pt x="4734045" y="2342395"/>
                  </a:lnTo>
                  <a:lnTo>
                    <a:pt x="4728573" y="2342395"/>
                  </a:lnTo>
                  <a:lnTo>
                    <a:pt x="4723100" y="2342395"/>
                  </a:lnTo>
                  <a:lnTo>
                    <a:pt x="4717627" y="2342395"/>
                  </a:lnTo>
                  <a:lnTo>
                    <a:pt x="4712154" y="2342395"/>
                  </a:lnTo>
                  <a:lnTo>
                    <a:pt x="4706681" y="2342395"/>
                  </a:lnTo>
                  <a:lnTo>
                    <a:pt x="4701208" y="2342395"/>
                  </a:lnTo>
                  <a:lnTo>
                    <a:pt x="4695735" y="2342395"/>
                  </a:lnTo>
                  <a:lnTo>
                    <a:pt x="4690262" y="2342395"/>
                  </a:lnTo>
                  <a:lnTo>
                    <a:pt x="4684789" y="2342395"/>
                  </a:lnTo>
                  <a:lnTo>
                    <a:pt x="4679317" y="2342395"/>
                  </a:lnTo>
                  <a:lnTo>
                    <a:pt x="4673844" y="2342395"/>
                  </a:lnTo>
                  <a:lnTo>
                    <a:pt x="4668371" y="2342395"/>
                  </a:lnTo>
                  <a:lnTo>
                    <a:pt x="4662898" y="2342395"/>
                  </a:lnTo>
                  <a:lnTo>
                    <a:pt x="4657425" y="2342395"/>
                  </a:lnTo>
                  <a:lnTo>
                    <a:pt x="4651952" y="2342395"/>
                  </a:lnTo>
                  <a:lnTo>
                    <a:pt x="4646479" y="2342395"/>
                  </a:lnTo>
                  <a:lnTo>
                    <a:pt x="4641006" y="2342395"/>
                  </a:lnTo>
                  <a:lnTo>
                    <a:pt x="4635533" y="2342395"/>
                  </a:lnTo>
                  <a:lnTo>
                    <a:pt x="4630061" y="2342395"/>
                  </a:lnTo>
                  <a:lnTo>
                    <a:pt x="4624588" y="2342395"/>
                  </a:lnTo>
                  <a:lnTo>
                    <a:pt x="4619115" y="2342395"/>
                  </a:lnTo>
                  <a:lnTo>
                    <a:pt x="4613642" y="2342395"/>
                  </a:lnTo>
                  <a:lnTo>
                    <a:pt x="4608169" y="2342395"/>
                  </a:lnTo>
                  <a:lnTo>
                    <a:pt x="4602696" y="2342395"/>
                  </a:lnTo>
                  <a:lnTo>
                    <a:pt x="4597223" y="2342395"/>
                  </a:lnTo>
                  <a:lnTo>
                    <a:pt x="4597223" y="2392668"/>
                  </a:lnTo>
                  <a:lnTo>
                    <a:pt x="4591750" y="2392668"/>
                  </a:lnTo>
                  <a:lnTo>
                    <a:pt x="4586277" y="2392668"/>
                  </a:lnTo>
                  <a:lnTo>
                    <a:pt x="4580805" y="2392668"/>
                  </a:lnTo>
                  <a:lnTo>
                    <a:pt x="4580805" y="2442632"/>
                  </a:lnTo>
                  <a:lnTo>
                    <a:pt x="4575332" y="2442632"/>
                  </a:lnTo>
                  <a:lnTo>
                    <a:pt x="4569859" y="2442632"/>
                  </a:lnTo>
                  <a:lnTo>
                    <a:pt x="4564386" y="2442632"/>
                  </a:lnTo>
                  <a:lnTo>
                    <a:pt x="4558913" y="2442632"/>
                  </a:lnTo>
                  <a:lnTo>
                    <a:pt x="4553440" y="2442632"/>
                  </a:lnTo>
                  <a:lnTo>
                    <a:pt x="4547967" y="2442632"/>
                  </a:lnTo>
                  <a:lnTo>
                    <a:pt x="4547967" y="2492101"/>
                  </a:lnTo>
                  <a:lnTo>
                    <a:pt x="4542494" y="2492101"/>
                  </a:lnTo>
                  <a:lnTo>
                    <a:pt x="4537022" y="2492101"/>
                  </a:lnTo>
                  <a:lnTo>
                    <a:pt x="4531549" y="2492101"/>
                  </a:lnTo>
                  <a:lnTo>
                    <a:pt x="4526076" y="2492101"/>
                  </a:lnTo>
                  <a:lnTo>
                    <a:pt x="4520603" y="2492101"/>
                  </a:lnTo>
                  <a:lnTo>
                    <a:pt x="4515130" y="2492101"/>
                  </a:lnTo>
                  <a:lnTo>
                    <a:pt x="4509657" y="2492101"/>
                  </a:lnTo>
                  <a:lnTo>
                    <a:pt x="4504184" y="2492101"/>
                  </a:lnTo>
                  <a:lnTo>
                    <a:pt x="4498711" y="2492101"/>
                  </a:lnTo>
                  <a:lnTo>
                    <a:pt x="4493238" y="2492101"/>
                  </a:lnTo>
                  <a:lnTo>
                    <a:pt x="4487766" y="2492101"/>
                  </a:lnTo>
                  <a:lnTo>
                    <a:pt x="4482293" y="2492101"/>
                  </a:lnTo>
                  <a:lnTo>
                    <a:pt x="4476820" y="2492101"/>
                  </a:lnTo>
                  <a:lnTo>
                    <a:pt x="4471347" y="2492101"/>
                  </a:lnTo>
                  <a:lnTo>
                    <a:pt x="4465874" y="2492101"/>
                  </a:lnTo>
                  <a:lnTo>
                    <a:pt x="4460401" y="2492101"/>
                  </a:lnTo>
                  <a:lnTo>
                    <a:pt x="4454928" y="2492101"/>
                  </a:lnTo>
                  <a:lnTo>
                    <a:pt x="4449455" y="2492101"/>
                  </a:lnTo>
                  <a:lnTo>
                    <a:pt x="4443982" y="2492101"/>
                  </a:lnTo>
                  <a:lnTo>
                    <a:pt x="4438510" y="2492101"/>
                  </a:lnTo>
                  <a:lnTo>
                    <a:pt x="4433037" y="2492101"/>
                  </a:lnTo>
                  <a:lnTo>
                    <a:pt x="4427564" y="2492101"/>
                  </a:lnTo>
                  <a:lnTo>
                    <a:pt x="4422091" y="2492101"/>
                  </a:lnTo>
                  <a:lnTo>
                    <a:pt x="4416618" y="2492101"/>
                  </a:lnTo>
                  <a:lnTo>
                    <a:pt x="4411145" y="2492101"/>
                  </a:lnTo>
                  <a:lnTo>
                    <a:pt x="4405672" y="2492101"/>
                  </a:lnTo>
                  <a:lnTo>
                    <a:pt x="4400199" y="2492101"/>
                  </a:lnTo>
                  <a:lnTo>
                    <a:pt x="4394726" y="2492101"/>
                  </a:lnTo>
                  <a:lnTo>
                    <a:pt x="4389254" y="2492101"/>
                  </a:lnTo>
                  <a:lnTo>
                    <a:pt x="4383781" y="2492101"/>
                  </a:lnTo>
                  <a:lnTo>
                    <a:pt x="4378308" y="2492101"/>
                  </a:lnTo>
                  <a:lnTo>
                    <a:pt x="4372835" y="2492101"/>
                  </a:lnTo>
                  <a:lnTo>
                    <a:pt x="4367362" y="2492101"/>
                  </a:lnTo>
                  <a:lnTo>
                    <a:pt x="4361889" y="2492101"/>
                  </a:lnTo>
                  <a:lnTo>
                    <a:pt x="4356416" y="2492101"/>
                  </a:lnTo>
                  <a:lnTo>
                    <a:pt x="4350943" y="2492101"/>
                  </a:lnTo>
                  <a:lnTo>
                    <a:pt x="4345471" y="2492101"/>
                  </a:lnTo>
                  <a:lnTo>
                    <a:pt x="4339998" y="2492101"/>
                  </a:lnTo>
                  <a:lnTo>
                    <a:pt x="4334525" y="2492101"/>
                  </a:lnTo>
                  <a:lnTo>
                    <a:pt x="4329052" y="2492101"/>
                  </a:lnTo>
                  <a:lnTo>
                    <a:pt x="4323579" y="2492101"/>
                  </a:lnTo>
                  <a:lnTo>
                    <a:pt x="4318106" y="2492101"/>
                  </a:lnTo>
                  <a:lnTo>
                    <a:pt x="4312633" y="2492101"/>
                  </a:lnTo>
                  <a:lnTo>
                    <a:pt x="4307160" y="2492101"/>
                  </a:lnTo>
                  <a:lnTo>
                    <a:pt x="4301687" y="2492101"/>
                  </a:lnTo>
                  <a:lnTo>
                    <a:pt x="4296215" y="2492101"/>
                  </a:lnTo>
                  <a:lnTo>
                    <a:pt x="4290742" y="2492101"/>
                  </a:lnTo>
                  <a:lnTo>
                    <a:pt x="4285269" y="2492101"/>
                  </a:lnTo>
                  <a:lnTo>
                    <a:pt x="4279796" y="2492101"/>
                  </a:lnTo>
                  <a:lnTo>
                    <a:pt x="4274323" y="2492101"/>
                  </a:lnTo>
                  <a:lnTo>
                    <a:pt x="4268850" y="2492101"/>
                  </a:lnTo>
                  <a:lnTo>
                    <a:pt x="4263377" y="2492101"/>
                  </a:lnTo>
                  <a:lnTo>
                    <a:pt x="4257904" y="2492101"/>
                  </a:lnTo>
                  <a:lnTo>
                    <a:pt x="4252431" y="2492101"/>
                  </a:lnTo>
                  <a:lnTo>
                    <a:pt x="4246959" y="2492101"/>
                  </a:lnTo>
                  <a:lnTo>
                    <a:pt x="4241486" y="2492101"/>
                  </a:lnTo>
                  <a:lnTo>
                    <a:pt x="4236013" y="2492101"/>
                  </a:lnTo>
                  <a:lnTo>
                    <a:pt x="4230540" y="2492101"/>
                  </a:lnTo>
                  <a:lnTo>
                    <a:pt x="4225067" y="2492101"/>
                  </a:lnTo>
                  <a:lnTo>
                    <a:pt x="4219594" y="2492101"/>
                  </a:lnTo>
                  <a:lnTo>
                    <a:pt x="4214121" y="2492101"/>
                  </a:lnTo>
                  <a:lnTo>
                    <a:pt x="4208648" y="2492101"/>
                  </a:lnTo>
                  <a:lnTo>
                    <a:pt x="4203176" y="2492101"/>
                  </a:lnTo>
                  <a:lnTo>
                    <a:pt x="4197703" y="2492101"/>
                  </a:lnTo>
                  <a:lnTo>
                    <a:pt x="4192230" y="2492101"/>
                  </a:lnTo>
                  <a:lnTo>
                    <a:pt x="4186757" y="2492101"/>
                  </a:lnTo>
                  <a:lnTo>
                    <a:pt x="4181284" y="2492101"/>
                  </a:lnTo>
                  <a:lnTo>
                    <a:pt x="4175811" y="2492101"/>
                  </a:lnTo>
                  <a:lnTo>
                    <a:pt x="4170338" y="2492101"/>
                  </a:lnTo>
                  <a:lnTo>
                    <a:pt x="4164865" y="2492101"/>
                  </a:lnTo>
                  <a:lnTo>
                    <a:pt x="4159392" y="2492101"/>
                  </a:lnTo>
                  <a:lnTo>
                    <a:pt x="4153920" y="2492101"/>
                  </a:lnTo>
                  <a:lnTo>
                    <a:pt x="4148447" y="2492101"/>
                  </a:lnTo>
                  <a:lnTo>
                    <a:pt x="4142974" y="2492101"/>
                  </a:lnTo>
                  <a:lnTo>
                    <a:pt x="4137501" y="2492101"/>
                  </a:lnTo>
                  <a:lnTo>
                    <a:pt x="4132028" y="2492101"/>
                  </a:lnTo>
                  <a:lnTo>
                    <a:pt x="4126555" y="2492101"/>
                  </a:lnTo>
                  <a:lnTo>
                    <a:pt x="4121082" y="2492101"/>
                  </a:lnTo>
                  <a:lnTo>
                    <a:pt x="4115609" y="2492101"/>
                  </a:lnTo>
                  <a:lnTo>
                    <a:pt x="4110136" y="2492101"/>
                  </a:lnTo>
                  <a:lnTo>
                    <a:pt x="4104664" y="2492101"/>
                  </a:lnTo>
                  <a:lnTo>
                    <a:pt x="4099191" y="2492101"/>
                  </a:lnTo>
                  <a:lnTo>
                    <a:pt x="4093718" y="2492101"/>
                  </a:lnTo>
                  <a:lnTo>
                    <a:pt x="4088245" y="2492101"/>
                  </a:lnTo>
                  <a:lnTo>
                    <a:pt x="4082772" y="2492101"/>
                  </a:lnTo>
                  <a:lnTo>
                    <a:pt x="4077299" y="2492101"/>
                  </a:lnTo>
                  <a:lnTo>
                    <a:pt x="4071826" y="2492101"/>
                  </a:lnTo>
                  <a:lnTo>
                    <a:pt x="4066353" y="2492101"/>
                  </a:lnTo>
                  <a:lnTo>
                    <a:pt x="4060880" y="2492101"/>
                  </a:lnTo>
                  <a:lnTo>
                    <a:pt x="4055408" y="2492101"/>
                  </a:lnTo>
                  <a:lnTo>
                    <a:pt x="4049935" y="2492101"/>
                  </a:lnTo>
                  <a:lnTo>
                    <a:pt x="4044462" y="2492101"/>
                  </a:lnTo>
                  <a:lnTo>
                    <a:pt x="4038989" y="2492101"/>
                  </a:lnTo>
                  <a:lnTo>
                    <a:pt x="4033516" y="2492101"/>
                  </a:lnTo>
                  <a:lnTo>
                    <a:pt x="4028043" y="2492101"/>
                  </a:lnTo>
                  <a:lnTo>
                    <a:pt x="4022570" y="2492101"/>
                  </a:lnTo>
                  <a:lnTo>
                    <a:pt x="4017097" y="2492101"/>
                  </a:lnTo>
                  <a:lnTo>
                    <a:pt x="4011625" y="2492101"/>
                  </a:lnTo>
                  <a:lnTo>
                    <a:pt x="4006152" y="2492101"/>
                  </a:lnTo>
                  <a:lnTo>
                    <a:pt x="4000679" y="2492101"/>
                  </a:lnTo>
                  <a:lnTo>
                    <a:pt x="3995206" y="2492101"/>
                  </a:lnTo>
                  <a:lnTo>
                    <a:pt x="3989733" y="2492101"/>
                  </a:lnTo>
                  <a:lnTo>
                    <a:pt x="3984260" y="2492101"/>
                  </a:lnTo>
                  <a:lnTo>
                    <a:pt x="3978787" y="2492101"/>
                  </a:lnTo>
                  <a:lnTo>
                    <a:pt x="3973314" y="2492101"/>
                  </a:lnTo>
                  <a:lnTo>
                    <a:pt x="3967841" y="2492101"/>
                  </a:lnTo>
                  <a:lnTo>
                    <a:pt x="3962369" y="2492101"/>
                  </a:lnTo>
                  <a:lnTo>
                    <a:pt x="3956896" y="2492101"/>
                  </a:lnTo>
                  <a:lnTo>
                    <a:pt x="3951423" y="2492101"/>
                  </a:lnTo>
                  <a:lnTo>
                    <a:pt x="3945950" y="2492101"/>
                  </a:lnTo>
                  <a:lnTo>
                    <a:pt x="3940477" y="2492101"/>
                  </a:lnTo>
                  <a:lnTo>
                    <a:pt x="3940477" y="2537111"/>
                  </a:lnTo>
                  <a:lnTo>
                    <a:pt x="3935004" y="2537111"/>
                  </a:lnTo>
                  <a:lnTo>
                    <a:pt x="3929531" y="2537111"/>
                  </a:lnTo>
                  <a:lnTo>
                    <a:pt x="3924058" y="2537111"/>
                  </a:lnTo>
                  <a:lnTo>
                    <a:pt x="3918585" y="2537111"/>
                  </a:lnTo>
                  <a:lnTo>
                    <a:pt x="3913113" y="2537111"/>
                  </a:lnTo>
                  <a:lnTo>
                    <a:pt x="3907640" y="2537111"/>
                  </a:lnTo>
                  <a:lnTo>
                    <a:pt x="3907640" y="2581758"/>
                  </a:lnTo>
                  <a:lnTo>
                    <a:pt x="3902167" y="2581758"/>
                  </a:lnTo>
                  <a:lnTo>
                    <a:pt x="3896694" y="2581758"/>
                  </a:lnTo>
                  <a:lnTo>
                    <a:pt x="3891221" y="2581758"/>
                  </a:lnTo>
                  <a:lnTo>
                    <a:pt x="3885748" y="2581758"/>
                  </a:lnTo>
                  <a:lnTo>
                    <a:pt x="3880275" y="2581758"/>
                  </a:lnTo>
                  <a:lnTo>
                    <a:pt x="3874802" y="2581758"/>
                  </a:lnTo>
                  <a:lnTo>
                    <a:pt x="3869329" y="2581758"/>
                  </a:lnTo>
                  <a:lnTo>
                    <a:pt x="3863857" y="2581758"/>
                  </a:lnTo>
                  <a:lnTo>
                    <a:pt x="3858384" y="2581758"/>
                  </a:lnTo>
                  <a:lnTo>
                    <a:pt x="3852911" y="2581758"/>
                  </a:lnTo>
                  <a:lnTo>
                    <a:pt x="3847438" y="2581758"/>
                  </a:lnTo>
                  <a:lnTo>
                    <a:pt x="3841965" y="2581758"/>
                  </a:lnTo>
                  <a:lnTo>
                    <a:pt x="3836492" y="2581758"/>
                  </a:lnTo>
                  <a:lnTo>
                    <a:pt x="3831019" y="2581758"/>
                  </a:lnTo>
                  <a:lnTo>
                    <a:pt x="3825546" y="2581758"/>
                  </a:lnTo>
                  <a:lnTo>
                    <a:pt x="3820074" y="2581758"/>
                  </a:lnTo>
                  <a:lnTo>
                    <a:pt x="3814601" y="2581758"/>
                  </a:lnTo>
                  <a:lnTo>
                    <a:pt x="3809128" y="2581758"/>
                  </a:lnTo>
                  <a:lnTo>
                    <a:pt x="3803655" y="2581758"/>
                  </a:lnTo>
                  <a:lnTo>
                    <a:pt x="3798182" y="2581758"/>
                  </a:lnTo>
                  <a:lnTo>
                    <a:pt x="3792709" y="2581758"/>
                  </a:lnTo>
                  <a:lnTo>
                    <a:pt x="3787236" y="2581758"/>
                  </a:lnTo>
                  <a:lnTo>
                    <a:pt x="3781763" y="2581758"/>
                  </a:lnTo>
                  <a:lnTo>
                    <a:pt x="3776290" y="2581758"/>
                  </a:lnTo>
                  <a:lnTo>
                    <a:pt x="3770818" y="2581758"/>
                  </a:lnTo>
                  <a:lnTo>
                    <a:pt x="3765345" y="2581758"/>
                  </a:lnTo>
                  <a:lnTo>
                    <a:pt x="3759872" y="2581758"/>
                  </a:lnTo>
                  <a:lnTo>
                    <a:pt x="3754399" y="2581758"/>
                  </a:lnTo>
                  <a:lnTo>
                    <a:pt x="3748926" y="2581758"/>
                  </a:lnTo>
                  <a:lnTo>
                    <a:pt x="3743453" y="2581758"/>
                  </a:lnTo>
                  <a:lnTo>
                    <a:pt x="3737980" y="2581758"/>
                  </a:lnTo>
                  <a:lnTo>
                    <a:pt x="3737980" y="2625029"/>
                  </a:lnTo>
                  <a:lnTo>
                    <a:pt x="3732507" y="2625029"/>
                  </a:lnTo>
                  <a:lnTo>
                    <a:pt x="3727034" y="2625029"/>
                  </a:lnTo>
                  <a:lnTo>
                    <a:pt x="3721562" y="2625029"/>
                  </a:lnTo>
                  <a:lnTo>
                    <a:pt x="3716089" y="2625029"/>
                  </a:lnTo>
                  <a:lnTo>
                    <a:pt x="3710616" y="2625029"/>
                  </a:lnTo>
                  <a:lnTo>
                    <a:pt x="3705143" y="2625029"/>
                  </a:lnTo>
                  <a:lnTo>
                    <a:pt x="3699670" y="2625029"/>
                  </a:lnTo>
                  <a:lnTo>
                    <a:pt x="3694197" y="2625029"/>
                  </a:lnTo>
                  <a:lnTo>
                    <a:pt x="3688724" y="2625029"/>
                  </a:lnTo>
                  <a:lnTo>
                    <a:pt x="3683251" y="2625029"/>
                  </a:lnTo>
                  <a:lnTo>
                    <a:pt x="3677779" y="2625029"/>
                  </a:lnTo>
                  <a:lnTo>
                    <a:pt x="3672306" y="2625029"/>
                  </a:lnTo>
                  <a:lnTo>
                    <a:pt x="3666833" y="2625029"/>
                  </a:lnTo>
                  <a:lnTo>
                    <a:pt x="3661360" y="2625029"/>
                  </a:lnTo>
                  <a:lnTo>
                    <a:pt x="3661360" y="2667741"/>
                  </a:lnTo>
                  <a:lnTo>
                    <a:pt x="3655887" y="2667741"/>
                  </a:lnTo>
                  <a:lnTo>
                    <a:pt x="3650414" y="2667741"/>
                  </a:lnTo>
                  <a:lnTo>
                    <a:pt x="3644941" y="2667741"/>
                  </a:lnTo>
                  <a:lnTo>
                    <a:pt x="3639468" y="2667741"/>
                  </a:lnTo>
                  <a:lnTo>
                    <a:pt x="3633995" y="2667741"/>
                  </a:lnTo>
                  <a:lnTo>
                    <a:pt x="3628523" y="2667741"/>
                  </a:lnTo>
                  <a:lnTo>
                    <a:pt x="3623050" y="2667741"/>
                  </a:lnTo>
                  <a:lnTo>
                    <a:pt x="3617577" y="2667741"/>
                  </a:lnTo>
                  <a:lnTo>
                    <a:pt x="3612104" y="2667741"/>
                  </a:lnTo>
                  <a:lnTo>
                    <a:pt x="3606631" y="2667741"/>
                  </a:lnTo>
                  <a:lnTo>
                    <a:pt x="3601158" y="2667741"/>
                  </a:lnTo>
                  <a:lnTo>
                    <a:pt x="3595685" y="2667741"/>
                  </a:lnTo>
                  <a:lnTo>
                    <a:pt x="3590212" y="2667741"/>
                  </a:lnTo>
                  <a:lnTo>
                    <a:pt x="3584739" y="2667741"/>
                  </a:lnTo>
                  <a:lnTo>
                    <a:pt x="3579267" y="2667741"/>
                  </a:lnTo>
                  <a:lnTo>
                    <a:pt x="3573794" y="2667741"/>
                  </a:lnTo>
                  <a:lnTo>
                    <a:pt x="3568321" y="2667741"/>
                  </a:lnTo>
                  <a:lnTo>
                    <a:pt x="3562848" y="2667741"/>
                  </a:lnTo>
                  <a:lnTo>
                    <a:pt x="3557375" y="2667741"/>
                  </a:lnTo>
                  <a:lnTo>
                    <a:pt x="3551902" y="2667741"/>
                  </a:lnTo>
                  <a:lnTo>
                    <a:pt x="3546429" y="2667741"/>
                  </a:lnTo>
                  <a:lnTo>
                    <a:pt x="3540956" y="2667741"/>
                  </a:lnTo>
                  <a:lnTo>
                    <a:pt x="3535483" y="2667741"/>
                  </a:lnTo>
                  <a:lnTo>
                    <a:pt x="3530011" y="2667741"/>
                  </a:lnTo>
                  <a:lnTo>
                    <a:pt x="3524538" y="2667741"/>
                  </a:lnTo>
                  <a:lnTo>
                    <a:pt x="3519065" y="2667741"/>
                  </a:lnTo>
                  <a:lnTo>
                    <a:pt x="3513592" y="2667741"/>
                  </a:lnTo>
                  <a:lnTo>
                    <a:pt x="3508119" y="2667741"/>
                  </a:lnTo>
                  <a:lnTo>
                    <a:pt x="3502646" y="2667741"/>
                  </a:lnTo>
                  <a:lnTo>
                    <a:pt x="3497173" y="2667741"/>
                  </a:lnTo>
                  <a:lnTo>
                    <a:pt x="3497173" y="2709028"/>
                  </a:lnTo>
                  <a:lnTo>
                    <a:pt x="3491700" y="2709028"/>
                  </a:lnTo>
                  <a:lnTo>
                    <a:pt x="3486228" y="2709028"/>
                  </a:lnTo>
                  <a:lnTo>
                    <a:pt x="3480755" y="2709028"/>
                  </a:lnTo>
                  <a:lnTo>
                    <a:pt x="3475282" y="2709028"/>
                  </a:lnTo>
                  <a:lnTo>
                    <a:pt x="3469809" y="2709028"/>
                  </a:lnTo>
                  <a:lnTo>
                    <a:pt x="3464336" y="2709028"/>
                  </a:lnTo>
                  <a:lnTo>
                    <a:pt x="3458863" y="2709028"/>
                  </a:lnTo>
                  <a:lnTo>
                    <a:pt x="3453390" y="2709028"/>
                  </a:lnTo>
                  <a:lnTo>
                    <a:pt x="3447917" y="2709028"/>
                  </a:lnTo>
                  <a:lnTo>
                    <a:pt x="3442444" y="2709028"/>
                  </a:lnTo>
                  <a:lnTo>
                    <a:pt x="3436972" y="2709028"/>
                  </a:lnTo>
                  <a:lnTo>
                    <a:pt x="3431499" y="2709028"/>
                  </a:lnTo>
                  <a:lnTo>
                    <a:pt x="3426026" y="2709028"/>
                  </a:lnTo>
                  <a:lnTo>
                    <a:pt x="3420553" y="2709028"/>
                  </a:lnTo>
                  <a:lnTo>
                    <a:pt x="3415080" y="2709028"/>
                  </a:lnTo>
                  <a:lnTo>
                    <a:pt x="3409607" y="2709028"/>
                  </a:lnTo>
                  <a:lnTo>
                    <a:pt x="3404134" y="2709028"/>
                  </a:lnTo>
                  <a:lnTo>
                    <a:pt x="3398661" y="2709028"/>
                  </a:lnTo>
                  <a:lnTo>
                    <a:pt x="3393188" y="2709028"/>
                  </a:lnTo>
                  <a:lnTo>
                    <a:pt x="3387716" y="2709028"/>
                  </a:lnTo>
                  <a:lnTo>
                    <a:pt x="3382243" y="2709028"/>
                  </a:lnTo>
                  <a:lnTo>
                    <a:pt x="3376770" y="2709028"/>
                  </a:lnTo>
                  <a:lnTo>
                    <a:pt x="3371297" y="2709028"/>
                  </a:lnTo>
                  <a:lnTo>
                    <a:pt x="3365824" y="2709028"/>
                  </a:lnTo>
                  <a:lnTo>
                    <a:pt x="3360351" y="2709028"/>
                  </a:lnTo>
                  <a:lnTo>
                    <a:pt x="3354878" y="2709028"/>
                  </a:lnTo>
                  <a:lnTo>
                    <a:pt x="3349405" y="2709028"/>
                  </a:lnTo>
                  <a:lnTo>
                    <a:pt x="3343932" y="2709028"/>
                  </a:lnTo>
                  <a:lnTo>
                    <a:pt x="3338460" y="2709028"/>
                  </a:lnTo>
                  <a:lnTo>
                    <a:pt x="3332987" y="2709028"/>
                  </a:lnTo>
                  <a:lnTo>
                    <a:pt x="3327514" y="2709028"/>
                  </a:lnTo>
                  <a:lnTo>
                    <a:pt x="3322041" y="2709028"/>
                  </a:lnTo>
                  <a:lnTo>
                    <a:pt x="3316568" y="2709028"/>
                  </a:lnTo>
                  <a:lnTo>
                    <a:pt x="3311095" y="2709028"/>
                  </a:lnTo>
                  <a:lnTo>
                    <a:pt x="3305622" y="2709028"/>
                  </a:lnTo>
                  <a:lnTo>
                    <a:pt x="3300149" y="2709028"/>
                  </a:lnTo>
                  <a:lnTo>
                    <a:pt x="3294677" y="2709028"/>
                  </a:lnTo>
                  <a:lnTo>
                    <a:pt x="3289204" y="2709028"/>
                  </a:lnTo>
                  <a:lnTo>
                    <a:pt x="3283731" y="2709028"/>
                  </a:lnTo>
                  <a:lnTo>
                    <a:pt x="3283731" y="2749091"/>
                  </a:lnTo>
                  <a:lnTo>
                    <a:pt x="3278258" y="2749091"/>
                  </a:lnTo>
                  <a:lnTo>
                    <a:pt x="3272785" y="2749091"/>
                  </a:lnTo>
                  <a:lnTo>
                    <a:pt x="3267312" y="2749091"/>
                  </a:lnTo>
                  <a:lnTo>
                    <a:pt x="3261839" y="2749091"/>
                  </a:lnTo>
                  <a:lnTo>
                    <a:pt x="3256366" y="2749091"/>
                  </a:lnTo>
                  <a:lnTo>
                    <a:pt x="3250893" y="2749091"/>
                  </a:lnTo>
                  <a:lnTo>
                    <a:pt x="3245421" y="2749091"/>
                  </a:lnTo>
                  <a:lnTo>
                    <a:pt x="3239948" y="2749091"/>
                  </a:lnTo>
                  <a:lnTo>
                    <a:pt x="3234475" y="2749091"/>
                  </a:lnTo>
                  <a:lnTo>
                    <a:pt x="3234475" y="2788508"/>
                  </a:lnTo>
                  <a:lnTo>
                    <a:pt x="3229002" y="2788508"/>
                  </a:lnTo>
                  <a:lnTo>
                    <a:pt x="3223529" y="2788508"/>
                  </a:lnTo>
                  <a:lnTo>
                    <a:pt x="3218056" y="2788508"/>
                  </a:lnTo>
                  <a:lnTo>
                    <a:pt x="3212583" y="2788508"/>
                  </a:lnTo>
                  <a:lnTo>
                    <a:pt x="3207110" y="2788508"/>
                  </a:lnTo>
                  <a:lnTo>
                    <a:pt x="3201637" y="2788508"/>
                  </a:lnTo>
                  <a:lnTo>
                    <a:pt x="3196165" y="2788508"/>
                  </a:lnTo>
                  <a:lnTo>
                    <a:pt x="3190692" y="2788508"/>
                  </a:lnTo>
                  <a:lnTo>
                    <a:pt x="3185219" y="2788508"/>
                  </a:lnTo>
                  <a:lnTo>
                    <a:pt x="3179746" y="2788508"/>
                  </a:lnTo>
                  <a:lnTo>
                    <a:pt x="3174273" y="2788508"/>
                  </a:lnTo>
                  <a:lnTo>
                    <a:pt x="3168800" y="2788508"/>
                  </a:lnTo>
                  <a:lnTo>
                    <a:pt x="3163327" y="2788508"/>
                  </a:lnTo>
                  <a:lnTo>
                    <a:pt x="3157854" y="2788508"/>
                  </a:lnTo>
                  <a:lnTo>
                    <a:pt x="3152382" y="2788508"/>
                  </a:lnTo>
                  <a:lnTo>
                    <a:pt x="3146909" y="2788508"/>
                  </a:lnTo>
                  <a:lnTo>
                    <a:pt x="3141436" y="2788508"/>
                  </a:lnTo>
                  <a:lnTo>
                    <a:pt x="3135963" y="2788508"/>
                  </a:lnTo>
                  <a:lnTo>
                    <a:pt x="3130490" y="2788508"/>
                  </a:lnTo>
                  <a:lnTo>
                    <a:pt x="3125017" y="2788508"/>
                  </a:lnTo>
                  <a:lnTo>
                    <a:pt x="3119544" y="2788508"/>
                  </a:lnTo>
                  <a:lnTo>
                    <a:pt x="3114071" y="2788508"/>
                  </a:lnTo>
                  <a:lnTo>
                    <a:pt x="3108598" y="2788508"/>
                  </a:lnTo>
                  <a:lnTo>
                    <a:pt x="3103126" y="2788508"/>
                  </a:lnTo>
                  <a:lnTo>
                    <a:pt x="3097653" y="2788508"/>
                  </a:lnTo>
                  <a:lnTo>
                    <a:pt x="3092180" y="2788508"/>
                  </a:lnTo>
                  <a:lnTo>
                    <a:pt x="3086707" y="2788508"/>
                  </a:lnTo>
                  <a:lnTo>
                    <a:pt x="3081234" y="2788508"/>
                  </a:lnTo>
                  <a:lnTo>
                    <a:pt x="3075761" y="2788508"/>
                  </a:lnTo>
                  <a:lnTo>
                    <a:pt x="3070288" y="2788508"/>
                  </a:lnTo>
                  <a:lnTo>
                    <a:pt x="3064815" y="2788508"/>
                  </a:lnTo>
                  <a:lnTo>
                    <a:pt x="3059342" y="2788508"/>
                  </a:lnTo>
                  <a:lnTo>
                    <a:pt x="3053870" y="2788508"/>
                  </a:lnTo>
                  <a:lnTo>
                    <a:pt x="3048397" y="2788508"/>
                  </a:lnTo>
                  <a:lnTo>
                    <a:pt x="3042924" y="2788508"/>
                  </a:lnTo>
                  <a:lnTo>
                    <a:pt x="3037451" y="2788508"/>
                  </a:lnTo>
                  <a:lnTo>
                    <a:pt x="3031978" y="2788508"/>
                  </a:lnTo>
                  <a:lnTo>
                    <a:pt x="3026505" y="2788508"/>
                  </a:lnTo>
                  <a:lnTo>
                    <a:pt x="3021032" y="2788508"/>
                  </a:lnTo>
                  <a:lnTo>
                    <a:pt x="3015559" y="2788508"/>
                  </a:lnTo>
                  <a:lnTo>
                    <a:pt x="3010086" y="2788508"/>
                  </a:lnTo>
                  <a:lnTo>
                    <a:pt x="3004614" y="2788508"/>
                  </a:lnTo>
                  <a:lnTo>
                    <a:pt x="2999141" y="2788508"/>
                  </a:lnTo>
                  <a:lnTo>
                    <a:pt x="2993668" y="2788508"/>
                  </a:lnTo>
                  <a:lnTo>
                    <a:pt x="2988195" y="2788508"/>
                  </a:lnTo>
                  <a:lnTo>
                    <a:pt x="2982722" y="2788508"/>
                  </a:lnTo>
                  <a:lnTo>
                    <a:pt x="2977249" y="2788508"/>
                  </a:lnTo>
                  <a:lnTo>
                    <a:pt x="2971776" y="2788508"/>
                  </a:lnTo>
                  <a:lnTo>
                    <a:pt x="2971776" y="2826741"/>
                  </a:lnTo>
                  <a:lnTo>
                    <a:pt x="2966303" y="2826741"/>
                  </a:lnTo>
                  <a:lnTo>
                    <a:pt x="2960831" y="2826741"/>
                  </a:lnTo>
                  <a:lnTo>
                    <a:pt x="2955358" y="2826741"/>
                  </a:lnTo>
                  <a:lnTo>
                    <a:pt x="2949885" y="2826741"/>
                  </a:lnTo>
                  <a:lnTo>
                    <a:pt x="2944412" y="2826741"/>
                  </a:lnTo>
                  <a:lnTo>
                    <a:pt x="2938939" y="2826741"/>
                  </a:lnTo>
                  <a:lnTo>
                    <a:pt x="2933466" y="2826741"/>
                  </a:lnTo>
                  <a:lnTo>
                    <a:pt x="2927993" y="2826741"/>
                  </a:lnTo>
                  <a:lnTo>
                    <a:pt x="2922520" y="2826741"/>
                  </a:lnTo>
                  <a:lnTo>
                    <a:pt x="2917047" y="2826741"/>
                  </a:lnTo>
                  <a:lnTo>
                    <a:pt x="2911575" y="2826741"/>
                  </a:lnTo>
                  <a:lnTo>
                    <a:pt x="2906102" y="2826741"/>
                  </a:lnTo>
                  <a:lnTo>
                    <a:pt x="2900629" y="2826741"/>
                  </a:lnTo>
                  <a:lnTo>
                    <a:pt x="2895156" y="2826741"/>
                  </a:lnTo>
                  <a:lnTo>
                    <a:pt x="2889683" y="2826741"/>
                  </a:lnTo>
                  <a:lnTo>
                    <a:pt x="2884210" y="2826741"/>
                  </a:lnTo>
                  <a:lnTo>
                    <a:pt x="2878737" y="2826741"/>
                  </a:lnTo>
                  <a:lnTo>
                    <a:pt x="2873264" y="2826741"/>
                  </a:lnTo>
                  <a:lnTo>
                    <a:pt x="2867791" y="2826741"/>
                  </a:lnTo>
                  <a:lnTo>
                    <a:pt x="2862319" y="2826741"/>
                  </a:lnTo>
                  <a:lnTo>
                    <a:pt x="2856846" y="2826741"/>
                  </a:lnTo>
                  <a:lnTo>
                    <a:pt x="2851373" y="2826741"/>
                  </a:lnTo>
                  <a:lnTo>
                    <a:pt x="2851373" y="2864382"/>
                  </a:lnTo>
                  <a:lnTo>
                    <a:pt x="2845900" y="2864382"/>
                  </a:lnTo>
                  <a:lnTo>
                    <a:pt x="2840427" y="2864382"/>
                  </a:lnTo>
                  <a:lnTo>
                    <a:pt x="2834954" y="2864382"/>
                  </a:lnTo>
                  <a:lnTo>
                    <a:pt x="2829481" y="2864382"/>
                  </a:lnTo>
                  <a:lnTo>
                    <a:pt x="2824008" y="2864382"/>
                  </a:lnTo>
                  <a:lnTo>
                    <a:pt x="2818535" y="2864382"/>
                  </a:lnTo>
                  <a:lnTo>
                    <a:pt x="2813063" y="2864382"/>
                  </a:lnTo>
                  <a:lnTo>
                    <a:pt x="2807590" y="2864382"/>
                  </a:lnTo>
                  <a:lnTo>
                    <a:pt x="2802117" y="2864382"/>
                  </a:lnTo>
                  <a:lnTo>
                    <a:pt x="2796644" y="2864382"/>
                  </a:lnTo>
                  <a:lnTo>
                    <a:pt x="2791171" y="2864382"/>
                  </a:lnTo>
                  <a:lnTo>
                    <a:pt x="2785698" y="2864382"/>
                  </a:lnTo>
                  <a:lnTo>
                    <a:pt x="2780225" y="2864382"/>
                  </a:lnTo>
                  <a:lnTo>
                    <a:pt x="2774752" y="2864382"/>
                  </a:lnTo>
                  <a:lnTo>
                    <a:pt x="2769280" y="2864382"/>
                  </a:lnTo>
                  <a:lnTo>
                    <a:pt x="2763807" y="2864382"/>
                  </a:lnTo>
                  <a:lnTo>
                    <a:pt x="2758334" y="2864382"/>
                  </a:lnTo>
                  <a:lnTo>
                    <a:pt x="2752861" y="2864382"/>
                  </a:lnTo>
                  <a:lnTo>
                    <a:pt x="2747388" y="2864382"/>
                  </a:lnTo>
                  <a:lnTo>
                    <a:pt x="2741915" y="2864382"/>
                  </a:lnTo>
                  <a:lnTo>
                    <a:pt x="2736442" y="2864382"/>
                  </a:lnTo>
                  <a:lnTo>
                    <a:pt x="2730969" y="2864382"/>
                  </a:lnTo>
                  <a:lnTo>
                    <a:pt x="2725496" y="2864382"/>
                  </a:lnTo>
                  <a:lnTo>
                    <a:pt x="2720024" y="2864382"/>
                  </a:lnTo>
                  <a:lnTo>
                    <a:pt x="2720024" y="2901447"/>
                  </a:lnTo>
                  <a:lnTo>
                    <a:pt x="2714551" y="2901447"/>
                  </a:lnTo>
                  <a:lnTo>
                    <a:pt x="2709078" y="2901447"/>
                  </a:lnTo>
                  <a:lnTo>
                    <a:pt x="2709078" y="2938285"/>
                  </a:lnTo>
                  <a:lnTo>
                    <a:pt x="2703605" y="2938285"/>
                  </a:lnTo>
                  <a:lnTo>
                    <a:pt x="2698132" y="2938285"/>
                  </a:lnTo>
                  <a:lnTo>
                    <a:pt x="2692659" y="2938285"/>
                  </a:lnTo>
                  <a:lnTo>
                    <a:pt x="2687186" y="2938285"/>
                  </a:lnTo>
                  <a:lnTo>
                    <a:pt x="2681713" y="2938285"/>
                  </a:lnTo>
                  <a:lnTo>
                    <a:pt x="2676240" y="2938285"/>
                  </a:lnTo>
                  <a:lnTo>
                    <a:pt x="2670768" y="2938285"/>
                  </a:lnTo>
                  <a:lnTo>
                    <a:pt x="2665295" y="2938285"/>
                  </a:lnTo>
                  <a:lnTo>
                    <a:pt x="2659822" y="2938285"/>
                  </a:lnTo>
                  <a:lnTo>
                    <a:pt x="2654349" y="2938285"/>
                  </a:lnTo>
                  <a:lnTo>
                    <a:pt x="2648876" y="2938285"/>
                  </a:lnTo>
                  <a:lnTo>
                    <a:pt x="2643403" y="2938285"/>
                  </a:lnTo>
                  <a:lnTo>
                    <a:pt x="2637930" y="2938285"/>
                  </a:lnTo>
                  <a:lnTo>
                    <a:pt x="2632457" y="2938285"/>
                  </a:lnTo>
                  <a:lnTo>
                    <a:pt x="2626985" y="2938285"/>
                  </a:lnTo>
                  <a:lnTo>
                    <a:pt x="2621512" y="2938285"/>
                  </a:lnTo>
                  <a:lnTo>
                    <a:pt x="2616039" y="2938285"/>
                  </a:lnTo>
                  <a:lnTo>
                    <a:pt x="2610566" y="2938285"/>
                  </a:lnTo>
                  <a:lnTo>
                    <a:pt x="2605093" y="2938285"/>
                  </a:lnTo>
                  <a:lnTo>
                    <a:pt x="2599620" y="2938285"/>
                  </a:lnTo>
                  <a:lnTo>
                    <a:pt x="2594147" y="2938285"/>
                  </a:lnTo>
                  <a:lnTo>
                    <a:pt x="2588674" y="2938285"/>
                  </a:lnTo>
                  <a:lnTo>
                    <a:pt x="2583201" y="2938285"/>
                  </a:lnTo>
                  <a:lnTo>
                    <a:pt x="2577729" y="2938285"/>
                  </a:lnTo>
                  <a:lnTo>
                    <a:pt x="2572256" y="2938285"/>
                  </a:lnTo>
                  <a:lnTo>
                    <a:pt x="2566783" y="2938285"/>
                  </a:lnTo>
                  <a:lnTo>
                    <a:pt x="2561310" y="2938285"/>
                  </a:lnTo>
                  <a:lnTo>
                    <a:pt x="2555837" y="2938285"/>
                  </a:lnTo>
                  <a:lnTo>
                    <a:pt x="2550364" y="2938285"/>
                  </a:lnTo>
                  <a:lnTo>
                    <a:pt x="2544891" y="2938285"/>
                  </a:lnTo>
                  <a:lnTo>
                    <a:pt x="2539418" y="2938285"/>
                  </a:lnTo>
                  <a:lnTo>
                    <a:pt x="2533945" y="2938285"/>
                  </a:lnTo>
                  <a:lnTo>
                    <a:pt x="2528473" y="2938285"/>
                  </a:lnTo>
                  <a:lnTo>
                    <a:pt x="2523000" y="2938285"/>
                  </a:lnTo>
                  <a:lnTo>
                    <a:pt x="2517527" y="2938285"/>
                  </a:lnTo>
                  <a:lnTo>
                    <a:pt x="2512054" y="2938285"/>
                  </a:lnTo>
                  <a:lnTo>
                    <a:pt x="2506581" y="2938285"/>
                  </a:lnTo>
                  <a:lnTo>
                    <a:pt x="2501108" y="2938285"/>
                  </a:lnTo>
                  <a:lnTo>
                    <a:pt x="2495635" y="2938285"/>
                  </a:lnTo>
                  <a:lnTo>
                    <a:pt x="2490162" y="2938285"/>
                  </a:lnTo>
                  <a:lnTo>
                    <a:pt x="2484689" y="2938285"/>
                  </a:lnTo>
                  <a:lnTo>
                    <a:pt x="2479217" y="2938285"/>
                  </a:lnTo>
                  <a:lnTo>
                    <a:pt x="2473744" y="2938285"/>
                  </a:lnTo>
                  <a:lnTo>
                    <a:pt x="2468271" y="2938285"/>
                  </a:lnTo>
                  <a:lnTo>
                    <a:pt x="2462798" y="2938285"/>
                  </a:lnTo>
                  <a:lnTo>
                    <a:pt x="2457325" y="2938285"/>
                  </a:lnTo>
                  <a:lnTo>
                    <a:pt x="2451852" y="2938285"/>
                  </a:lnTo>
                  <a:lnTo>
                    <a:pt x="2446379" y="2938285"/>
                  </a:lnTo>
                  <a:lnTo>
                    <a:pt x="2440906" y="2938285"/>
                  </a:lnTo>
                  <a:lnTo>
                    <a:pt x="2435434" y="2938285"/>
                  </a:lnTo>
                  <a:lnTo>
                    <a:pt x="2429961" y="2938285"/>
                  </a:lnTo>
                  <a:lnTo>
                    <a:pt x="2424488" y="2938285"/>
                  </a:lnTo>
                  <a:lnTo>
                    <a:pt x="2424488" y="2974688"/>
                  </a:lnTo>
                  <a:lnTo>
                    <a:pt x="2419015" y="2974688"/>
                  </a:lnTo>
                  <a:lnTo>
                    <a:pt x="2413542" y="2974688"/>
                  </a:lnTo>
                  <a:lnTo>
                    <a:pt x="2408069" y="2974688"/>
                  </a:lnTo>
                  <a:lnTo>
                    <a:pt x="2402596" y="2974688"/>
                  </a:lnTo>
                  <a:lnTo>
                    <a:pt x="2397123" y="2974688"/>
                  </a:lnTo>
                  <a:lnTo>
                    <a:pt x="2391650" y="2974688"/>
                  </a:lnTo>
                  <a:lnTo>
                    <a:pt x="2386178" y="2974688"/>
                  </a:lnTo>
                  <a:lnTo>
                    <a:pt x="2380705" y="2974688"/>
                  </a:lnTo>
                  <a:lnTo>
                    <a:pt x="2375232" y="2974688"/>
                  </a:lnTo>
                  <a:lnTo>
                    <a:pt x="2369759" y="2974688"/>
                  </a:lnTo>
                  <a:lnTo>
                    <a:pt x="2364286" y="2974688"/>
                  </a:lnTo>
                  <a:lnTo>
                    <a:pt x="2358813" y="2974688"/>
                  </a:lnTo>
                  <a:lnTo>
                    <a:pt x="2353340" y="2974688"/>
                  </a:lnTo>
                  <a:lnTo>
                    <a:pt x="2347867" y="2974688"/>
                  </a:lnTo>
                  <a:lnTo>
                    <a:pt x="2342394" y="2974688"/>
                  </a:lnTo>
                  <a:lnTo>
                    <a:pt x="2336922" y="2974688"/>
                  </a:lnTo>
                  <a:lnTo>
                    <a:pt x="2331449" y="2974688"/>
                  </a:lnTo>
                  <a:lnTo>
                    <a:pt x="2325976" y="2974688"/>
                  </a:lnTo>
                  <a:lnTo>
                    <a:pt x="2320503" y="2974688"/>
                  </a:lnTo>
                  <a:lnTo>
                    <a:pt x="2315030" y="2974688"/>
                  </a:lnTo>
                  <a:lnTo>
                    <a:pt x="2309557" y="2974688"/>
                  </a:lnTo>
                  <a:lnTo>
                    <a:pt x="2304084" y="2974688"/>
                  </a:lnTo>
                  <a:lnTo>
                    <a:pt x="2298611" y="2974688"/>
                  </a:lnTo>
                  <a:lnTo>
                    <a:pt x="2293138" y="2974688"/>
                  </a:lnTo>
                  <a:lnTo>
                    <a:pt x="2287666" y="2974688"/>
                  </a:lnTo>
                  <a:lnTo>
                    <a:pt x="2282193" y="2974688"/>
                  </a:lnTo>
                  <a:lnTo>
                    <a:pt x="2276720" y="2974688"/>
                  </a:lnTo>
                  <a:lnTo>
                    <a:pt x="2271247" y="2974688"/>
                  </a:lnTo>
                  <a:lnTo>
                    <a:pt x="2271247" y="3010593"/>
                  </a:lnTo>
                  <a:lnTo>
                    <a:pt x="2265774" y="3010593"/>
                  </a:lnTo>
                  <a:lnTo>
                    <a:pt x="2260301" y="3010593"/>
                  </a:lnTo>
                  <a:lnTo>
                    <a:pt x="2254828" y="3010593"/>
                  </a:lnTo>
                  <a:lnTo>
                    <a:pt x="2249355" y="3010593"/>
                  </a:lnTo>
                  <a:lnTo>
                    <a:pt x="2243883" y="3010593"/>
                  </a:lnTo>
                  <a:lnTo>
                    <a:pt x="2238410" y="3010593"/>
                  </a:lnTo>
                  <a:lnTo>
                    <a:pt x="2232937" y="3010593"/>
                  </a:lnTo>
                  <a:lnTo>
                    <a:pt x="2227464" y="3010593"/>
                  </a:lnTo>
                  <a:lnTo>
                    <a:pt x="2221991" y="3010593"/>
                  </a:lnTo>
                  <a:lnTo>
                    <a:pt x="2216518" y="3010593"/>
                  </a:lnTo>
                  <a:lnTo>
                    <a:pt x="2211045" y="3010593"/>
                  </a:lnTo>
                  <a:lnTo>
                    <a:pt x="2205572" y="3010593"/>
                  </a:lnTo>
                  <a:lnTo>
                    <a:pt x="2200099" y="3010593"/>
                  </a:lnTo>
                  <a:lnTo>
                    <a:pt x="2194627" y="3010593"/>
                  </a:lnTo>
                  <a:lnTo>
                    <a:pt x="2189154" y="3010593"/>
                  </a:lnTo>
                  <a:lnTo>
                    <a:pt x="2183681" y="3010593"/>
                  </a:lnTo>
                  <a:lnTo>
                    <a:pt x="2178208" y="3010593"/>
                  </a:lnTo>
                  <a:lnTo>
                    <a:pt x="2172735" y="3010593"/>
                  </a:lnTo>
                  <a:lnTo>
                    <a:pt x="2167262" y="3010593"/>
                  </a:lnTo>
                  <a:lnTo>
                    <a:pt x="2161789" y="3010593"/>
                  </a:lnTo>
                  <a:lnTo>
                    <a:pt x="2156316" y="3010593"/>
                  </a:lnTo>
                  <a:lnTo>
                    <a:pt x="2150843" y="3010593"/>
                  </a:lnTo>
                  <a:lnTo>
                    <a:pt x="2145371" y="3010593"/>
                  </a:lnTo>
                  <a:lnTo>
                    <a:pt x="2139898" y="3010593"/>
                  </a:lnTo>
                  <a:lnTo>
                    <a:pt x="2134425" y="3010593"/>
                  </a:lnTo>
                  <a:lnTo>
                    <a:pt x="2128952" y="3010593"/>
                  </a:lnTo>
                  <a:lnTo>
                    <a:pt x="2123479" y="3010593"/>
                  </a:lnTo>
                  <a:lnTo>
                    <a:pt x="2123479" y="3046060"/>
                  </a:lnTo>
                  <a:lnTo>
                    <a:pt x="2118006" y="3046060"/>
                  </a:lnTo>
                  <a:lnTo>
                    <a:pt x="2112533" y="3046060"/>
                  </a:lnTo>
                  <a:lnTo>
                    <a:pt x="2107060" y="3046060"/>
                  </a:lnTo>
                  <a:lnTo>
                    <a:pt x="2101588" y="3046060"/>
                  </a:lnTo>
                  <a:lnTo>
                    <a:pt x="2096115" y="3046060"/>
                  </a:lnTo>
                  <a:lnTo>
                    <a:pt x="2090642" y="3046060"/>
                  </a:lnTo>
                  <a:lnTo>
                    <a:pt x="2085169" y="3046060"/>
                  </a:lnTo>
                  <a:lnTo>
                    <a:pt x="2079696" y="3046060"/>
                  </a:lnTo>
                  <a:lnTo>
                    <a:pt x="2074223" y="3046060"/>
                  </a:lnTo>
                  <a:lnTo>
                    <a:pt x="2068750" y="3046060"/>
                  </a:lnTo>
                  <a:lnTo>
                    <a:pt x="2063277" y="3046060"/>
                  </a:lnTo>
                  <a:lnTo>
                    <a:pt x="2057804" y="3046060"/>
                  </a:lnTo>
                  <a:lnTo>
                    <a:pt x="2052332" y="3046060"/>
                  </a:lnTo>
                  <a:lnTo>
                    <a:pt x="2046859" y="3046060"/>
                  </a:lnTo>
                  <a:lnTo>
                    <a:pt x="2041386" y="3046060"/>
                  </a:lnTo>
                  <a:lnTo>
                    <a:pt x="2035913" y="3046060"/>
                  </a:lnTo>
                  <a:lnTo>
                    <a:pt x="2030440" y="3046060"/>
                  </a:lnTo>
                  <a:lnTo>
                    <a:pt x="2024967" y="3046060"/>
                  </a:lnTo>
                  <a:lnTo>
                    <a:pt x="2019494" y="3046060"/>
                  </a:lnTo>
                  <a:lnTo>
                    <a:pt x="2014021" y="3046060"/>
                  </a:lnTo>
                  <a:lnTo>
                    <a:pt x="2008548" y="3046060"/>
                  </a:lnTo>
                  <a:lnTo>
                    <a:pt x="2003076" y="3046060"/>
                  </a:lnTo>
                  <a:lnTo>
                    <a:pt x="1997603" y="3046060"/>
                  </a:lnTo>
                  <a:lnTo>
                    <a:pt x="1992130" y="3046060"/>
                  </a:lnTo>
                  <a:lnTo>
                    <a:pt x="1986657" y="3046060"/>
                  </a:lnTo>
                  <a:lnTo>
                    <a:pt x="1981184" y="3046060"/>
                  </a:lnTo>
                  <a:lnTo>
                    <a:pt x="1975711" y="3046060"/>
                  </a:lnTo>
                  <a:lnTo>
                    <a:pt x="1970238" y="3046060"/>
                  </a:lnTo>
                  <a:lnTo>
                    <a:pt x="1964765" y="3046060"/>
                  </a:lnTo>
                  <a:lnTo>
                    <a:pt x="1959292" y="3046060"/>
                  </a:lnTo>
                  <a:lnTo>
                    <a:pt x="1953820" y="3046060"/>
                  </a:lnTo>
                  <a:lnTo>
                    <a:pt x="1948347" y="3046060"/>
                  </a:lnTo>
                  <a:lnTo>
                    <a:pt x="1942874" y="3046060"/>
                  </a:lnTo>
                  <a:lnTo>
                    <a:pt x="1937401" y="3046060"/>
                  </a:lnTo>
                  <a:lnTo>
                    <a:pt x="1931928" y="3046060"/>
                  </a:lnTo>
                  <a:lnTo>
                    <a:pt x="1926455" y="3046060"/>
                  </a:lnTo>
                  <a:lnTo>
                    <a:pt x="1926455" y="3081082"/>
                  </a:lnTo>
                  <a:lnTo>
                    <a:pt x="1920982" y="3081082"/>
                  </a:lnTo>
                  <a:lnTo>
                    <a:pt x="1915509" y="3081082"/>
                  </a:lnTo>
                  <a:lnTo>
                    <a:pt x="1910037" y="3081082"/>
                  </a:lnTo>
                  <a:lnTo>
                    <a:pt x="1904564" y="3081082"/>
                  </a:lnTo>
                  <a:lnTo>
                    <a:pt x="1899091" y="3081082"/>
                  </a:lnTo>
                  <a:lnTo>
                    <a:pt x="1893618" y="3081082"/>
                  </a:lnTo>
                  <a:lnTo>
                    <a:pt x="1888145" y="3081082"/>
                  </a:lnTo>
                  <a:lnTo>
                    <a:pt x="1882672" y="3081082"/>
                  </a:lnTo>
                  <a:lnTo>
                    <a:pt x="1877199" y="3081082"/>
                  </a:lnTo>
                  <a:lnTo>
                    <a:pt x="1871726" y="3081082"/>
                  </a:lnTo>
                  <a:lnTo>
                    <a:pt x="1871726" y="3115756"/>
                  </a:lnTo>
                  <a:lnTo>
                    <a:pt x="1866253" y="3115756"/>
                  </a:lnTo>
                  <a:lnTo>
                    <a:pt x="1860781" y="3115756"/>
                  </a:lnTo>
                  <a:lnTo>
                    <a:pt x="1855308" y="3115756"/>
                  </a:lnTo>
                  <a:lnTo>
                    <a:pt x="1849835" y="3115756"/>
                  </a:lnTo>
                  <a:lnTo>
                    <a:pt x="1844362" y="3115756"/>
                  </a:lnTo>
                  <a:lnTo>
                    <a:pt x="1838889" y="3115756"/>
                  </a:lnTo>
                  <a:lnTo>
                    <a:pt x="1833416" y="3115756"/>
                  </a:lnTo>
                  <a:lnTo>
                    <a:pt x="1827943" y="3115756"/>
                  </a:lnTo>
                  <a:lnTo>
                    <a:pt x="1822470" y="3115756"/>
                  </a:lnTo>
                  <a:lnTo>
                    <a:pt x="1816997" y="3115756"/>
                  </a:lnTo>
                  <a:lnTo>
                    <a:pt x="1811525" y="3115756"/>
                  </a:lnTo>
                  <a:lnTo>
                    <a:pt x="1806052" y="3115756"/>
                  </a:lnTo>
                  <a:lnTo>
                    <a:pt x="1800579" y="3115756"/>
                  </a:lnTo>
                  <a:lnTo>
                    <a:pt x="1795106" y="3115756"/>
                  </a:lnTo>
                  <a:lnTo>
                    <a:pt x="1789633" y="3115756"/>
                  </a:lnTo>
                  <a:lnTo>
                    <a:pt x="1784160" y="3115756"/>
                  </a:lnTo>
                  <a:lnTo>
                    <a:pt x="1778687" y="3115756"/>
                  </a:lnTo>
                  <a:lnTo>
                    <a:pt x="1773214" y="3115756"/>
                  </a:lnTo>
                  <a:lnTo>
                    <a:pt x="1767741" y="3115756"/>
                  </a:lnTo>
                  <a:lnTo>
                    <a:pt x="1762269" y="3115756"/>
                  </a:lnTo>
                  <a:lnTo>
                    <a:pt x="1756796" y="3115756"/>
                  </a:lnTo>
                  <a:lnTo>
                    <a:pt x="1751323" y="3115756"/>
                  </a:lnTo>
                  <a:lnTo>
                    <a:pt x="1745850" y="3115756"/>
                  </a:lnTo>
                  <a:lnTo>
                    <a:pt x="1740377" y="3115756"/>
                  </a:lnTo>
                  <a:lnTo>
                    <a:pt x="1734904" y="3115756"/>
                  </a:lnTo>
                  <a:lnTo>
                    <a:pt x="1729431" y="3115756"/>
                  </a:lnTo>
                  <a:lnTo>
                    <a:pt x="1723958" y="3115756"/>
                  </a:lnTo>
                  <a:lnTo>
                    <a:pt x="1718486" y="3115756"/>
                  </a:lnTo>
                  <a:lnTo>
                    <a:pt x="1713013" y="3115756"/>
                  </a:lnTo>
                  <a:lnTo>
                    <a:pt x="1707540" y="3115756"/>
                  </a:lnTo>
                  <a:lnTo>
                    <a:pt x="1702067" y="3115756"/>
                  </a:lnTo>
                  <a:lnTo>
                    <a:pt x="1696594" y="3115756"/>
                  </a:lnTo>
                  <a:lnTo>
                    <a:pt x="1691121" y="3115756"/>
                  </a:lnTo>
                  <a:lnTo>
                    <a:pt x="1685648" y="3115756"/>
                  </a:lnTo>
                  <a:lnTo>
                    <a:pt x="1680175" y="3115756"/>
                  </a:lnTo>
                  <a:lnTo>
                    <a:pt x="1674702" y="3115756"/>
                  </a:lnTo>
                  <a:lnTo>
                    <a:pt x="1669230" y="3115756"/>
                  </a:lnTo>
                  <a:lnTo>
                    <a:pt x="1663757" y="3115756"/>
                  </a:lnTo>
                  <a:lnTo>
                    <a:pt x="1658284" y="3115756"/>
                  </a:lnTo>
                  <a:lnTo>
                    <a:pt x="1652811" y="3115756"/>
                  </a:lnTo>
                  <a:lnTo>
                    <a:pt x="1647338" y="3115756"/>
                  </a:lnTo>
                  <a:lnTo>
                    <a:pt x="1641865" y="3115756"/>
                  </a:lnTo>
                  <a:lnTo>
                    <a:pt x="1636392" y="3115756"/>
                  </a:lnTo>
                  <a:lnTo>
                    <a:pt x="1630919" y="3115756"/>
                  </a:lnTo>
                  <a:lnTo>
                    <a:pt x="1625446" y="3115756"/>
                  </a:lnTo>
                  <a:lnTo>
                    <a:pt x="1619974" y="3115756"/>
                  </a:lnTo>
                  <a:lnTo>
                    <a:pt x="1619974" y="3149959"/>
                  </a:lnTo>
                  <a:lnTo>
                    <a:pt x="1614501" y="3149959"/>
                  </a:lnTo>
                  <a:lnTo>
                    <a:pt x="1609028" y="3149959"/>
                  </a:lnTo>
                  <a:lnTo>
                    <a:pt x="1603555" y="3149959"/>
                  </a:lnTo>
                  <a:lnTo>
                    <a:pt x="1598082" y="3149959"/>
                  </a:lnTo>
                  <a:lnTo>
                    <a:pt x="1592609" y="3149959"/>
                  </a:lnTo>
                  <a:lnTo>
                    <a:pt x="1587136" y="3149959"/>
                  </a:lnTo>
                  <a:lnTo>
                    <a:pt x="1581663" y="3149959"/>
                  </a:lnTo>
                  <a:lnTo>
                    <a:pt x="1576191" y="3149959"/>
                  </a:lnTo>
                  <a:lnTo>
                    <a:pt x="1570718" y="3149959"/>
                  </a:lnTo>
                  <a:lnTo>
                    <a:pt x="1565245" y="3149959"/>
                  </a:lnTo>
                  <a:lnTo>
                    <a:pt x="1559772" y="3149959"/>
                  </a:lnTo>
                  <a:lnTo>
                    <a:pt x="1554299" y="3149959"/>
                  </a:lnTo>
                  <a:lnTo>
                    <a:pt x="1548826" y="3149959"/>
                  </a:lnTo>
                  <a:lnTo>
                    <a:pt x="1543353" y="3149959"/>
                  </a:lnTo>
                  <a:lnTo>
                    <a:pt x="1537880" y="3149959"/>
                  </a:lnTo>
                  <a:lnTo>
                    <a:pt x="1532407" y="3149959"/>
                  </a:lnTo>
                  <a:lnTo>
                    <a:pt x="1526935" y="3149959"/>
                  </a:lnTo>
                  <a:lnTo>
                    <a:pt x="1521462" y="3149959"/>
                  </a:lnTo>
                  <a:lnTo>
                    <a:pt x="1515989" y="3149959"/>
                  </a:lnTo>
                  <a:lnTo>
                    <a:pt x="1510516" y="3149959"/>
                  </a:lnTo>
                  <a:lnTo>
                    <a:pt x="1505043" y="3149959"/>
                  </a:lnTo>
                  <a:lnTo>
                    <a:pt x="1499570" y="3149959"/>
                  </a:lnTo>
                  <a:lnTo>
                    <a:pt x="1494097" y="3149959"/>
                  </a:lnTo>
                  <a:lnTo>
                    <a:pt x="1488624" y="3149959"/>
                  </a:lnTo>
                  <a:lnTo>
                    <a:pt x="1483151" y="3149959"/>
                  </a:lnTo>
                  <a:lnTo>
                    <a:pt x="1477679" y="3149959"/>
                  </a:lnTo>
                  <a:lnTo>
                    <a:pt x="1472206" y="3149959"/>
                  </a:lnTo>
                  <a:lnTo>
                    <a:pt x="1466733" y="3149959"/>
                  </a:lnTo>
                  <a:lnTo>
                    <a:pt x="1461260" y="3149959"/>
                  </a:lnTo>
                  <a:lnTo>
                    <a:pt x="1455787" y="3149959"/>
                  </a:lnTo>
                  <a:lnTo>
                    <a:pt x="1450314" y="3149959"/>
                  </a:lnTo>
                  <a:lnTo>
                    <a:pt x="1444841" y="3149959"/>
                  </a:lnTo>
                  <a:lnTo>
                    <a:pt x="1444841" y="3183682"/>
                  </a:lnTo>
                  <a:lnTo>
                    <a:pt x="1439368" y="3183682"/>
                  </a:lnTo>
                  <a:lnTo>
                    <a:pt x="1433895" y="3183682"/>
                  </a:lnTo>
                  <a:lnTo>
                    <a:pt x="1428423" y="3183682"/>
                  </a:lnTo>
                  <a:lnTo>
                    <a:pt x="1422950" y="3183682"/>
                  </a:lnTo>
                  <a:lnTo>
                    <a:pt x="1417477" y="3183682"/>
                  </a:lnTo>
                  <a:lnTo>
                    <a:pt x="1412004" y="3183682"/>
                  </a:lnTo>
                  <a:lnTo>
                    <a:pt x="1406531" y="3183682"/>
                  </a:lnTo>
                  <a:lnTo>
                    <a:pt x="1401058" y="3183682"/>
                  </a:lnTo>
                  <a:lnTo>
                    <a:pt x="1395585" y="3183682"/>
                  </a:lnTo>
                  <a:lnTo>
                    <a:pt x="1390112" y="3183682"/>
                  </a:lnTo>
                  <a:lnTo>
                    <a:pt x="1384640" y="3183682"/>
                  </a:lnTo>
                  <a:lnTo>
                    <a:pt x="1379167" y="3183682"/>
                  </a:lnTo>
                  <a:lnTo>
                    <a:pt x="1373694" y="3183682"/>
                  </a:lnTo>
                  <a:lnTo>
                    <a:pt x="1368221" y="3183682"/>
                  </a:lnTo>
                  <a:lnTo>
                    <a:pt x="1362748" y="3183682"/>
                  </a:lnTo>
                  <a:lnTo>
                    <a:pt x="1357275" y="3183682"/>
                  </a:lnTo>
                  <a:lnTo>
                    <a:pt x="1351802" y="3183682"/>
                  </a:lnTo>
                  <a:lnTo>
                    <a:pt x="1346329" y="3183682"/>
                  </a:lnTo>
                  <a:lnTo>
                    <a:pt x="1340856" y="3183682"/>
                  </a:lnTo>
                  <a:lnTo>
                    <a:pt x="1335384" y="3183682"/>
                  </a:lnTo>
                  <a:lnTo>
                    <a:pt x="1329911" y="3183682"/>
                  </a:lnTo>
                  <a:lnTo>
                    <a:pt x="1329911" y="3216819"/>
                  </a:lnTo>
                  <a:lnTo>
                    <a:pt x="1324438" y="3216819"/>
                  </a:lnTo>
                  <a:lnTo>
                    <a:pt x="1324438" y="3249562"/>
                  </a:lnTo>
                  <a:lnTo>
                    <a:pt x="1318965" y="3249562"/>
                  </a:lnTo>
                  <a:lnTo>
                    <a:pt x="1313492" y="3249562"/>
                  </a:lnTo>
                  <a:lnTo>
                    <a:pt x="1308019" y="3249562"/>
                  </a:lnTo>
                  <a:lnTo>
                    <a:pt x="1302546" y="3249562"/>
                  </a:lnTo>
                  <a:lnTo>
                    <a:pt x="1297073" y="3249562"/>
                  </a:lnTo>
                  <a:lnTo>
                    <a:pt x="1291600" y="3249562"/>
                  </a:lnTo>
                  <a:lnTo>
                    <a:pt x="1286128" y="3249562"/>
                  </a:lnTo>
                  <a:lnTo>
                    <a:pt x="1280655" y="3249562"/>
                  </a:lnTo>
                  <a:lnTo>
                    <a:pt x="1275182" y="3249562"/>
                  </a:lnTo>
                  <a:lnTo>
                    <a:pt x="1269709" y="3249562"/>
                  </a:lnTo>
                  <a:lnTo>
                    <a:pt x="1264236" y="3249562"/>
                  </a:lnTo>
                  <a:lnTo>
                    <a:pt x="1258763" y="3249562"/>
                  </a:lnTo>
                  <a:lnTo>
                    <a:pt x="1253290" y="3249562"/>
                  </a:lnTo>
                  <a:lnTo>
                    <a:pt x="1247817" y="3249562"/>
                  </a:lnTo>
                  <a:lnTo>
                    <a:pt x="1242344" y="3249562"/>
                  </a:lnTo>
                  <a:lnTo>
                    <a:pt x="1236872" y="3249562"/>
                  </a:lnTo>
                  <a:lnTo>
                    <a:pt x="1231399" y="3249562"/>
                  </a:lnTo>
                  <a:lnTo>
                    <a:pt x="1225926" y="3249562"/>
                  </a:lnTo>
                  <a:lnTo>
                    <a:pt x="1220453" y="3249562"/>
                  </a:lnTo>
                  <a:lnTo>
                    <a:pt x="1214980" y="3249562"/>
                  </a:lnTo>
                  <a:lnTo>
                    <a:pt x="1209507" y="3249562"/>
                  </a:lnTo>
                  <a:lnTo>
                    <a:pt x="1204034" y="3249562"/>
                  </a:lnTo>
                  <a:lnTo>
                    <a:pt x="1198561" y="3249562"/>
                  </a:lnTo>
                  <a:lnTo>
                    <a:pt x="1193089" y="3249562"/>
                  </a:lnTo>
                  <a:lnTo>
                    <a:pt x="1187616" y="3249562"/>
                  </a:lnTo>
                  <a:lnTo>
                    <a:pt x="1182143" y="3249562"/>
                  </a:lnTo>
                  <a:lnTo>
                    <a:pt x="1176670" y="3249562"/>
                  </a:lnTo>
                  <a:lnTo>
                    <a:pt x="1171197" y="3249562"/>
                  </a:lnTo>
                  <a:lnTo>
                    <a:pt x="1165724" y="3249562"/>
                  </a:lnTo>
                  <a:lnTo>
                    <a:pt x="1160251" y="3249562"/>
                  </a:lnTo>
                  <a:lnTo>
                    <a:pt x="1154778" y="3249562"/>
                  </a:lnTo>
                  <a:lnTo>
                    <a:pt x="1149305" y="3249562"/>
                  </a:lnTo>
                  <a:lnTo>
                    <a:pt x="1143833" y="3249562"/>
                  </a:lnTo>
                  <a:lnTo>
                    <a:pt x="1138360" y="3249562"/>
                  </a:lnTo>
                  <a:lnTo>
                    <a:pt x="1132887" y="3249562"/>
                  </a:lnTo>
                  <a:lnTo>
                    <a:pt x="1127414" y="3249562"/>
                  </a:lnTo>
                  <a:lnTo>
                    <a:pt x="1121941" y="3249562"/>
                  </a:lnTo>
                  <a:lnTo>
                    <a:pt x="1116468" y="3249562"/>
                  </a:lnTo>
                  <a:lnTo>
                    <a:pt x="1110995" y="3249562"/>
                  </a:lnTo>
                  <a:lnTo>
                    <a:pt x="1105522" y="3249562"/>
                  </a:lnTo>
                  <a:lnTo>
                    <a:pt x="1100049" y="3249562"/>
                  </a:lnTo>
                  <a:lnTo>
                    <a:pt x="1094577" y="3249562"/>
                  </a:lnTo>
                  <a:lnTo>
                    <a:pt x="1089104" y="3249562"/>
                  </a:lnTo>
                  <a:lnTo>
                    <a:pt x="1083631" y="3249562"/>
                  </a:lnTo>
                  <a:lnTo>
                    <a:pt x="1078158" y="3249562"/>
                  </a:lnTo>
                  <a:lnTo>
                    <a:pt x="1072685" y="3249562"/>
                  </a:lnTo>
                  <a:lnTo>
                    <a:pt x="1072685" y="3281521"/>
                  </a:lnTo>
                  <a:lnTo>
                    <a:pt x="1067212" y="3281521"/>
                  </a:lnTo>
                  <a:lnTo>
                    <a:pt x="1061739" y="3281521"/>
                  </a:lnTo>
                  <a:lnTo>
                    <a:pt x="1056266" y="3281521"/>
                  </a:lnTo>
                  <a:lnTo>
                    <a:pt x="1050794" y="3281521"/>
                  </a:lnTo>
                  <a:lnTo>
                    <a:pt x="1045321" y="3281521"/>
                  </a:lnTo>
                  <a:lnTo>
                    <a:pt x="1039848" y="3281521"/>
                  </a:lnTo>
                  <a:lnTo>
                    <a:pt x="1034375" y="3281521"/>
                  </a:lnTo>
                  <a:lnTo>
                    <a:pt x="1028902" y="3281521"/>
                  </a:lnTo>
                  <a:lnTo>
                    <a:pt x="1023429" y="3281521"/>
                  </a:lnTo>
                  <a:lnTo>
                    <a:pt x="1017956" y="3281521"/>
                  </a:lnTo>
                  <a:lnTo>
                    <a:pt x="1012483" y="3281521"/>
                  </a:lnTo>
                  <a:lnTo>
                    <a:pt x="1007010" y="3281521"/>
                  </a:lnTo>
                  <a:lnTo>
                    <a:pt x="1001538" y="3281521"/>
                  </a:lnTo>
                  <a:lnTo>
                    <a:pt x="996065" y="3281521"/>
                  </a:lnTo>
                  <a:lnTo>
                    <a:pt x="996065" y="3312943"/>
                  </a:lnTo>
                  <a:lnTo>
                    <a:pt x="990592" y="3312943"/>
                  </a:lnTo>
                  <a:lnTo>
                    <a:pt x="985119" y="3312943"/>
                  </a:lnTo>
                  <a:lnTo>
                    <a:pt x="979646" y="3312943"/>
                  </a:lnTo>
                  <a:lnTo>
                    <a:pt x="974173" y="3312943"/>
                  </a:lnTo>
                  <a:lnTo>
                    <a:pt x="968700" y="3312943"/>
                  </a:lnTo>
                  <a:lnTo>
                    <a:pt x="968700" y="3374100"/>
                  </a:lnTo>
                  <a:lnTo>
                    <a:pt x="963227" y="3374100"/>
                  </a:lnTo>
                  <a:lnTo>
                    <a:pt x="957754" y="3374100"/>
                  </a:lnTo>
                  <a:lnTo>
                    <a:pt x="952282" y="3374100"/>
                  </a:lnTo>
                  <a:lnTo>
                    <a:pt x="946809" y="3374100"/>
                  </a:lnTo>
                  <a:lnTo>
                    <a:pt x="941336" y="3374100"/>
                  </a:lnTo>
                  <a:lnTo>
                    <a:pt x="935863" y="3374100"/>
                  </a:lnTo>
                  <a:lnTo>
                    <a:pt x="930390" y="3374100"/>
                  </a:lnTo>
                  <a:lnTo>
                    <a:pt x="924917" y="3374100"/>
                  </a:lnTo>
                  <a:lnTo>
                    <a:pt x="919444" y="3374100"/>
                  </a:lnTo>
                  <a:lnTo>
                    <a:pt x="913971" y="3374100"/>
                  </a:lnTo>
                  <a:lnTo>
                    <a:pt x="908498" y="3374100"/>
                  </a:lnTo>
                  <a:lnTo>
                    <a:pt x="903026" y="3374100"/>
                  </a:lnTo>
                  <a:lnTo>
                    <a:pt x="897553" y="3374100"/>
                  </a:lnTo>
                  <a:lnTo>
                    <a:pt x="892080" y="3374100"/>
                  </a:lnTo>
                  <a:lnTo>
                    <a:pt x="886607" y="3374100"/>
                  </a:lnTo>
                  <a:lnTo>
                    <a:pt x="881134" y="3374100"/>
                  </a:lnTo>
                  <a:lnTo>
                    <a:pt x="875661" y="3374100"/>
                  </a:lnTo>
                  <a:lnTo>
                    <a:pt x="870188" y="3374100"/>
                  </a:lnTo>
                  <a:lnTo>
                    <a:pt x="864715" y="3374100"/>
                  </a:lnTo>
                  <a:lnTo>
                    <a:pt x="859243" y="3374100"/>
                  </a:lnTo>
                  <a:lnTo>
                    <a:pt x="853770" y="3374100"/>
                  </a:lnTo>
                  <a:lnTo>
                    <a:pt x="848297" y="3374100"/>
                  </a:lnTo>
                  <a:lnTo>
                    <a:pt x="842824" y="3374100"/>
                  </a:lnTo>
                  <a:lnTo>
                    <a:pt x="837351" y="3374100"/>
                  </a:lnTo>
                  <a:lnTo>
                    <a:pt x="831878" y="3374100"/>
                  </a:lnTo>
                  <a:lnTo>
                    <a:pt x="826405" y="3374100"/>
                  </a:lnTo>
                  <a:lnTo>
                    <a:pt x="820932" y="3374100"/>
                  </a:lnTo>
                  <a:lnTo>
                    <a:pt x="815459" y="3374100"/>
                  </a:lnTo>
                  <a:lnTo>
                    <a:pt x="809987" y="3374100"/>
                  </a:lnTo>
                  <a:lnTo>
                    <a:pt x="804514" y="3374100"/>
                  </a:lnTo>
                  <a:lnTo>
                    <a:pt x="799041" y="3374100"/>
                  </a:lnTo>
                  <a:lnTo>
                    <a:pt x="793568" y="3374100"/>
                  </a:lnTo>
                  <a:lnTo>
                    <a:pt x="793568" y="3403566"/>
                  </a:lnTo>
                  <a:lnTo>
                    <a:pt x="788095" y="3403566"/>
                  </a:lnTo>
                  <a:lnTo>
                    <a:pt x="782622" y="3403566"/>
                  </a:lnTo>
                  <a:lnTo>
                    <a:pt x="777149" y="3403566"/>
                  </a:lnTo>
                  <a:lnTo>
                    <a:pt x="777149" y="3432271"/>
                  </a:lnTo>
                  <a:lnTo>
                    <a:pt x="771676" y="3432271"/>
                  </a:lnTo>
                  <a:lnTo>
                    <a:pt x="766203" y="3432271"/>
                  </a:lnTo>
                  <a:lnTo>
                    <a:pt x="760731" y="3432271"/>
                  </a:lnTo>
                  <a:lnTo>
                    <a:pt x="755258" y="3432271"/>
                  </a:lnTo>
                  <a:lnTo>
                    <a:pt x="749785" y="3432271"/>
                  </a:lnTo>
                  <a:lnTo>
                    <a:pt x="744312" y="3432271"/>
                  </a:lnTo>
                  <a:lnTo>
                    <a:pt x="738839" y="3432271"/>
                  </a:lnTo>
                  <a:lnTo>
                    <a:pt x="738839" y="3460000"/>
                  </a:lnTo>
                  <a:lnTo>
                    <a:pt x="733366" y="3460000"/>
                  </a:lnTo>
                  <a:lnTo>
                    <a:pt x="727893" y="3460000"/>
                  </a:lnTo>
                  <a:lnTo>
                    <a:pt x="722420" y="3460000"/>
                  </a:lnTo>
                  <a:lnTo>
                    <a:pt x="716947" y="3460000"/>
                  </a:lnTo>
                  <a:lnTo>
                    <a:pt x="711475" y="3460000"/>
                  </a:lnTo>
                  <a:lnTo>
                    <a:pt x="706002" y="3460000"/>
                  </a:lnTo>
                  <a:lnTo>
                    <a:pt x="700529" y="3460000"/>
                  </a:lnTo>
                  <a:lnTo>
                    <a:pt x="695056" y="3460000"/>
                  </a:lnTo>
                  <a:lnTo>
                    <a:pt x="689583" y="3460000"/>
                  </a:lnTo>
                  <a:lnTo>
                    <a:pt x="684110" y="3460000"/>
                  </a:lnTo>
                  <a:lnTo>
                    <a:pt x="678637" y="3460000"/>
                  </a:lnTo>
                  <a:lnTo>
                    <a:pt x="673164" y="3460000"/>
                  </a:lnTo>
                  <a:lnTo>
                    <a:pt x="667692" y="3460000"/>
                  </a:lnTo>
                  <a:lnTo>
                    <a:pt x="662219" y="3460000"/>
                  </a:lnTo>
                  <a:lnTo>
                    <a:pt x="656746" y="3460000"/>
                  </a:lnTo>
                  <a:lnTo>
                    <a:pt x="651273" y="3460000"/>
                  </a:lnTo>
                  <a:lnTo>
                    <a:pt x="645800" y="3460000"/>
                  </a:lnTo>
                  <a:lnTo>
                    <a:pt x="640327" y="3460000"/>
                  </a:lnTo>
                  <a:lnTo>
                    <a:pt x="634854" y="3460000"/>
                  </a:lnTo>
                  <a:lnTo>
                    <a:pt x="629381" y="3460000"/>
                  </a:lnTo>
                  <a:lnTo>
                    <a:pt x="623908" y="3460000"/>
                  </a:lnTo>
                  <a:lnTo>
                    <a:pt x="623908" y="3511869"/>
                  </a:lnTo>
                  <a:lnTo>
                    <a:pt x="618436" y="3511869"/>
                  </a:lnTo>
                  <a:lnTo>
                    <a:pt x="612963" y="3511869"/>
                  </a:lnTo>
                  <a:lnTo>
                    <a:pt x="607490" y="3511869"/>
                  </a:lnTo>
                  <a:lnTo>
                    <a:pt x="602017" y="3511869"/>
                  </a:lnTo>
                  <a:lnTo>
                    <a:pt x="596544" y="3511869"/>
                  </a:lnTo>
                  <a:lnTo>
                    <a:pt x="591071" y="3511869"/>
                  </a:lnTo>
                  <a:lnTo>
                    <a:pt x="585598" y="3511869"/>
                  </a:lnTo>
                  <a:lnTo>
                    <a:pt x="580125" y="3511869"/>
                  </a:lnTo>
                  <a:lnTo>
                    <a:pt x="574652" y="3511869"/>
                  </a:lnTo>
                  <a:lnTo>
                    <a:pt x="569180" y="3511869"/>
                  </a:lnTo>
                  <a:lnTo>
                    <a:pt x="569180" y="3535460"/>
                  </a:lnTo>
                  <a:lnTo>
                    <a:pt x="563707" y="3535460"/>
                  </a:lnTo>
                  <a:lnTo>
                    <a:pt x="558234" y="3535460"/>
                  </a:lnTo>
                  <a:lnTo>
                    <a:pt x="552761" y="3535460"/>
                  </a:lnTo>
                  <a:lnTo>
                    <a:pt x="547288" y="3535460"/>
                  </a:lnTo>
                  <a:lnTo>
                    <a:pt x="541815" y="3535460"/>
                  </a:lnTo>
                  <a:lnTo>
                    <a:pt x="536342" y="3535460"/>
                  </a:lnTo>
                  <a:lnTo>
                    <a:pt x="530869" y="3535460"/>
                  </a:lnTo>
                  <a:lnTo>
                    <a:pt x="525397" y="3535460"/>
                  </a:lnTo>
                  <a:lnTo>
                    <a:pt x="519924" y="3535460"/>
                  </a:lnTo>
                  <a:lnTo>
                    <a:pt x="514451" y="3535460"/>
                  </a:lnTo>
                  <a:lnTo>
                    <a:pt x="508978" y="3535460"/>
                  </a:lnTo>
                  <a:lnTo>
                    <a:pt x="503505" y="3535460"/>
                  </a:lnTo>
                  <a:lnTo>
                    <a:pt x="498032" y="3535460"/>
                  </a:lnTo>
                  <a:lnTo>
                    <a:pt x="492559" y="3535460"/>
                  </a:lnTo>
                  <a:lnTo>
                    <a:pt x="487086" y="3535460"/>
                  </a:lnTo>
                  <a:lnTo>
                    <a:pt x="481613" y="3535460"/>
                  </a:lnTo>
                  <a:lnTo>
                    <a:pt x="476141" y="3535460"/>
                  </a:lnTo>
                  <a:lnTo>
                    <a:pt x="470668" y="3535460"/>
                  </a:lnTo>
                  <a:lnTo>
                    <a:pt x="465195" y="3535460"/>
                  </a:lnTo>
                  <a:lnTo>
                    <a:pt x="459722" y="3535460"/>
                  </a:lnTo>
                  <a:lnTo>
                    <a:pt x="454249" y="3535460"/>
                  </a:lnTo>
                  <a:lnTo>
                    <a:pt x="448776" y="3535460"/>
                  </a:lnTo>
                  <a:lnTo>
                    <a:pt x="443303" y="3535460"/>
                  </a:lnTo>
                  <a:lnTo>
                    <a:pt x="437830" y="3535460"/>
                  </a:lnTo>
                  <a:lnTo>
                    <a:pt x="432357" y="3535460"/>
                  </a:lnTo>
                  <a:lnTo>
                    <a:pt x="426885" y="3535460"/>
                  </a:lnTo>
                  <a:lnTo>
                    <a:pt x="421412" y="3535460"/>
                  </a:lnTo>
                  <a:lnTo>
                    <a:pt x="415939" y="3535460"/>
                  </a:lnTo>
                  <a:lnTo>
                    <a:pt x="410466" y="3535460"/>
                  </a:lnTo>
                  <a:lnTo>
                    <a:pt x="404993" y="3535460"/>
                  </a:lnTo>
                  <a:lnTo>
                    <a:pt x="399520" y="3535460"/>
                  </a:lnTo>
                  <a:lnTo>
                    <a:pt x="394047" y="3535460"/>
                  </a:lnTo>
                  <a:lnTo>
                    <a:pt x="388574" y="3535460"/>
                  </a:lnTo>
                  <a:lnTo>
                    <a:pt x="383101" y="3535460"/>
                  </a:lnTo>
                  <a:lnTo>
                    <a:pt x="377629" y="3535460"/>
                  </a:lnTo>
                  <a:lnTo>
                    <a:pt x="372156" y="3535460"/>
                  </a:lnTo>
                  <a:lnTo>
                    <a:pt x="366683" y="3535460"/>
                  </a:lnTo>
                  <a:lnTo>
                    <a:pt x="361210" y="3535460"/>
                  </a:lnTo>
                  <a:lnTo>
                    <a:pt x="355737" y="3535460"/>
                  </a:lnTo>
                  <a:lnTo>
                    <a:pt x="350264" y="3535460"/>
                  </a:lnTo>
                  <a:lnTo>
                    <a:pt x="344791" y="3535460"/>
                  </a:lnTo>
                  <a:lnTo>
                    <a:pt x="339318" y="3535460"/>
                  </a:lnTo>
                  <a:lnTo>
                    <a:pt x="333846" y="3535460"/>
                  </a:lnTo>
                  <a:lnTo>
                    <a:pt x="328373" y="3535460"/>
                  </a:lnTo>
                  <a:lnTo>
                    <a:pt x="322900" y="3535460"/>
                  </a:lnTo>
                  <a:lnTo>
                    <a:pt x="317427" y="3535460"/>
                  </a:lnTo>
                  <a:lnTo>
                    <a:pt x="311954" y="3535460"/>
                  </a:lnTo>
                  <a:lnTo>
                    <a:pt x="306481" y="3535460"/>
                  </a:lnTo>
                  <a:lnTo>
                    <a:pt x="301008" y="3535460"/>
                  </a:lnTo>
                  <a:lnTo>
                    <a:pt x="295535" y="3535460"/>
                  </a:lnTo>
                  <a:lnTo>
                    <a:pt x="290062" y="3535460"/>
                  </a:lnTo>
                  <a:lnTo>
                    <a:pt x="284590" y="3535460"/>
                  </a:lnTo>
                  <a:lnTo>
                    <a:pt x="279117" y="3535460"/>
                  </a:lnTo>
                  <a:lnTo>
                    <a:pt x="273644" y="3535460"/>
                  </a:lnTo>
                  <a:lnTo>
                    <a:pt x="268171" y="3535460"/>
                  </a:lnTo>
                  <a:lnTo>
                    <a:pt x="262698" y="3535460"/>
                  </a:lnTo>
                  <a:lnTo>
                    <a:pt x="257225" y="3535460"/>
                  </a:lnTo>
                  <a:lnTo>
                    <a:pt x="251752" y="3535460"/>
                  </a:lnTo>
                  <a:lnTo>
                    <a:pt x="246279" y="3535460"/>
                  </a:lnTo>
                  <a:lnTo>
                    <a:pt x="240806" y="3535460"/>
                  </a:lnTo>
                  <a:lnTo>
                    <a:pt x="240806" y="3556472"/>
                  </a:lnTo>
                  <a:lnTo>
                    <a:pt x="235334" y="3556472"/>
                  </a:lnTo>
                  <a:lnTo>
                    <a:pt x="229861" y="3556472"/>
                  </a:lnTo>
                  <a:lnTo>
                    <a:pt x="224388" y="3556472"/>
                  </a:lnTo>
                  <a:lnTo>
                    <a:pt x="218915" y="3556472"/>
                  </a:lnTo>
                  <a:lnTo>
                    <a:pt x="213442" y="3556472"/>
                  </a:lnTo>
                  <a:lnTo>
                    <a:pt x="207969" y="3556472"/>
                  </a:lnTo>
                  <a:lnTo>
                    <a:pt x="202496" y="3556472"/>
                  </a:lnTo>
                  <a:lnTo>
                    <a:pt x="197023" y="3556472"/>
                  </a:lnTo>
                  <a:lnTo>
                    <a:pt x="191550" y="3556472"/>
                  </a:lnTo>
                  <a:lnTo>
                    <a:pt x="186078" y="3556472"/>
                  </a:lnTo>
                  <a:lnTo>
                    <a:pt x="180605" y="3556472"/>
                  </a:lnTo>
                  <a:lnTo>
                    <a:pt x="175132" y="3556472"/>
                  </a:lnTo>
                  <a:lnTo>
                    <a:pt x="169659" y="3556472"/>
                  </a:lnTo>
                  <a:lnTo>
                    <a:pt x="164186" y="3556472"/>
                  </a:lnTo>
                  <a:lnTo>
                    <a:pt x="164186" y="3574432"/>
                  </a:lnTo>
                  <a:lnTo>
                    <a:pt x="158713" y="3574432"/>
                  </a:lnTo>
                  <a:lnTo>
                    <a:pt x="153240" y="3574432"/>
                  </a:lnTo>
                  <a:lnTo>
                    <a:pt x="147767" y="3574432"/>
                  </a:lnTo>
                  <a:lnTo>
                    <a:pt x="147767" y="3587480"/>
                  </a:lnTo>
                  <a:lnTo>
                    <a:pt x="142295" y="3587480"/>
                  </a:lnTo>
                  <a:lnTo>
                    <a:pt x="136822" y="3587480"/>
                  </a:lnTo>
                  <a:lnTo>
                    <a:pt x="131349" y="3587480"/>
                  </a:lnTo>
                  <a:lnTo>
                    <a:pt x="125876" y="3587480"/>
                  </a:lnTo>
                  <a:lnTo>
                    <a:pt x="120403" y="3587480"/>
                  </a:lnTo>
                  <a:lnTo>
                    <a:pt x="114930" y="3587480"/>
                  </a:lnTo>
                  <a:lnTo>
                    <a:pt x="109457" y="3587480"/>
                  </a:lnTo>
                  <a:lnTo>
                    <a:pt x="103984" y="3587480"/>
                  </a:lnTo>
                  <a:lnTo>
                    <a:pt x="98511" y="3587480"/>
                  </a:lnTo>
                  <a:lnTo>
                    <a:pt x="93039" y="3587480"/>
                  </a:lnTo>
                  <a:lnTo>
                    <a:pt x="87566" y="3587480"/>
                  </a:lnTo>
                  <a:lnTo>
                    <a:pt x="82093" y="3587480"/>
                  </a:lnTo>
                  <a:lnTo>
                    <a:pt x="76620" y="3587480"/>
                  </a:lnTo>
                  <a:lnTo>
                    <a:pt x="71147" y="3587480"/>
                  </a:lnTo>
                  <a:lnTo>
                    <a:pt x="65674" y="3587480"/>
                  </a:lnTo>
                  <a:lnTo>
                    <a:pt x="60201" y="3587480"/>
                  </a:lnTo>
                  <a:lnTo>
                    <a:pt x="54728" y="3587480"/>
                  </a:lnTo>
                  <a:lnTo>
                    <a:pt x="49255" y="3587480"/>
                  </a:lnTo>
                  <a:lnTo>
                    <a:pt x="43783" y="3587480"/>
                  </a:lnTo>
                  <a:lnTo>
                    <a:pt x="38310" y="3587480"/>
                  </a:lnTo>
                  <a:lnTo>
                    <a:pt x="32837" y="3587480"/>
                  </a:lnTo>
                  <a:lnTo>
                    <a:pt x="27364" y="3587480"/>
                  </a:lnTo>
                  <a:lnTo>
                    <a:pt x="21891" y="3587480"/>
                  </a:lnTo>
                  <a:lnTo>
                    <a:pt x="16418" y="3587480"/>
                  </a:lnTo>
                  <a:lnTo>
                    <a:pt x="10945" y="3587480"/>
                  </a:lnTo>
                  <a:lnTo>
                    <a:pt x="5472" y="3587480"/>
                  </a:lnTo>
                  <a:lnTo>
                    <a:pt x="0" y="3587480"/>
                  </a:lnTo>
                  <a:close/>
                </a:path>
              </a:pathLst>
            </a:custGeom>
            <a:solidFill>
              <a:srgbClr val="00BA3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09709" y="2506398"/>
              <a:ext cx="9922341" cy="3369938"/>
            </a:xfrm>
            <a:custGeom>
              <a:avLst/>
              <a:pathLst>
                <a:path w="9922341" h="3369938">
                  <a:moveTo>
                    <a:pt x="0" y="3369938"/>
                  </a:moveTo>
                  <a:lnTo>
                    <a:pt x="5472" y="3369938"/>
                  </a:lnTo>
                  <a:lnTo>
                    <a:pt x="5472" y="3369938"/>
                  </a:lnTo>
                  <a:lnTo>
                    <a:pt x="10945" y="3369938"/>
                  </a:lnTo>
                  <a:lnTo>
                    <a:pt x="10945" y="3369938"/>
                  </a:lnTo>
                  <a:lnTo>
                    <a:pt x="16418" y="3369938"/>
                  </a:lnTo>
                  <a:lnTo>
                    <a:pt x="16418" y="3369938"/>
                  </a:lnTo>
                  <a:lnTo>
                    <a:pt x="21891" y="3369938"/>
                  </a:lnTo>
                  <a:lnTo>
                    <a:pt x="21891" y="3369938"/>
                  </a:lnTo>
                  <a:lnTo>
                    <a:pt x="27364" y="3369938"/>
                  </a:lnTo>
                  <a:lnTo>
                    <a:pt x="27364" y="3369938"/>
                  </a:lnTo>
                  <a:lnTo>
                    <a:pt x="32837" y="3369938"/>
                  </a:lnTo>
                  <a:lnTo>
                    <a:pt x="32837" y="3369938"/>
                  </a:lnTo>
                  <a:lnTo>
                    <a:pt x="38310" y="3369938"/>
                  </a:lnTo>
                  <a:lnTo>
                    <a:pt x="38310" y="3369938"/>
                  </a:lnTo>
                  <a:lnTo>
                    <a:pt x="43783" y="3369938"/>
                  </a:lnTo>
                  <a:lnTo>
                    <a:pt x="43783" y="3369938"/>
                  </a:lnTo>
                  <a:lnTo>
                    <a:pt x="49255" y="3369938"/>
                  </a:lnTo>
                  <a:lnTo>
                    <a:pt x="49255" y="3369938"/>
                  </a:lnTo>
                  <a:lnTo>
                    <a:pt x="54728" y="3369938"/>
                  </a:lnTo>
                  <a:lnTo>
                    <a:pt x="54728" y="3369938"/>
                  </a:lnTo>
                  <a:lnTo>
                    <a:pt x="60201" y="3369938"/>
                  </a:lnTo>
                  <a:lnTo>
                    <a:pt x="60201" y="3369938"/>
                  </a:lnTo>
                  <a:lnTo>
                    <a:pt x="65674" y="3369938"/>
                  </a:lnTo>
                  <a:lnTo>
                    <a:pt x="65674" y="3369938"/>
                  </a:lnTo>
                  <a:lnTo>
                    <a:pt x="71147" y="3369938"/>
                  </a:lnTo>
                  <a:lnTo>
                    <a:pt x="71147" y="3369938"/>
                  </a:lnTo>
                  <a:lnTo>
                    <a:pt x="76620" y="3369938"/>
                  </a:lnTo>
                  <a:lnTo>
                    <a:pt x="76620" y="3369938"/>
                  </a:lnTo>
                  <a:lnTo>
                    <a:pt x="82093" y="3369938"/>
                  </a:lnTo>
                  <a:lnTo>
                    <a:pt x="82093" y="3369938"/>
                  </a:lnTo>
                  <a:lnTo>
                    <a:pt x="87566" y="3369938"/>
                  </a:lnTo>
                  <a:lnTo>
                    <a:pt x="87566" y="3369938"/>
                  </a:lnTo>
                  <a:lnTo>
                    <a:pt x="93039" y="3369938"/>
                  </a:lnTo>
                  <a:lnTo>
                    <a:pt x="93039" y="3369938"/>
                  </a:lnTo>
                  <a:lnTo>
                    <a:pt x="98511" y="3369938"/>
                  </a:lnTo>
                  <a:lnTo>
                    <a:pt x="98511" y="3369938"/>
                  </a:lnTo>
                  <a:lnTo>
                    <a:pt x="103984" y="3369938"/>
                  </a:lnTo>
                  <a:lnTo>
                    <a:pt x="103984" y="3369938"/>
                  </a:lnTo>
                  <a:lnTo>
                    <a:pt x="109457" y="3369938"/>
                  </a:lnTo>
                  <a:lnTo>
                    <a:pt x="109457" y="3369938"/>
                  </a:lnTo>
                  <a:lnTo>
                    <a:pt x="114930" y="3369938"/>
                  </a:lnTo>
                  <a:lnTo>
                    <a:pt x="114930" y="3369938"/>
                  </a:lnTo>
                  <a:lnTo>
                    <a:pt x="120403" y="3369938"/>
                  </a:lnTo>
                  <a:lnTo>
                    <a:pt x="120403" y="3369938"/>
                  </a:lnTo>
                  <a:lnTo>
                    <a:pt x="125876" y="3369938"/>
                  </a:lnTo>
                  <a:lnTo>
                    <a:pt x="125876" y="3369938"/>
                  </a:lnTo>
                  <a:lnTo>
                    <a:pt x="131349" y="3369938"/>
                  </a:lnTo>
                  <a:lnTo>
                    <a:pt x="131349" y="3369938"/>
                  </a:lnTo>
                  <a:lnTo>
                    <a:pt x="136822" y="3369938"/>
                  </a:lnTo>
                  <a:lnTo>
                    <a:pt x="136822" y="3369938"/>
                  </a:lnTo>
                  <a:lnTo>
                    <a:pt x="142295" y="3369938"/>
                  </a:lnTo>
                  <a:lnTo>
                    <a:pt x="142295" y="3369938"/>
                  </a:lnTo>
                  <a:lnTo>
                    <a:pt x="147767" y="3369938"/>
                  </a:lnTo>
                  <a:lnTo>
                    <a:pt x="147767" y="3310193"/>
                  </a:lnTo>
                  <a:lnTo>
                    <a:pt x="153240" y="3310193"/>
                  </a:lnTo>
                  <a:lnTo>
                    <a:pt x="153240" y="3310193"/>
                  </a:lnTo>
                  <a:lnTo>
                    <a:pt x="158713" y="3310193"/>
                  </a:lnTo>
                  <a:lnTo>
                    <a:pt x="158713" y="3310193"/>
                  </a:lnTo>
                  <a:lnTo>
                    <a:pt x="164186" y="3310193"/>
                  </a:lnTo>
                  <a:lnTo>
                    <a:pt x="164186" y="3249244"/>
                  </a:lnTo>
                  <a:lnTo>
                    <a:pt x="169659" y="3249244"/>
                  </a:lnTo>
                  <a:lnTo>
                    <a:pt x="169659" y="3249244"/>
                  </a:lnTo>
                  <a:lnTo>
                    <a:pt x="175132" y="3249244"/>
                  </a:lnTo>
                  <a:lnTo>
                    <a:pt x="175132" y="3249244"/>
                  </a:lnTo>
                  <a:lnTo>
                    <a:pt x="180605" y="3249244"/>
                  </a:lnTo>
                  <a:lnTo>
                    <a:pt x="180605" y="3249244"/>
                  </a:lnTo>
                  <a:lnTo>
                    <a:pt x="186078" y="3249244"/>
                  </a:lnTo>
                  <a:lnTo>
                    <a:pt x="186078" y="3249244"/>
                  </a:lnTo>
                  <a:lnTo>
                    <a:pt x="191550" y="3249244"/>
                  </a:lnTo>
                  <a:lnTo>
                    <a:pt x="191550" y="3249244"/>
                  </a:lnTo>
                  <a:lnTo>
                    <a:pt x="197023" y="3249244"/>
                  </a:lnTo>
                  <a:lnTo>
                    <a:pt x="197023" y="3249244"/>
                  </a:lnTo>
                  <a:lnTo>
                    <a:pt x="202496" y="3249244"/>
                  </a:lnTo>
                  <a:lnTo>
                    <a:pt x="202496" y="3249244"/>
                  </a:lnTo>
                  <a:lnTo>
                    <a:pt x="207969" y="3249244"/>
                  </a:lnTo>
                  <a:lnTo>
                    <a:pt x="207969" y="3249244"/>
                  </a:lnTo>
                  <a:lnTo>
                    <a:pt x="213442" y="3249244"/>
                  </a:lnTo>
                  <a:lnTo>
                    <a:pt x="213442" y="3249244"/>
                  </a:lnTo>
                  <a:lnTo>
                    <a:pt x="218915" y="3249244"/>
                  </a:lnTo>
                  <a:lnTo>
                    <a:pt x="218915" y="3249244"/>
                  </a:lnTo>
                  <a:lnTo>
                    <a:pt x="224388" y="3249244"/>
                  </a:lnTo>
                  <a:lnTo>
                    <a:pt x="224388" y="3249244"/>
                  </a:lnTo>
                  <a:lnTo>
                    <a:pt x="229861" y="3249244"/>
                  </a:lnTo>
                  <a:lnTo>
                    <a:pt x="229861" y="3249244"/>
                  </a:lnTo>
                  <a:lnTo>
                    <a:pt x="235334" y="3249244"/>
                  </a:lnTo>
                  <a:lnTo>
                    <a:pt x="235334" y="3249244"/>
                  </a:lnTo>
                  <a:lnTo>
                    <a:pt x="240806" y="3249244"/>
                  </a:lnTo>
                  <a:lnTo>
                    <a:pt x="240806" y="3189745"/>
                  </a:lnTo>
                  <a:lnTo>
                    <a:pt x="246279" y="3189745"/>
                  </a:lnTo>
                  <a:lnTo>
                    <a:pt x="246279" y="3189745"/>
                  </a:lnTo>
                  <a:lnTo>
                    <a:pt x="251752" y="3189745"/>
                  </a:lnTo>
                  <a:lnTo>
                    <a:pt x="251752" y="3189745"/>
                  </a:lnTo>
                  <a:lnTo>
                    <a:pt x="257225" y="3189745"/>
                  </a:lnTo>
                  <a:lnTo>
                    <a:pt x="257225" y="3189745"/>
                  </a:lnTo>
                  <a:lnTo>
                    <a:pt x="262698" y="3189745"/>
                  </a:lnTo>
                  <a:lnTo>
                    <a:pt x="262698" y="3189745"/>
                  </a:lnTo>
                  <a:lnTo>
                    <a:pt x="268171" y="3189745"/>
                  </a:lnTo>
                  <a:lnTo>
                    <a:pt x="268171" y="3189745"/>
                  </a:lnTo>
                  <a:lnTo>
                    <a:pt x="273644" y="3189745"/>
                  </a:lnTo>
                  <a:lnTo>
                    <a:pt x="273644" y="3189745"/>
                  </a:lnTo>
                  <a:lnTo>
                    <a:pt x="279117" y="3189745"/>
                  </a:lnTo>
                  <a:lnTo>
                    <a:pt x="279117" y="3189745"/>
                  </a:lnTo>
                  <a:lnTo>
                    <a:pt x="284590" y="3189745"/>
                  </a:lnTo>
                  <a:lnTo>
                    <a:pt x="284590" y="3189745"/>
                  </a:lnTo>
                  <a:lnTo>
                    <a:pt x="290062" y="3189745"/>
                  </a:lnTo>
                  <a:lnTo>
                    <a:pt x="290062" y="3189745"/>
                  </a:lnTo>
                  <a:lnTo>
                    <a:pt x="295535" y="3189745"/>
                  </a:lnTo>
                  <a:lnTo>
                    <a:pt x="295535" y="3189745"/>
                  </a:lnTo>
                  <a:lnTo>
                    <a:pt x="301008" y="3189745"/>
                  </a:lnTo>
                  <a:lnTo>
                    <a:pt x="301008" y="3189745"/>
                  </a:lnTo>
                  <a:lnTo>
                    <a:pt x="306481" y="3189745"/>
                  </a:lnTo>
                  <a:lnTo>
                    <a:pt x="306481" y="3189745"/>
                  </a:lnTo>
                  <a:lnTo>
                    <a:pt x="311954" y="3189745"/>
                  </a:lnTo>
                  <a:lnTo>
                    <a:pt x="311954" y="3189745"/>
                  </a:lnTo>
                  <a:lnTo>
                    <a:pt x="317427" y="3189745"/>
                  </a:lnTo>
                  <a:lnTo>
                    <a:pt x="317427" y="3189745"/>
                  </a:lnTo>
                  <a:lnTo>
                    <a:pt x="322900" y="3189745"/>
                  </a:lnTo>
                  <a:lnTo>
                    <a:pt x="322900" y="3189745"/>
                  </a:lnTo>
                  <a:lnTo>
                    <a:pt x="328373" y="3189745"/>
                  </a:lnTo>
                  <a:lnTo>
                    <a:pt x="328373" y="3189745"/>
                  </a:lnTo>
                  <a:lnTo>
                    <a:pt x="333846" y="3189745"/>
                  </a:lnTo>
                  <a:lnTo>
                    <a:pt x="333846" y="3189745"/>
                  </a:lnTo>
                  <a:lnTo>
                    <a:pt x="339318" y="3189745"/>
                  </a:lnTo>
                  <a:lnTo>
                    <a:pt x="339318" y="3189745"/>
                  </a:lnTo>
                  <a:lnTo>
                    <a:pt x="344791" y="3189745"/>
                  </a:lnTo>
                  <a:lnTo>
                    <a:pt x="344791" y="3189745"/>
                  </a:lnTo>
                  <a:lnTo>
                    <a:pt x="350264" y="3189745"/>
                  </a:lnTo>
                  <a:lnTo>
                    <a:pt x="350264" y="3189745"/>
                  </a:lnTo>
                  <a:lnTo>
                    <a:pt x="355737" y="3189745"/>
                  </a:lnTo>
                  <a:lnTo>
                    <a:pt x="355737" y="3189745"/>
                  </a:lnTo>
                  <a:lnTo>
                    <a:pt x="361210" y="3189745"/>
                  </a:lnTo>
                  <a:lnTo>
                    <a:pt x="361210" y="3189745"/>
                  </a:lnTo>
                  <a:lnTo>
                    <a:pt x="366683" y="3189745"/>
                  </a:lnTo>
                  <a:lnTo>
                    <a:pt x="366683" y="3189745"/>
                  </a:lnTo>
                  <a:lnTo>
                    <a:pt x="372156" y="3189745"/>
                  </a:lnTo>
                  <a:lnTo>
                    <a:pt x="372156" y="3189745"/>
                  </a:lnTo>
                  <a:lnTo>
                    <a:pt x="377629" y="3189745"/>
                  </a:lnTo>
                  <a:lnTo>
                    <a:pt x="377629" y="3189745"/>
                  </a:lnTo>
                  <a:lnTo>
                    <a:pt x="383101" y="3189745"/>
                  </a:lnTo>
                  <a:lnTo>
                    <a:pt x="383101" y="3189745"/>
                  </a:lnTo>
                  <a:lnTo>
                    <a:pt x="388574" y="3189745"/>
                  </a:lnTo>
                  <a:lnTo>
                    <a:pt x="388574" y="3189745"/>
                  </a:lnTo>
                  <a:lnTo>
                    <a:pt x="394047" y="3189745"/>
                  </a:lnTo>
                  <a:lnTo>
                    <a:pt x="394047" y="3189745"/>
                  </a:lnTo>
                  <a:lnTo>
                    <a:pt x="399520" y="3189745"/>
                  </a:lnTo>
                  <a:lnTo>
                    <a:pt x="399520" y="3189745"/>
                  </a:lnTo>
                  <a:lnTo>
                    <a:pt x="404993" y="3189745"/>
                  </a:lnTo>
                  <a:lnTo>
                    <a:pt x="404993" y="3189745"/>
                  </a:lnTo>
                  <a:lnTo>
                    <a:pt x="410466" y="3189745"/>
                  </a:lnTo>
                  <a:lnTo>
                    <a:pt x="410466" y="3189745"/>
                  </a:lnTo>
                  <a:lnTo>
                    <a:pt x="415939" y="3189745"/>
                  </a:lnTo>
                  <a:lnTo>
                    <a:pt x="415939" y="3189745"/>
                  </a:lnTo>
                  <a:lnTo>
                    <a:pt x="421412" y="3189745"/>
                  </a:lnTo>
                  <a:lnTo>
                    <a:pt x="421412" y="3189745"/>
                  </a:lnTo>
                  <a:lnTo>
                    <a:pt x="426885" y="3189745"/>
                  </a:lnTo>
                  <a:lnTo>
                    <a:pt x="426885" y="3189745"/>
                  </a:lnTo>
                  <a:lnTo>
                    <a:pt x="432357" y="3189745"/>
                  </a:lnTo>
                  <a:lnTo>
                    <a:pt x="432357" y="3189745"/>
                  </a:lnTo>
                  <a:lnTo>
                    <a:pt x="437830" y="3189745"/>
                  </a:lnTo>
                  <a:lnTo>
                    <a:pt x="437830" y="3189745"/>
                  </a:lnTo>
                  <a:lnTo>
                    <a:pt x="443303" y="3189745"/>
                  </a:lnTo>
                  <a:lnTo>
                    <a:pt x="443303" y="3189745"/>
                  </a:lnTo>
                  <a:lnTo>
                    <a:pt x="448776" y="3189745"/>
                  </a:lnTo>
                  <a:lnTo>
                    <a:pt x="448776" y="3189745"/>
                  </a:lnTo>
                  <a:lnTo>
                    <a:pt x="454249" y="3189745"/>
                  </a:lnTo>
                  <a:lnTo>
                    <a:pt x="454249" y="3189745"/>
                  </a:lnTo>
                  <a:lnTo>
                    <a:pt x="459722" y="3189745"/>
                  </a:lnTo>
                  <a:lnTo>
                    <a:pt x="459722" y="3189745"/>
                  </a:lnTo>
                  <a:lnTo>
                    <a:pt x="465195" y="3189745"/>
                  </a:lnTo>
                  <a:lnTo>
                    <a:pt x="465195" y="3189745"/>
                  </a:lnTo>
                  <a:lnTo>
                    <a:pt x="470668" y="3189745"/>
                  </a:lnTo>
                  <a:lnTo>
                    <a:pt x="470668" y="3189745"/>
                  </a:lnTo>
                  <a:lnTo>
                    <a:pt x="476141" y="3189745"/>
                  </a:lnTo>
                  <a:lnTo>
                    <a:pt x="476141" y="3189745"/>
                  </a:lnTo>
                  <a:lnTo>
                    <a:pt x="481613" y="3189745"/>
                  </a:lnTo>
                  <a:lnTo>
                    <a:pt x="481613" y="3189745"/>
                  </a:lnTo>
                  <a:lnTo>
                    <a:pt x="487086" y="3189745"/>
                  </a:lnTo>
                  <a:lnTo>
                    <a:pt x="487086" y="3189745"/>
                  </a:lnTo>
                  <a:lnTo>
                    <a:pt x="492559" y="3189745"/>
                  </a:lnTo>
                  <a:lnTo>
                    <a:pt x="492559" y="3189745"/>
                  </a:lnTo>
                  <a:lnTo>
                    <a:pt x="498032" y="3189745"/>
                  </a:lnTo>
                  <a:lnTo>
                    <a:pt x="498032" y="3189745"/>
                  </a:lnTo>
                  <a:lnTo>
                    <a:pt x="503505" y="3189745"/>
                  </a:lnTo>
                  <a:lnTo>
                    <a:pt x="503505" y="3189745"/>
                  </a:lnTo>
                  <a:lnTo>
                    <a:pt x="508978" y="3189745"/>
                  </a:lnTo>
                  <a:lnTo>
                    <a:pt x="508978" y="3189745"/>
                  </a:lnTo>
                  <a:lnTo>
                    <a:pt x="514451" y="3189745"/>
                  </a:lnTo>
                  <a:lnTo>
                    <a:pt x="514451" y="3189745"/>
                  </a:lnTo>
                  <a:lnTo>
                    <a:pt x="519924" y="3189745"/>
                  </a:lnTo>
                  <a:lnTo>
                    <a:pt x="519924" y="3189745"/>
                  </a:lnTo>
                  <a:lnTo>
                    <a:pt x="525397" y="3189745"/>
                  </a:lnTo>
                  <a:lnTo>
                    <a:pt x="525397" y="3189745"/>
                  </a:lnTo>
                  <a:lnTo>
                    <a:pt x="530869" y="3189745"/>
                  </a:lnTo>
                  <a:lnTo>
                    <a:pt x="530869" y="3189745"/>
                  </a:lnTo>
                  <a:lnTo>
                    <a:pt x="536342" y="3189745"/>
                  </a:lnTo>
                  <a:lnTo>
                    <a:pt x="536342" y="3189745"/>
                  </a:lnTo>
                  <a:lnTo>
                    <a:pt x="541815" y="3189745"/>
                  </a:lnTo>
                  <a:lnTo>
                    <a:pt x="541815" y="3189745"/>
                  </a:lnTo>
                  <a:lnTo>
                    <a:pt x="547288" y="3189745"/>
                  </a:lnTo>
                  <a:lnTo>
                    <a:pt x="547288" y="3189745"/>
                  </a:lnTo>
                  <a:lnTo>
                    <a:pt x="552761" y="3189745"/>
                  </a:lnTo>
                  <a:lnTo>
                    <a:pt x="552761" y="3189745"/>
                  </a:lnTo>
                  <a:lnTo>
                    <a:pt x="558234" y="3189745"/>
                  </a:lnTo>
                  <a:lnTo>
                    <a:pt x="558234" y="3189745"/>
                  </a:lnTo>
                  <a:lnTo>
                    <a:pt x="563707" y="3189745"/>
                  </a:lnTo>
                  <a:lnTo>
                    <a:pt x="563707" y="3189745"/>
                  </a:lnTo>
                  <a:lnTo>
                    <a:pt x="569180" y="3189745"/>
                  </a:lnTo>
                  <a:lnTo>
                    <a:pt x="569180" y="3128936"/>
                  </a:lnTo>
                  <a:lnTo>
                    <a:pt x="574652" y="3128936"/>
                  </a:lnTo>
                  <a:lnTo>
                    <a:pt x="574652" y="3128936"/>
                  </a:lnTo>
                  <a:lnTo>
                    <a:pt x="580125" y="3128936"/>
                  </a:lnTo>
                  <a:lnTo>
                    <a:pt x="580125" y="3128936"/>
                  </a:lnTo>
                  <a:lnTo>
                    <a:pt x="585598" y="3128936"/>
                  </a:lnTo>
                  <a:lnTo>
                    <a:pt x="585598" y="3128936"/>
                  </a:lnTo>
                  <a:lnTo>
                    <a:pt x="591071" y="3128936"/>
                  </a:lnTo>
                  <a:lnTo>
                    <a:pt x="591071" y="3128936"/>
                  </a:lnTo>
                  <a:lnTo>
                    <a:pt x="596544" y="3128936"/>
                  </a:lnTo>
                  <a:lnTo>
                    <a:pt x="596544" y="3128936"/>
                  </a:lnTo>
                  <a:lnTo>
                    <a:pt x="602017" y="3128936"/>
                  </a:lnTo>
                  <a:lnTo>
                    <a:pt x="602017" y="3128936"/>
                  </a:lnTo>
                  <a:lnTo>
                    <a:pt x="607490" y="3128936"/>
                  </a:lnTo>
                  <a:lnTo>
                    <a:pt x="607490" y="3128936"/>
                  </a:lnTo>
                  <a:lnTo>
                    <a:pt x="612963" y="3128936"/>
                  </a:lnTo>
                  <a:lnTo>
                    <a:pt x="612963" y="3128936"/>
                  </a:lnTo>
                  <a:lnTo>
                    <a:pt x="618436" y="3128936"/>
                  </a:lnTo>
                  <a:lnTo>
                    <a:pt x="618436" y="3128936"/>
                  </a:lnTo>
                  <a:lnTo>
                    <a:pt x="623908" y="3128936"/>
                  </a:lnTo>
                  <a:lnTo>
                    <a:pt x="623908" y="3011691"/>
                  </a:lnTo>
                  <a:lnTo>
                    <a:pt x="629381" y="3011691"/>
                  </a:lnTo>
                  <a:lnTo>
                    <a:pt x="629381" y="3011691"/>
                  </a:lnTo>
                  <a:lnTo>
                    <a:pt x="634854" y="3011691"/>
                  </a:lnTo>
                  <a:lnTo>
                    <a:pt x="634854" y="3011691"/>
                  </a:lnTo>
                  <a:lnTo>
                    <a:pt x="640327" y="3011691"/>
                  </a:lnTo>
                  <a:lnTo>
                    <a:pt x="640327" y="3011691"/>
                  </a:lnTo>
                  <a:lnTo>
                    <a:pt x="645800" y="3011691"/>
                  </a:lnTo>
                  <a:lnTo>
                    <a:pt x="645800" y="3011691"/>
                  </a:lnTo>
                  <a:lnTo>
                    <a:pt x="651273" y="3011691"/>
                  </a:lnTo>
                  <a:lnTo>
                    <a:pt x="651273" y="3011691"/>
                  </a:lnTo>
                  <a:lnTo>
                    <a:pt x="656746" y="3011691"/>
                  </a:lnTo>
                  <a:lnTo>
                    <a:pt x="656746" y="3011691"/>
                  </a:lnTo>
                  <a:lnTo>
                    <a:pt x="662219" y="3011691"/>
                  </a:lnTo>
                  <a:lnTo>
                    <a:pt x="662219" y="3011691"/>
                  </a:lnTo>
                  <a:lnTo>
                    <a:pt x="667692" y="3011691"/>
                  </a:lnTo>
                  <a:lnTo>
                    <a:pt x="667692" y="3011691"/>
                  </a:lnTo>
                  <a:lnTo>
                    <a:pt x="673164" y="3011691"/>
                  </a:lnTo>
                  <a:lnTo>
                    <a:pt x="673164" y="3011691"/>
                  </a:lnTo>
                  <a:lnTo>
                    <a:pt x="678637" y="3011691"/>
                  </a:lnTo>
                  <a:lnTo>
                    <a:pt x="678637" y="3011691"/>
                  </a:lnTo>
                  <a:lnTo>
                    <a:pt x="684110" y="3011691"/>
                  </a:lnTo>
                  <a:lnTo>
                    <a:pt x="684110" y="3011691"/>
                  </a:lnTo>
                  <a:lnTo>
                    <a:pt x="689583" y="3011691"/>
                  </a:lnTo>
                  <a:lnTo>
                    <a:pt x="689583" y="3011691"/>
                  </a:lnTo>
                  <a:lnTo>
                    <a:pt x="695056" y="3011691"/>
                  </a:lnTo>
                  <a:lnTo>
                    <a:pt x="695056" y="3011691"/>
                  </a:lnTo>
                  <a:lnTo>
                    <a:pt x="700529" y="3011691"/>
                  </a:lnTo>
                  <a:lnTo>
                    <a:pt x="700529" y="3011691"/>
                  </a:lnTo>
                  <a:lnTo>
                    <a:pt x="706002" y="3011691"/>
                  </a:lnTo>
                  <a:lnTo>
                    <a:pt x="706002" y="3011691"/>
                  </a:lnTo>
                  <a:lnTo>
                    <a:pt x="711475" y="3011691"/>
                  </a:lnTo>
                  <a:lnTo>
                    <a:pt x="711475" y="3011691"/>
                  </a:lnTo>
                  <a:lnTo>
                    <a:pt x="716947" y="3011691"/>
                  </a:lnTo>
                  <a:lnTo>
                    <a:pt x="716947" y="3011691"/>
                  </a:lnTo>
                  <a:lnTo>
                    <a:pt x="722420" y="3011691"/>
                  </a:lnTo>
                  <a:lnTo>
                    <a:pt x="722420" y="3011691"/>
                  </a:lnTo>
                  <a:lnTo>
                    <a:pt x="727893" y="3011691"/>
                  </a:lnTo>
                  <a:lnTo>
                    <a:pt x="727893" y="3011691"/>
                  </a:lnTo>
                  <a:lnTo>
                    <a:pt x="733366" y="3011691"/>
                  </a:lnTo>
                  <a:lnTo>
                    <a:pt x="733366" y="3011691"/>
                  </a:lnTo>
                  <a:lnTo>
                    <a:pt x="738839" y="3011691"/>
                  </a:lnTo>
                  <a:lnTo>
                    <a:pt x="738839" y="2954397"/>
                  </a:lnTo>
                  <a:lnTo>
                    <a:pt x="744312" y="2954397"/>
                  </a:lnTo>
                  <a:lnTo>
                    <a:pt x="744312" y="2954397"/>
                  </a:lnTo>
                  <a:lnTo>
                    <a:pt x="749785" y="2954397"/>
                  </a:lnTo>
                  <a:lnTo>
                    <a:pt x="749785" y="2954397"/>
                  </a:lnTo>
                  <a:lnTo>
                    <a:pt x="755258" y="2954397"/>
                  </a:lnTo>
                  <a:lnTo>
                    <a:pt x="755258" y="2954397"/>
                  </a:lnTo>
                  <a:lnTo>
                    <a:pt x="760731" y="2954397"/>
                  </a:lnTo>
                  <a:lnTo>
                    <a:pt x="760731" y="2954397"/>
                  </a:lnTo>
                  <a:lnTo>
                    <a:pt x="766203" y="2954397"/>
                  </a:lnTo>
                  <a:lnTo>
                    <a:pt x="766203" y="2954397"/>
                  </a:lnTo>
                  <a:lnTo>
                    <a:pt x="771676" y="2954397"/>
                  </a:lnTo>
                  <a:lnTo>
                    <a:pt x="771676" y="2954397"/>
                  </a:lnTo>
                  <a:lnTo>
                    <a:pt x="777149" y="2954397"/>
                  </a:lnTo>
                  <a:lnTo>
                    <a:pt x="777149" y="2897637"/>
                  </a:lnTo>
                  <a:lnTo>
                    <a:pt x="782622" y="2897637"/>
                  </a:lnTo>
                  <a:lnTo>
                    <a:pt x="782622" y="2897637"/>
                  </a:lnTo>
                  <a:lnTo>
                    <a:pt x="788095" y="2897637"/>
                  </a:lnTo>
                  <a:lnTo>
                    <a:pt x="788095" y="2897637"/>
                  </a:lnTo>
                  <a:lnTo>
                    <a:pt x="793568" y="2897637"/>
                  </a:lnTo>
                  <a:lnTo>
                    <a:pt x="793568" y="2841637"/>
                  </a:lnTo>
                  <a:lnTo>
                    <a:pt x="799041" y="2841637"/>
                  </a:lnTo>
                  <a:lnTo>
                    <a:pt x="799041" y="2841637"/>
                  </a:lnTo>
                  <a:lnTo>
                    <a:pt x="804514" y="2841637"/>
                  </a:lnTo>
                  <a:lnTo>
                    <a:pt x="804514" y="2841637"/>
                  </a:lnTo>
                  <a:lnTo>
                    <a:pt x="809987" y="2841637"/>
                  </a:lnTo>
                  <a:lnTo>
                    <a:pt x="809987" y="2841637"/>
                  </a:lnTo>
                  <a:lnTo>
                    <a:pt x="815459" y="2841637"/>
                  </a:lnTo>
                  <a:lnTo>
                    <a:pt x="815459" y="2841637"/>
                  </a:lnTo>
                  <a:lnTo>
                    <a:pt x="820932" y="2841637"/>
                  </a:lnTo>
                  <a:lnTo>
                    <a:pt x="820932" y="2841637"/>
                  </a:lnTo>
                  <a:lnTo>
                    <a:pt x="826405" y="2841637"/>
                  </a:lnTo>
                  <a:lnTo>
                    <a:pt x="826405" y="2841637"/>
                  </a:lnTo>
                  <a:lnTo>
                    <a:pt x="831878" y="2841637"/>
                  </a:lnTo>
                  <a:lnTo>
                    <a:pt x="831878" y="2841637"/>
                  </a:lnTo>
                  <a:lnTo>
                    <a:pt x="837351" y="2841637"/>
                  </a:lnTo>
                  <a:lnTo>
                    <a:pt x="837351" y="2841637"/>
                  </a:lnTo>
                  <a:lnTo>
                    <a:pt x="842824" y="2841637"/>
                  </a:lnTo>
                  <a:lnTo>
                    <a:pt x="842824" y="2841637"/>
                  </a:lnTo>
                  <a:lnTo>
                    <a:pt x="848297" y="2841637"/>
                  </a:lnTo>
                  <a:lnTo>
                    <a:pt x="848297" y="2841637"/>
                  </a:lnTo>
                  <a:lnTo>
                    <a:pt x="853770" y="2841637"/>
                  </a:lnTo>
                  <a:lnTo>
                    <a:pt x="853770" y="2841637"/>
                  </a:lnTo>
                  <a:lnTo>
                    <a:pt x="859243" y="2841637"/>
                  </a:lnTo>
                  <a:lnTo>
                    <a:pt x="859243" y="2841637"/>
                  </a:lnTo>
                  <a:lnTo>
                    <a:pt x="864715" y="2841637"/>
                  </a:lnTo>
                  <a:lnTo>
                    <a:pt x="864715" y="2841637"/>
                  </a:lnTo>
                  <a:lnTo>
                    <a:pt x="870188" y="2841637"/>
                  </a:lnTo>
                  <a:lnTo>
                    <a:pt x="870188" y="2841637"/>
                  </a:lnTo>
                  <a:lnTo>
                    <a:pt x="875661" y="2841637"/>
                  </a:lnTo>
                  <a:lnTo>
                    <a:pt x="875661" y="2841637"/>
                  </a:lnTo>
                  <a:lnTo>
                    <a:pt x="881134" y="2841637"/>
                  </a:lnTo>
                  <a:lnTo>
                    <a:pt x="881134" y="2841637"/>
                  </a:lnTo>
                  <a:lnTo>
                    <a:pt x="886607" y="2841637"/>
                  </a:lnTo>
                  <a:lnTo>
                    <a:pt x="886607" y="2841637"/>
                  </a:lnTo>
                  <a:lnTo>
                    <a:pt x="892080" y="2841637"/>
                  </a:lnTo>
                  <a:lnTo>
                    <a:pt x="892080" y="2841637"/>
                  </a:lnTo>
                  <a:lnTo>
                    <a:pt x="897553" y="2841637"/>
                  </a:lnTo>
                  <a:lnTo>
                    <a:pt x="897553" y="2841637"/>
                  </a:lnTo>
                  <a:lnTo>
                    <a:pt x="903026" y="2841637"/>
                  </a:lnTo>
                  <a:lnTo>
                    <a:pt x="903026" y="2841637"/>
                  </a:lnTo>
                  <a:lnTo>
                    <a:pt x="908498" y="2841637"/>
                  </a:lnTo>
                  <a:lnTo>
                    <a:pt x="908498" y="2841637"/>
                  </a:lnTo>
                  <a:lnTo>
                    <a:pt x="913971" y="2841637"/>
                  </a:lnTo>
                  <a:lnTo>
                    <a:pt x="913971" y="2841637"/>
                  </a:lnTo>
                  <a:lnTo>
                    <a:pt x="919444" y="2841637"/>
                  </a:lnTo>
                  <a:lnTo>
                    <a:pt x="919444" y="2841637"/>
                  </a:lnTo>
                  <a:lnTo>
                    <a:pt x="924917" y="2841637"/>
                  </a:lnTo>
                  <a:lnTo>
                    <a:pt x="924917" y="2841637"/>
                  </a:lnTo>
                  <a:lnTo>
                    <a:pt x="930390" y="2841637"/>
                  </a:lnTo>
                  <a:lnTo>
                    <a:pt x="930390" y="2841637"/>
                  </a:lnTo>
                  <a:lnTo>
                    <a:pt x="935863" y="2841637"/>
                  </a:lnTo>
                  <a:lnTo>
                    <a:pt x="935863" y="2841637"/>
                  </a:lnTo>
                  <a:lnTo>
                    <a:pt x="941336" y="2841637"/>
                  </a:lnTo>
                  <a:lnTo>
                    <a:pt x="941336" y="2841637"/>
                  </a:lnTo>
                  <a:lnTo>
                    <a:pt x="946809" y="2841637"/>
                  </a:lnTo>
                  <a:lnTo>
                    <a:pt x="946809" y="2841637"/>
                  </a:lnTo>
                  <a:lnTo>
                    <a:pt x="952282" y="2841637"/>
                  </a:lnTo>
                  <a:lnTo>
                    <a:pt x="952282" y="2841637"/>
                  </a:lnTo>
                  <a:lnTo>
                    <a:pt x="957754" y="2841637"/>
                  </a:lnTo>
                  <a:lnTo>
                    <a:pt x="957754" y="2841637"/>
                  </a:lnTo>
                  <a:lnTo>
                    <a:pt x="963227" y="2841637"/>
                  </a:lnTo>
                  <a:lnTo>
                    <a:pt x="963227" y="2841637"/>
                  </a:lnTo>
                  <a:lnTo>
                    <a:pt x="968700" y="2841637"/>
                  </a:lnTo>
                  <a:lnTo>
                    <a:pt x="968700" y="2730402"/>
                  </a:lnTo>
                  <a:lnTo>
                    <a:pt x="974173" y="2730402"/>
                  </a:lnTo>
                  <a:lnTo>
                    <a:pt x="974173" y="2730402"/>
                  </a:lnTo>
                  <a:lnTo>
                    <a:pt x="979646" y="2730402"/>
                  </a:lnTo>
                  <a:lnTo>
                    <a:pt x="979646" y="2730402"/>
                  </a:lnTo>
                  <a:lnTo>
                    <a:pt x="985119" y="2730402"/>
                  </a:lnTo>
                  <a:lnTo>
                    <a:pt x="985119" y="2730402"/>
                  </a:lnTo>
                  <a:lnTo>
                    <a:pt x="990592" y="2730402"/>
                  </a:lnTo>
                  <a:lnTo>
                    <a:pt x="990592" y="2730402"/>
                  </a:lnTo>
                  <a:lnTo>
                    <a:pt x="996065" y="2730402"/>
                  </a:lnTo>
                  <a:lnTo>
                    <a:pt x="996065" y="2675485"/>
                  </a:lnTo>
                  <a:lnTo>
                    <a:pt x="1001538" y="2675485"/>
                  </a:lnTo>
                  <a:lnTo>
                    <a:pt x="1001538" y="2675485"/>
                  </a:lnTo>
                  <a:lnTo>
                    <a:pt x="1007010" y="2675485"/>
                  </a:lnTo>
                  <a:lnTo>
                    <a:pt x="1007010" y="2675485"/>
                  </a:lnTo>
                  <a:lnTo>
                    <a:pt x="1012483" y="2675485"/>
                  </a:lnTo>
                  <a:lnTo>
                    <a:pt x="1012483" y="2675485"/>
                  </a:lnTo>
                  <a:lnTo>
                    <a:pt x="1017956" y="2675485"/>
                  </a:lnTo>
                  <a:lnTo>
                    <a:pt x="1017956" y="2675485"/>
                  </a:lnTo>
                  <a:lnTo>
                    <a:pt x="1023429" y="2675485"/>
                  </a:lnTo>
                  <a:lnTo>
                    <a:pt x="1023429" y="2675485"/>
                  </a:lnTo>
                  <a:lnTo>
                    <a:pt x="1028902" y="2675485"/>
                  </a:lnTo>
                  <a:lnTo>
                    <a:pt x="1028902" y="2675485"/>
                  </a:lnTo>
                  <a:lnTo>
                    <a:pt x="1034375" y="2675485"/>
                  </a:lnTo>
                  <a:lnTo>
                    <a:pt x="1034375" y="2675485"/>
                  </a:lnTo>
                  <a:lnTo>
                    <a:pt x="1039848" y="2675485"/>
                  </a:lnTo>
                  <a:lnTo>
                    <a:pt x="1039848" y="2675485"/>
                  </a:lnTo>
                  <a:lnTo>
                    <a:pt x="1045321" y="2675485"/>
                  </a:lnTo>
                  <a:lnTo>
                    <a:pt x="1045321" y="2675485"/>
                  </a:lnTo>
                  <a:lnTo>
                    <a:pt x="1050794" y="2675485"/>
                  </a:lnTo>
                  <a:lnTo>
                    <a:pt x="1050794" y="2675485"/>
                  </a:lnTo>
                  <a:lnTo>
                    <a:pt x="1056266" y="2675485"/>
                  </a:lnTo>
                  <a:lnTo>
                    <a:pt x="1056266" y="2675485"/>
                  </a:lnTo>
                  <a:lnTo>
                    <a:pt x="1061739" y="2675485"/>
                  </a:lnTo>
                  <a:lnTo>
                    <a:pt x="1061739" y="2675485"/>
                  </a:lnTo>
                  <a:lnTo>
                    <a:pt x="1067212" y="2675485"/>
                  </a:lnTo>
                  <a:lnTo>
                    <a:pt x="1067212" y="2675485"/>
                  </a:lnTo>
                  <a:lnTo>
                    <a:pt x="1072685" y="2675485"/>
                  </a:lnTo>
                  <a:lnTo>
                    <a:pt x="1072685" y="2620808"/>
                  </a:lnTo>
                  <a:lnTo>
                    <a:pt x="1078158" y="2620808"/>
                  </a:lnTo>
                  <a:lnTo>
                    <a:pt x="1078158" y="2620808"/>
                  </a:lnTo>
                  <a:lnTo>
                    <a:pt x="1083631" y="2620808"/>
                  </a:lnTo>
                  <a:lnTo>
                    <a:pt x="1083631" y="2620808"/>
                  </a:lnTo>
                  <a:lnTo>
                    <a:pt x="1089104" y="2620808"/>
                  </a:lnTo>
                  <a:lnTo>
                    <a:pt x="1089104" y="2620808"/>
                  </a:lnTo>
                  <a:lnTo>
                    <a:pt x="1094577" y="2620808"/>
                  </a:lnTo>
                  <a:lnTo>
                    <a:pt x="1094577" y="2620808"/>
                  </a:lnTo>
                  <a:lnTo>
                    <a:pt x="1100049" y="2620808"/>
                  </a:lnTo>
                  <a:lnTo>
                    <a:pt x="1100049" y="2620808"/>
                  </a:lnTo>
                  <a:lnTo>
                    <a:pt x="1105522" y="2620808"/>
                  </a:lnTo>
                  <a:lnTo>
                    <a:pt x="1105522" y="2620808"/>
                  </a:lnTo>
                  <a:lnTo>
                    <a:pt x="1110995" y="2620808"/>
                  </a:lnTo>
                  <a:lnTo>
                    <a:pt x="1110995" y="2620808"/>
                  </a:lnTo>
                  <a:lnTo>
                    <a:pt x="1116468" y="2620808"/>
                  </a:lnTo>
                  <a:lnTo>
                    <a:pt x="1116468" y="2620808"/>
                  </a:lnTo>
                  <a:lnTo>
                    <a:pt x="1121941" y="2620808"/>
                  </a:lnTo>
                  <a:lnTo>
                    <a:pt x="1121941" y="2620808"/>
                  </a:lnTo>
                  <a:lnTo>
                    <a:pt x="1127414" y="2620808"/>
                  </a:lnTo>
                  <a:lnTo>
                    <a:pt x="1127414" y="2620808"/>
                  </a:lnTo>
                  <a:lnTo>
                    <a:pt x="1132887" y="2620808"/>
                  </a:lnTo>
                  <a:lnTo>
                    <a:pt x="1132887" y="2620808"/>
                  </a:lnTo>
                  <a:lnTo>
                    <a:pt x="1138360" y="2620808"/>
                  </a:lnTo>
                  <a:lnTo>
                    <a:pt x="1138360" y="2620808"/>
                  </a:lnTo>
                  <a:lnTo>
                    <a:pt x="1143833" y="2620808"/>
                  </a:lnTo>
                  <a:lnTo>
                    <a:pt x="1143833" y="2620808"/>
                  </a:lnTo>
                  <a:lnTo>
                    <a:pt x="1149305" y="2620808"/>
                  </a:lnTo>
                  <a:lnTo>
                    <a:pt x="1149305" y="2620808"/>
                  </a:lnTo>
                  <a:lnTo>
                    <a:pt x="1154778" y="2620808"/>
                  </a:lnTo>
                  <a:lnTo>
                    <a:pt x="1154778" y="2620808"/>
                  </a:lnTo>
                  <a:lnTo>
                    <a:pt x="1160251" y="2620808"/>
                  </a:lnTo>
                  <a:lnTo>
                    <a:pt x="1160251" y="2620808"/>
                  </a:lnTo>
                  <a:lnTo>
                    <a:pt x="1165724" y="2620808"/>
                  </a:lnTo>
                  <a:lnTo>
                    <a:pt x="1165724" y="2620808"/>
                  </a:lnTo>
                  <a:lnTo>
                    <a:pt x="1171197" y="2620808"/>
                  </a:lnTo>
                  <a:lnTo>
                    <a:pt x="1171197" y="2620808"/>
                  </a:lnTo>
                  <a:lnTo>
                    <a:pt x="1176670" y="2620808"/>
                  </a:lnTo>
                  <a:lnTo>
                    <a:pt x="1176670" y="2620808"/>
                  </a:lnTo>
                  <a:lnTo>
                    <a:pt x="1182143" y="2620808"/>
                  </a:lnTo>
                  <a:lnTo>
                    <a:pt x="1182143" y="2620808"/>
                  </a:lnTo>
                  <a:lnTo>
                    <a:pt x="1187616" y="2620808"/>
                  </a:lnTo>
                  <a:lnTo>
                    <a:pt x="1187616" y="2620808"/>
                  </a:lnTo>
                  <a:lnTo>
                    <a:pt x="1193089" y="2620808"/>
                  </a:lnTo>
                  <a:lnTo>
                    <a:pt x="1193089" y="2620808"/>
                  </a:lnTo>
                  <a:lnTo>
                    <a:pt x="1198561" y="2620808"/>
                  </a:lnTo>
                  <a:lnTo>
                    <a:pt x="1198561" y="2620808"/>
                  </a:lnTo>
                  <a:lnTo>
                    <a:pt x="1204034" y="2620808"/>
                  </a:lnTo>
                  <a:lnTo>
                    <a:pt x="1204034" y="2620808"/>
                  </a:lnTo>
                  <a:lnTo>
                    <a:pt x="1209507" y="2620808"/>
                  </a:lnTo>
                  <a:lnTo>
                    <a:pt x="1209507" y="2620808"/>
                  </a:lnTo>
                  <a:lnTo>
                    <a:pt x="1214980" y="2620808"/>
                  </a:lnTo>
                  <a:lnTo>
                    <a:pt x="1214980" y="2620808"/>
                  </a:lnTo>
                  <a:lnTo>
                    <a:pt x="1220453" y="2620808"/>
                  </a:lnTo>
                  <a:lnTo>
                    <a:pt x="1220453" y="2620808"/>
                  </a:lnTo>
                  <a:lnTo>
                    <a:pt x="1225926" y="2620808"/>
                  </a:lnTo>
                  <a:lnTo>
                    <a:pt x="1225926" y="2620808"/>
                  </a:lnTo>
                  <a:lnTo>
                    <a:pt x="1231399" y="2620808"/>
                  </a:lnTo>
                  <a:lnTo>
                    <a:pt x="1231399" y="2620808"/>
                  </a:lnTo>
                  <a:lnTo>
                    <a:pt x="1236872" y="2620808"/>
                  </a:lnTo>
                  <a:lnTo>
                    <a:pt x="1236872" y="2620808"/>
                  </a:lnTo>
                  <a:lnTo>
                    <a:pt x="1242344" y="2620808"/>
                  </a:lnTo>
                  <a:lnTo>
                    <a:pt x="1242344" y="2620808"/>
                  </a:lnTo>
                  <a:lnTo>
                    <a:pt x="1247817" y="2620808"/>
                  </a:lnTo>
                  <a:lnTo>
                    <a:pt x="1247817" y="2620808"/>
                  </a:lnTo>
                  <a:lnTo>
                    <a:pt x="1253290" y="2620808"/>
                  </a:lnTo>
                  <a:lnTo>
                    <a:pt x="1253290" y="2620808"/>
                  </a:lnTo>
                  <a:lnTo>
                    <a:pt x="1258763" y="2620808"/>
                  </a:lnTo>
                  <a:lnTo>
                    <a:pt x="1258763" y="2620808"/>
                  </a:lnTo>
                  <a:lnTo>
                    <a:pt x="1264236" y="2620808"/>
                  </a:lnTo>
                  <a:lnTo>
                    <a:pt x="1264236" y="2620808"/>
                  </a:lnTo>
                  <a:lnTo>
                    <a:pt x="1269709" y="2620808"/>
                  </a:lnTo>
                  <a:lnTo>
                    <a:pt x="1269709" y="2620808"/>
                  </a:lnTo>
                  <a:lnTo>
                    <a:pt x="1275182" y="2620808"/>
                  </a:lnTo>
                  <a:lnTo>
                    <a:pt x="1275182" y="2620808"/>
                  </a:lnTo>
                  <a:lnTo>
                    <a:pt x="1280655" y="2620808"/>
                  </a:lnTo>
                  <a:lnTo>
                    <a:pt x="1280655" y="2620808"/>
                  </a:lnTo>
                  <a:lnTo>
                    <a:pt x="1286128" y="2620808"/>
                  </a:lnTo>
                  <a:lnTo>
                    <a:pt x="1286128" y="2620808"/>
                  </a:lnTo>
                  <a:lnTo>
                    <a:pt x="1291600" y="2620808"/>
                  </a:lnTo>
                  <a:lnTo>
                    <a:pt x="1291600" y="2620808"/>
                  </a:lnTo>
                  <a:lnTo>
                    <a:pt x="1297073" y="2620808"/>
                  </a:lnTo>
                  <a:lnTo>
                    <a:pt x="1297073" y="2620808"/>
                  </a:lnTo>
                  <a:lnTo>
                    <a:pt x="1302546" y="2620808"/>
                  </a:lnTo>
                  <a:lnTo>
                    <a:pt x="1302546" y="2620808"/>
                  </a:lnTo>
                  <a:lnTo>
                    <a:pt x="1308019" y="2620808"/>
                  </a:lnTo>
                  <a:lnTo>
                    <a:pt x="1308019" y="2620808"/>
                  </a:lnTo>
                  <a:lnTo>
                    <a:pt x="1313492" y="2620808"/>
                  </a:lnTo>
                  <a:lnTo>
                    <a:pt x="1313492" y="2620808"/>
                  </a:lnTo>
                  <a:lnTo>
                    <a:pt x="1318965" y="2620808"/>
                  </a:lnTo>
                  <a:lnTo>
                    <a:pt x="1318965" y="2620808"/>
                  </a:lnTo>
                  <a:lnTo>
                    <a:pt x="1324438" y="2620808"/>
                  </a:lnTo>
                  <a:lnTo>
                    <a:pt x="1324438" y="2565512"/>
                  </a:lnTo>
                  <a:lnTo>
                    <a:pt x="1329911" y="2565512"/>
                  </a:lnTo>
                  <a:lnTo>
                    <a:pt x="1329911" y="2510627"/>
                  </a:lnTo>
                  <a:lnTo>
                    <a:pt x="1335384" y="2510627"/>
                  </a:lnTo>
                  <a:lnTo>
                    <a:pt x="1335384" y="2510627"/>
                  </a:lnTo>
                  <a:lnTo>
                    <a:pt x="1340856" y="2510627"/>
                  </a:lnTo>
                  <a:lnTo>
                    <a:pt x="1340856" y="2510627"/>
                  </a:lnTo>
                  <a:lnTo>
                    <a:pt x="1346329" y="2510627"/>
                  </a:lnTo>
                  <a:lnTo>
                    <a:pt x="1346329" y="2510627"/>
                  </a:lnTo>
                  <a:lnTo>
                    <a:pt x="1351802" y="2510627"/>
                  </a:lnTo>
                  <a:lnTo>
                    <a:pt x="1351802" y="2510627"/>
                  </a:lnTo>
                  <a:lnTo>
                    <a:pt x="1357275" y="2510627"/>
                  </a:lnTo>
                  <a:lnTo>
                    <a:pt x="1357275" y="2510627"/>
                  </a:lnTo>
                  <a:lnTo>
                    <a:pt x="1362748" y="2510627"/>
                  </a:lnTo>
                  <a:lnTo>
                    <a:pt x="1362748" y="2510627"/>
                  </a:lnTo>
                  <a:lnTo>
                    <a:pt x="1368221" y="2510627"/>
                  </a:lnTo>
                  <a:lnTo>
                    <a:pt x="1368221" y="2510627"/>
                  </a:lnTo>
                  <a:lnTo>
                    <a:pt x="1373694" y="2510627"/>
                  </a:lnTo>
                  <a:lnTo>
                    <a:pt x="1373694" y="2510627"/>
                  </a:lnTo>
                  <a:lnTo>
                    <a:pt x="1379167" y="2510627"/>
                  </a:lnTo>
                  <a:lnTo>
                    <a:pt x="1379167" y="2510627"/>
                  </a:lnTo>
                  <a:lnTo>
                    <a:pt x="1384640" y="2510627"/>
                  </a:lnTo>
                  <a:lnTo>
                    <a:pt x="1384640" y="2510627"/>
                  </a:lnTo>
                  <a:lnTo>
                    <a:pt x="1390112" y="2510627"/>
                  </a:lnTo>
                  <a:lnTo>
                    <a:pt x="1390112" y="2510627"/>
                  </a:lnTo>
                  <a:lnTo>
                    <a:pt x="1395585" y="2510627"/>
                  </a:lnTo>
                  <a:lnTo>
                    <a:pt x="1395585" y="2510627"/>
                  </a:lnTo>
                  <a:lnTo>
                    <a:pt x="1401058" y="2510627"/>
                  </a:lnTo>
                  <a:lnTo>
                    <a:pt x="1401058" y="2510627"/>
                  </a:lnTo>
                  <a:lnTo>
                    <a:pt x="1406531" y="2510627"/>
                  </a:lnTo>
                  <a:lnTo>
                    <a:pt x="1406531" y="2510627"/>
                  </a:lnTo>
                  <a:lnTo>
                    <a:pt x="1412004" y="2510627"/>
                  </a:lnTo>
                  <a:lnTo>
                    <a:pt x="1412004" y="2510627"/>
                  </a:lnTo>
                  <a:lnTo>
                    <a:pt x="1417477" y="2510627"/>
                  </a:lnTo>
                  <a:lnTo>
                    <a:pt x="1417477" y="2510627"/>
                  </a:lnTo>
                  <a:lnTo>
                    <a:pt x="1422950" y="2510627"/>
                  </a:lnTo>
                  <a:lnTo>
                    <a:pt x="1422950" y="2510627"/>
                  </a:lnTo>
                  <a:lnTo>
                    <a:pt x="1428423" y="2510627"/>
                  </a:lnTo>
                  <a:lnTo>
                    <a:pt x="1428423" y="2510627"/>
                  </a:lnTo>
                  <a:lnTo>
                    <a:pt x="1433895" y="2510627"/>
                  </a:lnTo>
                  <a:lnTo>
                    <a:pt x="1433895" y="2510627"/>
                  </a:lnTo>
                  <a:lnTo>
                    <a:pt x="1439368" y="2510627"/>
                  </a:lnTo>
                  <a:lnTo>
                    <a:pt x="1439368" y="2510627"/>
                  </a:lnTo>
                  <a:lnTo>
                    <a:pt x="1444841" y="2510627"/>
                  </a:lnTo>
                  <a:lnTo>
                    <a:pt x="1444841" y="2455502"/>
                  </a:lnTo>
                  <a:lnTo>
                    <a:pt x="1450314" y="2455502"/>
                  </a:lnTo>
                  <a:lnTo>
                    <a:pt x="1450314" y="2455502"/>
                  </a:lnTo>
                  <a:lnTo>
                    <a:pt x="1455787" y="2455502"/>
                  </a:lnTo>
                  <a:lnTo>
                    <a:pt x="1455787" y="2455502"/>
                  </a:lnTo>
                  <a:lnTo>
                    <a:pt x="1461260" y="2455502"/>
                  </a:lnTo>
                  <a:lnTo>
                    <a:pt x="1461260" y="2455502"/>
                  </a:lnTo>
                  <a:lnTo>
                    <a:pt x="1466733" y="2455502"/>
                  </a:lnTo>
                  <a:lnTo>
                    <a:pt x="1466733" y="2455502"/>
                  </a:lnTo>
                  <a:lnTo>
                    <a:pt x="1472206" y="2455502"/>
                  </a:lnTo>
                  <a:lnTo>
                    <a:pt x="1472206" y="2455502"/>
                  </a:lnTo>
                  <a:lnTo>
                    <a:pt x="1477679" y="2455502"/>
                  </a:lnTo>
                  <a:lnTo>
                    <a:pt x="1477679" y="2455502"/>
                  </a:lnTo>
                  <a:lnTo>
                    <a:pt x="1483151" y="2455502"/>
                  </a:lnTo>
                  <a:lnTo>
                    <a:pt x="1483151" y="2455502"/>
                  </a:lnTo>
                  <a:lnTo>
                    <a:pt x="1488624" y="2455502"/>
                  </a:lnTo>
                  <a:lnTo>
                    <a:pt x="1488624" y="2455502"/>
                  </a:lnTo>
                  <a:lnTo>
                    <a:pt x="1494097" y="2455502"/>
                  </a:lnTo>
                  <a:lnTo>
                    <a:pt x="1494097" y="2455502"/>
                  </a:lnTo>
                  <a:lnTo>
                    <a:pt x="1499570" y="2455502"/>
                  </a:lnTo>
                  <a:lnTo>
                    <a:pt x="1499570" y="2455502"/>
                  </a:lnTo>
                  <a:lnTo>
                    <a:pt x="1505043" y="2455502"/>
                  </a:lnTo>
                  <a:lnTo>
                    <a:pt x="1505043" y="2455502"/>
                  </a:lnTo>
                  <a:lnTo>
                    <a:pt x="1510516" y="2455502"/>
                  </a:lnTo>
                  <a:lnTo>
                    <a:pt x="1510516" y="2455502"/>
                  </a:lnTo>
                  <a:lnTo>
                    <a:pt x="1515989" y="2455502"/>
                  </a:lnTo>
                  <a:lnTo>
                    <a:pt x="1515989" y="2455502"/>
                  </a:lnTo>
                  <a:lnTo>
                    <a:pt x="1521462" y="2455502"/>
                  </a:lnTo>
                  <a:lnTo>
                    <a:pt x="1521462" y="2455502"/>
                  </a:lnTo>
                  <a:lnTo>
                    <a:pt x="1526935" y="2455502"/>
                  </a:lnTo>
                  <a:lnTo>
                    <a:pt x="1526935" y="2455502"/>
                  </a:lnTo>
                  <a:lnTo>
                    <a:pt x="1532407" y="2455502"/>
                  </a:lnTo>
                  <a:lnTo>
                    <a:pt x="1532407" y="2455502"/>
                  </a:lnTo>
                  <a:lnTo>
                    <a:pt x="1537880" y="2455502"/>
                  </a:lnTo>
                  <a:lnTo>
                    <a:pt x="1537880" y="2455502"/>
                  </a:lnTo>
                  <a:lnTo>
                    <a:pt x="1543353" y="2455502"/>
                  </a:lnTo>
                  <a:lnTo>
                    <a:pt x="1543353" y="2455502"/>
                  </a:lnTo>
                  <a:lnTo>
                    <a:pt x="1548826" y="2455502"/>
                  </a:lnTo>
                  <a:lnTo>
                    <a:pt x="1548826" y="2455502"/>
                  </a:lnTo>
                  <a:lnTo>
                    <a:pt x="1554299" y="2455502"/>
                  </a:lnTo>
                  <a:lnTo>
                    <a:pt x="1554299" y="2455502"/>
                  </a:lnTo>
                  <a:lnTo>
                    <a:pt x="1559772" y="2455502"/>
                  </a:lnTo>
                  <a:lnTo>
                    <a:pt x="1559772" y="2455502"/>
                  </a:lnTo>
                  <a:lnTo>
                    <a:pt x="1565245" y="2455502"/>
                  </a:lnTo>
                  <a:lnTo>
                    <a:pt x="1565245" y="2455502"/>
                  </a:lnTo>
                  <a:lnTo>
                    <a:pt x="1570718" y="2455502"/>
                  </a:lnTo>
                  <a:lnTo>
                    <a:pt x="1570718" y="2455502"/>
                  </a:lnTo>
                  <a:lnTo>
                    <a:pt x="1576191" y="2455502"/>
                  </a:lnTo>
                  <a:lnTo>
                    <a:pt x="1576191" y="2455502"/>
                  </a:lnTo>
                  <a:lnTo>
                    <a:pt x="1581663" y="2455502"/>
                  </a:lnTo>
                  <a:lnTo>
                    <a:pt x="1581663" y="2455502"/>
                  </a:lnTo>
                  <a:lnTo>
                    <a:pt x="1587136" y="2455502"/>
                  </a:lnTo>
                  <a:lnTo>
                    <a:pt x="1587136" y="2455502"/>
                  </a:lnTo>
                  <a:lnTo>
                    <a:pt x="1592609" y="2455502"/>
                  </a:lnTo>
                  <a:lnTo>
                    <a:pt x="1592609" y="2455502"/>
                  </a:lnTo>
                  <a:lnTo>
                    <a:pt x="1598082" y="2455502"/>
                  </a:lnTo>
                  <a:lnTo>
                    <a:pt x="1598082" y="2455502"/>
                  </a:lnTo>
                  <a:lnTo>
                    <a:pt x="1603555" y="2455502"/>
                  </a:lnTo>
                  <a:lnTo>
                    <a:pt x="1603555" y="2455502"/>
                  </a:lnTo>
                  <a:lnTo>
                    <a:pt x="1609028" y="2455502"/>
                  </a:lnTo>
                  <a:lnTo>
                    <a:pt x="1609028" y="2455502"/>
                  </a:lnTo>
                  <a:lnTo>
                    <a:pt x="1614501" y="2455502"/>
                  </a:lnTo>
                  <a:lnTo>
                    <a:pt x="1614501" y="2455502"/>
                  </a:lnTo>
                  <a:lnTo>
                    <a:pt x="1619974" y="2455502"/>
                  </a:lnTo>
                  <a:lnTo>
                    <a:pt x="1619974" y="2400353"/>
                  </a:lnTo>
                  <a:lnTo>
                    <a:pt x="1625446" y="2400353"/>
                  </a:lnTo>
                  <a:lnTo>
                    <a:pt x="1625446" y="2400353"/>
                  </a:lnTo>
                  <a:lnTo>
                    <a:pt x="1630919" y="2400353"/>
                  </a:lnTo>
                  <a:lnTo>
                    <a:pt x="1630919" y="2400353"/>
                  </a:lnTo>
                  <a:lnTo>
                    <a:pt x="1636392" y="2400353"/>
                  </a:lnTo>
                  <a:lnTo>
                    <a:pt x="1636392" y="2400353"/>
                  </a:lnTo>
                  <a:lnTo>
                    <a:pt x="1641865" y="2400353"/>
                  </a:lnTo>
                  <a:lnTo>
                    <a:pt x="1641865" y="2400353"/>
                  </a:lnTo>
                  <a:lnTo>
                    <a:pt x="1647338" y="2400353"/>
                  </a:lnTo>
                  <a:lnTo>
                    <a:pt x="1647338" y="2400353"/>
                  </a:lnTo>
                  <a:lnTo>
                    <a:pt x="1652811" y="2400353"/>
                  </a:lnTo>
                  <a:lnTo>
                    <a:pt x="1652811" y="2400353"/>
                  </a:lnTo>
                  <a:lnTo>
                    <a:pt x="1658284" y="2400353"/>
                  </a:lnTo>
                  <a:lnTo>
                    <a:pt x="1658284" y="2400353"/>
                  </a:lnTo>
                  <a:lnTo>
                    <a:pt x="1663757" y="2400353"/>
                  </a:lnTo>
                  <a:lnTo>
                    <a:pt x="1663757" y="2400353"/>
                  </a:lnTo>
                  <a:lnTo>
                    <a:pt x="1669230" y="2400353"/>
                  </a:lnTo>
                  <a:lnTo>
                    <a:pt x="1669230" y="2400353"/>
                  </a:lnTo>
                  <a:lnTo>
                    <a:pt x="1674702" y="2400353"/>
                  </a:lnTo>
                  <a:lnTo>
                    <a:pt x="1674702" y="2400353"/>
                  </a:lnTo>
                  <a:lnTo>
                    <a:pt x="1680175" y="2400353"/>
                  </a:lnTo>
                  <a:lnTo>
                    <a:pt x="1680175" y="2400353"/>
                  </a:lnTo>
                  <a:lnTo>
                    <a:pt x="1685648" y="2400353"/>
                  </a:lnTo>
                  <a:lnTo>
                    <a:pt x="1685648" y="2400353"/>
                  </a:lnTo>
                  <a:lnTo>
                    <a:pt x="1691121" y="2400353"/>
                  </a:lnTo>
                  <a:lnTo>
                    <a:pt x="1691121" y="2400353"/>
                  </a:lnTo>
                  <a:lnTo>
                    <a:pt x="1696594" y="2400353"/>
                  </a:lnTo>
                  <a:lnTo>
                    <a:pt x="1696594" y="2400353"/>
                  </a:lnTo>
                  <a:lnTo>
                    <a:pt x="1702067" y="2400353"/>
                  </a:lnTo>
                  <a:lnTo>
                    <a:pt x="1702067" y="2400353"/>
                  </a:lnTo>
                  <a:lnTo>
                    <a:pt x="1707540" y="2400353"/>
                  </a:lnTo>
                  <a:lnTo>
                    <a:pt x="1707540" y="2400353"/>
                  </a:lnTo>
                  <a:lnTo>
                    <a:pt x="1713013" y="2400353"/>
                  </a:lnTo>
                  <a:lnTo>
                    <a:pt x="1713013" y="2400353"/>
                  </a:lnTo>
                  <a:lnTo>
                    <a:pt x="1718486" y="2400353"/>
                  </a:lnTo>
                  <a:lnTo>
                    <a:pt x="1718486" y="2400353"/>
                  </a:lnTo>
                  <a:lnTo>
                    <a:pt x="1723958" y="2400353"/>
                  </a:lnTo>
                  <a:lnTo>
                    <a:pt x="1723958" y="2400353"/>
                  </a:lnTo>
                  <a:lnTo>
                    <a:pt x="1729431" y="2400353"/>
                  </a:lnTo>
                  <a:lnTo>
                    <a:pt x="1729431" y="2400353"/>
                  </a:lnTo>
                  <a:lnTo>
                    <a:pt x="1734904" y="2400353"/>
                  </a:lnTo>
                  <a:lnTo>
                    <a:pt x="1734904" y="2400353"/>
                  </a:lnTo>
                  <a:lnTo>
                    <a:pt x="1740377" y="2400353"/>
                  </a:lnTo>
                  <a:lnTo>
                    <a:pt x="1740377" y="2400353"/>
                  </a:lnTo>
                  <a:lnTo>
                    <a:pt x="1745850" y="2400353"/>
                  </a:lnTo>
                  <a:lnTo>
                    <a:pt x="1745850" y="2400353"/>
                  </a:lnTo>
                  <a:lnTo>
                    <a:pt x="1751323" y="2400353"/>
                  </a:lnTo>
                  <a:lnTo>
                    <a:pt x="1751323" y="2400353"/>
                  </a:lnTo>
                  <a:lnTo>
                    <a:pt x="1756796" y="2400353"/>
                  </a:lnTo>
                  <a:lnTo>
                    <a:pt x="1756796" y="2400353"/>
                  </a:lnTo>
                  <a:lnTo>
                    <a:pt x="1762269" y="2400353"/>
                  </a:lnTo>
                  <a:lnTo>
                    <a:pt x="1762269" y="2400353"/>
                  </a:lnTo>
                  <a:lnTo>
                    <a:pt x="1767741" y="2400353"/>
                  </a:lnTo>
                  <a:lnTo>
                    <a:pt x="1767741" y="2400353"/>
                  </a:lnTo>
                  <a:lnTo>
                    <a:pt x="1773214" y="2400353"/>
                  </a:lnTo>
                  <a:lnTo>
                    <a:pt x="1773214" y="2400353"/>
                  </a:lnTo>
                  <a:lnTo>
                    <a:pt x="1778687" y="2400353"/>
                  </a:lnTo>
                  <a:lnTo>
                    <a:pt x="1778687" y="2400353"/>
                  </a:lnTo>
                  <a:lnTo>
                    <a:pt x="1784160" y="2400353"/>
                  </a:lnTo>
                  <a:lnTo>
                    <a:pt x="1784160" y="2400353"/>
                  </a:lnTo>
                  <a:lnTo>
                    <a:pt x="1789633" y="2400353"/>
                  </a:lnTo>
                  <a:lnTo>
                    <a:pt x="1789633" y="2400353"/>
                  </a:lnTo>
                  <a:lnTo>
                    <a:pt x="1795106" y="2400353"/>
                  </a:lnTo>
                  <a:lnTo>
                    <a:pt x="1795106" y="2400353"/>
                  </a:lnTo>
                  <a:lnTo>
                    <a:pt x="1800579" y="2400353"/>
                  </a:lnTo>
                  <a:lnTo>
                    <a:pt x="1800579" y="2400353"/>
                  </a:lnTo>
                  <a:lnTo>
                    <a:pt x="1806052" y="2400353"/>
                  </a:lnTo>
                  <a:lnTo>
                    <a:pt x="1806052" y="2400353"/>
                  </a:lnTo>
                  <a:lnTo>
                    <a:pt x="1811525" y="2400353"/>
                  </a:lnTo>
                  <a:lnTo>
                    <a:pt x="1811525" y="2400353"/>
                  </a:lnTo>
                  <a:lnTo>
                    <a:pt x="1816997" y="2400353"/>
                  </a:lnTo>
                  <a:lnTo>
                    <a:pt x="1816997" y="2400353"/>
                  </a:lnTo>
                  <a:lnTo>
                    <a:pt x="1822470" y="2400353"/>
                  </a:lnTo>
                  <a:lnTo>
                    <a:pt x="1822470" y="2400353"/>
                  </a:lnTo>
                  <a:lnTo>
                    <a:pt x="1827943" y="2400353"/>
                  </a:lnTo>
                  <a:lnTo>
                    <a:pt x="1827943" y="2400353"/>
                  </a:lnTo>
                  <a:lnTo>
                    <a:pt x="1833416" y="2400353"/>
                  </a:lnTo>
                  <a:lnTo>
                    <a:pt x="1833416" y="2400353"/>
                  </a:lnTo>
                  <a:lnTo>
                    <a:pt x="1838889" y="2400353"/>
                  </a:lnTo>
                  <a:lnTo>
                    <a:pt x="1838889" y="2400353"/>
                  </a:lnTo>
                  <a:lnTo>
                    <a:pt x="1844362" y="2400353"/>
                  </a:lnTo>
                  <a:lnTo>
                    <a:pt x="1844362" y="2400353"/>
                  </a:lnTo>
                  <a:lnTo>
                    <a:pt x="1849835" y="2400353"/>
                  </a:lnTo>
                  <a:lnTo>
                    <a:pt x="1849835" y="2400353"/>
                  </a:lnTo>
                  <a:lnTo>
                    <a:pt x="1855308" y="2400353"/>
                  </a:lnTo>
                  <a:lnTo>
                    <a:pt x="1855308" y="2400353"/>
                  </a:lnTo>
                  <a:lnTo>
                    <a:pt x="1860781" y="2400353"/>
                  </a:lnTo>
                  <a:lnTo>
                    <a:pt x="1860781" y="2400353"/>
                  </a:lnTo>
                  <a:lnTo>
                    <a:pt x="1866253" y="2400353"/>
                  </a:lnTo>
                  <a:lnTo>
                    <a:pt x="1866253" y="2400353"/>
                  </a:lnTo>
                  <a:lnTo>
                    <a:pt x="1871726" y="2400353"/>
                  </a:lnTo>
                  <a:lnTo>
                    <a:pt x="1871726" y="2345134"/>
                  </a:lnTo>
                  <a:lnTo>
                    <a:pt x="1877199" y="2345134"/>
                  </a:lnTo>
                  <a:lnTo>
                    <a:pt x="1877199" y="2345134"/>
                  </a:lnTo>
                  <a:lnTo>
                    <a:pt x="1882672" y="2345134"/>
                  </a:lnTo>
                  <a:lnTo>
                    <a:pt x="1882672" y="2345134"/>
                  </a:lnTo>
                  <a:lnTo>
                    <a:pt x="1888145" y="2345134"/>
                  </a:lnTo>
                  <a:lnTo>
                    <a:pt x="1888145" y="2345134"/>
                  </a:lnTo>
                  <a:lnTo>
                    <a:pt x="1893618" y="2345134"/>
                  </a:lnTo>
                  <a:lnTo>
                    <a:pt x="1893618" y="2345134"/>
                  </a:lnTo>
                  <a:lnTo>
                    <a:pt x="1899091" y="2345134"/>
                  </a:lnTo>
                  <a:lnTo>
                    <a:pt x="1899091" y="2345134"/>
                  </a:lnTo>
                  <a:lnTo>
                    <a:pt x="1904564" y="2345134"/>
                  </a:lnTo>
                  <a:lnTo>
                    <a:pt x="1904564" y="2345134"/>
                  </a:lnTo>
                  <a:lnTo>
                    <a:pt x="1910037" y="2345134"/>
                  </a:lnTo>
                  <a:lnTo>
                    <a:pt x="1910037" y="2345134"/>
                  </a:lnTo>
                  <a:lnTo>
                    <a:pt x="1915509" y="2345134"/>
                  </a:lnTo>
                  <a:lnTo>
                    <a:pt x="1915509" y="2345134"/>
                  </a:lnTo>
                  <a:lnTo>
                    <a:pt x="1920982" y="2345134"/>
                  </a:lnTo>
                  <a:lnTo>
                    <a:pt x="1920982" y="2345134"/>
                  </a:lnTo>
                  <a:lnTo>
                    <a:pt x="1926455" y="2345134"/>
                  </a:lnTo>
                  <a:lnTo>
                    <a:pt x="1926455" y="2290094"/>
                  </a:lnTo>
                  <a:lnTo>
                    <a:pt x="1931928" y="2290094"/>
                  </a:lnTo>
                  <a:lnTo>
                    <a:pt x="1931928" y="2290094"/>
                  </a:lnTo>
                  <a:lnTo>
                    <a:pt x="1937401" y="2290094"/>
                  </a:lnTo>
                  <a:lnTo>
                    <a:pt x="1937401" y="2290094"/>
                  </a:lnTo>
                  <a:lnTo>
                    <a:pt x="1942874" y="2290094"/>
                  </a:lnTo>
                  <a:lnTo>
                    <a:pt x="1942874" y="2290094"/>
                  </a:lnTo>
                  <a:lnTo>
                    <a:pt x="1948347" y="2290094"/>
                  </a:lnTo>
                  <a:lnTo>
                    <a:pt x="1948347" y="2290094"/>
                  </a:lnTo>
                  <a:lnTo>
                    <a:pt x="1953820" y="2290094"/>
                  </a:lnTo>
                  <a:lnTo>
                    <a:pt x="1953820" y="2290094"/>
                  </a:lnTo>
                  <a:lnTo>
                    <a:pt x="1959292" y="2290094"/>
                  </a:lnTo>
                  <a:lnTo>
                    <a:pt x="1959292" y="2290094"/>
                  </a:lnTo>
                  <a:lnTo>
                    <a:pt x="1964765" y="2290094"/>
                  </a:lnTo>
                  <a:lnTo>
                    <a:pt x="1964765" y="2290094"/>
                  </a:lnTo>
                  <a:lnTo>
                    <a:pt x="1970238" y="2290094"/>
                  </a:lnTo>
                  <a:lnTo>
                    <a:pt x="1970238" y="2290094"/>
                  </a:lnTo>
                  <a:lnTo>
                    <a:pt x="1975711" y="2290094"/>
                  </a:lnTo>
                  <a:lnTo>
                    <a:pt x="1975711" y="2290094"/>
                  </a:lnTo>
                  <a:lnTo>
                    <a:pt x="1981184" y="2290094"/>
                  </a:lnTo>
                  <a:lnTo>
                    <a:pt x="1981184" y="2290094"/>
                  </a:lnTo>
                  <a:lnTo>
                    <a:pt x="1986657" y="2290094"/>
                  </a:lnTo>
                  <a:lnTo>
                    <a:pt x="1986657" y="2290094"/>
                  </a:lnTo>
                  <a:lnTo>
                    <a:pt x="1992130" y="2290094"/>
                  </a:lnTo>
                  <a:lnTo>
                    <a:pt x="1992130" y="2290094"/>
                  </a:lnTo>
                  <a:lnTo>
                    <a:pt x="1997603" y="2290094"/>
                  </a:lnTo>
                  <a:lnTo>
                    <a:pt x="1997603" y="2290094"/>
                  </a:lnTo>
                  <a:lnTo>
                    <a:pt x="2003076" y="2290094"/>
                  </a:lnTo>
                  <a:lnTo>
                    <a:pt x="2003076" y="2290094"/>
                  </a:lnTo>
                  <a:lnTo>
                    <a:pt x="2008548" y="2290094"/>
                  </a:lnTo>
                  <a:lnTo>
                    <a:pt x="2008548" y="2290094"/>
                  </a:lnTo>
                  <a:lnTo>
                    <a:pt x="2014021" y="2290094"/>
                  </a:lnTo>
                  <a:lnTo>
                    <a:pt x="2014021" y="2290094"/>
                  </a:lnTo>
                  <a:lnTo>
                    <a:pt x="2019494" y="2290094"/>
                  </a:lnTo>
                  <a:lnTo>
                    <a:pt x="2019494" y="2290094"/>
                  </a:lnTo>
                  <a:lnTo>
                    <a:pt x="2024967" y="2290094"/>
                  </a:lnTo>
                  <a:lnTo>
                    <a:pt x="2024967" y="2290094"/>
                  </a:lnTo>
                  <a:lnTo>
                    <a:pt x="2030440" y="2290094"/>
                  </a:lnTo>
                  <a:lnTo>
                    <a:pt x="2030440" y="2290094"/>
                  </a:lnTo>
                  <a:lnTo>
                    <a:pt x="2035913" y="2290094"/>
                  </a:lnTo>
                  <a:lnTo>
                    <a:pt x="2035913" y="2290094"/>
                  </a:lnTo>
                  <a:lnTo>
                    <a:pt x="2041386" y="2290094"/>
                  </a:lnTo>
                  <a:lnTo>
                    <a:pt x="2041386" y="2290094"/>
                  </a:lnTo>
                  <a:lnTo>
                    <a:pt x="2046859" y="2290094"/>
                  </a:lnTo>
                  <a:lnTo>
                    <a:pt x="2046859" y="2290094"/>
                  </a:lnTo>
                  <a:lnTo>
                    <a:pt x="2052332" y="2290094"/>
                  </a:lnTo>
                  <a:lnTo>
                    <a:pt x="2052332" y="2290094"/>
                  </a:lnTo>
                  <a:lnTo>
                    <a:pt x="2057804" y="2290094"/>
                  </a:lnTo>
                  <a:lnTo>
                    <a:pt x="2057804" y="2290094"/>
                  </a:lnTo>
                  <a:lnTo>
                    <a:pt x="2063277" y="2290094"/>
                  </a:lnTo>
                  <a:lnTo>
                    <a:pt x="2063277" y="2290094"/>
                  </a:lnTo>
                  <a:lnTo>
                    <a:pt x="2068750" y="2290094"/>
                  </a:lnTo>
                  <a:lnTo>
                    <a:pt x="2068750" y="2290094"/>
                  </a:lnTo>
                  <a:lnTo>
                    <a:pt x="2074223" y="2290094"/>
                  </a:lnTo>
                  <a:lnTo>
                    <a:pt x="2074223" y="2290094"/>
                  </a:lnTo>
                  <a:lnTo>
                    <a:pt x="2079696" y="2290094"/>
                  </a:lnTo>
                  <a:lnTo>
                    <a:pt x="2079696" y="2290094"/>
                  </a:lnTo>
                  <a:lnTo>
                    <a:pt x="2085169" y="2290094"/>
                  </a:lnTo>
                  <a:lnTo>
                    <a:pt x="2085169" y="2290094"/>
                  </a:lnTo>
                  <a:lnTo>
                    <a:pt x="2090642" y="2290094"/>
                  </a:lnTo>
                  <a:lnTo>
                    <a:pt x="2090642" y="2290094"/>
                  </a:lnTo>
                  <a:lnTo>
                    <a:pt x="2096115" y="2290094"/>
                  </a:lnTo>
                  <a:lnTo>
                    <a:pt x="2096115" y="2290094"/>
                  </a:lnTo>
                  <a:lnTo>
                    <a:pt x="2101588" y="2290094"/>
                  </a:lnTo>
                  <a:lnTo>
                    <a:pt x="2101588" y="2290094"/>
                  </a:lnTo>
                  <a:lnTo>
                    <a:pt x="2107060" y="2290094"/>
                  </a:lnTo>
                  <a:lnTo>
                    <a:pt x="2107060" y="2290094"/>
                  </a:lnTo>
                  <a:lnTo>
                    <a:pt x="2112533" y="2290094"/>
                  </a:lnTo>
                  <a:lnTo>
                    <a:pt x="2112533" y="2290094"/>
                  </a:lnTo>
                  <a:lnTo>
                    <a:pt x="2118006" y="2290094"/>
                  </a:lnTo>
                  <a:lnTo>
                    <a:pt x="2118006" y="2290094"/>
                  </a:lnTo>
                  <a:lnTo>
                    <a:pt x="2123479" y="2290094"/>
                  </a:lnTo>
                  <a:lnTo>
                    <a:pt x="2123479" y="2234927"/>
                  </a:lnTo>
                  <a:lnTo>
                    <a:pt x="2128952" y="2234927"/>
                  </a:lnTo>
                  <a:lnTo>
                    <a:pt x="2128952" y="2234927"/>
                  </a:lnTo>
                  <a:lnTo>
                    <a:pt x="2134425" y="2234927"/>
                  </a:lnTo>
                  <a:lnTo>
                    <a:pt x="2134425" y="2234927"/>
                  </a:lnTo>
                  <a:lnTo>
                    <a:pt x="2139898" y="2234927"/>
                  </a:lnTo>
                  <a:lnTo>
                    <a:pt x="2139898" y="2234927"/>
                  </a:lnTo>
                  <a:lnTo>
                    <a:pt x="2145371" y="2234927"/>
                  </a:lnTo>
                  <a:lnTo>
                    <a:pt x="2145371" y="2234927"/>
                  </a:lnTo>
                  <a:lnTo>
                    <a:pt x="2150843" y="2234927"/>
                  </a:lnTo>
                  <a:lnTo>
                    <a:pt x="2150843" y="2234927"/>
                  </a:lnTo>
                  <a:lnTo>
                    <a:pt x="2156316" y="2234927"/>
                  </a:lnTo>
                  <a:lnTo>
                    <a:pt x="2156316" y="2234927"/>
                  </a:lnTo>
                  <a:lnTo>
                    <a:pt x="2161789" y="2234927"/>
                  </a:lnTo>
                  <a:lnTo>
                    <a:pt x="2161789" y="2234927"/>
                  </a:lnTo>
                  <a:lnTo>
                    <a:pt x="2167262" y="2234927"/>
                  </a:lnTo>
                  <a:lnTo>
                    <a:pt x="2167262" y="2234927"/>
                  </a:lnTo>
                  <a:lnTo>
                    <a:pt x="2172735" y="2234927"/>
                  </a:lnTo>
                  <a:lnTo>
                    <a:pt x="2172735" y="2234927"/>
                  </a:lnTo>
                  <a:lnTo>
                    <a:pt x="2178208" y="2234927"/>
                  </a:lnTo>
                  <a:lnTo>
                    <a:pt x="2178208" y="2234927"/>
                  </a:lnTo>
                  <a:lnTo>
                    <a:pt x="2183681" y="2234927"/>
                  </a:lnTo>
                  <a:lnTo>
                    <a:pt x="2183681" y="2234927"/>
                  </a:lnTo>
                  <a:lnTo>
                    <a:pt x="2189154" y="2234927"/>
                  </a:lnTo>
                  <a:lnTo>
                    <a:pt x="2189154" y="2234927"/>
                  </a:lnTo>
                  <a:lnTo>
                    <a:pt x="2194627" y="2234927"/>
                  </a:lnTo>
                  <a:lnTo>
                    <a:pt x="2194627" y="2234927"/>
                  </a:lnTo>
                  <a:lnTo>
                    <a:pt x="2200099" y="2234927"/>
                  </a:lnTo>
                  <a:lnTo>
                    <a:pt x="2200099" y="2234927"/>
                  </a:lnTo>
                  <a:lnTo>
                    <a:pt x="2205572" y="2234927"/>
                  </a:lnTo>
                  <a:lnTo>
                    <a:pt x="2205572" y="2234927"/>
                  </a:lnTo>
                  <a:lnTo>
                    <a:pt x="2211045" y="2234927"/>
                  </a:lnTo>
                  <a:lnTo>
                    <a:pt x="2211045" y="2234927"/>
                  </a:lnTo>
                  <a:lnTo>
                    <a:pt x="2216518" y="2234927"/>
                  </a:lnTo>
                  <a:lnTo>
                    <a:pt x="2216518" y="2234927"/>
                  </a:lnTo>
                  <a:lnTo>
                    <a:pt x="2221991" y="2234927"/>
                  </a:lnTo>
                  <a:lnTo>
                    <a:pt x="2221991" y="2234927"/>
                  </a:lnTo>
                  <a:lnTo>
                    <a:pt x="2227464" y="2234927"/>
                  </a:lnTo>
                  <a:lnTo>
                    <a:pt x="2227464" y="2234927"/>
                  </a:lnTo>
                  <a:lnTo>
                    <a:pt x="2232937" y="2234927"/>
                  </a:lnTo>
                  <a:lnTo>
                    <a:pt x="2232937" y="2234927"/>
                  </a:lnTo>
                  <a:lnTo>
                    <a:pt x="2238410" y="2234927"/>
                  </a:lnTo>
                  <a:lnTo>
                    <a:pt x="2238410" y="2234927"/>
                  </a:lnTo>
                  <a:lnTo>
                    <a:pt x="2243883" y="2234927"/>
                  </a:lnTo>
                  <a:lnTo>
                    <a:pt x="2243883" y="2234927"/>
                  </a:lnTo>
                  <a:lnTo>
                    <a:pt x="2249355" y="2234927"/>
                  </a:lnTo>
                  <a:lnTo>
                    <a:pt x="2249355" y="2234927"/>
                  </a:lnTo>
                  <a:lnTo>
                    <a:pt x="2254828" y="2234927"/>
                  </a:lnTo>
                  <a:lnTo>
                    <a:pt x="2254828" y="2234927"/>
                  </a:lnTo>
                  <a:lnTo>
                    <a:pt x="2260301" y="2234927"/>
                  </a:lnTo>
                  <a:lnTo>
                    <a:pt x="2260301" y="2234927"/>
                  </a:lnTo>
                  <a:lnTo>
                    <a:pt x="2265774" y="2234927"/>
                  </a:lnTo>
                  <a:lnTo>
                    <a:pt x="2265774" y="2234927"/>
                  </a:lnTo>
                  <a:lnTo>
                    <a:pt x="2271247" y="2234927"/>
                  </a:lnTo>
                  <a:lnTo>
                    <a:pt x="2271247" y="2179608"/>
                  </a:lnTo>
                  <a:lnTo>
                    <a:pt x="2276720" y="2179608"/>
                  </a:lnTo>
                  <a:lnTo>
                    <a:pt x="2276720" y="2179608"/>
                  </a:lnTo>
                  <a:lnTo>
                    <a:pt x="2282193" y="2179608"/>
                  </a:lnTo>
                  <a:lnTo>
                    <a:pt x="2282193" y="2179608"/>
                  </a:lnTo>
                  <a:lnTo>
                    <a:pt x="2287666" y="2179608"/>
                  </a:lnTo>
                  <a:lnTo>
                    <a:pt x="2287666" y="2179608"/>
                  </a:lnTo>
                  <a:lnTo>
                    <a:pt x="2293138" y="2179608"/>
                  </a:lnTo>
                  <a:lnTo>
                    <a:pt x="2293138" y="2179608"/>
                  </a:lnTo>
                  <a:lnTo>
                    <a:pt x="2298611" y="2179608"/>
                  </a:lnTo>
                  <a:lnTo>
                    <a:pt x="2298611" y="2179608"/>
                  </a:lnTo>
                  <a:lnTo>
                    <a:pt x="2304084" y="2179608"/>
                  </a:lnTo>
                  <a:lnTo>
                    <a:pt x="2304084" y="2179608"/>
                  </a:lnTo>
                  <a:lnTo>
                    <a:pt x="2309557" y="2179608"/>
                  </a:lnTo>
                  <a:lnTo>
                    <a:pt x="2309557" y="2179608"/>
                  </a:lnTo>
                  <a:lnTo>
                    <a:pt x="2315030" y="2179608"/>
                  </a:lnTo>
                  <a:lnTo>
                    <a:pt x="2315030" y="2179608"/>
                  </a:lnTo>
                  <a:lnTo>
                    <a:pt x="2320503" y="2179608"/>
                  </a:lnTo>
                  <a:lnTo>
                    <a:pt x="2320503" y="2179608"/>
                  </a:lnTo>
                  <a:lnTo>
                    <a:pt x="2325976" y="2179608"/>
                  </a:lnTo>
                  <a:lnTo>
                    <a:pt x="2325976" y="2179608"/>
                  </a:lnTo>
                  <a:lnTo>
                    <a:pt x="2331449" y="2179608"/>
                  </a:lnTo>
                  <a:lnTo>
                    <a:pt x="2331449" y="2179608"/>
                  </a:lnTo>
                  <a:lnTo>
                    <a:pt x="2336922" y="2179608"/>
                  </a:lnTo>
                  <a:lnTo>
                    <a:pt x="2336922" y="2179608"/>
                  </a:lnTo>
                  <a:lnTo>
                    <a:pt x="2342394" y="2179608"/>
                  </a:lnTo>
                  <a:lnTo>
                    <a:pt x="2342394" y="2179608"/>
                  </a:lnTo>
                  <a:lnTo>
                    <a:pt x="2347867" y="2179608"/>
                  </a:lnTo>
                  <a:lnTo>
                    <a:pt x="2347867" y="2179608"/>
                  </a:lnTo>
                  <a:lnTo>
                    <a:pt x="2353340" y="2179608"/>
                  </a:lnTo>
                  <a:lnTo>
                    <a:pt x="2353340" y="2179608"/>
                  </a:lnTo>
                  <a:lnTo>
                    <a:pt x="2358813" y="2179608"/>
                  </a:lnTo>
                  <a:lnTo>
                    <a:pt x="2358813" y="2179608"/>
                  </a:lnTo>
                  <a:lnTo>
                    <a:pt x="2364286" y="2179608"/>
                  </a:lnTo>
                  <a:lnTo>
                    <a:pt x="2364286" y="2179608"/>
                  </a:lnTo>
                  <a:lnTo>
                    <a:pt x="2369759" y="2179608"/>
                  </a:lnTo>
                  <a:lnTo>
                    <a:pt x="2369759" y="2179608"/>
                  </a:lnTo>
                  <a:lnTo>
                    <a:pt x="2375232" y="2179608"/>
                  </a:lnTo>
                  <a:lnTo>
                    <a:pt x="2375232" y="2179608"/>
                  </a:lnTo>
                  <a:lnTo>
                    <a:pt x="2380705" y="2179608"/>
                  </a:lnTo>
                  <a:lnTo>
                    <a:pt x="2380705" y="2179608"/>
                  </a:lnTo>
                  <a:lnTo>
                    <a:pt x="2386178" y="2179608"/>
                  </a:lnTo>
                  <a:lnTo>
                    <a:pt x="2386178" y="2179608"/>
                  </a:lnTo>
                  <a:lnTo>
                    <a:pt x="2391650" y="2179608"/>
                  </a:lnTo>
                  <a:lnTo>
                    <a:pt x="2391650" y="2179608"/>
                  </a:lnTo>
                  <a:lnTo>
                    <a:pt x="2397123" y="2179608"/>
                  </a:lnTo>
                  <a:lnTo>
                    <a:pt x="2397123" y="2179608"/>
                  </a:lnTo>
                  <a:lnTo>
                    <a:pt x="2402596" y="2179608"/>
                  </a:lnTo>
                  <a:lnTo>
                    <a:pt x="2402596" y="2179608"/>
                  </a:lnTo>
                  <a:lnTo>
                    <a:pt x="2408069" y="2179608"/>
                  </a:lnTo>
                  <a:lnTo>
                    <a:pt x="2408069" y="2179608"/>
                  </a:lnTo>
                  <a:lnTo>
                    <a:pt x="2413542" y="2179608"/>
                  </a:lnTo>
                  <a:lnTo>
                    <a:pt x="2413542" y="2179608"/>
                  </a:lnTo>
                  <a:lnTo>
                    <a:pt x="2419015" y="2179608"/>
                  </a:lnTo>
                  <a:lnTo>
                    <a:pt x="2419015" y="2179608"/>
                  </a:lnTo>
                  <a:lnTo>
                    <a:pt x="2424488" y="2179608"/>
                  </a:lnTo>
                  <a:lnTo>
                    <a:pt x="2424488" y="2123963"/>
                  </a:lnTo>
                  <a:lnTo>
                    <a:pt x="2429961" y="2123963"/>
                  </a:lnTo>
                  <a:lnTo>
                    <a:pt x="2429961" y="2123963"/>
                  </a:lnTo>
                  <a:lnTo>
                    <a:pt x="2435434" y="2123963"/>
                  </a:lnTo>
                  <a:lnTo>
                    <a:pt x="2435434" y="2123963"/>
                  </a:lnTo>
                  <a:lnTo>
                    <a:pt x="2440906" y="2123963"/>
                  </a:lnTo>
                  <a:lnTo>
                    <a:pt x="2440906" y="2123963"/>
                  </a:lnTo>
                  <a:lnTo>
                    <a:pt x="2446379" y="2123963"/>
                  </a:lnTo>
                  <a:lnTo>
                    <a:pt x="2446379" y="2123963"/>
                  </a:lnTo>
                  <a:lnTo>
                    <a:pt x="2451852" y="2123963"/>
                  </a:lnTo>
                  <a:lnTo>
                    <a:pt x="2451852" y="2123963"/>
                  </a:lnTo>
                  <a:lnTo>
                    <a:pt x="2457325" y="2123963"/>
                  </a:lnTo>
                  <a:lnTo>
                    <a:pt x="2457325" y="2123963"/>
                  </a:lnTo>
                  <a:lnTo>
                    <a:pt x="2462798" y="2123963"/>
                  </a:lnTo>
                  <a:lnTo>
                    <a:pt x="2462798" y="2123963"/>
                  </a:lnTo>
                  <a:lnTo>
                    <a:pt x="2468271" y="2123963"/>
                  </a:lnTo>
                  <a:lnTo>
                    <a:pt x="2468271" y="2123963"/>
                  </a:lnTo>
                  <a:lnTo>
                    <a:pt x="2473744" y="2123963"/>
                  </a:lnTo>
                  <a:lnTo>
                    <a:pt x="2473744" y="2123963"/>
                  </a:lnTo>
                  <a:lnTo>
                    <a:pt x="2479217" y="2123963"/>
                  </a:lnTo>
                  <a:lnTo>
                    <a:pt x="2479217" y="2123963"/>
                  </a:lnTo>
                  <a:lnTo>
                    <a:pt x="2484689" y="2123963"/>
                  </a:lnTo>
                  <a:lnTo>
                    <a:pt x="2484689" y="2123963"/>
                  </a:lnTo>
                  <a:lnTo>
                    <a:pt x="2490162" y="2123963"/>
                  </a:lnTo>
                  <a:lnTo>
                    <a:pt x="2490162" y="2123963"/>
                  </a:lnTo>
                  <a:lnTo>
                    <a:pt x="2495635" y="2123963"/>
                  </a:lnTo>
                  <a:lnTo>
                    <a:pt x="2495635" y="2123963"/>
                  </a:lnTo>
                  <a:lnTo>
                    <a:pt x="2501108" y="2123963"/>
                  </a:lnTo>
                  <a:lnTo>
                    <a:pt x="2501108" y="2123963"/>
                  </a:lnTo>
                  <a:lnTo>
                    <a:pt x="2506581" y="2123963"/>
                  </a:lnTo>
                  <a:lnTo>
                    <a:pt x="2506581" y="2123963"/>
                  </a:lnTo>
                  <a:lnTo>
                    <a:pt x="2512054" y="2123963"/>
                  </a:lnTo>
                  <a:lnTo>
                    <a:pt x="2512054" y="2123963"/>
                  </a:lnTo>
                  <a:lnTo>
                    <a:pt x="2517527" y="2123963"/>
                  </a:lnTo>
                  <a:lnTo>
                    <a:pt x="2517527" y="2123963"/>
                  </a:lnTo>
                  <a:lnTo>
                    <a:pt x="2523000" y="2123963"/>
                  </a:lnTo>
                  <a:lnTo>
                    <a:pt x="2523000" y="2123963"/>
                  </a:lnTo>
                  <a:lnTo>
                    <a:pt x="2528473" y="2123963"/>
                  </a:lnTo>
                  <a:lnTo>
                    <a:pt x="2528473" y="2123963"/>
                  </a:lnTo>
                  <a:lnTo>
                    <a:pt x="2533945" y="2123963"/>
                  </a:lnTo>
                  <a:lnTo>
                    <a:pt x="2533945" y="2123963"/>
                  </a:lnTo>
                  <a:lnTo>
                    <a:pt x="2539418" y="2123963"/>
                  </a:lnTo>
                  <a:lnTo>
                    <a:pt x="2539418" y="2123963"/>
                  </a:lnTo>
                  <a:lnTo>
                    <a:pt x="2544891" y="2123963"/>
                  </a:lnTo>
                  <a:lnTo>
                    <a:pt x="2544891" y="2123963"/>
                  </a:lnTo>
                  <a:lnTo>
                    <a:pt x="2550364" y="2123963"/>
                  </a:lnTo>
                  <a:lnTo>
                    <a:pt x="2550364" y="2123963"/>
                  </a:lnTo>
                  <a:lnTo>
                    <a:pt x="2555837" y="2123963"/>
                  </a:lnTo>
                  <a:lnTo>
                    <a:pt x="2555837" y="2123963"/>
                  </a:lnTo>
                  <a:lnTo>
                    <a:pt x="2561310" y="2123963"/>
                  </a:lnTo>
                  <a:lnTo>
                    <a:pt x="2561310" y="2123963"/>
                  </a:lnTo>
                  <a:lnTo>
                    <a:pt x="2566783" y="2123963"/>
                  </a:lnTo>
                  <a:lnTo>
                    <a:pt x="2566783" y="2123963"/>
                  </a:lnTo>
                  <a:lnTo>
                    <a:pt x="2572256" y="2123963"/>
                  </a:lnTo>
                  <a:lnTo>
                    <a:pt x="2572256" y="2123963"/>
                  </a:lnTo>
                  <a:lnTo>
                    <a:pt x="2577729" y="2123963"/>
                  </a:lnTo>
                  <a:lnTo>
                    <a:pt x="2577729" y="2123963"/>
                  </a:lnTo>
                  <a:lnTo>
                    <a:pt x="2583201" y="2123963"/>
                  </a:lnTo>
                  <a:lnTo>
                    <a:pt x="2583201" y="2123963"/>
                  </a:lnTo>
                  <a:lnTo>
                    <a:pt x="2588674" y="2123963"/>
                  </a:lnTo>
                  <a:lnTo>
                    <a:pt x="2588674" y="2123963"/>
                  </a:lnTo>
                  <a:lnTo>
                    <a:pt x="2594147" y="2123963"/>
                  </a:lnTo>
                  <a:lnTo>
                    <a:pt x="2594147" y="2123963"/>
                  </a:lnTo>
                  <a:lnTo>
                    <a:pt x="2599620" y="2123963"/>
                  </a:lnTo>
                  <a:lnTo>
                    <a:pt x="2599620" y="2123963"/>
                  </a:lnTo>
                  <a:lnTo>
                    <a:pt x="2605093" y="2123963"/>
                  </a:lnTo>
                  <a:lnTo>
                    <a:pt x="2605093" y="2123963"/>
                  </a:lnTo>
                  <a:lnTo>
                    <a:pt x="2610566" y="2123963"/>
                  </a:lnTo>
                  <a:lnTo>
                    <a:pt x="2610566" y="2123963"/>
                  </a:lnTo>
                  <a:lnTo>
                    <a:pt x="2616039" y="2123963"/>
                  </a:lnTo>
                  <a:lnTo>
                    <a:pt x="2616039" y="2123963"/>
                  </a:lnTo>
                  <a:lnTo>
                    <a:pt x="2621512" y="2123963"/>
                  </a:lnTo>
                  <a:lnTo>
                    <a:pt x="2621512" y="2123963"/>
                  </a:lnTo>
                  <a:lnTo>
                    <a:pt x="2626985" y="2123963"/>
                  </a:lnTo>
                  <a:lnTo>
                    <a:pt x="2626985" y="2123963"/>
                  </a:lnTo>
                  <a:lnTo>
                    <a:pt x="2632457" y="2123963"/>
                  </a:lnTo>
                  <a:lnTo>
                    <a:pt x="2632457" y="2123963"/>
                  </a:lnTo>
                  <a:lnTo>
                    <a:pt x="2637930" y="2123963"/>
                  </a:lnTo>
                  <a:lnTo>
                    <a:pt x="2637930" y="2123963"/>
                  </a:lnTo>
                  <a:lnTo>
                    <a:pt x="2643403" y="2123963"/>
                  </a:lnTo>
                  <a:lnTo>
                    <a:pt x="2643403" y="2123963"/>
                  </a:lnTo>
                  <a:lnTo>
                    <a:pt x="2648876" y="2123963"/>
                  </a:lnTo>
                  <a:lnTo>
                    <a:pt x="2648876" y="2123963"/>
                  </a:lnTo>
                  <a:lnTo>
                    <a:pt x="2654349" y="2123963"/>
                  </a:lnTo>
                  <a:lnTo>
                    <a:pt x="2654349" y="2123963"/>
                  </a:lnTo>
                  <a:lnTo>
                    <a:pt x="2659822" y="2123963"/>
                  </a:lnTo>
                  <a:lnTo>
                    <a:pt x="2659822" y="2123963"/>
                  </a:lnTo>
                  <a:lnTo>
                    <a:pt x="2665295" y="2123963"/>
                  </a:lnTo>
                  <a:lnTo>
                    <a:pt x="2665295" y="2123963"/>
                  </a:lnTo>
                  <a:lnTo>
                    <a:pt x="2670768" y="2123963"/>
                  </a:lnTo>
                  <a:lnTo>
                    <a:pt x="2670768" y="2123963"/>
                  </a:lnTo>
                  <a:lnTo>
                    <a:pt x="2676240" y="2123963"/>
                  </a:lnTo>
                  <a:lnTo>
                    <a:pt x="2676240" y="2123963"/>
                  </a:lnTo>
                  <a:lnTo>
                    <a:pt x="2681713" y="2123963"/>
                  </a:lnTo>
                  <a:lnTo>
                    <a:pt x="2681713" y="2123963"/>
                  </a:lnTo>
                  <a:lnTo>
                    <a:pt x="2687186" y="2123963"/>
                  </a:lnTo>
                  <a:lnTo>
                    <a:pt x="2687186" y="2123963"/>
                  </a:lnTo>
                  <a:lnTo>
                    <a:pt x="2692659" y="2123963"/>
                  </a:lnTo>
                  <a:lnTo>
                    <a:pt x="2692659" y="2123963"/>
                  </a:lnTo>
                  <a:lnTo>
                    <a:pt x="2698132" y="2123963"/>
                  </a:lnTo>
                  <a:lnTo>
                    <a:pt x="2698132" y="2123963"/>
                  </a:lnTo>
                  <a:lnTo>
                    <a:pt x="2703605" y="2123963"/>
                  </a:lnTo>
                  <a:lnTo>
                    <a:pt x="2703605" y="2123963"/>
                  </a:lnTo>
                  <a:lnTo>
                    <a:pt x="2709078" y="2123963"/>
                  </a:lnTo>
                  <a:lnTo>
                    <a:pt x="2709078" y="2068111"/>
                  </a:lnTo>
                  <a:lnTo>
                    <a:pt x="2714551" y="2068111"/>
                  </a:lnTo>
                  <a:lnTo>
                    <a:pt x="2714551" y="2068111"/>
                  </a:lnTo>
                  <a:lnTo>
                    <a:pt x="2720024" y="2068111"/>
                  </a:lnTo>
                  <a:lnTo>
                    <a:pt x="2720024" y="2012507"/>
                  </a:lnTo>
                  <a:lnTo>
                    <a:pt x="2725496" y="2012507"/>
                  </a:lnTo>
                  <a:lnTo>
                    <a:pt x="2725496" y="2012507"/>
                  </a:lnTo>
                  <a:lnTo>
                    <a:pt x="2730969" y="2012507"/>
                  </a:lnTo>
                  <a:lnTo>
                    <a:pt x="2730969" y="2012507"/>
                  </a:lnTo>
                  <a:lnTo>
                    <a:pt x="2736442" y="2012507"/>
                  </a:lnTo>
                  <a:lnTo>
                    <a:pt x="2736442" y="2012507"/>
                  </a:lnTo>
                  <a:lnTo>
                    <a:pt x="2741915" y="2012507"/>
                  </a:lnTo>
                  <a:lnTo>
                    <a:pt x="2741915" y="2012507"/>
                  </a:lnTo>
                  <a:lnTo>
                    <a:pt x="2747388" y="2012507"/>
                  </a:lnTo>
                  <a:lnTo>
                    <a:pt x="2747388" y="2012507"/>
                  </a:lnTo>
                  <a:lnTo>
                    <a:pt x="2752861" y="2012507"/>
                  </a:lnTo>
                  <a:lnTo>
                    <a:pt x="2752861" y="2012507"/>
                  </a:lnTo>
                  <a:lnTo>
                    <a:pt x="2758334" y="2012507"/>
                  </a:lnTo>
                  <a:lnTo>
                    <a:pt x="2758334" y="2012507"/>
                  </a:lnTo>
                  <a:lnTo>
                    <a:pt x="2763807" y="2012507"/>
                  </a:lnTo>
                  <a:lnTo>
                    <a:pt x="2763807" y="2012507"/>
                  </a:lnTo>
                  <a:lnTo>
                    <a:pt x="2769280" y="2012507"/>
                  </a:lnTo>
                  <a:lnTo>
                    <a:pt x="2769280" y="2012507"/>
                  </a:lnTo>
                  <a:lnTo>
                    <a:pt x="2774752" y="2012507"/>
                  </a:lnTo>
                  <a:lnTo>
                    <a:pt x="2774752" y="2012507"/>
                  </a:lnTo>
                  <a:lnTo>
                    <a:pt x="2780225" y="2012507"/>
                  </a:lnTo>
                  <a:lnTo>
                    <a:pt x="2780225" y="2012507"/>
                  </a:lnTo>
                  <a:lnTo>
                    <a:pt x="2785698" y="2012507"/>
                  </a:lnTo>
                  <a:lnTo>
                    <a:pt x="2785698" y="2012507"/>
                  </a:lnTo>
                  <a:lnTo>
                    <a:pt x="2791171" y="2012507"/>
                  </a:lnTo>
                  <a:lnTo>
                    <a:pt x="2791171" y="2012507"/>
                  </a:lnTo>
                  <a:lnTo>
                    <a:pt x="2796644" y="2012507"/>
                  </a:lnTo>
                  <a:lnTo>
                    <a:pt x="2796644" y="2012507"/>
                  </a:lnTo>
                  <a:lnTo>
                    <a:pt x="2802117" y="2012507"/>
                  </a:lnTo>
                  <a:lnTo>
                    <a:pt x="2802117" y="2012507"/>
                  </a:lnTo>
                  <a:lnTo>
                    <a:pt x="2807590" y="2012507"/>
                  </a:lnTo>
                  <a:lnTo>
                    <a:pt x="2807590" y="2012507"/>
                  </a:lnTo>
                  <a:lnTo>
                    <a:pt x="2813063" y="2012507"/>
                  </a:lnTo>
                  <a:lnTo>
                    <a:pt x="2813063" y="2012507"/>
                  </a:lnTo>
                  <a:lnTo>
                    <a:pt x="2818535" y="2012507"/>
                  </a:lnTo>
                  <a:lnTo>
                    <a:pt x="2818535" y="2012507"/>
                  </a:lnTo>
                  <a:lnTo>
                    <a:pt x="2824008" y="2012507"/>
                  </a:lnTo>
                  <a:lnTo>
                    <a:pt x="2824008" y="2012507"/>
                  </a:lnTo>
                  <a:lnTo>
                    <a:pt x="2829481" y="2012507"/>
                  </a:lnTo>
                  <a:lnTo>
                    <a:pt x="2829481" y="2012507"/>
                  </a:lnTo>
                  <a:lnTo>
                    <a:pt x="2834954" y="2012507"/>
                  </a:lnTo>
                  <a:lnTo>
                    <a:pt x="2834954" y="2012507"/>
                  </a:lnTo>
                  <a:lnTo>
                    <a:pt x="2840427" y="2012507"/>
                  </a:lnTo>
                  <a:lnTo>
                    <a:pt x="2840427" y="2012507"/>
                  </a:lnTo>
                  <a:lnTo>
                    <a:pt x="2845900" y="2012507"/>
                  </a:lnTo>
                  <a:lnTo>
                    <a:pt x="2845900" y="2012507"/>
                  </a:lnTo>
                  <a:lnTo>
                    <a:pt x="2851373" y="2012507"/>
                  </a:lnTo>
                  <a:lnTo>
                    <a:pt x="2851373" y="1956313"/>
                  </a:lnTo>
                  <a:lnTo>
                    <a:pt x="2856846" y="1956313"/>
                  </a:lnTo>
                  <a:lnTo>
                    <a:pt x="2856846" y="1956313"/>
                  </a:lnTo>
                  <a:lnTo>
                    <a:pt x="2862319" y="1956313"/>
                  </a:lnTo>
                  <a:lnTo>
                    <a:pt x="2862319" y="1956313"/>
                  </a:lnTo>
                  <a:lnTo>
                    <a:pt x="2867791" y="1956313"/>
                  </a:lnTo>
                  <a:lnTo>
                    <a:pt x="2867791" y="1956313"/>
                  </a:lnTo>
                  <a:lnTo>
                    <a:pt x="2873264" y="1956313"/>
                  </a:lnTo>
                  <a:lnTo>
                    <a:pt x="2873264" y="1956313"/>
                  </a:lnTo>
                  <a:lnTo>
                    <a:pt x="2878737" y="1956313"/>
                  </a:lnTo>
                  <a:lnTo>
                    <a:pt x="2878737" y="1956313"/>
                  </a:lnTo>
                  <a:lnTo>
                    <a:pt x="2884210" y="1956313"/>
                  </a:lnTo>
                  <a:lnTo>
                    <a:pt x="2884210" y="1956313"/>
                  </a:lnTo>
                  <a:lnTo>
                    <a:pt x="2889683" y="1956313"/>
                  </a:lnTo>
                  <a:lnTo>
                    <a:pt x="2889683" y="1956313"/>
                  </a:lnTo>
                  <a:lnTo>
                    <a:pt x="2895156" y="1956313"/>
                  </a:lnTo>
                  <a:lnTo>
                    <a:pt x="2895156" y="1956313"/>
                  </a:lnTo>
                  <a:lnTo>
                    <a:pt x="2900629" y="1956313"/>
                  </a:lnTo>
                  <a:lnTo>
                    <a:pt x="2900629" y="1956313"/>
                  </a:lnTo>
                  <a:lnTo>
                    <a:pt x="2906102" y="1956313"/>
                  </a:lnTo>
                  <a:lnTo>
                    <a:pt x="2906102" y="1956313"/>
                  </a:lnTo>
                  <a:lnTo>
                    <a:pt x="2911575" y="1956313"/>
                  </a:lnTo>
                  <a:lnTo>
                    <a:pt x="2911575" y="1956313"/>
                  </a:lnTo>
                  <a:lnTo>
                    <a:pt x="2917047" y="1956313"/>
                  </a:lnTo>
                  <a:lnTo>
                    <a:pt x="2917047" y="1956313"/>
                  </a:lnTo>
                  <a:lnTo>
                    <a:pt x="2922520" y="1956313"/>
                  </a:lnTo>
                  <a:lnTo>
                    <a:pt x="2922520" y="1956313"/>
                  </a:lnTo>
                  <a:lnTo>
                    <a:pt x="2927993" y="1956313"/>
                  </a:lnTo>
                  <a:lnTo>
                    <a:pt x="2927993" y="1956313"/>
                  </a:lnTo>
                  <a:lnTo>
                    <a:pt x="2933466" y="1956313"/>
                  </a:lnTo>
                  <a:lnTo>
                    <a:pt x="2933466" y="1956313"/>
                  </a:lnTo>
                  <a:lnTo>
                    <a:pt x="2938939" y="1956313"/>
                  </a:lnTo>
                  <a:lnTo>
                    <a:pt x="2938939" y="1956313"/>
                  </a:lnTo>
                  <a:lnTo>
                    <a:pt x="2944412" y="1956313"/>
                  </a:lnTo>
                  <a:lnTo>
                    <a:pt x="2944412" y="1956313"/>
                  </a:lnTo>
                  <a:lnTo>
                    <a:pt x="2949885" y="1956313"/>
                  </a:lnTo>
                  <a:lnTo>
                    <a:pt x="2949885" y="1956313"/>
                  </a:lnTo>
                  <a:lnTo>
                    <a:pt x="2955358" y="1956313"/>
                  </a:lnTo>
                  <a:lnTo>
                    <a:pt x="2955358" y="1956313"/>
                  </a:lnTo>
                  <a:lnTo>
                    <a:pt x="2960831" y="1956313"/>
                  </a:lnTo>
                  <a:lnTo>
                    <a:pt x="2960831" y="1956313"/>
                  </a:lnTo>
                  <a:lnTo>
                    <a:pt x="2966303" y="1956313"/>
                  </a:lnTo>
                  <a:lnTo>
                    <a:pt x="2966303" y="1956313"/>
                  </a:lnTo>
                  <a:lnTo>
                    <a:pt x="2971776" y="1956313"/>
                  </a:lnTo>
                  <a:lnTo>
                    <a:pt x="2971776" y="1899492"/>
                  </a:lnTo>
                  <a:lnTo>
                    <a:pt x="2977249" y="1899492"/>
                  </a:lnTo>
                  <a:lnTo>
                    <a:pt x="2977249" y="1899492"/>
                  </a:lnTo>
                  <a:lnTo>
                    <a:pt x="2982722" y="1899492"/>
                  </a:lnTo>
                  <a:lnTo>
                    <a:pt x="2982722" y="1899492"/>
                  </a:lnTo>
                  <a:lnTo>
                    <a:pt x="2988195" y="1899492"/>
                  </a:lnTo>
                  <a:lnTo>
                    <a:pt x="2988195" y="1899492"/>
                  </a:lnTo>
                  <a:lnTo>
                    <a:pt x="2993668" y="1899492"/>
                  </a:lnTo>
                  <a:lnTo>
                    <a:pt x="2993668" y="1899492"/>
                  </a:lnTo>
                  <a:lnTo>
                    <a:pt x="2999141" y="1899492"/>
                  </a:lnTo>
                  <a:lnTo>
                    <a:pt x="2999141" y="1899492"/>
                  </a:lnTo>
                  <a:lnTo>
                    <a:pt x="3004614" y="1899492"/>
                  </a:lnTo>
                  <a:lnTo>
                    <a:pt x="3004614" y="1899492"/>
                  </a:lnTo>
                  <a:lnTo>
                    <a:pt x="3010086" y="1899492"/>
                  </a:lnTo>
                  <a:lnTo>
                    <a:pt x="3010086" y="1899492"/>
                  </a:lnTo>
                  <a:lnTo>
                    <a:pt x="3015559" y="1899492"/>
                  </a:lnTo>
                  <a:lnTo>
                    <a:pt x="3015559" y="1899492"/>
                  </a:lnTo>
                  <a:lnTo>
                    <a:pt x="3021032" y="1899492"/>
                  </a:lnTo>
                  <a:lnTo>
                    <a:pt x="3021032" y="1899492"/>
                  </a:lnTo>
                  <a:lnTo>
                    <a:pt x="3026505" y="1899492"/>
                  </a:lnTo>
                  <a:lnTo>
                    <a:pt x="3026505" y="1899492"/>
                  </a:lnTo>
                  <a:lnTo>
                    <a:pt x="3031978" y="1899492"/>
                  </a:lnTo>
                  <a:lnTo>
                    <a:pt x="3031978" y="1899492"/>
                  </a:lnTo>
                  <a:lnTo>
                    <a:pt x="3037451" y="1899492"/>
                  </a:lnTo>
                  <a:lnTo>
                    <a:pt x="3037451" y="1899492"/>
                  </a:lnTo>
                  <a:lnTo>
                    <a:pt x="3042924" y="1899492"/>
                  </a:lnTo>
                  <a:lnTo>
                    <a:pt x="3042924" y="1899492"/>
                  </a:lnTo>
                  <a:lnTo>
                    <a:pt x="3048397" y="1899492"/>
                  </a:lnTo>
                  <a:lnTo>
                    <a:pt x="3048397" y="1899492"/>
                  </a:lnTo>
                  <a:lnTo>
                    <a:pt x="3053870" y="1899492"/>
                  </a:lnTo>
                  <a:lnTo>
                    <a:pt x="3053870" y="1899492"/>
                  </a:lnTo>
                  <a:lnTo>
                    <a:pt x="3059342" y="1899492"/>
                  </a:lnTo>
                  <a:lnTo>
                    <a:pt x="3059342" y="1899492"/>
                  </a:lnTo>
                  <a:lnTo>
                    <a:pt x="3064815" y="1899492"/>
                  </a:lnTo>
                  <a:lnTo>
                    <a:pt x="3064815" y="1899492"/>
                  </a:lnTo>
                  <a:lnTo>
                    <a:pt x="3070288" y="1899492"/>
                  </a:lnTo>
                  <a:lnTo>
                    <a:pt x="3070288" y="1899492"/>
                  </a:lnTo>
                  <a:lnTo>
                    <a:pt x="3075761" y="1899492"/>
                  </a:lnTo>
                  <a:lnTo>
                    <a:pt x="3075761" y="1899492"/>
                  </a:lnTo>
                  <a:lnTo>
                    <a:pt x="3081234" y="1899492"/>
                  </a:lnTo>
                  <a:lnTo>
                    <a:pt x="3081234" y="1899492"/>
                  </a:lnTo>
                  <a:lnTo>
                    <a:pt x="3086707" y="1899492"/>
                  </a:lnTo>
                  <a:lnTo>
                    <a:pt x="3086707" y="1899492"/>
                  </a:lnTo>
                  <a:lnTo>
                    <a:pt x="3092180" y="1899492"/>
                  </a:lnTo>
                  <a:lnTo>
                    <a:pt x="3092180" y="1899492"/>
                  </a:lnTo>
                  <a:lnTo>
                    <a:pt x="3097653" y="1899492"/>
                  </a:lnTo>
                  <a:lnTo>
                    <a:pt x="3097653" y="1899492"/>
                  </a:lnTo>
                  <a:lnTo>
                    <a:pt x="3103126" y="1899492"/>
                  </a:lnTo>
                  <a:lnTo>
                    <a:pt x="3103126" y="1899492"/>
                  </a:lnTo>
                  <a:lnTo>
                    <a:pt x="3108598" y="1899492"/>
                  </a:lnTo>
                  <a:lnTo>
                    <a:pt x="3108598" y="1899492"/>
                  </a:lnTo>
                  <a:lnTo>
                    <a:pt x="3114071" y="1899492"/>
                  </a:lnTo>
                  <a:lnTo>
                    <a:pt x="3114071" y="1899492"/>
                  </a:lnTo>
                  <a:lnTo>
                    <a:pt x="3119544" y="1899492"/>
                  </a:lnTo>
                  <a:lnTo>
                    <a:pt x="3119544" y="1899492"/>
                  </a:lnTo>
                  <a:lnTo>
                    <a:pt x="3125017" y="1899492"/>
                  </a:lnTo>
                  <a:lnTo>
                    <a:pt x="3125017" y="1899492"/>
                  </a:lnTo>
                  <a:lnTo>
                    <a:pt x="3130490" y="1899492"/>
                  </a:lnTo>
                  <a:lnTo>
                    <a:pt x="3130490" y="1899492"/>
                  </a:lnTo>
                  <a:lnTo>
                    <a:pt x="3135963" y="1899492"/>
                  </a:lnTo>
                  <a:lnTo>
                    <a:pt x="3135963" y="1899492"/>
                  </a:lnTo>
                  <a:lnTo>
                    <a:pt x="3141436" y="1899492"/>
                  </a:lnTo>
                  <a:lnTo>
                    <a:pt x="3141436" y="1899492"/>
                  </a:lnTo>
                  <a:lnTo>
                    <a:pt x="3146909" y="1899492"/>
                  </a:lnTo>
                  <a:lnTo>
                    <a:pt x="3146909" y="1899492"/>
                  </a:lnTo>
                  <a:lnTo>
                    <a:pt x="3152382" y="1899492"/>
                  </a:lnTo>
                  <a:lnTo>
                    <a:pt x="3152382" y="1899492"/>
                  </a:lnTo>
                  <a:lnTo>
                    <a:pt x="3157854" y="1899492"/>
                  </a:lnTo>
                  <a:lnTo>
                    <a:pt x="3157854" y="1899492"/>
                  </a:lnTo>
                  <a:lnTo>
                    <a:pt x="3163327" y="1899492"/>
                  </a:lnTo>
                  <a:lnTo>
                    <a:pt x="3163327" y="1899492"/>
                  </a:lnTo>
                  <a:lnTo>
                    <a:pt x="3168800" y="1899492"/>
                  </a:lnTo>
                  <a:lnTo>
                    <a:pt x="3168800" y="1899492"/>
                  </a:lnTo>
                  <a:lnTo>
                    <a:pt x="3174273" y="1899492"/>
                  </a:lnTo>
                  <a:lnTo>
                    <a:pt x="3174273" y="1899492"/>
                  </a:lnTo>
                  <a:lnTo>
                    <a:pt x="3179746" y="1899492"/>
                  </a:lnTo>
                  <a:lnTo>
                    <a:pt x="3179746" y="1899492"/>
                  </a:lnTo>
                  <a:lnTo>
                    <a:pt x="3185219" y="1899492"/>
                  </a:lnTo>
                  <a:lnTo>
                    <a:pt x="3185219" y="1899492"/>
                  </a:lnTo>
                  <a:lnTo>
                    <a:pt x="3190692" y="1899492"/>
                  </a:lnTo>
                  <a:lnTo>
                    <a:pt x="3190692" y="1899492"/>
                  </a:lnTo>
                  <a:lnTo>
                    <a:pt x="3196165" y="1899492"/>
                  </a:lnTo>
                  <a:lnTo>
                    <a:pt x="3196165" y="1899492"/>
                  </a:lnTo>
                  <a:lnTo>
                    <a:pt x="3201637" y="1899492"/>
                  </a:lnTo>
                  <a:lnTo>
                    <a:pt x="3201637" y="1899492"/>
                  </a:lnTo>
                  <a:lnTo>
                    <a:pt x="3207110" y="1899492"/>
                  </a:lnTo>
                  <a:lnTo>
                    <a:pt x="3207110" y="1899492"/>
                  </a:lnTo>
                  <a:lnTo>
                    <a:pt x="3212583" y="1899492"/>
                  </a:lnTo>
                  <a:lnTo>
                    <a:pt x="3212583" y="1899492"/>
                  </a:lnTo>
                  <a:lnTo>
                    <a:pt x="3218056" y="1899492"/>
                  </a:lnTo>
                  <a:lnTo>
                    <a:pt x="3218056" y="1899492"/>
                  </a:lnTo>
                  <a:lnTo>
                    <a:pt x="3223529" y="1899492"/>
                  </a:lnTo>
                  <a:lnTo>
                    <a:pt x="3223529" y="1899492"/>
                  </a:lnTo>
                  <a:lnTo>
                    <a:pt x="3229002" y="1899492"/>
                  </a:lnTo>
                  <a:lnTo>
                    <a:pt x="3229002" y="1899492"/>
                  </a:lnTo>
                  <a:lnTo>
                    <a:pt x="3234475" y="1899492"/>
                  </a:lnTo>
                  <a:lnTo>
                    <a:pt x="3234475" y="1840711"/>
                  </a:lnTo>
                  <a:lnTo>
                    <a:pt x="3239948" y="1840711"/>
                  </a:lnTo>
                  <a:lnTo>
                    <a:pt x="3239948" y="1840711"/>
                  </a:lnTo>
                  <a:lnTo>
                    <a:pt x="3245421" y="1840711"/>
                  </a:lnTo>
                  <a:lnTo>
                    <a:pt x="3245421" y="1840711"/>
                  </a:lnTo>
                  <a:lnTo>
                    <a:pt x="3250893" y="1840711"/>
                  </a:lnTo>
                  <a:lnTo>
                    <a:pt x="3250893" y="1840711"/>
                  </a:lnTo>
                  <a:lnTo>
                    <a:pt x="3256366" y="1840711"/>
                  </a:lnTo>
                  <a:lnTo>
                    <a:pt x="3256366" y="1840711"/>
                  </a:lnTo>
                  <a:lnTo>
                    <a:pt x="3261839" y="1840711"/>
                  </a:lnTo>
                  <a:lnTo>
                    <a:pt x="3261839" y="1840711"/>
                  </a:lnTo>
                  <a:lnTo>
                    <a:pt x="3267312" y="1840711"/>
                  </a:lnTo>
                  <a:lnTo>
                    <a:pt x="3267312" y="1840711"/>
                  </a:lnTo>
                  <a:lnTo>
                    <a:pt x="3272785" y="1840711"/>
                  </a:lnTo>
                  <a:lnTo>
                    <a:pt x="3272785" y="1840711"/>
                  </a:lnTo>
                  <a:lnTo>
                    <a:pt x="3278258" y="1840711"/>
                  </a:lnTo>
                  <a:lnTo>
                    <a:pt x="3278258" y="1840711"/>
                  </a:lnTo>
                  <a:lnTo>
                    <a:pt x="3283731" y="1840711"/>
                  </a:lnTo>
                  <a:lnTo>
                    <a:pt x="3283731" y="1781215"/>
                  </a:lnTo>
                  <a:lnTo>
                    <a:pt x="3289204" y="1781215"/>
                  </a:lnTo>
                  <a:lnTo>
                    <a:pt x="3289204" y="1781215"/>
                  </a:lnTo>
                  <a:lnTo>
                    <a:pt x="3294677" y="1781215"/>
                  </a:lnTo>
                  <a:lnTo>
                    <a:pt x="3294677" y="1781215"/>
                  </a:lnTo>
                  <a:lnTo>
                    <a:pt x="3300149" y="1781215"/>
                  </a:lnTo>
                  <a:lnTo>
                    <a:pt x="3300149" y="1781215"/>
                  </a:lnTo>
                  <a:lnTo>
                    <a:pt x="3305622" y="1781215"/>
                  </a:lnTo>
                  <a:lnTo>
                    <a:pt x="3305622" y="1781215"/>
                  </a:lnTo>
                  <a:lnTo>
                    <a:pt x="3311095" y="1781215"/>
                  </a:lnTo>
                  <a:lnTo>
                    <a:pt x="3311095" y="1781215"/>
                  </a:lnTo>
                  <a:lnTo>
                    <a:pt x="3316568" y="1781215"/>
                  </a:lnTo>
                  <a:lnTo>
                    <a:pt x="3316568" y="1781215"/>
                  </a:lnTo>
                  <a:lnTo>
                    <a:pt x="3322041" y="1781215"/>
                  </a:lnTo>
                  <a:lnTo>
                    <a:pt x="3322041" y="1781215"/>
                  </a:lnTo>
                  <a:lnTo>
                    <a:pt x="3327514" y="1781215"/>
                  </a:lnTo>
                  <a:lnTo>
                    <a:pt x="3327514" y="1781215"/>
                  </a:lnTo>
                  <a:lnTo>
                    <a:pt x="3332987" y="1781215"/>
                  </a:lnTo>
                  <a:lnTo>
                    <a:pt x="3332987" y="1781215"/>
                  </a:lnTo>
                  <a:lnTo>
                    <a:pt x="3338460" y="1781215"/>
                  </a:lnTo>
                  <a:lnTo>
                    <a:pt x="3338460" y="1781215"/>
                  </a:lnTo>
                  <a:lnTo>
                    <a:pt x="3343932" y="1781215"/>
                  </a:lnTo>
                  <a:lnTo>
                    <a:pt x="3343932" y="1781215"/>
                  </a:lnTo>
                  <a:lnTo>
                    <a:pt x="3349405" y="1781215"/>
                  </a:lnTo>
                  <a:lnTo>
                    <a:pt x="3349405" y="1781215"/>
                  </a:lnTo>
                  <a:lnTo>
                    <a:pt x="3354878" y="1781215"/>
                  </a:lnTo>
                  <a:lnTo>
                    <a:pt x="3354878" y="1781215"/>
                  </a:lnTo>
                  <a:lnTo>
                    <a:pt x="3360351" y="1781215"/>
                  </a:lnTo>
                  <a:lnTo>
                    <a:pt x="3360351" y="1781215"/>
                  </a:lnTo>
                  <a:lnTo>
                    <a:pt x="3365824" y="1781215"/>
                  </a:lnTo>
                  <a:lnTo>
                    <a:pt x="3365824" y="1781215"/>
                  </a:lnTo>
                  <a:lnTo>
                    <a:pt x="3371297" y="1781215"/>
                  </a:lnTo>
                  <a:lnTo>
                    <a:pt x="3371297" y="1781215"/>
                  </a:lnTo>
                  <a:lnTo>
                    <a:pt x="3376770" y="1781215"/>
                  </a:lnTo>
                  <a:lnTo>
                    <a:pt x="3376770" y="1781215"/>
                  </a:lnTo>
                  <a:lnTo>
                    <a:pt x="3382243" y="1781215"/>
                  </a:lnTo>
                  <a:lnTo>
                    <a:pt x="3382243" y="1781215"/>
                  </a:lnTo>
                  <a:lnTo>
                    <a:pt x="3387716" y="1781215"/>
                  </a:lnTo>
                  <a:lnTo>
                    <a:pt x="3387716" y="1781215"/>
                  </a:lnTo>
                  <a:lnTo>
                    <a:pt x="3393188" y="1781215"/>
                  </a:lnTo>
                  <a:lnTo>
                    <a:pt x="3393188" y="1781215"/>
                  </a:lnTo>
                  <a:lnTo>
                    <a:pt x="3398661" y="1781215"/>
                  </a:lnTo>
                  <a:lnTo>
                    <a:pt x="3398661" y="1781215"/>
                  </a:lnTo>
                  <a:lnTo>
                    <a:pt x="3404134" y="1781215"/>
                  </a:lnTo>
                  <a:lnTo>
                    <a:pt x="3404134" y="1781215"/>
                  </a:lnTo>
                  <a:lnTo>
                    <a:pt x="3409607" y="1781215"/>
                  </a:lnTo>
                  <a:lnTo>
                    <a:pt x="3409607" y="1781215"/>
                  </a:lnTo>
                  <a:lnTo>
                    <a:pt x="3415080" y="1781215"/>
                  </a:lnTo>
                  <a:lnTo>
                    <a:pt x="3415080" y="1781215"/>
                  </a:lnTo>
                  <a:lnTo>
                    <a:pt x="3420553" y="1781215"/>
                  </a:lnTo>
                  <a:lnTo>
                    <a:pt x="3420553" y="1781215"/>
                  </a:lnTo>
                  <a:lnTo>
                    <a:pt x="3426026" y="1781215"/>
                  </a:lnTo>
                  <a:lnTo>
                    <a:pt x="3426026" y="1781215"/>
                  </a:lnTo>
                  <a:lnTo>
                    <a:pt x="3431499" y="1781215"/>
                  </a:lnTo>
                  <a:lnTo>
                    <a:pt x="3431499" y="1781215"/>
                  </a:lnTo>
                  <a:lnTo>
                    <a:pt x="3436972" y="1781215"/>
                  </a:lnTo>
                  <a:lnTo>
                    <a:pt x="3436972" y="1781215"/>
                  </a:lnTo>
                  <a:lnTo>
                    <a:pt x="3442444" y="1781215"/>
                  </a:lnTo>
                  <a:lnTo>
                    <a:pt x="3442444" y="1781215"/>
                  </a:lnTo>
                  <a:lnTo>
                    <a:pt x="3447917" y="1781215"/>
                  </a:lnTo>
                  <a:lnTo>
                    <a:pt x="3447917" y="1781215"/>
                  </a:lnTo>
                  <a:lnTo>
                    <a:pt x="3453390" y="1781215"/>
                  </a:lnTo>
                  <a:lnTo>
                    <a:pt x="3453390" y="1781215"/>
                  </a:lnTo>
                  <a:lnTo>
                    <a:pt x="3458863" y="1781215"/>
                  </a:lnTo>
                  <a:lnTo>
                    <a:pt x="3458863" y="1781215"/>
                  </a:lnTo>
                  <a:lnTo>
                    <a:pt x="3464336" y="1781215"/>
                  </a:lnTo>
                  <a:lnTo>
                    <a:pt x="3464336" y="1781215"/>
                  </a:lnTo>
                  <a:lnTo>
                    <a:pt x="3469809" y="1781215"/>
                  </a:lnTo>
                  <a:lnTo>
                    <a:pt x="3469809" y="1781215"/>
                  </a:lnTo>
                  <a:lnTo>
                    <a:pt x="3475282" y="1781215"/>
                  </a:lnTo>
                  <a:lnTo>
                    <a:pt x="3475282" y="1781215"/>
                  </a:lnTo>
                  <a:lnTo>
                    <a:pt x="3480755" y="1781215"/>
                  </a:lnTo>
                  <a:lnTo>
                    <a:pt x="3480755" y="1781215"/>
                  </a:lnTo>
                  <a:lnTo>
                    <a:pt x="3486228" y="1781215"/>
                  </a:lnTo>
                  <a:lnTo>
                    <a:pt x="3486228" y="1781215"/>
                  </a:lnTo>
                  <a:lnTo>
                    <a:pt x="3491700" y="1781215"/>
                  </a:lnTo>
                  <a:lnTo>
                    <a:pt x="3491700" y="1781215"/>
                  </a:lnTo>
                  <a:lnTo>
                    <a:pt x="3497173" y="1781215"/>
                  </a:lnTo>
                  <a:lnTo>
                    <a:pt x="3497173" y="1719701"/>
                  </a:lnTo>
                  <a:lnTo>
                    <a:pt x="3502646" y="1719701"/>
                  </a:lnTo>
                  <a:lnTo>
                    <a:pt x="3502646" y="1719701"/>
                  </a:lnTo>
                  <a:lnTo>
                    <a:pt x="3508119" y="1719701"/>
                  </a:lnTo>
                  <a:lnTo>
                    <a:pt x="3508119" y="1719701"/>
                  </a:lnTo>
                  <a:lnTo>
                    <a:pt x="3513592" y="1719701"/>
                  </a:lnTo>
                  <a:lnTo>
                    <a:pt x="3513592" y="1719701"/>
                  </a:lnTo>
                  <a:lnTo>
                    <a:pt x="3519065" y="1719701"/>
                  </a:lnTo>
                  <a:lnTo>
                    <a:pt x="3519065" y="1719701"/>
                  </a:lnTo>
                  <a:lnTo>
                    <a:pt x="3524538" y="1719701"/>
                  </a:lnTo>
                  <a:lnTo>
                    <a:pt x="3524538" y="1719701"/>
                  </a:lnTo>
                  <a:lnTo>
                    <a:pt x="3530011" y="1719701"/>
                  </a:lnTo>
                  <a:lnTo>
                    <a:pt x="3530011" y="1719701"/>
                  </a:lnTo>
                  <a:lnTo>
                    <a:pt x="3535483" y="1719701"/>
                  </a:lnTo>
                  <a:lnTo>
                    <a:pt x="3535483" y="1719701"/>
                  </a:lnTo>
                  <a:lnTo>
                    <a:pt x="3540956" y="1719701"/>
                  </a:lnTo>
                  <a:lnTo>
                    <a:pt x="3540956" y="1719701"/>
                  </a:lnTo>
                  <a:lnTo>
                    <a:pt x="3546429" y="1719701"/>
                  </a:lnTo>
                  <a:lnTo>
                    <a:pt x="3546429" y="1719701"/>
                  </a:lnTo>
                  <a:lnTo>
                    <a:pt x="3551902" y="1719701"/>
                  </a:lnTo>
                  <a:lnTo>
                    <a:pt x="3551902" y="1719701"/>
                  </a:lnTo>
                  <a:lnTo>
                    <a:pt x="3557375" y="1719701"/>
                  </a:lnTo>
                  <a:lnTo>
                    <a:pt x="3557375" y="1719701"/>
                  </a:lnTo>
                  <a:lnTo>
                    <a:pt x="3562848" y="1719701"/>
                  </a:lnTo>
                  <a:lnTo>
                    <a:pt x="3562848" y="1719701"/>
                  </a:lnTo>
                  <a:lnTo>
                    <a:pt x="3568321" y="1719701"/>
                  </a:lnTo>
                  <a:lnTo>
                    <a:pt x="3568321" y="1719701"/>
                  </a:lnTo>
                  <a:lnTo>
                    <a:pt x="3573794" y="1719701"/>
                  </a:lnTo>
                  <a:lnTo>
                    <a:pt x="3573794" y="1719701"/>
                  </a:lnTo>
                  <a:lnTo>
                    <a:pt x="3579267" y="1719701"/>
                  </a:lnTo>
                  <a:lnTo>
                    <a:pt x="3579267" y="1719701"/>
                  </a:lnTo>
                  <a:lnTo>
                    <a:pt x="3584739" y="1719701"/>
                  </a:lnTo>
                  <a:lnTo>
                    <a:pt x="3584739" y="1719701"/>
                  </a:lnTo>
                  <a:lnTo>
                    <a:pt x="3590212" y="1719701"/>
                  </a:lnTo>
                  <a:lnTo>
                    <a:pt x="3590212" y="1719701"/>
                  </a:lnTo>
                  <a:lnTo>
                    <a:pt x="3595685" y="1719701"/>
                  </a:lnTo>
                  <a:lnTo>
                    <a:pt x="3595685" y="1719701"/>
                  </a:lnTo>
                  <a:lnTo>
                    <a:pt x="3601158" y="1719701"/>
                  </a:lnTo>
                  <a:lnTo>
                    <a:pt x="3601158" y="1719701"/>
                  </a:lnTo>
                  <a:lnTo>
                    <a:pt x="3606631" y="1719701"/>
                  </a:lnTo>
                  <a:lnTo>
                    <a:pt x="3606631" y="1719701"/>
                  </a:lnTo>
                  <a:lnTo>
                    <a:pt x="3612104" y="1719701"/>
                  </a:lnTo>
                  <a:lnTo>
                    <a:pt x="3612104" y="1719701"/>
                  </a:lnTo>
                  <a:lnTo>
                    <a:pt x="3617577" y="1719701"/>
                  </a:lnTo>
                  <a:lnTo>
                    <a:pt x="3617577" y="1719701"/>
                  </a:lnTo>
                  <a:lnTo>
                    <a:pt x="3623050" y="1719701"/>
                  </a:lnTo>
                  <a:lnTo>
                    <a:pt x="3623050" y="1719701"/>
                  </a:lnTo>
                  <a:lnTo>
                    <a:pt x="3628523" y="1719701"/>
                  </a:lnTo>
                  <a:lnTo>
                    <a:pt x="3628523" y="1719701"/>
                  </a:lnTo>
                  <a:lnTo>
                    <a:pt x="3633995" y="1719701"/>
                  </a:lnTo>
                  <a:lnTo>
                    <a:pt x="3633995" y="1719701"/>
                  </a:lnTo>
                  <a:lnTo>
                    <a:pt x="3639468" y="1719701"/>
                  </a:lnTo>
                  <a:lnTo>
                    <a:pt x="3639468" y="1719701"/>
                  </a:lnTo>
                  <a:lnTo>
                    <a:pt x="3644941" y="1719701"/>
                  </a:lnTo>
                  <a:lnTo>
                    <a:pt x="3644941" y="1719701"/>
                  </a:lnTo>
                  <a:lnTo>
                    <a:pt x="3650414" y="1719701"/>
                  </a:lnTo>
                  <a:lnTo>
                    <a:pt x="3650414" y="1719701"/>
                  </a:lnTo>
                  <a:lnTo>
                    <a:pt x="3655887" y="1719701"/>
                  </a:lnTo>
                  <a:lnTo>
                    <a:pt x="3655887" y="1719701"/>
                  </a:lnTo>
                  <a:lnTo>
                    <a:pt x="3661360" y="1719701"/>
                  </a:lnTo>
                  <a:lnTo>
                    <a:pt x="3661360" y="1655741"/>
                  </a:lnTo>
                  <a:lnTo>
                    <a:pt x="3666833" y="1655741"/>
                  </a:lnTo>
                  <a:lnTo>
                    <a:pt x="3666833" y="1655741"/>
                  </a:lnTo>
                  <a:lnTo>
                    <a:pt x="3672306" y="1655741"/>
                  </a:lnTo>
                  <a:lnTo>
                    <a:pt x="3672306" y="1655741"/>
                  </a:lnTo>
                  <a:lnTo>
                    <a:pt x="3677779" y="1655741"/>
                  </a:lnTo>
                  <a:lnTo>
                    <a:pt x="3677779" y="1655741"/>
                  </a:lnTo>
                  <a:lnTo>
                    <a:pt x="3683251" y="1655741"/>
                  </a:lnTo>
                  <a:lnTo>
                    <a:pt x="3683251" y="1655741"/>
                  </a:lnTo>
                  <a:lnTo>
                    <a:pt x="3688724" y="1655741"/>
                  </a:lnTo>
                  <a:lnTo>
                    <a:pt x="3688724" y="1655741"/>
                  </a:lnTo>
                  <a:lnTo>
                    <a:pt x="3694197" y="1655741"/>
                  </a:lnTo>
                  <a:lnTo>
                    <a:pt x="3694197" y="1655741"/>
                  </a:lnTo>
                  <a:lnTo>
                    <a:pt x="3699670" y="1655741"/>
                  </a:lnTo>
                  <a:lnTo>
                    <a:pt x="3699670" y="1655741"/>
                  </a:lnTo>
                  <a:lnTo>
                    <a:pt x="3705143" y="1655741"/>
                  </a:lnTo>
                  <a:lnTo>
                    <a:pt x="3705143" y="1655741"/>
                  </a:lnTo>
                  <a:lnTo>
                    <a:pt x="3710616" y="1655741"/>
                  </a:lnTo>
                  <a:lnTo>
                    <a:pt x="3710616" y="1655741"/>
                  </a:lnTo>
                  <a:lnTo>
                    <a:pt x="3716089" y="1655741"/>
                  </a:lnTo>
                  <a:lnTo>
                    <a:pt x="3716089" y="1655741"/>
                  </a:lnTo>
                  <a:lnTo>
                    <a:pt x="3721562" y="1655741"/>
                  </a:lnTo>
                  <a:lnTo>
                    <a:pt x="3721562" y="1655741"/>
                  </a:lnTo>
                  <a:lnTo>
                    <a:pt x="3727034" y="1655741"/>
                  </a:lnTo>
                  <a:lnTo>
                    <a:pt x="3727034" y="1655741"/>
                  </a:lnTo>
                  <a:lnTo>
                    <a:pt x="3732507" y="1655741"/>
                  </a:lnTo>
                  <a:lnTo>
                    <a:pt x="3732507" y="1655741"/>
                  </a:lnTo>
                  <a:lnTo>
                    <a:pt x="3737980" y="1655741"/>
                  </a:lnTo>
                  <a:lnTo>
                    <a:pt x="3737980" y="1591349"/>
                  </a:lnTo>
                  <a:lnTo>
                    <a:pt x="3743453" y="1591349"/>
                  </a:lnTo>
                  <a:lnTo>
                    <a:pt x="3743453" y="1591349"/>
                  </a:lnTo>
                  <a:lnTo>
                    <a:pt x="3748926" y="1591349"/>
                  </a:lnTo>
                  <a:lnTo>
                    <a:pt x="3748926" y="1591349"/>
                  </a:lnTo>
                  <a:lnTo>
                    <a:pt x="3754399" y="1591349"/>
                  </a:lnTo>
                  <a:lnTo>
                    <a:pt x="3754399" y="1591349"/>
                  </a:lnTo>
                  <a:lnTo>
                    <a:pt x="3759872" y="1591349"/>
                  </a:lnTo>
                  <a:lnTo>
                    <a:pt x="3759872" y="1591349"/>
                  </a:lnTo>
                  <a:lnTo>
                    <a:pt x="3765345" y="1591349"/>
                  </a:lnTo>
                  <a:lnTo>
                    <a:pt x="3765345" y="1591349"/>
                  </a:lnTo>
                  <a:lnTo>
                    <a:pt x="3770818" y="1591349"/>
                  </a:lnTo>
                  <a:lnTo>
                    <a:pt x="3770818" y="1591349"/>
                  </a:lnTo>
                  <a:lnTo>
                    <a:pt x="3776290" y="1591349"/>
                  </a:lnTo>
                  <a:lnTo>
                    <a:pt x="3776290" y="1591349"/>
                  </a:lnTo>
                  <a:lnTo>
                    <a:pt x="3781763" y="1591349"/>
                  </a:lnTo>
                  <a:lnTo>
                    <a:pt x="3781763" y="1591349"/>
                  </a:lnTo>
                  <a:lnTo>
                    <a:pt x="3787236" y="1591349"/>
                  </a:lnTo>
                  <a:lnTo>
                    <a:pt x="3787236" y="1591349"/>
                  </a:lnTo>
                  <a:lnTo>
                    <a:pt x="3792709" y="1591349"/>
                  </a:lnTo>
                  <a:lnTo>
                    <a:pt x="3792709" y="1591349"/>
                  </a:lnTo>
                  <a:lnTo>
                    <a:pt x="3798182" y="1591349"/>
                  </a:lnTo>
                  <a:lnTo>
                    <a:pt x="3798182" y="1591349"/>
                  </a:lnTo>
                  <a:lnTo>
                    <a:pt x="3803655" y="1591349"/>
                  </a:lnTo>
                  <a:lnTo>
                    <a:pt x="3803655" y="1591349"/>
                  </a:lnTo>
                  <a:lnTo>
                    <a:pt x="3809128" y="1591349"/>
                  </a:lnTo>
                  <a:lnTo>
                    <a:pt x="3809128" y="1591349"/>
                  </a:lnTo>
                  <a:lnTo>
                    <a:pt x="3814601" y="1591349"/>
                  </a:lnTo>
                  <a:lnTo>
                    <a:pt x="3814601" y="1591349"/>
                  </a:lnTo>
                  <a:lnTo>
                    <a:pt x="3820074" y="1591349"/>
                  </a:lnTo>
                  <a:lnTo>
                    <a:pt x="3820074" y="1591349"/>
                  </a:lnTo>
                  <a:lnTo>
                    <a:pt x="3825546" y="1591349"/>
                  </a:lnTo>
                  <a:lnTo>
                    <a:pt x="3825546" y="1591349"/>
                  </a:lnTo>
                  <a:lnTo>
                    <a:pt x="3831019" y="1591349"/>
                  </a:lnTo>
                  <a:lnTo>
                    <a:pt x="3831019" y="1591349"/>
                  </a:lnTo>
                  <a:lnTo>
                    <a:pt x="3836492" y="1591349"/>
                  </a:lnTo>
                  <a:lnTo>
                    <a:pt x="3836492" y="1591349"/>
                  </a:lnTo>
                  <a:lnTo>
                    <a:pt x="3841965" y="1591349"/>
                  </a:lnTo>
                  <a:lnTo>
                    <a:pt x="3841965" y="1591349"/>
                  </a:lnTo>
                  <a:lnTo>
                    <a:pt x="3847438" y="1591349"/>
                  </a:lnTo>
                  <a:lnTo>
                    <a:pt x="3847438" y="1591349"/>
                  </a:lnTo>
                  <a:lnTo>
                    <a:pt x="3852911" y="1591349"/>
                  </a:lnTo>
                  <a:lnTo>
                    <a:pt x="3852911" y="1591349"/>
                  </a:lnTo>
                  <a:lnTo>
                    <a:pt x="3858384" y="1591349"/>
                  </a:lnTo>
                  <a:lnTo>
                    <a:pt x="3858384" y="1591349"/>
                  </a:lnTo>
                  <a:lnTo>
                    <a:pt x="3863857" y="1591349"/>
                  </a:lnTo>
                  <a:lnTo>
                    <a:pt x="3863857" y="1591349"/>
                  </a:lnTo>
                  <a:lnTo>
                    <a:pt x="3869329" y="1591349"/>
                  </a:lnTo>
                  <a:lnTo>
                    <a:pt x="3869329" y="1591349"/>
                  </a:lnTo>
                  <a:lnTo>
                    <a:pt x="3874802" y="1591349"/>
                  </a:lnTo>
                  <a:lnTo>
                    <a:pt x="3874802" y="1591349"/>
                  </a:lnTo>
                  <a:lnTo>
                    <a:pt x="3880275" y="1591349"/>
                  </a:lnTo>
                  <a:lnTo>
                    <a:pt x="3880275" y="1591349"/>
                  </a:lnTo>
                  <a:lnTo>
                    <a:pt x="3885748" y="1591349"/>
                  </a:lnTo>
                  <a:lnTo>
                    <a:pt x="3885748" y="1591349"/>
                  </a:lnTo>
                  <a:lnTo>
                    <a:pt x="3891221" y="1591349"/>
                  </a:lnTo>
                  <a:lnTo>
                    <a:pt x="3891221" y="1591349"/>
                  </a:lnTo>
                  <a:lnTo>
                    <a:pt x="3896694" y="1591349"/>
                  </a:lnTo>
                  <a:lnTo>
                    <a:pt x="3896694" y="1591349"/>
                  </a:lnTo>
                  <a:lnTo>
                    <a:pt x="3902167" y="1591349"/>
                  </a:lnTo>
                  <a:lnTo>
                    <a:pt x="3902167" y="1591349"/>
                  </a:lnTo>
                  <a:lnTo>
                    <a:pt x="3907640" y="1591349"/>
                  </a:lnTo>
                  <a:lnTo>
                    <a:pt x="3907640" y="1524664"/>
                  </a:lnTo>
                  <a:lnTo>
                    <a:pt x="3913113" y="1524664"/>
                  </a:lnTo>
                  <a:lnTo>
                    <a:pt x="3913113" y="1524664"/>
                  </a:lnTo>
                  <a:lnTo>
                    <a:pt x="3918585" y="1524664"/>
                  </a:lnTo>
                  <a:lnTo>
                    <a:pt x="3918585" y="1524664"/>
                  </a:lnTo>
                  <a:lnTo>
                    <a:pt x="3924058" y="1524664"/>
                  </a:lnTo>
                  <a:lnTo>
                    <a:pt x="3924058" y="1524664"/>
                  </a:lnTo>
                  <a:lnTo>
                    <a:pt x="3929531" y="1524664"/>
                  </a:lnTo>
                  <a:lnTo>
                    <a:pt x="3929531" y="1524664"/>
                  </a:lnTo>
                  <a:lnTo>
                    <a:pt x="3935004" y="1524664"/>
                  </a:lnTo>
                  <a:lnTo>
                    <a:pt x="3935004" y="1524664"/>
                  </a:lnTo>
                  <a:lnTo>
                    <a:pt x="3940477" y="1524664"/>
                  </a:lnTo>
                  <a:lnTo>
                    <a:pt x="3940477" y="1458023"/>
                  </a:lnTo>
                  <a:lnTo>
                    <a:pt x="3945950" y="1458023"/>
                  </a:lnTo>
                  <a:lnTo>
                    <a:pt x="3945950" y="1458023"/>
                  </a:lnTo>
                  <a:lnTo>
                    <a:pt x="3951423" y="1458023"/>
                  </a:lnTo>
                  <a:lnTo>
                    <a:pt x="3951423" y="1458023"/>
                  </a:lnTo>
                  <a:lnTo>
                    <a:pt x="3956896" y="1458023"/>
                  </a:lnTo>
                  <a:lnTo>
                    <a:pt x="3956896" y="1458023"/>
                  </a:lnTo>
                  <a:lnTo>
                    <a:pt x="3962369" y="1458023"/>
                  </a:lnTo>
                  <a:lnTo>
                    <a:pt x="3962369" y="1458023"/>
                  </a:lnTo>
                  <a:lnTo>
                    <a:pt x="3967841" y="1458023"/>
                  </a:lnTo>
                  <a:lnTo>
                    <a:pt x="3967841" y="1458023"/>
                  </a:lnTo>
                  <a:lnTo>
                    <a:pt x="3973314" y="1458023"/>
                  </a:lnTo>
                  <a:lnTo>
                    <a:pt x="3973314" y="1458023"/>
                  </a:lnTo>
                  <a:lnTo>
                    <a:pt x="3978787" y="1458023"/>
                  </a:lnTo>
                  <a:lnTo>
                    <a:pt x="3978787" y="1458023"/>
                  </a:lnTo>
                  <a:lnTo>
                    <a:pt x="3984260" y="1458023"/>
                  </a:lnTo>
                  <a:lnTo>
                    <a:pt x="3984260" y="1458023"/>
                  </a:lnTo>
                  <a:lnTo>
                    <a:pt x="3989733" y="1458023"/>
                  </a:lnTo>
                  <a:lnTo>
                    <a:pt x="3989733" y="1458023"/>
                  </a:lnTo>
                  <a:lnTo>
                    <a:pt x="3995206" y="1458023"/>
                  </a:lnTo>
                  <a:lnTo>
                    <a:pt x="3995206" y="1458023"/>
                  </a:lnTo>
                  <a:lnTo>
                    <a:pt x="4000679" y="1458023"/>
                  </a:lnTo>
                  <a:lnTo>
                    <a:pt x="4000679" y="1458023"/>
                  </a:lnTo>
                  <a:lnTo>
                    <a:pt x="4006152" y="1458023"/>
                  </a:lnTo>
                  <a:lnTo>
                    <a:pt x="4006152" y="1458023"/>
                  </a:lnTo>
                  <a:lnTo>
                    <a:pt x="4011625" y="1458023"/>
                  </a:lnTo>
                  <a:lnTo>
                    <a:pt x="4011625" y="1458023"/>
                  </a:lnTo>
                  <a:lnTo>
                    <a:pt x="4017097" y="1458023"/>
                  </a:lnTo>
                  <a:lnTo>
                    <a:pt x="4017097" y="1458023"/>
                  </a:lnTo>
                  <a:lnTo>
                    <a:pt x="4022570" y="1458023"/>
                  </a:lnTo>
                  <a:lnTo>
                    <a:pt x="4022570" y="1458023"/>
                  </a:lnTo>
                  <a:lnTo>
                    <a:pt x="4028043" y="1458023"/>
                  </a:lnTo>
                  <a:lnTo>
                    <a:pt x="4028043" y="1458023"/>
                  </a:lnTo>
                  <a:lnTo>
                    <a:pt x="4033516" y="1458023"/>
                  </a:lnTo>
                  <a:lnTo>
                    <a:pt x="4033516" y="1458023"/>
                  </a:lnTo>
                  <a:lnTo>
                    <a:pt x="4038989" y="1458023"/>
                  </a:lnTo>
                  <a:lnTo>
                    <a:pt x="4038989" y="1458023"/>
                  </a:lnTo>
                  <a:lnTo>
                    <a:pt x="4044462" y="1458023"/>
                  </a:lnTo>
                  <a:lnTo>
                    <a:pt x="4044462" y="1458023"/>
                  </a:lnTo>
                  <a:lnTo>
                    <a:pt x="4049935" y="1458023"/>
                  </a:lnTo>
                  <a:lnTo>
                    <a:pt x="4049935" y="1458023"/>
                  </a:lnTo>
                  <a:lnTo>
                    <a:pt x="4055408" y="1458023"/>
                  </a:lnTo>
                  <a:lnTo>
                    <a:pt x="4055408" y="1458023"/>
                  </a:lnTo>
                  <a:lnTo>
                    <a:pt x="4060880" y="1458023"/>
                  </a:lnTo>
                  <a:lnTo>
                    <a:pt x="4060880" y="1458023"/>
                  </a:lnTo>
                  <a:lnTo>
                    <a:pt x="4066353" y="1458023"/>
                  </a:lnTo>
                  <a:lnTo>
                    <a:pt x="4066353" y="1458023"/>
                  </a:lnTo>
                  <a:lnTo>
                    <a:pt x="4071826" y="1458023"/>
                  </a:lnTo>
                  <a:lnTo>
                    <a:pt x="4071826" y="1458023"/>
                  </a:lnTo>
                  <a:lnTo>
                    <a:pt x="4077299" y="1458023"/>
                  </a:lnTo>
                  <a:lnTo>
                    <a:pt x="4077299" y="1458023"/>
                  </a:lnTo>
                  <a:lnTo>
                    <a:pt x="4082772" y="1458023"/>
                  </a:lnTo>
                  <a:lnTo>
                    <a:pt x="4082772" y="1458023"/>
                  </a:lnTo>
                  <a:lnTo>
                    <a:pt x="4088245" y="1458023"/>
                  </a:lnTo>
                  <a:lnTo>
                    <a:pt x="4088245" y="1458023"/>
                  </a:lnTo>
                  <a:lnTo>
                    <a:pt x="4093718" y="1458023"/>
                  </a:lnTo>
                  <a:lnTo>
                    <a:pt x="4093718" y="1458023"/>
                  </a:lnTo>
                  <a:lnTo>
                    <a:pt x="4099191" y="1458023"/>
                  </a:lnTo>
                  <a:lnTo>
                    <a:pt x="4099191" y="1458023"/>
                  </a:lnTo>
                  <a:lnTo>
                    <a:pt x="4104664" y="1458023"/>
                  </a:lnTo>
                  <a:lnTo>
                    <a:pt x="4104664" y="1458023"/>
                  </a:lnTo>
                  <a:lnTo>
                    <a:pt x="4110136" y="1458023"/>
                  </a:lnTo>
                  <a:lnTo>
                    <a:pt x="4110136" y="1458023"/>
                  </a:lnTo>
                  <a:lnTo>
                    <a:pt x="4115609" y="1458023"/>
                  </a:lnTo>
                  <a:lnTo>
                    <a:pt x="4115609" y="1458023"/>
                  </a:lnTo>
                  <a:lnTo>
                    <a:pt x="4121082" y="1458023"/>
                  </a:lnTo>
                  <a:lnTo>
                    <a:pt x="4121082" y="1458023"/>
                  </a:lnTo>
                  <a:lnTo>
                    <a:pt x="4126555" y="1458023"/>
                  </a:lnTo>
                  <a:lnTo>
                    <a:pt x="4126555" y="1458023"/>
                  </a:lnTo>
                  <a:lnTo>
                    <a:pt x="4132028" y="1458023"/>
                  </a:lnTo>
                  <a:lnTo>
                    <a:pt x="4132028" y="1458023"/>
                  </a:lnTo>
                  <a:lnTo>
                    <a:pt x="4137501" y="1458023"/>
                  </a:lnTo>
                  <a:lnTo>
                    <a:pt x="4137501" y="1458023"/>
                  </a:lnTo>
                  <a:lnTo>
                    <a:pt x="4142974" y="1458023"/>
                  </a:lnTo>
                  <a:lnTo>
                    <a:pt x="4142974" y="1458023"/>
                  </a:lnTo>
                  <a:lnTo>
                    <a:pt x="4148447" y="1458023"/>
                  </a:lnTo>
                  <a:lnTo>
                    <a:pt x="4148447" y="1458023"/>
                  </a:lnTo>
                  <a:lnTo>
                    <a:pt x="4153920" y="1458023"/>
                  </a:lnTo>
                  <a:lnTo>
                    <a:pt x="4153920" y="1458023"/>
                  </a:lnTo>
                  <a:lnTo>
                    <a:pt x="4159392" y="1458023"/>
                  </a:lnTo>
                  <a:lnTo>
                    <a:pt x="4159392" y="1458023"/>
                  </a:lnTo>
                  <a:lnTo>
                    <a:pt x="4164865" y="1458023"/>
                  </a:lnTo>
                  <a:lnTo>
                    <a:pt x="4164865" y="1458023"/>
                  </a:lnTo>
                  <a:lnTo>
                    <a:pt x="4170338" y="1458023"/>
                  </a:lnTo>
                  <a:lnTo>
                    <a:pt x="4170338" y="1458023"/>
                  </a:lnTo>
                  <a:lnTo>
                    <a:pt x="4175811" y="1458023"/>
                  </a:lnTo>
                  <a:lnTo>
                    <a:pt x="4175811" y="1458023"/>
                  </a:lnTo>
                  <a:lnTo>
                    <a:pt x="4181284" y="1458023"/>
                  </a:lnTo>
                  <a:lnTo>
                    <a:pt x="4181284" y="1458023"/>
                  </a:lnTo>
                  <a:lnTo>
                    <a:pt x="4186757" y="1458023"/>
                  </a:lnTo>
                  <a:lnTo>
                    <a:pt x="4186757" y="1458023"/>
                  </a:lnTo>
                  <a:lnTo>
                    <a:pt x="4192230" y="1458023"/>
                  </a:lnTo>
                  <a:lnTo>
                    <a:pt x="4192230" y="1458023"/>
                  </a:lnTo>
                  <a:lnTo>
                    <a:pt x="4197703" y="1458023"/>
                  </a:lnTo>
                  <a:lnTo>
                    <a:pt x="4197703" y="1458023"/>
                  </a:lnTo>
                  <a:lnTo>
                    <a:pt x="4203176" y="1458023"/>
                  </a:lnTo>
                  <a:lnTo>
                    <a:pt x="4203176" y="1458023"/>
                  </a:lnTo>
                  <a:lnTo>
                    <a:pt x="4208648" y="1458023"/>
                  </a:lnTo>
                  <a:lnTo>
                    <a:pt x="4208648" y="1458023"/>
                  </a:lnTo>
                  <a:lnTo>
                    <a:pt x="4214121" y="1458023"/>
                  </a:lnTo>
                  <a:lnTo>
                    <a:pt x="4214121" y="1458023"/>
                  </a:lnTo>
                  <a:lnTo>
                    <a:pt x="4219594" y="1458023"/>
                  </a:lnTo>
                  <a:lnTo>
                    <a:pt x="4219594" y="1458023"/>
                  </a:lnTo>
                  <a:lnTo>
                    <a:pt x="4225067" y="1458023"/>
                  </a:lnTo>
                  <a:lnTo>
                    <a:pt x="4225067" y="1458023"/>
                  </a:lnTo>
                  <a:lnTo>
                    <a:pt x="4230540" y="1458023"/>
                  </a:lnTo>
                  <a:lnTo>
                    <a:pt x="4230540" y="1458023"/>
                  </a:lnTo>
                  <a:lnTo>
                    <a:pt x="4236013" y="1458023"/>
                  </a:lnTo>
                  <a:lnTo>
                    <a:pt x="4236013" y="1458023"/>
                  </a:lnTo>
                  <a:lnTo>
                    <a:pt x="4241486" y="1458023"/>
                  </a:lnTo>
                  <a:lnTo>
                    <a:pt x="4241486" y="1458023"/>
                  </a:lnTo>
                  <a:lnTo>
                    <a:pt x="4246959" y="1458023"/>
                  </a:lnTo>
                  <a:lnTo>
                    <a:pt x="4246959" y="1458023"/>
                  </a:lnTo>
                  <a:lnTo>
                    <a:pt x="4252431" y="1458023"/>
                  </a:lnTo>
                  <a:lnTo>
                    <a:pt x="4252431" y="1458023"/>
                  </a:lnTo>
                  <a:lnTo>
                    <a:pt x="4257904" y="1458023"/>
                  </a:lnTo>
                  <a:lnTo>
                    <a:pt x="4257904" y="1458023"/>
                  </a:lnTo>
                  <a:lnTo>
                    <a:pt x="4263377" y="1458023"/>
                  </a:lnTo>
                  <a:lnTo>
                    <a:pt x="4263377" y="1458023"/>
                  </a:lnTo>
                  <a:lnTo>
                    <a:pt x="4268850" y="1458023"/>
                  </a:lnTo>
                  <a:lnTo>
                    <a:pt x="4268850" y="1458023"/>
                  </a:lnTo>
                  <a:lnTo>
                    <a:pt x="4274323" y="1458023"/>
                  </a:lnTo>
                  <a:lnTo>
                    <a:pt x="4274323" y="1458023"/>
                  </a:lnTo>
                  <a:lnTo>
                    <a:pt x="4279796" y="1458023"/>
                  </a:lnTo>
                  <a:lnTo>
                    <a:pt x="4279796" y="1458023"/>
                  </a:lnTo>
                  <a:lnTo>
                    <a:pt x="4285269" y="1458023"/>
                  </a:lnTo>
                  <a:lnTo>
                    <a:pt x="4285269" y="1458023"/>
                  </a:lnTo>
                  <a:lnTo>
                    <a:pt x="4290742" y="1458023"/>
                  </a:lnTo>
                  <a:lnTo>
                    <a:pt x="4290742" y="1458023"/>
                  </a:lnTo>
                  <a:lnTo>
                    <a:pt x="4296215" y="1458023"/>
                  </a:lnTo>
                  <a:lnTo>
                    <a:pt x="4296215" y="1458023"/>
                  </a:lnTo>
                  <a:lnTo>
                    <a:pt x="4301687" y="1458023"/>
                  </a:lnTo>
                  <a:lnTo>
                    <a:pt x="4301687" y="1458023"/>
                  </a:lnTo>
                  <a:lnTo>
                    <a:pt x="4307160" y="1458023"/>
                  </a:lnTo>
                  <a:lnTo>
                    <a:pt x="4307160" y="1458023"/>
                  </a:lnTo>
                  <a:lnTo>
                    <a:pt x="4312633" y="1458023"/>
                  </a:lnTo>
                  <a:lnTo>
                    <a:pt x="4312633" y="1458023"/>
                  </a:lnTo>
                  <a:lnTo>
                    <a:pt x="4318106" y="1458023"/>
                  </a:lnTo>
                  <a:lnTo>
                    <a:pt x="4318106" y="1458023"/>
                  </a:lnTo>
                  <a:lnTo>
                    <a:pt x="4323579" y="1458023"/>
                  </a:lnTo>
                  <a:lnTo>
                    <a:pt x="4323579" y="1458023"/>
                  </a:lnTo>
                  <a:lnTo>
                    <a:pt x="4329052" y="1458023"/>
                  </a:lnTo>
                  <a:lnTo>
                    <a:pt x="4329052" y="1458023"/>
                  </a:lnTo>
                  <a:lnTo>
                    <a:pt x="4334525" y="1458023"/>
                  </a:lnTo>
                  <a:lnTo>
                    <a:pt x="4334525" y="1458023"/>
                  </a:lnTo>
                  <a:lnTo>
                    <a:pt x="4339998" y="1458023"/>
                  </a:lnTo>
                  <a:lnTo>
                    <a:pt x="4339998" y="1458023"/>
                  </a:lnTo>
                  <a:lnTo>
                    <a:pt x="4345471" y="1458023"/>
                  </a:lnTo>
                  <a:lnTo>
                    <a:pt x="4345471" y="1458023"/>
                  </a:lnTo>
                  <a:lnTo>
                    <a:pt x="4350943" y="1458023"/>
                  </a:lnTo>
                  <a:lnTo>
                    <a:pt x="4350943" y="1458023"/>
                  </a:lnTo>
                  <a:lnTo>
                    <a:pt x="4356416" y="1458023"/>
                  </a:lnTo>
                  <a:lnTo>
                    <a:pt x="4356416" y="1458023"/>
                  </a:lnTo>
                  <a:lnTo>
                    <a:pt x="4361889" y="1458023"/>
                  </a:lnTo>
                  <a:lnTo>
                    <a:pt x="4361889" y="1458023"/>
                  </a:lnTo>
                  <a:lnTo>
                    <a:pt x="4367362" y="1458023"/>
                  </a:lnTo>
                  <a:lnTo>
                    <a:pt x="4367362" y="1458023"/>
                  </a:lnTo>
                  <a:lnTo>
                    <a:pt x="4372835" y="1458023"/>
                  </a:lnTo>
                  <a:lnTo>
                    <a:pt x="4372835" y="1458023"/>
                  </a:lnTo>
                  <a:lnTo>
                    <a:pt x="4378308" y="1458023"/>
                  </a:lnTo>
                  <a:lnTo>
                    <a:pt x="4378308" y="1458023"/>
                  </a:lnTo>
                  <a:lnTo>
                    <a:pt x="4383781" y="1458023"/>
                  </a:lnTo>
                  <a:lnTo>
                    <a:pt x="4383781" y="1458023"/>
                  </a:lnTo>
                  <a:lnTo>
                    <a:pt x="4389254" y="1458023"/>
                  </a:lnTo>
                  <a:lnTo>
                    <a:pt x="4389254" y="1458023"/>
                  </a:lnTo>
                  <a:lnTo>
                    <a:pt x="4394726" y="1458023"/>
                  </a:lnTo>
                  <a:lnTo>
                    <a:pt x="4394726" y="1458023"/>
                  </a:lnTo>
                  <a:lnTo>
                    <a:pt x="4400199" y="1458023"/>
                  </a:lnTo>
                  <a:lnTo>
                    <a:pt x="4400199" y="1458023"/>
                  </a:lnTo>
                  <a:lnTo>
                    <a:pt x="4405672" y="1458023"/>
                  </a:lnTo>
                  <a:lnTo>
                    <a:pt x="4405672" y="1458023"/>
                  </a:lnTo>
                  <a:lnTo>
                    <a:pt x="4411145" y="1458023"/>
                  </a:lnTo>
                  <a:lnTo>
                    <a:pt x="4411145" y="1458023"/>
                  </a:lnTo>
                  <a:lnTo>
                    <a:pt x="4416618" y="1458023"/>
                  </a:lnTo>
                  <a:lnTo>
                    <a:pt x="4416618" y="1458023"/>
                  </a:lnTo>
                  <a:lnTo>
                    <a:pt x="4422091" y="1458023"/>
                  </a:lnTo>
                  <a:lnTo>
                    <a:pt x="4422091" y="1458023"/>
                  </a:lnTo>
                  <a:lnTo>
                    <a:pt x="4427564" y="1458023"/>
                  </a:lnTo>
                  <a:lnTo>
                    <a:pt x="4427564" y="1458023"/>
                  </a:lnTo>
                  <a:lnTo>
                    <a:pt x="4433037" y="1458023"/>
                  </a:lnTo>
                  <a:lnTo>
                    <a:pt x="4433037" y="1458023"/>
                  </a:lnTo>
                  <a:lnTo>
                    <a:pt x="4438510" y="1458023"/>
                  </a:lnTo>
                  <a:lnTo>
                    <a:pt x="4438510" y="1458023"/>
                  </a:lnTo>
                  <a:lnTo>
                    <a:pt x="4443982" y="1458023"/>
                  </a:lnTo>
                  <a:lnTo>
                    <a:pt x="4443982" y="1458023"/>
                  </a:lnTo>
                  <a:lnTo>
                    <a:pt x="4449455" y="1458023"/>
                  </a:lnTo>
                  <a:lnTo>
                    <a:pt x="4449455" y="1458023"/>
                  </a:lnTo>
                  <a:lnTo>
                    <a:pt x="4454928" y="1458023"/>
                  </a:lnTo>
                  <a:lnTo>
                    <a:pt x="4454928" y="1458023"/>
                  </a:lnTo>
                  <a:lnTo>
                    <a:pt x="4460401" y="1458023"/>
                  </a:lnTo>
                  <a:lnTo>
                    <a:pt x="4460401" y="1458023"/>
                  </a:lnTo>
                  <a:lnTo>
                    <a:pt x="4465874" y="1458023"/>
                  </a:lnTo>
                  <a:lnTo>
                    <a:pt x="4465874" y="1458023"/>
                  </a:lnTo>
                  <a:lnTo>
                    <a:pt x="4471347" y="1458023"/>
                  </a:lnTo>
                  <a:lnTo>
                    <a:pt x="4471347" y="1458023"/>
                  </a:lnTo>
                  <a:lnTo>
                    <a:pt x="4476820" y="1458023"/>
                  </a:lnTo>
                  <a:lnTo>
                    <a:pt x="4476820" y="1458023"/>
                  </a:lnTo>
                  <a:lnTo>
                    <a:pt x="4482293" y="1458023"/>
                  </a:lnTo>
                  <a:lnTo>
                    <a:pt x="4482293" y="1458023"/>
                  </a:lnTo>
                  <a:lnTo>
                    <a:pt x="4487766" y="1458023"/>
                  </a:lnTo>
                  <a:lnTo>
                    <a:pt x="4487766" y="1458023"/>
                  </a:lnTo>
                  <a:lnTo>
                    <a:pt x="4493238" y="1458023"/>
                  </a:lnTo>
                  <a:lnTo>
                    <a:pt x="4493238" y="1458023"/>
                  </a:lnTo>
                  <a:lnTo>
                    <a:pt x="4498711" y="1458023"/>
                  </a:lnTo>
                  <a:lnTo>
                    <a:pt x="4498711" y="1458023"/>
                  </a:lnTo>
                  <a:lnTo>
                    <a:pt x="4504184" y="1458023"/>
                  </a:lnTo>
                  <a:lnTo>
                    <a:pt x="4504184" y="1458023"/>
                  </a:lnTo>
                  <a:lnTo>
                    <a:pt x="4509657" y="1458023"/>
                  </a:lnTo>
                  <a:lnTo>
                    <a:pt x="4509657" y="1458023"/>
                  </a:lnTo>
                  <a:lnTo>
                    <a:pt x="4515130" y="1458023"/>
                  </a:lnTo>
                  <a:lnTo>
                    <a:pt x="4515130" y="1458023"/>
                  </a:lnTo>
                  <a:lnTo>
                    <a:pt x="4520603" y="1458023"/>
                  </a:lnTo>
                  <a:lnTo>
                    <a:pt x="4520603" y="1458023"/>
                  </a:lnTo>
                  <a:lnTo>
                    <a:pt x="4526076" y="1458023"/>
                  </a:lnTo>
                  <a:lnTo>
                    <a:pt x="4526076" y="1458023"/>
                  </a:lnTo>
                  <a:lnTo>
                    <a:pt x="4531549" y="1458023"/>
                  </a:lnTo>
                  <a:lnTo>
                    <a:pt x="4531549" y="1458023"/>
                  </a:lnTo>
                  <a:lnTo>
                    <a:pt x="4537022" y="1458023"/>
                  </a:lnTo>
                  <a:lnTo>
                    <a:pt x="4537022" y="1458023"/>
                  </a:lnTo>
                  <a:lnTo>
                    <a:pt x="4542494" y="1458023"/>
                  </a:lnTo>
                  <a:lnTo>
                    <a:pt x="4542494" y="1458023"/>
                  </a:lnTo>
                  <a:lnTo>
                    <a:pt x="4547967" y="1458023"/>
                  </a:lnTo>
                  <a:lnTo>
                    <a:pt x="4547967" y="1381883"/>
                  </a:lnTo>
                  <a:lnTo>
                    <a:pt x="4553440" y="1381883"/>
                  </a:lnTo>
                  <a:lnTo>
                    <a:pt x="4553440" y="1381883"/>
                  </a:lnTo>
                  <a:lnTo>
                    <a:pt x="4558913" y="1381883"/>
                  </a:lnTo>
                  <a:lnTo>
                    <a:pt x="4558913" y="1381883"/>
                  </a:lnTo>
                  <a:lnTo>
                    <a:pt x="4564386" y="1381883"/>
                  </a:lnTo>
                  <a:lnTo>
                    <a:pt x="4564386" y="1381883"/>
                  </a:lnTo>
                  <a:lnTo>
                    <a:pt x="4569859" y="1381883"/>
                  </a:lnTo>
                  <a:lnTo>
                    <a:pt x="4569859" y="1381883"/>
                  </a:lnTo>
                  <a:lnTo>
                    <a:pt x="4575332" y="1381883"/>
                  </a:lnTo>
                  <a:lnTo>
                    <a:pt x="4575332" y="1381883"/>
                  </a:lnTo>
                  <a:lnTo>
                    <a:pt x="4580805" y="1381883"/>
                  </a:lnTo>
                  <a:lnTo>
                    <a:pt x="4580805" y="1305806"/>
                  </a:lnTo>
                  <a:lnTo>
                    <a:pt x="4586277" y="1305806"/>
                  </a:lnTo>
                  <a:lnTo>
                    <a:pt x="4586277" y="1305806"/>
                  </a:lnTo>
                  <a:lnTo>
                    <a:pt x="4591750" y="1305806"/>
                  </a:lnTo>
                  <a:lnTo>
                    <a:pt x="4591750" y="1305806"/>
                  </a:lnTo>
                  <a:lnTo>
                    <a:pt x="4597223" y="1305806"/>
                  </a:lnTo>
                  <a:lnTo>
                    <a:pt x="4597223" y="1230163"/>
                  </a:lnTo>
                  <a:lnTo>
                    <a:pt x="4602696" y="1230163"/>
                  </a:lnTo>
                  <a:lnTo>
                    <a:pt x="4602696" y="1230163"/>
                  </a:lnTo>
                  <a:lnTo>
                    <a:pt x="4608169" y="1230163"/>
                  </a:lnTo>
                  <a:lnTo>
                    <a:pt x="4608169" y="1230163"/>
                  </a:lnTo>
                  <a:lnTo>
                    <a:pt x="4613642" y="1230163"/>
                  </a:lnTo>
                  <a:lnTo>
                    <a:pt x="4613642" y="1230163"/>
                  </a:lnTo>
                  <a:lnTo>
                    <a:pt x="4619115" y="1230163"/>
                  </a:lnTo>
                  <a:lnTo>
                    <a:pt x="4619115" y="1230163"/>
                  </a:lnTo>
                  <a:lnTo>
                    <a:pt x="4624588" y="1230163"/>
                  </a:lnTo>
                  <a:lnTo>
                    <a:pt x="4624588" y="1230163"/>
                  </a:lnTo>
                  <a:lnTo>
                    <a:pt x="4630061" y="1230163"/>
                  </a:lnTo>
                  <a:lnTo>
                    <a:pt x="4630061" y="1230163"/>
                  </a:lnTo>
                  <a:lnTo>
                    <a:pt x="4635533" y="1230163"/>
                  </a:lnTo>
                  <a:lnTo>
                    <a:pt x="4635533" y="1230163"/>
                  </a:lnTo>
                  <a:lnTo>
                    <a:pt x="4641006" y="1230163"/>
                  </a:lnTo>
                  <a:lnTo>
                    <a:pt x="4641006" y="1230163"/>
                  </a:lnTo>
                  <a:lnTo>
                    <a:pt x="4646479" y="1230163"/>
                  </a:lnTo>
                  <a:lnTo>
                    <a:pt x="4646479" y="1230163"/>
                  </a:lnTo>
                  <a:lnTo>
                    <a:pt x="4651952" y="1230163"/>
                  </a:lnTo>
                  <a:lnTo>
                    <a:pt x="4651952" y="1230163"/>
                  </a:lnTo>
                  <a:lnTo>
                    <a:pt x="4657425" y="1230163"/>
                  </a:lnTo>
                  <a:lnTo>
                    <a:pt x="4657425" y="1230163"/>
                  </a:lnTo>
                  <a:lnTo>
                    <a:pt x="4662898" y="1230163"/>
                  </a:lnTo>
                  <a:lnTo>
                    <a:pt x="4662898" y="1230163"/>
                  </a:lnTo>
                  <a:lnTo>
                    <a:pt x="4668371" y="1230163"/>
                  </a:lnTo>
                  <a:lnTo>
                    <a:pt x="4668371" y="1230163"/>
                  </a:lnTo>
                  <a:lnTo>
                    <a:pt x="4673844" y="1230163"/>
                  </a:lnTo>
                  <a:lnTo>
                    <a:pt x="4673844" y="1230163"/>
                  </a:lnTo>
                  <a:lnTo>
                    <a:pt x="4679317" y="1230163"/>
                  </a:lnTo>
                  <a:lnTo>
                    <a:pt x="4679317" y="1230163"/>
                  </a:lnTo>
                  <a:lnTo>
                    <a:pt x="4684789" y="1230163"/>
                  </a:lnTo>
                  <a:lnTo>
                    <a:pt x="4684789" y="1230163"/>
                  </a:lnTo>
                  <a:lnTo>
                    <a:pt x="4690262" y="1230163"/>
                  </a:lnTo>
                  <a:lnTo>
                    <a:pt x="4690262" y="1230163"/>
                  </a:lnTo>
                  <a:lnTo>
                    <a:pt x="4695735" y="1230163"/>
                  </a:lnTo>
                  <a:lnTo>
                    <a:pt x="4695735" y="1230163"/>
                  </a:lnTo>
                  <a:lnTo>
                    <a:pt x="4701208" y="1230163"/>
                  </a:lnTo>
                  <a:lnTo>
                    <a:pt x="4701208" y="1230163"/>
                  </a:lnTo>
                  <a:lnTo>
                    <a:pt x="4706681" y="1230163"/>
                  </a:lnTo>
                  <a:lnTo>
                    <a:pt x="4706681" y="1230163"/>
                  </a:lnTo>
                  <a:lnTo>
                    <a:pt x="4712154" y="1230163"/>
                  </a:lnTo>
                  <a:lnTo>
                    <a:pt x="4712154" y="1230163"/>
                  </a:lnTo>
                  <a:lnTo>
                    <a:pt x="4717627" y="1230163"/>
                  </a:lnTo>
                  <a:lnTo>
                    <a:pt x="4717627" y="1230163"/>
                  </a:lnTo>
                  <a:lnTo>
                    <a:pt x="4723100" y="1230163"/>
                  </a:lnTo>
                  <a:lnTo>
                    <a:pt x="4723100" y="1230163"/>
                  </a:lnTo>
                  <a:lnTo>
                    <a:pt x="4728573" y="1230163"/>
                  </a:lnTo>
                  <a:lnTo>
                    <a:pt x="4728573" y="1230163"/>
                  </a:lnTo>
                  <a:lnTo>
                    <a:pt x="4734045" y="1230163"/>
                  </a:lnTo>
                  <a:lnTo>
                    <a:pt x="4734045" y="1230163"/>
                  </a:lnTo>
                  <a:lnTo>
                    <a:pt x="4739518" y="1230163"/>
                  </a:lnTo>
                  <a:lnTo>
                    <a:pt x="4739518" y="1230163"/>
                  </a:lnTo>
                  <a:lnTo>
                    <a:pt x="4744991" y="1230163"/>
                  </a:lnTo>
                  <a:lnTo>
                    <a:pt x="4744991" y="1230163"/>
                  </a:lnTo>
                  <a:lnTo>
                    <a:pt x="4750464" y="1230163"/>
                  </a:lnTo>
                  <a:lnTo>
                    <a:pt x="4750464" y="1230163"/>
                  </a:lnTo>
                  <a:lnTo>
                    <a:pt x="4755937" y="1230163"/>
                  </a:lnTo>
                  <a:lnTo>
                    <a:pt x="4755937" y="1230163"/>
                  </a:lnTo>
                  <a:lnTo>
                    <a:pt x="4761410" y="1230163"/>
                  </a:lnTo>
                  <a:lnTo>
                    <a:pt x="4761410" y="1230163"/>
                  </a:lnTo>
                  <a:lnTo>
                    <a:pt x="4766883" y="1230163"/>
                  </a:lnTo>
                  <a:lnTo>
                    <a:pt x="4766883" y="1230163"/>
                  </a:lnTo>
                  <a:lnTo>
                    <a:pt x="4772356" y="1230163"/>
                  </a:lnTo>
                  <a:lnTo>
                    <a:pt x="4772356" y="1152415"/>
                  </a:lnTo>
                  <a:lnTo>
                    <a:pt x="4777828" y="1152415"/>
                  </a:lnTo>
                  <a:lnTo>
                    <a:pt x="4777828" y="1152415"/>
                  </a:lnTo>
                  <a:lnTo>
                    <a:pt x="4783301" y="1152415"/>
                  </a:lnTo>
                  <a:lnTo>
                    <a:pt x="4783301" y="1152415"/>
                  </a:lnTo>
                  <a:lnTo>
                    <a:pt x="4788774" y="1152415"/>
                  </a:lnTo>
                  <a:lnTo>
                    <a:pt x="4788774" y="1152415"/>
                  </a:lnTo>
                  <a:lnTo>
                    <a:pt x="4794247" y="1152415"/>
                  </a:lnTo>
                  <a:lnTo>
                    <a:pt x="4794247" y="1152415"/>
                  </a:lnTo>
                  <a:lnTo>
                    <a:pt x="4799720" y="1152415"/>
                  </a:lnTo>
                  <a:lnTo>
                    <a:pt x="4799720" y="1152415"/>
                  </a:lnTo>
                  <a:lnTo>
                    <a:pt x="4805193" y="1152415"/>
                  </a:lnTo>
                  <a:lnTo>
                    <a:pt x="4805193" y="1152415"/>
                  </a:lnTo>
                  <a:lnTo>
                    <a:pt x="4810666" y="1152415"/>
                  </a:lnTo>
                  <a:lnTo>
                    <a:pt x="4810666" y="1152415"/>
                  </a:lnTo>
                  <a:lnTo>
                    <a:pt x="4816139" y="1152415"/>
                  </a:lnTo>
                  <a:lnTo>
                    <a:pt x="4816139" y="1152415"/>
                  </a:lnTo>
                  <a:lnTo>
                    <a:pt x="4821612" y="1152415"/>
                  </a:lnTo>
                  <a:lnTo>
                    <a:pt x="4821612" y="1152415"/>
                  </a:lnTo>
                  <a:lnTo>
                    <a:pt x="4827084" y="1152415"/>
                  </a:lnTo>
                  <a:lnTo>
                    <a:pt x="4827084" y="1152415"/>
                  </a:lnTo>
                  <a:lnTo>
                    <a:pt x="4832557" y="1152415"/>
                  </a:lnTo>
                  <a:lnTo>
                    <a:pt x="4832557" y="1152415"/>
                  </a:lnTo>
                  <a:lnTo>
                    <a:pt x="4838030" y="1152415"/>
                  </a:lnTo>
                  <a:lnTo>
                    <a:pt x="4838030" y="1152415"/>
                  </a:lnTo>
                  <a:lnTo>
                    <a:pt x="4843503" y="1152415"/>
                  </a:lnTo>
                  <a:lnTo>
                    <a:pt x="4843503" y="1152415"/>
                  </a:lnTo>
                  <a:lnTo>
                    <a:pt x="4848976" y="1152415"/>
                  </a:lnTo>
                  <a:lnTo>
                    <a:pt x="4848976" y="1152415"/>
                  </a:lnTo>
                  <a:lnTo>
                    <a:pt x="4854449" y="1152415"/>
                  </a:lnTo>
                  <a:lnTo>
                    <a:pt x="4854449" y="1152415"/>
                  </a:lnTo>
                  <a:lnTo>
                    <a:pt x="4859922" y="1152415"/>
                  </a:lnTo>
                  <a:lnTo>
                    <a:pt x="4859922" y="1152415"/>
                  </a:lnTo>
                  <a:lnTo>
                    <a:pt x="4865395" y="1152415"/>
                  </a:lnTo>
                  <a:lnTo>
                    <a:pt x="4865395" y="1152415"/>
                  </a:lnTo>
                  <a:lnTo>
                    <a:pt x="4870868" y="1152415"/>
                  </a:lnTo>
                  <a:lnTo>
                    <a:pt x="4870868" y="1152415"/>
                  </a:lnTo>
                  <a:lnTo>
                    <a:pt x="4876340" y="1152415"/>
                  </a:lnTo>
                  <a:lnTo>
                    <a:pt x="4876340" y="1152415"/>
                  </a:lnTo>
                  <a:lnTo>
                    <a:pt x="4881813" y="1152415"/>
                  </a:lnTo>
                  <a:lnTo>
                    <a:pt x="4881813" y="1152415"/>
                  </a:lnTo>
                  <a:lnTo>
                    <a:pt x="4887286" y="1152415"/>
                  </a:lnTo>
                  <a:lnTo>
                    <a:pt x="4887286" y="1152415"/>
                  </a:lnTo>
                  <a:lnTo>
                    <a:pt x="4892759" y="1152415"/>
                  </a:lnTo>
                  <a:lnTo>
                    <a:pt x="4892759" y="1152415"/>
                  </a:lnTo>
                  <a:lnTo>
                    <a:pt x="4898232" y="1152415"/>
                  </a:lnTo>
                  <a:lnTo>
                    <a:pt x="4898232" y="1152415"/>
                  </a:lnTo>
                  <a:lnTo>
                    <a:pt x="4903705" y="1152415"/>
                  </a:lnTo>
                  <a:lnTo>
                    <a:pt x="4903705" y="1152415"/>
                  </a:lnTo>
                  <a:lnTo>
                    <a:pt x="4909178" y="1152415"/>
                  </a:lnTo>
                  <a:lnTo>
                    <a:pt x="4909178" y="1152415"/>
                  </a:lnTo>
                  <a:lnTo>
                    <a:pt x="4914651" y="1152415"/>
                  </a:lnTo>
                  <a:lnTo>
                    <a:pt x="4914651" y="1152415"/>
                  </a:lnTo>
                  <a:lnTo>
                    <a:pt x="4920123" y="1152415"/>
                  </a:lnTo>
                  <a:lnTo>
                    <a:pt x="4920123" y="1152415"/>
                  </a:lnTo>
                  <a:lnTo>
                    <a:pt x="4925596" y="1152415"/>
                  </a:lnTo>
                  <a:lnTo>
                    <a:pt x="4925596" y="1152415"/>
                  </a:lnTo>
                  <a:lnTo>
                    <a:pt x="4931069" y="1152415"/>
                  </a:lnTo>
                  <a:lnTo>
                    <a:pt x="4931069" y="1152415"/>
                  </a:lnTo>
                  <a:lnTo>
                    <a:pt x="4936542" y="1152415"/>
                  </a:lnTo>
                  <a:lnTo>
                    <a:pt x="4936542" y="1152415"/>
                  </a:lnTo>
                  <a:lnTo>
                    <a:pt x="4942015" y="1152415"/>
                  </a:lnTo>
                  <a:lnTo>
                    <a:pt x="4942015" y="1072817"/>
                  </a:lnTo>
                  <a:lnTo>
                    <a:pt x="4947488" y="1072817"/>
                  </a:lnTo>
                  <a:lnTo>
                    <a:pt x="4947488" y="1072817"/>
                  </a:lnTo>
                  <a:lnTo>
                    <a:pt x="4952961" y="1072817"/>
                  </a:lnTo>
                  <a:lnTo>
                    <a:pt x="4952961" y="993653"/>
                  </a:lnTo>
                  <a:lnTo>
                    <a:pt x="4958434" y="993653"/>
                  </a:lnTo>
                  <a:lnTo>
                    <a:pt x="4958434" y="993653"/>
                  </a:lnTo>
                  <a:lnTo>
                    <a:pt x="4963907" y="993653"/>
                  </a:lnTo>
                  <a:lnTo>
                    <a:pt x="4963907" y="993653"/>
                  </a:lnTo>
                  <a:lnTo>
                    <a:pt x="4969379" y="993653"/>
                  </a:lnTo>
                  <a:lnTo>
                    <a:pt x="4969379" y="993653"/>
                  </a:lnTo>
                  <a:lnTo>
                    <a:pt x="4974852" y="993653"/>
                  </a:lnTo>
                  <a:lnTo>
                    <a:pt x="4974852" y="993653"/>
                  </a:lnTo>
                  <a:lnTo>
                    <a:pt x="4980325" y="993653"/>
                  </a:lnTo>
                  <a:lnTo>
                    <a:pt x="4980325" y="993653"/>
                  </a:lnTo>
                  <a:lnTo>
                    <a:pt x="4985798" y="993653"/>
                  </a:lnTo>
                  <a:lnTo>
                    <a:pt x="4985798" y="993653"/>
                  </a:lnTo>
                  <a:lnTo>
                    <a:pt x="4991271" y="993653"/>
                  </a:lnTo>
                  <a:lnTo>
                    <a:pt x="4991271" y="993653"/>
                  </a:lnTo>
                  <a:lnTo>
                    <a:pt x="4996744" y="993653"/>
                  </a:lnTo>
                  <a:lnTo>
                    <a:pt x="4996744" y="993653"/>
                  </a:lnTo>
                  <a:lnTo>
                    <a:pt x="5002217" y="993653"/>
                  </a:lnTo>
                  <a:lnTo>
                    <a:pt x="5002217" y="993653"/>
                  </a:lnTo>
                  <a:lnTo>
                    <a:pt x="5007690" y="993653"/>
                  </a:lnTo>
                  <a:lnTo>
                    <a:pt x="5007690" y="993653"/>
                  </a:lnTo>
                  <a:lnTo>
                    <a:pt x="5013163" y="993653"/>
                  </a:lnTo>
                  <a:lnTo>
                    <a:pt x="5013163" y="993653"/>
                  </a:lnTo>
                  <a:lnTo>
                    <a:pt x="5018635" y="993653"/>
                  </a:lnTo>
                  <a:lnTo>
                    <a:pt x="5018635" y="993653"/>
                  </a:lnTo>
                  <a:lnTo>
                    <a:pt x="5024108" y="993653"/>
                  </a:lnTo>
                  <a:lnTo>
                    <a:pt x="5024108" y="993653"/>
                  </a:lnTo>
                  <a:lnTo>
                    <a:pt x="5029581" y="993653"/>
                  </a:lnTo>
                  <a:lnTo>
                    <a:pt x="5029581" y="993653"/>
                  </a:lnTo>
                  <a:lnTo>
                    <a:pt x="5035054" y="993653"/>
                  </a:lnTo>
                  <a:lnTo>
                    <a:pt x="5035054" y="993653"/>
                  </a:lnTo>
                  <a:lnTo>
                    <a:pt x="5040527" y="993653"/>
                  </a:lnTo>
                  <a:lnTo>
                    <a:pt x="5040527" y="993653"/>
                  </a:lnTo>
                  <a:lnTo>
                    <a:pt x="5046000" y="993653"/>
                  </a:lnTo>
                  <a:lnTo>
                    <a:pt x="5046000" y="993653"/>
                  </a:lnTo>
                  <a:lnTo>
                    <a:pt x="5051473" y="993653"/>
                  </a:lnTo>
                  <a:lnTo>
                    <a:pt x="5051473" y="993653"/>
                  </a:lnTo>
                  <a:lnTo>
                    <a:pt x="5056946" y="993653"/>
                  </a:lnTo>
                  <a:lnTo>
                    <a:pt x="5056946" y="993653"/>
                  </a:lnTo>
                  <a:lnTo>
                    <a:pt x="5062419" y="993653"/>
                  </a:lnTo>
                  <a:lnTo>
                    <a:pt x="5062419" y="913442"/>
                  </a:lnTo>
                  <a:lnTo>
                    <a:pt x="5067891" y="913442"/>
                  </a:lnTo>
                  <a:lnTo>
                    <a:pt x="5067891" y="913442"/>
                  </a:lnTo>
                  <a:lnTo>
                    <a:pt x="5073364" y="913442"/>
                  </a:lnTo>
                  <a:lnTo>
                    <a:pt x="5073364" y="913442"/>
                  </a:lnTo>
                  <a:lnTo>
                    <a:pt x="5078837" y="913442"/>
                  </a:lnTo>
                  <a:lnTo>
                    <a:pt x="5078837" y="913442"/>
                  </a:lnTo>
                  <a:lnTo>
                    <a:pt x="5084310" y="913442"/>
                  </a:lnTo>
                  <a:lnTo>
                    <a:pt x="5084310" y="913442"/>
                  </a:lnTo>
                  <a:lnTo>
                    <a:pt x="5089783" y="913442"/>
                  </a:lnTo>
                  <a:lnTo>
                    <a:pt x="5089783" y="913442"/>
                  </a:lnTo>
                  <a:lnTo>
                    <a:pt x="5095256" y="913442"/>
                  </a:lnTo>
                  <a:lnTo>
                    <a:pt x="5095256" y="913442"/>
                  </a:lnTo>
                  <a:lnTo>
                    <a:pt x="5100729" y="913442"/>
                  </a:lnTo>
                  <a:lnTo>
                    <a:pt x="5100729" y="913442"/>
                  </a:lnTo>
                  <a:lnTo>
                    <a:pt x="5106202" y="913442"/>
                  </a:lnTo>
                  <a:lnTo>
                    <a:pt x="5106202" y="913442"/>
                  </a:lnTo>
                  <a:lnTo>
                    <a:pt x="5111674" y="913442"/>
                  </a:lnTo>
                  <a:lnTo>
                    <a:pt x="5111674" y="913442"/>
                  </a:lnTo>
                  <a:lnTo>
                    <a:pt x="5117147" y="913442"/>
                  </a:lnTo>
                  <a:lnTo>
                    <a:pt x="5117147" y="913442"/>
                  </a:lnTo>
                  <a:lnTo>
                    <a:pt x="5122620" y="913442"/>
                  </a:lnTo>
                  <a:lnTo>
                    <a:pt x="5122620" y="913442"/>
                  </a:lnTo>
                  <a:lnTo>
                    <a:pt x="5128093" y="913442"/>
                  </a:lnTo>
                  <a:lnTo>
                    <a:pt x="5128093" y="913442"/>
                  </a:lnTo>
                  <a:lnTo>
                    <a:pt x="5133566" y="913442"/>
                  </a:lnTo>
                  <a:lnTo>
                    <a:pt x="5133566" y="913442"/>
                  </a:lnTo>
                  <a:lnTo>
                    <a:pt x="5139039" y="913442"/>
                  </a:lnTo>
                  <a:lnTo>
                    <a:pt x="5139039" y="913442"/>
                  </a:lnTo>
                  <a:lnTo>
                    <a:pt x="5144512" y="913442"/>
                  </a:lnTo>
                  <a:lnTo>
                    <a:pt x="5144512" y="913442"/>
                  </a:lnTo>
                  <a:lnTo>
                    <a:pt x="5149985" y="913442"/>
                  </a:lnTo>
                  <a:lnTo>
                    <a:pt x="5149985" y="913442"/>
                  </a:lnTo>
                  <a:lnTo>
                    <a:pt x="5155458" y="913442"/>
                  </a:lnTo>
                  <a:lnTo>
                    <a:pt x="5155458" y="913442"/>
                  </a:lnTo>
                  <a:lnTo>
                    <a:pt x="5160930" y="913442"/>
                  </a:lnTo>
                  <a:lnTo>
                    <a:pt x="5160930" y="913442"/>
                  </a:lnTo>
                  <a:lnTo>
                    <a:pt x="5166403" y="913442"/>
                  </a:lnTo>
                  <a:lnTo>
                    <a:pt x="5166403" y="913442"/>
                  </a:lnTo>
                  <a:lnTo>
                    <a:pt x="5171876" y="913442"/>
                  </a:lnTo>
                  <a:lnTo>
                    <a:pt x="5171876" y="913442"/>
                  </a:lnTo>
                  <a:lnTo>
                    <a:pt x="5177349" y="913442"/>
                  </a:lnTo>
                  <a:lnTo>
                    <a:pt x="5177349" y="913442"/>
                  </a:lnTo>
                  <a:lnTo>
                    <a:pt x="5182822" y="913442"/>
                  </a:lnTo>
                  <a:lnTo>
                    <a:pt x="5182822" y="913442"/>
                  </a:lnTo>
                  <a:lnTo>
                    <a:pt x="5188295" y="913442"/>
                  </a:lnTo>
                  <a:lnTo>
                    <a:pt x="5188295" y="913442"/>
                  </a:lnTo>
                  <a:lnTo>
                    <a:pt x="5193768" y="913442"/>
                  </a:lnTo>
                  <a:lnTo>
                    <a:pt x="5193768" y="913442"/>
                  </a:lnTo>
                  <a:lnTo>
                    <a:pt x="5199241" y="913442"/>
                  </a:lnTo>
                  <a:lnTo>
                    <a:pt x="5199241" y="913442"/>
                  </a:lnTo>
                  <a:lnTo>
                    <a:pt x="5204714" y="913442"/>
                  </a:lnTo>
                  <a:lnTo>
                    <a:pt x="5204714" y="913442"/>
                  </a:lnTo>
                  <a:lnTo>
                    <a:pt x="5210186" y="913442"/>
                  </a:lnTo>
                  <a:lnTo>
                    <a:pt x="5210186" y="913442"/>
                  </a:lnTo>
                  <a:lnTo>
                    <a:pt x="5215659" y="913442"/>
                  </a:lnTo>
                  <a:lnTo>
                    <a:pt x="5215659" y="913442"/>
                  </a:lnTo>
                  <a:lnTo>
                    <a:pt x="5221132" y="913442"/>
                  </a:lnTo>
                  <a:lnTo>
                    <a:pt x="5221132" y="913442"/>
                  </a:lnTo>
                  <a:lnTo>
                    <a:pt x="5226605" y="913442"/>
                  </a:lnTo>
                  <a:lnTo>
                    <a:pt x="5226605" y="913442"/>
                  </a:lnTo>
                  <a:lnTo>
                    <a:pt x="5232078" y="913442"/>
                  </a:lnTo>
                  <a:lnTo>
                    <a:pt x="5232078" y="913442"/>
                  </a:lnTo>
                  <a:lnTo>
                    <a:pt x="5237551" y="913442"/>
                  </a:lnTo>
                  <a:lnTo>
                    <a:pt x="5237551" y="913442"/>
                  </a:lnTo>
                  <a:lnTo>
                    <a:pt x="5243024" y="913442"/>
                  </a:lnTo>
                  <a:lnTo>
                    <a:pt x="5243024" y="913442"/>
                  </a:lnTo>
                  <a:lnTo>
                    <a:pt x="5248497" y="913442"/>
                  </a:lnTo>
                  <a:lnTo>
                    <a:pt x="5248497" y="913442"/>
                  </a:lnTo>
                  <a:lnTo>
                    <a:pt x="5253970" y="913442"/>
                  </a:lnTo>
                  <a:lnTo>
                    <a:pt x="5253970" y="913442"/>
                  </a:lnTo>
                  <a:lnTo>
                    <a:pt x="5259442" y="913442"/>
                  </a:lnTo>
                  <a:lnTo>
                    <a:pt x="5259442" y="913442"/>
                  </a:lnTo>
                  <a:lnTo>
                    <a:pt x="5264915" y="913442"/>
                  </a:lnTo>
                  <a:lnTo>
                    <a:pt x="5264915" y="913442"/>
                  </a:lnTo>
                  <a:lnTo>
                    <a:pt x="5270388" y="913442"/>
                  </a:lnTo>
                  <a:lnTo>
                    <a:pt x="5270388" y="832079"/>
                  </a:lnTo>
                  <a:lnTo>
                    <a:pt x="5275861" y="832079"/>
                  </a:lnTo>
                  <a:lnTo>
                    <a:pt x="5275861" y="832079"/>
                  </a:lnTo>
                  <a:lnTo>
                    <a:pt x="5281334" y="832079"/>
                  </a:lnTo>
                  <a:lnTo>
                    <a:pt x="5281334" y="832079"/>
                  </a:lnTo>
                  <a:lnTo>
                    <a:pt x="5286807" y="832079"/>
                  </a:lnTo>
                  <a:lnTo>
                    <a:pt x="5286807" y="832079"/>
                  </a:lnTo>
                  <a:lnTo>
                    <a:pt x="5292280" y="832079"/>
                  </a:lnTo>
                  <a:lnTo>
                    <a:pt x="5292280" y="832079"/>
                  </a:lnTo>
                  <a:lnTo>
                    <a:pt x="5297753" y="832079"/>
                  </a:lnTo>
                  <a:lnTo>
                    <a:pt x="5297753" y="832079"/>
                  </a:lnTo>
                  <a:lnTo>
                    <a:pt x="5303225" y="832079"/>
                  </a:lnTo>
                  <a:lnTo>
                    <a:pt x="5303225" y="832079"/>
                  </a:lnTo>
                  <a:lnTo>
                    <a:pt x="5308698" y="832079"/>
                  </a:lnTo>
                  <a:lnTo>
                    <a:pt x="5308698" y="832079"/>
                  </a:lnTo>
                  <a:lnTo>
                    <a:pt x="5314171" y="832079"/>
                  </a:lnTo>
                  <a:lnTo>
                    <a:pt x="5314171" y="832079"/>
                  </a:lnTo>
                  <a:lnTo>
                    <a:pt x="5319644" y="832079"/>
                  </a:lnTo>
                  <a:lnTo>
                    <a:pt x="5319644" y="832079"/>
                  </a:lnTo>
                  <a:lnTo>
                    <a:pt x="5325117" y="832079"/>
                  </a:lnTo>
                  <a:lnTo>
                    <a:pt x="5325117" y="832079"/>
                  </a:lnTo>
                  <a:lnTo>
                    <a:pt x="5330590" y="832079"/>
                  </a:lnTo>
                  <a:lnTo>
                    <a:pt x="5330590" y="832079"/>
                  </a:lnTo>
                  <a:lnTo>
                    <a:pt x="5336063" y="832079"/>
                  </a:lnTo>
                  <a:lnTo>
                    <a:pt x="5336063" y="832079"/>
                  </a:lnTo>
                  <a:lnTo>
                    <a:pt x="5341536" y="832079"/>
                  </a:lnTo>
                  <a:lnTo>
                    <a:pt x="5341536" y="832079"/>
                  </a:lnTo>
                  <a:lnTo>
                    <a:pt x="5347009" y="832079"/>
                  </a:lnTo>
                  <a:lnTo>
                    <a:pt x="5347009" y="832079"/>
                  </a:lnTo>
                  <a:lnTo>
                    <a:pt x="5352481" y="832079"/>
                  </a:lnTo>
                  <a:lnTo>
                    <a:pt x="5352481" y="832079"/>
                  </a:lnTo>
                  <a:lnTo>
                    <a:pt x="5357954" y="832079"/>
                  </a:lnTo>
                  <a:lnTo>
                    <a:pt x="5357954" y="832079"/>
                  </a:lnTo>
                  <a:lnTo>
                    <a:pt x="5363427" y="832079"/>
                  </a:lnTo>
                  <a:lnTo>
                    <a:pt x="5363427" y="832079"/>
                  </a:lnTo>
                  <a:lnTo>
                    <a:pt x="5368900" y="832079"/>
                  </a:lnTo>
                  <a:lnTo>
                    <a:pt x="5368900" y="832079"/>
                  </a:lnTo>
                  <a:lnTo>
                    <a:pt x="5374373" y="832079"/>
                  </a:lnTo>
                  <a:lnTo>
                    <a:pt x="5374373" y="832079"/>
                  </a:lnTo>
                  <a:lnTo>
                    <a:pt x="5379846" y="832079"/>
                  </a:lnTo>
                  <a:lnTo>
                    <a:pt x="5379846" y="832079"/>
                  </a:lnTo>
                  <a:lnTo>
                    <a:pt x="5385319" y="832079"/>
                  </a:lnTo>
                  <a:lnTo>
                    <a:pt x="5385319" y="832079"/>
                  </a:lnTo>
                  <a:lnTo>
                    <a:pt x="5390792" y="832079"/>
                  </a:lnTo>
                  <a:lnTo>
                    <a:pt x="5390792" y="832079"/>
                  </a:lnTo>
                  <a:lnTo>
                    <a:pt x="5396265" y="832079"/>
                  </a:lnTo>
                  <a:lnTo>
                    <a:pt x="5396265" y="832079"/>
                  </a:lnTo>
                  <a:lnTo>
                    <a:pt x="5401737" y="832079"/>
                  </a:lnTo>
                  <a:lnTo>
                    <a:pt x="5401737" y="832079"/>
                  </a:lnTo>
                  <a:lnTo>
                    <a:pt x="5407210" y="832079"/>
                  </a:lnTo>
                  <a:lnTo>
                    <a:pt x="5407210" y="832079"/>
                  </a:lnTo>
                  <a:lnTo>
                    <a:pt x="5412683" y="832079"/>
                  </a:lnTo>
                  <a:lnTo>
                    <a:pt x="5412683" y="832079"/>
                  </a:lnTo>
                  <a:lnTo>
                    <a:pt x="5418156" y="832079"/>
                  </a:lnTo>
                  <a:lnTo>
                    <a:pt x="5418156" y="832079"/>
                  </a:lnTo>
                  <a:lnTo>
                    <a:pt x="5423629" y="832079"/>
                  </a:lnTo>
                  <a:lnTo>
                    <a:pt x="5423629" y="832079"/>
                  </a:lnTo>
                  <a:lnTo>
                    <a:pt x="5429102" y="832079"/>
                  </a:lnTo>
                  <a:lnTo>
                    <a:pt x="5429102" y="832079"/>
                  </a:lnTo>
                  <a:lnTo>
                    <a:pt x="5434575" y="832079"/>
                  </a:lnTo>
                  <a:lnTo>
                    <a:pt x="5434575" y="832079"/>
                  </a:lnTo>
                  <a:lnTo>
                    <a:pt x="5440048" y="832079"/>
                  </a:lnTo>
                  <a:lnTo>
                    <a:pt x="5440048" y="832079"/>
                  </a:lnTo>
                  <a:lnTo>
                    <a:pt x="5445520" y="832079"/>
                  </a:lnTo>
                  <a:lnTo>
                    <a:pt x="5445520" y="832079"/>
                  </a:lnTo>
                  <a:lnTo>
                    <a:pt x="5450993" y="832079"/>
                  </a:lnTo>
                  <a:lnTo>
                    <a:pt x="5450993" y="832079"/>
                  </a:lnTo>
                  <a:lnTo>
                    <a:pt x="5456466" y="832079"/>
                  </a:lnTo>
                  <a:lnTo>
                    <a:pt x="5456466" y="832079"/>
                  </a:lnTo>
                  <a:lnTo>
                    <a:pt x="5461939" y="832079"/>
                  </a:lnTo>
                  <a:lnTo>
                    <a:pt x="5461939" y="832079"/>
                  </a:lnTo>
                  <a:lnTo>
                    <a:pt x="5467412" y="832079"/>
                  </a:lnTo>
                  <a:lnTo>
                    <a:pt x="5467412" y="832079"/>
                  </a:lnTo>
                  <a:lnTo>
                    <a:pt x="5472885" y="832079"/>
                  </a:lnTo>
                  <a:lnTo>
                    <a:pt x="5472885" y="832079"/>
                  </a:lnTo>
                  <a:lnTo>
                    <a:pt x="5478358" y="832079"/>
                  </a:lnTo>
                  <a:lnTo>
                    <a:pt x="5478358" y="832079"/>
                  </a:lnTo>
                  <a:lnTo>
                    <a:pt x="5483831" y="832079"/>
                  </a:lnTo>
                  <a:lnTo>
                    <a:pt x="5483831" y="832079"/>
                  </a:lnTo>
                  <a:lnTo>
                    <a:pt x="5489304" y="832079"/>
                  </a:lnTo>
                  <a:lnTo>
                    <a:pt x="5489304" y="832079"/>
                  </a:lnTo>
                  <a:lnTo>
                    <a:pt x="5494776" y="832079"/>
                  </a:lnTo>
                  <a:lnTo>
                    <a:pt x="5494776" y="832079"/>
                  </a:lnTo>
                  <a:lnTo>
                    <a:pt x="5500249" y="832079"/>
                  </a:lnTo>
                  <a:lnTo>
                    <a:pt x="5500249" y="832079"/>
                  </a:lnTo>
                  <a:lnTo>
                    <a:pt x="5505722" y="832079"/>
                  </a:lnTo>
                  <a:lnTo>
                    <a:pt x="5505722" y="832079"/>
                  </a:lnTo>
                  <a:lnTo>
                    <a:pt x="5511195" y="832079"/>
                  </a:lnTo>
                  <a:lnTo>
                    <a:pt x="5511195" y="832079"/>
                  </a:lnTo>
                  <a:lnTo>
                    <a:pt x="5516668" y="832079"/>
                  </a:lnTo>
                  <a:lnTo>
                    <a:pt x="5516668" y="832079"/>
                  </a:lnTo>
                  <a:lnTo>
                    <a:pt x="5522141" y="832079"/>
                  </a:lnTo>
                  <a:lnTo>
                    <a:pt x="5522141" y="832079"/>
                  </a:lnTo>
                  <a:lnTo>
                    <a:pt x="5527614" y="832079"/>
                  </a:lnTo>
                  <a:lnTo>
                    <a:pt x="5527614" y="832079"/>
                  </a:lnTo>
                  <a:lnTo>
                    <a:pt x="5533087" y="832079"/>
                  </a:lnTo>
                  <a:lnTo>
                    <a:pt x="5533087" y="832079"/>
                  </a:lnTo>
                  <a:lnTo>
                    <a:pt x="5538560" y="832079"/>
                  </a:lnTo>
                  <a:lnTo>
                    <a:pt x="5538560" y="832079"/>
                  </a:lnTo>
                  <a:lnTo>
                    <a:pt x="5544032" y="832079"/>
                  </a:lnTo>
                  <a:lnTo>
                    <a:pt x="5544032" y="832079"/>
                  </a:lnTo>
                  <a:lnTo>
                    <a:pt x="5549505" y="832079"/>
                  </a:lnTo>
                  <a:lnTo>
                    <a:pt x="5549505" y="832079"/>
                  </a:lnTo>
                  <a:lnTo>
                    <a:pt x="5554978" y="832079"/>
                  </a:lnTo>
                  <a:lnTo>
                    <a:pt x="5554978" y="832079"/>
                  </a:lnTo>
                  <a:lnTo>
                    <a:pt x="5560451" y="832079"/>
                  </a:lnTo>
                  <a:lnTo>
                    <a:pt x="5560451" y="832079"/>
                  </a:lnTo>
                  <a:lnTo>
                    <a:pt x="5565924" y="832079"/>
                  </a:lnTo>
                  <a:lnTo>
                    <a:pt x="5565924" y="832079"/>
                  </a:lnTo>
                  <a:lnTo>
                    <a:pt x="5571397" y="832079"/>
                  </a:lnTo>
                  <a:lnTo>
                    <a:pt x="5571397" y="832079"/>
                  </a:lnTo>
                  <a:lnTo>
                    <a:pt x="5576870" y="832079"/>
                  </a:lnTo>
                  <a:lnTo>
                    <a:pt x="5576870" y="832079"/>
                  </a:lnTo>
                  <a:lnTo>
                    <a:pt x="5582343" y="832079"/>
                  </a:lnTo>
                  <a:lnTo>
                    <a:pt x="5582343" y="832079"/>
                  </a:lnTo>
                  <a:lnTo>
                    <a:pt x="5587816" y="832079"/>
                  </a:lnTo>
                  <a:lnTo>
                    <a:pt x="5587816" y="832079"/>
                  </a:lnTo>
                  <a:lnTo>
                    <a:pt x="5593288" y="832079"/>
                  </a:lnTo>
                  <a:lnTo>
                    <a:pt x="5593288" y="832079"/>
                  </a:lnTo>
                  <a:lnTo>
                    <a:pt x="5598761" y="832079"/>
                  </a:lnTo>
                  <a:lnTo>
                    <a:pt x="5598761" y="832079"/>
                  </a:lnTo>
                  <a:lnTo>
                    <a:pt x="5604234" y="832079"/>
                  </a:lnTo>
                  <a:lnTo>
                    <a:pt x="5604234" y="832079"/>
                  </a:lnTo>
                  <a:lnTo>
                    <a:pt x="5609707" y="832079"/>
                  </a:lnTo>
                  <a:lnTo>
                    <a:pt x="5609707" y="832079"/>
                  </a:lnTo>
                  <a:lnTo>
                    <a:pt x="5615180" y="832079"/>
                  </a:lnTo>
                  <a:lnTo>
                    <a:pt x="5615180" y="832079"/>
                  </a:lnTo>
                  <a:lnTo>
                    <a:pt x="5620653" y="832079"/>
                  </a:lnTo>
                  <a:lnTo>
                    <a:pt x="5620653" y="832079"/>
                  </a:lnTo>
                  <a:lnTo>
                    <a:pt x="5626126" y="832079"/>
                  </a:lnTo>
                  <a:lnTo>
                    <a:pt x="5626126" y="832079"/>
                  </a:lnTo>
                  <a:lnTo>
                    <a:pt x="5631599" y="832079"/>
                  </a:lnTo>
                  <a:lnTo>
                    <a:pt x="5631599" y="832079"/>
                  </a:lnTo>
                  <a:lnTo>
                    <a:pt x="5637071" y="832079"/>
                  </a:lnTo>
                  <a:lnTo>
                    <a:pt x="5637071" y="832079"/>
                  </a:lnTo>
                  <a:lnTo>
                    <a:pt x="5642544" y="832079"/>
                  </a:lnTo>
                  <a:lnTo>
                    <a:pt x="5642544" y="832079"/>
                  </a:lnTo>
                  <a:lnTo>
                    <a:pt x="5648017" y="832079"/>
                  </a:lnTo>
                  <a:lnTo>
                    <a:pt x="5648017" y="832079"/>
                  </a:lnTo>
                  <a:lnTo>
                    <a:pt x="5653490" y="832079"/>
                  </a:lnTo>
                  <a:lnTo>
                    <a:pt x="5653490" y="832079"/>
                  </a:lnTo>
                  <a:lnTo>
                    <a:pt x="5658963" y="832079"/>
                  </a:lnTo>
                  <a:lnTo>
                    <a:pt x="5658963" y="832079"/>
                  </a:lnTo>
                  <a:lnTo>
                    <a:pt x="5664436" y="832079"/>
                  </a:lnTo>
                  <a:lnTo>
                    <a:pt x="5664436" y="832079"/>
                  </a:lnTo>
                  <a:lnTo>
                    <a:pt x="5669909" y="832079"/>
                  </a:lnTo>
                  <a:lnTo>
                    <a:pt x="5669909" y="832079"/>
                  </a:lnTo>
                  <a:lnTo>
                    <a:pt x="5675382" y="832079"/>
                  </a:lnTo>
                  <a:lnTo>
                    <a:pt x="5675382" y="832079"/>
                  </a:lnTo>
                  <a:lnTo>
                    <a:pt x="5680855" y="832079"/>
                  </a:lnTo>
                  <a:lnTo>
                    <a:pt x="5680855" y="832079"/>
                  </a:lnTo>
                  <a:lnTo>
                    <a:pt x="5686327" y="832079"/>
                  </a:lnTo>
                  <a:lnTo>
                    <a:pt x="5686327" y="832079"/>
                  </a:lnTo>
                  <a:lnTo>
                    <a:pt x="5691800" y="832079"/>
                  </a:lnTo>
                  <a:lnTo>
                    <a:pt x="5691800" y="832079"/>
                  </a:lnTo>
                  <a:lnTo>
                    <a:pt x="5697273" y="832079"/>
                  </a:lnTo>
                  <a:lnTo>
                    <a:pt x="5697273" y="832079"/>
                  </a:lnTo>
                  <a:lnTo>
                    <a:pt x="5702746" y="832079"/>
                  </a:lnTo>
                  <a:lnTo>
                    <a:pt x="5702746" y="832079"/>
                  </a:lnTo>
                  <a:lnTo>
                    <a:pt x="5708219" y="832079"/>
                  </a:lnTo>
                  <a:lnTo>
                    <a:pt x="5708219" y="832079"/>
                  </a:lnTo>
                  <a:lnTo>
                    <a:pt x="5713692" y="832079"/>
                  </a:lnTo>
                  <a:lnTo>
                    <a:pt x="5713692" y="832079"/>
                  </a:lnTo>
                  <a:lnTo>
                    <a:pt x="5719165" y="832079"/>
                  </a:lnTo>
                  <a:lnTo>
                    <a:pt x="5719165" y="832079"/>
                  </a:lnTo>
                  <a:lnTo>
                    <a:pt x="5724638" y="832079"/>
                  </a:lnTo>
                  <a:lnTo>
                    <a:pt x="5724638" y="832079"/>
                  </a:lnTo>
                  <a:lnTo>
                    <a:pt x="5730111" y="832079"/>
                  </a:lnTo>
                  <a:lnTo>
                    <a:pt x="5730111" y="832079"/>
                  </a:lnTo>
                  <a:lnTo>
                    <a:pt x="5735583" y="832079"/>
                  </a:lnTo>
                  <a:lnTo>
                    <a:pt x="5735583" y="832079"/>
                  </a:lnTo>
                  <a:lnTo>
                    <a:pt x="5741056" y="832079"/>
                  </a:lnTo>
                  <a:lnTo>
                    <a:pt x="5741056" y="832079"/>
                  </a:lnTo>
                  <a:lnTo>
                    <a:pt x="5746529" y="832079"/>
                  </a:lnTo>
                  <a:lnTo>
                    <a:pt x="5746529" y="832079"/>
                  </a:lnTo>
                  <a:lnTo>
                    <a:pt x="5752002" y="832079"/>
                  </a:lnTo>
                  <a:lnTo>
                    <a:pt x="5752002" y="832079"/>
                  </a:lnTo>
                  <a:lnTo>
                    <a:pt x="5757475" y="832079"/>
                  </a:lnTo>
                  <a:lnTo>
                    <a:pt x="5757475" y="832079"/>
                  </a:lnTo>
                  <a:lnTo>
                    <a:pt x="5762948" y="832079"/>
                  </a:lnTo>
                  <a:lnTo>
                    <a:pt x="5762948" y="832079"/>
                  </a:lnTo>
                  <a:lnTo>
                    <a:pt x="5768421" y="832079"/>
                  </a:lnTo>
                  <a:lnTo>
                    <a:pt x="5768421" y="832079"/>
                  </a:lnTo>
                  <a:lnTo>
                    <a:pt x="5773894" y="832079"/>
                  </a:lnTo>
                  <a:lnTo>
                    <a:pt x="5773894" y="832079"/>
                  </a:lnTo>
                  <a:lnTo>
                    <a:pt x="5779367" y="832079"/>
                  </a:lnTo>
                  <a:lnTo>
                    <a:pt x="5779367" y="832079"/>
                  </a:lnTo>
                  <a:lnTo>
                    <a:pt x="5784839" y="832079"/>
                  </a:lnTo>
                  <a:lnTo>
                    <a:pt x="5784839" y="832079"/>
                  </a:lnTo>
                  <a:lnTo>
                    <a:pt x="5790312" y="832079"/>
                  </a:lnTo>
                  <a:lnTo>
                    <a:pt x="5790312" y="832079"/>
                  </a:lnTo>
                  <a:lnTo>
                    <a:pt x="5795785" y="832079"/>
                  </a:lnTo>
                  <a:lnTo>
                    <a:pt x="5795785" y="832079"/>
                  </a:lnTo>
                  <a:lnTo>
                    <a:pt x="5801258" y="832079"/>
                  </a:lnTo>
                  <a:lnTo>
                    <a:pt x="5801258" y="832079"/>
                  </a:lnTo>
                  <a:lnTo>
                    <a:pt x="5806731" y="832079"/>
                  </a:lnTo>
                  <a:lnTo>
                    <a:pt x="5806731" y="832079"/>
                  </a:lnTo>
                  <a:lnTo>
                    <a:pt x="5812204" y="832079"/>
                  </a:lnTo>
                  <a:lnTo>
                    <a:pt x="5812204" y="832079"/>
                  </a:lnTo>
                  <a:lnTo>
                    <a:pt x="5817677" y="832079"/>
                  </a:lnTo>
                  <a:lnTo>
                    <a:pt x="5817677" y="832079"/>
                  </a:lnTo>
                  <a:lnTo>
                    <a:pt x="5823150" y="832079"/>
                  </a:lnTo>
                  <a:lnTo>
                    <a:pt x="5823150" y="832079"/>
                  </a:lnTo>
                  <a:lnTo>
                    <a:pt x="5828622" y="832079"/>
                  </a:lnTo>
                  <a:lnTo>
                    <a:pt x="5828622" y="832079"/>
                  </a:lnTo>
                  <a:lnTo>
                    <a:pt x="5834095" y="832079"/>
                  </a:lnTo>
                  <a:lnTo>
                    <a:pt x="5834095" y="832079"/>
                  </a:lnTo>
                  <a:lnTo>
                    <a:pt x="5839568" y="832079"/>
                  </a:lnTo>
                  <a:lnTo>
                    <a:pt x="5839568" y="832079"/>
                  </a:lnTo>
                  <a:lnTo>
                    <a:pt x="5845041" y="832079"/>
                  </a:lnTo>
                  <a:lnTo>
                    <a:pt x="5845041" y="832079"/>
                  </a:lnTo>
                  <a:lnTo>
                    <a:pt x="5850514" y="832079"/>
                  </a:lnTo>
                  <a:lnTo>
                    <a:pt x="5850514" y="832079"/>
                  </a:lnTo>
                  <a:lnTo>
                    <a:pt x="5855987" y="832079"/>
                  </a:lnTo>
                  <a:lnTo>
                    <a:pt x="5855987" y="832079"/>
                  </a:lnTo>
                  <a:lnTo>
                    <a:pt x="5861460" y="832079"/>
                  </a:lnTo>
                  <a:lnTo>
                    <a:pt x="5861460" y="832079"/>
                  </a:lnTo>
                  <a:lnTo>
                    <a:pt x="5866933" y="832079"/>
                  </a:lnTo>
                  <a:lnTo>
                    <a:pt x="5866933" y="832079"/>
                  </a:lnTo>
                  <a:lnTo>
                    <a:pt x="5872406" y="832079"/>
                  </a:lnTo>
                  <a:lnTo>
                    <a:pt x="5872406" y="832079"/>
                  </a:lnTo>
                  <a:lnTo>
                    <a:pt x="5877878" y="832079"/>
                  </a:lnTo>
                  <a:lnTo>
                    <a:pt x="5877878" y="832079"/>
                  </a:lnTo>
                  <a:lnTo>
                    <a:pt x="5883351" y="832079"/>
                  </a:lnTo>
                  <a:lnTo>
                    <a:pt x="5883351" y="832079"/>
                  </a:lnTo>
                  <a:lnTo>
                    <a:pt x="5888824" y="832079"/>
                  </a:lnTo>
                  <a:lnTo>
                    <a:pt x="5888824" y="832079"/>
                  </a:lnTo>
                  <a:lnTo>
                    <a:pt x="5894297" y="832079"/>
                  </a:lnTo>
                  <a:lnTo>
                    <a:pt x="5894297" y="832079"/>
                  </a:lnTo>
                  <a:lnTo>
                    <a:pt x="5899770" y="832079"/>
                  </a:lnTo>
                  <a:lnTo>
                    <a:pt x="5899770" y="832079"/>
                  </a:lnTo>
                  <a:lnTo>
                    <a:pt x="5905243" y="832079"/>
                  </a:lnTo>
                  <a:lnTo>
                    <a:pt x="5905243" y="832079"/>
                  </a:lnTo>
                  <a:lnTo>
                    <a:pt x="5910716" y="832079"/>
                  </a:lnTo>
                  <a:lnTo>
                    <a:pt x="5910716" y="832079"/>
                  </a:lnTo>
                  <a:lnTo>
                    <a:pt x="5916189" y="832079"/>
                  </a:lnTo>
                  <a:lnTo>
                    <a:pt x="5916189" y="832079"/>
                  </a:lnTo>
                  <a:lnTo>
                    <a:pt x="5921662" y="832079"/>
                  </a:lnTo>
                  <a:lnTo>
                    <a:pt x="5921662" y="832079"/>
                  </a:lnTo>
                  <a:lnTo>
                    <a:pt x="5927134" y="832079"/>
                  </a:lnTo>
                  <a:lnTo>
                    <a:pt x="5927134" y="832079"/>
                  </a:lnTo>
                  <a:lnTo>
                    <a:pt x="5932607" y="832079"/>
                  </a:lnTo>
                  <a:lnTo>
                    <a:pt x="5932607" y="832079"/>
                  </a:lnTo>
                  <a:lnTo>
                    <a:pt x="5938080" y="832079"/>
                  </a:lnTo>
                  <a:lnTo>
                    <a:pt x="5938080" y="832079"/>
                  </a:lnTo>
                  <a:lnTo>
                    <a:pt x="5943553" y="832079"/>
                  </a:lnTo>
                  <a:lnTo>
                    <a:pt x="5943553" y="832079"/>
                  </a:lnTo>
                  <a:lnTo>
                    <a:pt x="5949026" y="832079"/>
                  </a:lnTo>
                  <a:lnTo>
                    <a:pt x="5949026" y="832079"/>
                  </a:lnTo>
                  <a:lnTo>
                    <a:pt x="5954499" y="832079"/>
                  </a:lnTo>
                  <a:lnTo>
                    <a:pt x="5954499" y="832079"/>
                  </a:lnTo>
                  <a:lnTo>
                    <a:pt x="5959972" y="832079"/>
                  </a:lnTo>
                  <a:lnTo>
                    <a:pt x="5959972" y="832079"/>
                  </a:lnTo>
                  <a:lnTo>
                    <a:pt x="5965445" y="832079"/>
                  </a:lnTo>
                  <a:lnTo>
                    <a:pt x="5965445" y="832079"/>
                  </a:lnTo>
                  <a:lnTo>
                    <a:pt x="5970918" y="832079"/>
                  </a:lnTo>
                  <a:lnTo>
                    <a:pt x="5970918" y="832079"/>
                  </a:lnTo>
                  <a:lnTo>
                    <a:pt x="5976390" y="832079"/>
                  </a:lnTo>
                  <a:lnTo>
                    <a:pt x="5976390" y="832079"/>
                  </a:lnTo>
                  <a:lnTo>
                    <a:pt x="5981863" y="832079"/>
                  </a:lnTo>
                  <a:lnTo>
                    <a:pt x="5981863" y="832079"/>
                  </a:lnTo>
                  <a:lnTo>
                    <a:pt x="5987336" y="832079"/>
                  </a:lnTo>
                  <a:lnTo>
                    <a:pt x="5987336" y="832079"/>
                  </a:lnTo>
                  <a:lnTo>
                    <a:pt x="5992809" y="832079"/>
                  </a:lnTo>
                  <a:lnTo>
                    <a:pt x="5992809" y="832079"/>
                  </a:lnTo>
                  <a:lnTo>
                    <a:pt x="5998282" y="832079"/>
                  </a:lnTo>
                  <a:lnTo>
                    <a:pt x="5998282" y="832079"/>
                  </a:lnTo>
                  <a:lnTo>
                    <a:pt x="6003755" y="832079"/>
                  </a:lnTo>
                  <a:lnTo>
                    <a:pt x="6003755" y="832079"/>
                  </a:lnTo>
                  <a:lnTo>
                    <a:pt x="6009228" y="832079"/>
                  </a:lnTo>
                  <a:lnTo>
                    <a:pt x="6009228" y="832079"/>
                  </a:lnTo>
                  <a:lnTo>
                    <a:pt x="6014701" y="832079"/>
                  </a:lnTo>
                  <a:lnTo>
                    <a:pt x="6014701" y="832079"/>
                  </a:lnTo>
                  <a:lnTo>
                    <a:pt x="6020173" y="832079"/>
                  </a:lnTo>
                  <a:lnTo>
                    <a:pt x="6020173" y="832079"/>
                  </a:lnTo>
                  <a:lnTo>
                    <a:pt x="6025646" y="832079"/>
                  </a:lnTo>
                  <a:lnTo>
                    <a:pt x="6025646" y="832079"/>
                  </a:lnTo>
                  <a:lnTo>
                    <a:pt x="6031119" y="832079"/>
                  </a:lnTo>
                  <a:lnTo>
                    <a:pt x="6031119" y="832079"/>
                  </a:lnTo>
                  <a:lnTo>
                    <a:pt x="6036592" y="832079"/>
                  </a:lnTo>
                  <a:lnTo>
                    <a:pt x="6036592" y="832079"/>
                  </a:lnTo>
                  <a:lnTo>
                    <a:pt x="6042065" y="832079"/>
                  </a:lnTo>
                  <a:lnTo>
                    <a:pt x="6042065" y="832079"/>
                  </a:lnTo>
                  <a:lnTo>
                    <a:pt x="6047538" y="832079"/>
                  </a:lnTo>
                  <a:lnTo>
                    <a:pt x="6047538" y="832079"/>
                  </a:lnTo>
                  <a:lnTo>
                    <a:pt x="6053011" y="832079"/>
                  </a:lnTo>
                  <a:lnTo>
                    <a:pt x="6053011" y="832079"/>
                  </a:lnTo>
                  <a:lnTo>
                    <a:pt x="6058484" y="832079"/>
                  </a:lnTo>
                  <a:lnTo>
                    <a:pt x="6058484" y="832079"/>
                  </a:lnTo>
                  <a:lnTo>
                    <a:pt x="6063957" y="832079"/>
                  </a:lnTo>
                  <a:lnTo>
                    <a:pt x="6063957" y="832079"/>
                  </a:lnTo>
                  <a:lnTo>
                    <a:pt x="6069429" y="832079"/>
                  </a:lnTo>
                  <a:lnTo>
                    <a:pt x="6069429" y="832079"/>
                  </a:lnTo>
                  <a:lnTo>
                    <a:pt x="6074902" y="832079"/>
                  </a:lnTo>
                  <a:lnTo>
                    <a:pt x="6074902" y="832079"/>
                  </a:lnTo>
                  <a:lnTo>
                    <a:pt x="6080375" y="832079"/>
                  </a:lnTo>
                  <a:lnTo>
                    <a:pt x="6080375" y="832079"/>
                  </a:lnTo>
                  <a:lnTo>
                    <a:pt x="6085848" y="832079"/>
                  </a:lnTo>
                  <a:lnTo>
                    <a:pt x="6085848" y="832079"/>
                  </a:lnTo>
                  <a:lnTo>
                    <a:pt x="6091321" y="832079"/>
                  </a:lnTo>
                  <a:lnTo>
                    <a:pt x="6091321" y="832079"/>
                  </a:lnTo>
                  <a:lnTo>
                    <a:pt x="6096794" y="832079"/>
                  </a:lnTo>
                  <a:lnTo>
                    <a:pt x="6096794" y="832079"/>
                  </a:lnTo>
                  <a:lnTo>
                    <a:pt x="6102267" y="832079"/>
                  </a:lnTo>
                  <a:lnTo>
                    <a:pt x="6102267" y="832079"/>
                  </a:lnTo>
                  <a:lnTo>
                    <a:pt x="6107740" y="832079"/>
                  </a:lnTo>
                  <a:lnTo>
                    <a:pt x="6107740" y="832079"/>
                  </a:lnTo>
                  <a:lnTo>
                    <a:pt x="6113213" y="832079"/>
                  </a:lnTo>
                  <a:lnTo>
                    <a:pt x="6113213" y="832079"/>
                  </a:lnTo>
                  <a:lnTo>
                    <a:pt x="6118685" y="832079"/>
                  </a:lnTo>
                  <a:lnTo>
                    <a:pt x="6118685" y="832079"/>
                  </a:lnTo>
                  <a:lnTo>
                    <a:pt x="6124158" y="832079"/>
                  </a:lnTo>
                  <a:lnTo>
                    <a:pt x="6124158" y="832079"/>
                  </a:lnTo>
                  <a:lnTo>
                    <a:pt x="6129631" y="832079"/>
                  </a:lnTo>
                  <a:lnTo>
                    <a:pt x="6129631" y="832079"/>
                  </a:lnTo>
                  <a:lnTo>
                    <a:pt x="6135104" y="832079"/>
                  </a:lnTo>
                  <a:lnTo>
                    <a:pt x="6135104" y="832079"/>
                  </a:lnTo>
                  <a:lnTo>
                    <a:pt x="6140577" y="832079"/>
                  </a:lnTo>
                  <a:lnTo>
                    <a:pt x="6140577" y="832079"/>
                  </a:lnTo>
                  <a:lnTo>
                    <a:pt x="6146050" y="832079"/>
                  </a:lnTo>
                  <a:lnTo>
                    <a:pt x="6146050" y="832079"/>
                  </a:lnTo>
                  <a:lnTo>
                    <a:pt x="6151523" y="832079"/>
                  </a:lnTo>
                  <a:lnTo>
                    <a:pt x="6151523" y="832079"/>
                  </a:lnTo>
                  <a:lnTo>
                    <a:pt x="6156996" y="832079"/>
                  </a:lnTo>
                  <a:lnTo>
                    <a:pt x="6156996" y="832079"/>
                  </a:lnTo>
                  <a:lnTo>
                    <a:pt x="6162468" y="832079"/>
                  </a:lnTo>
                  <a:lnTo>
                    <a:pt x="6162468" y="832079"/>
                  </a:lnTo>
                  <a:lnTo>
                    <a:pt x="6167941" y="832079"/>
                  </a:lnTo>
                  <a:lnTo>
                    <a:pt x="6167941" y="832079"/>
                  </a:lnTo>
                  <a:lnTo>
                    <a:pt x="6173414" y="832079"/>
                  </a:lnTo>
                  <a:lnTo>
                    <a:pt x="6173414" y="832079"/>
                  </a:lnTo>
                  <a:lnTo>
                    <a:pt x="6178887" y="832079"/>
                  </a:lnTo>
                  <a:lnTo>
                    <a:pt x="6178887" y="832079"/>
                  </a:lnTo>
                  <a:lnTo>
                    <a:pt x="6184360" y="832079"/>
                  </a:lnTo>
                  <a:lnTo>
                    <a:pt x="6184360" y="832079"/>
                  </a:lnTo>
                  <a:lnTo>
                    <a:pt x="6189833" y="832079"/>
                  </a:lnTo>
                  <a:lnTo>
                    <a:pt x="6189833" y="832079"/>
                  </a:lnTo>
                  <a:lnTo>
                    <a:pt x="6195306" y="832079"/>
                  </a:lnTo>
                  <a:lnTo>
                    <a:pt x="6195306" y="832079"/>
                  </a:lnTo>
                  <a:lnTo>
                    <a:pt x="6200779" y="832079"/>
                  </a:lnTo>
                  <a:lnTo>
                    <a:pt x="6200779" y="832079"/>
                  </a:lnTo>
                  <a:lnTo>
                    <a:pt x="6206252" y="832079"/>
                  </a:lnTo>
                  <a:lnTo>
                    <a:pt x="6206252" y="832079"/>
                  </a:lnTo>
                  <a:lnTo>
                    <a:pt x="6211724" y="832079"/>
                  </a:lnTo>
                  <a:lnTo>
                    <a:pt x="6211724" y="729659"/>
                  </a:lnTo>
                  <a:lnTo>
                    <a:pt x="6217197" y="729659"/>
                  </a:lnTo>
                  <a:lnTo>
                    <a:pt x="6217197" y="729659"/>
                  </a:lnTo>
                  <a:lnTo>
                    <a:pt x="6222670" y="729659"/>
                  </a:lnTo>
                  <a:lnTo>
                    <a:pt x="6222670" y="729659"/>
                  </a:lnTo>
                  <a:lnTo>
                    <a:pt x="6233616" y="729659"/>
                  </a:lnTo>
                  <a:lnTo>
                    <a:pt x="6233616" y="729659"/>
                  </a:lnTo>
                  <a:lnTo>
                    <a:pt x="6239089" y="729659"/>
                  </a:lnTo>
                  <a:lnTo>
                    <a:pt x="6239089" y="729659"/>
                  </a:lnTo>
                  <a:lnTo>
                    <a:pt x="6244562" y="729659"/>
                  </a:lnTo>
                  <a:lnTo>
                    <a:pt x="6244562" y="729659"/>
                  </a:lnTo>
                  <a:lnTo>
                    <a:pt x="6250035" y="729659"/>
                  </a:lnTo>
                  <a:lnTo>
                    <a:pt x="6250035" y="729659"/>
                  </a:lnTo>
                  <a:lnTo>
                    <a:pt x="6255508" y="729659"/>
                  </a:lnTo>
                  <a:lnTo>
                    <a:pt x="6255508" y="729659"/>
                  </a:lnTo>
                  <a:lnTo>
                    <a:pt x="6260980" y="729659"/>
                  </a:lnTo>
                  <a:lnTo>
                    <a:pt x="6260980" y="729659"/>
                  </a:lnTo>
                  <a:lnTo>
                    <a:pt x="6266453" y="729659"/>
                  </a:lnTo>
                  <a:lnTo>
                    <a:pt x="6266453" y="729659"/>
                  </a:lnTo>
                  <a:lnTo>
                    <a:pt x="6271926" y="729659"/>
                  </a:lnTo>
                  <a:lnTo>
                    <a:pt x="6271926" y="729659"/>
                  </a:lnTo>
                  <a:lnTo>
                    <a:pt x="6277399" y="729659"/>
                  </a:lnTo>
                  <a:lnTo>
                    <a:pt x="6277399" y="729659"/>
                  </a:lnTo>
                  <a:lnTo>
                    <a:pt x="6282872" y="729659"/>
                  </a:lnTo>
                  <a:lnTo>
                    <a:pt x="6282872" y="729659"/>
                  </a:lnTo>
                  <a:lnTo>
                    <a:pt x="6288345" y="729659"/>
                  </a:lnTo>
                  <a:lnTo>
                    <a:pt x="6288345" y="729659"/>
                  </a:lnTo>
                  <a:lnTo>
                    <a:pt x="6293818" y="729659"/>
                  </a:lnTo>
                  <a:lnTo>
                    <a:pt x="6293818" y="729659"/>
                  </a:lnTo>
                  <a:lnTo>
                    <a:pt x="6299291" y="729659"/>
                  </a:lnTo>
                  <a:lnTo>
                    <a:pt x="6299291" y="729659"/>
                  </a:lnTo>
                  <a:lnTo>
                    <a:pt x="6304764" y="729659"/>
                  </a:lnTo>
                  <a:lnTo>
                    <a:pt x="6304764" y="729659"/>
                  </a:lnTo>
                  <a:lnTo>
                    <a:pt x="6310236" y="729659"/>
                  </a:lnTo>
                  <a:lnTo>
                    <a:pt x="6310236" y="729659"/>
                  </a:lnTo>
                  <a:lnTo>
                    <a:pt x="6315709" y="729659"/>
                  </a:lnTo>
                  <a:lnTo>
                    <a:pt x="6315709" y="729659"/>
                  </a:lnTo>
                  <a:lnTo>
                    <a:pt x="6326655" y="729659"/>
                  </a:lnTo>
                  <a:lnTo>
                    <a:pt x="6326655" y="729659"/>
                  </a:lnTo>
                  <a:lnTo>
                    <a:pt x="6332128" y="729659"/>
                  </a:lnTo>
                  <a:lnTo>
                    <a:pt x="6332128" y="729659"/>
                  </a:lnTo>
                  <a:lnTo>
                    <a:pt x="6337601" y="729659"/>
                  </a:lnTo>
                  <a:lnTo>
                    <a:pt x="6337601" y="729659"/>
                  </a:lnTo>
                  <a:lnTo>
                    <a:pt x="6343074" y="729659"/>
                  </a:lnTo>
                  <a:lnTo>
                    <a:pt x="6343074" y="729659"/>
                  </a:lnTo>
                  <a:lnTo>
                    <a:pt x="6348547" y="729659"/>
                  </a:lnTo>
                  <a:lnTo>
                    <a:pt x="6348547" y="729659"/>
                  </a:lnTo>
                  <a:lnTo>
                    <a:pt x="6354019" y="729659"/>
                  </a:lnTo>
                  <a:lnTo>
                    <a:pt x="6354019" y="729659"/>
                  </a:lnTo>
                  <a:lnTo>
                    <a:pt x="6359492" y="729659"/>
                  </a:lnTo>
                  <a:lnTo>
                    <a:pt x="6359492" y="729659"/>
                  </a:lnTo>
                  <a:lnTo>
                    <a:pt x="6364965" y="729659"/>
                  </a:lnTo>
                  <a:lnTo>
                    <a:pt x="6364965" y="729659"/>
                  </a:lnTo>
                  <a:lnTo>
                    <a:pt x="6370438" y="729659"/>
                  </a:lnTo>
                  <a:lnTo>
                    <a:pt x="6370438" y="729659"/>
                  </a:lnTo>
                  <a:lnTo>
                    <a:pt x="6375911" y="729659"/>
                  </a:lnTo>
                  <a:lnTo>
                    <a:pt x="6375911" y="729659"/>
                  </a:lnTo>
                  <a:lnTo>
                    <a:pt x="6381384" y="729659"/>
                  </a:lnTo>
                  <a:lnTo>
                    <a:pt x="6381384" y="729659"/>
                  </a:lnTo>
                  <a:lnTo>
                    <a:pt x="6386857" y="729659"/>
                  </a:lnTo>
                  <a:lnTo>
                    <a:pt x="6386857" y="729659"/>
                  </a:lnTo>
                  <a:lnTo>
                    <a:pt x="6392330" y="729659"/>
                  </a:lnTo>
                  <a:lnTo>
                    <a:pt x="6392330" y="729659"/>
                  </a:lnTo>
                  <a:lnTo>
                    <a:pt x="6397803" y="729659"/>
                  </a:lnTo>
                  <a:lnTo>
                    <a:pt x="6397803" y="729659"/>
                  </a:lnTo>
                  <a:lnTo>
                    <a:pt x="6403275" y="729659"/>
                  </a:lnTo>
                  <a:lnTo>
                    <a:pt x="6403275" y="729659"/>
                  </a:lnTo>
                  <a:lnTo>
                    <a:pt x="6408748" y="729659"/>
                  </a:lnTo>
                  <a:lnTo>
                    <a:pt x="6408748" y="729659"/>
                  </a:lnTo>
                  <a:lnTo>
                    <a:pt x="6414221" y="729659"/>
                  </a:lnTo>
                  <a:lnTo>
                    <a:pt x="6414221" y="729659"/>
                  </a:lnTo>
                  <a:lnTo>
                    <a:pt x="6419694" y="729659"/>
                  </a:lnTo>
                  <a:lnTo>
                    <a:pt x="6419694" y="729659"/>
                  </a:lnTo>
                  <a:lnTo>
                    <a:pt x="6425167" y="729659"/>
                  </a:lnTo>
                  <a:lnTo>
                    <a:pt x="6425167" y="729659"/>
                  </a:lnTo>
                  <a:lnTo>
                    <a:pt x="6430640" y="729659"/>
                  </a:lnTo>
                  <a:lnTo>
                    <a:pt x="6430640" y="729659"/>
                  </a:lnTo>
                  <a:lnTo>
                    <a:pt x="6436113" y="729659"/>
                  </a:lnTo>
                  <a:lnTo>
                    <a:pt x="6436113" y="729659"/>
                  </a:lnTo>
                  <a:lnTo>
                    <a:pt x="6441586" y="729659"/>
                  </a:lnTo>
                  <a:lnTo>
                    <a:pt x="6441586" y="729659"/>
                  </a:lnTo>
                  <a:lnTo>
                    <a:pt x="6447059" y="729659"/>
                  </a:lnTo>
                  <a:lnTo>
                    <a:pt x="6447059" y="729659"/>
                  </a:lnTo>
                  <a:lnTo>
                    <a:pt x="6452531" y="729659"/>
                  </a:lnTo>
                  <a:lnTo>
                    <a:pt x="6452531" y="729659"/>
                  </a:lnTo>
                  <a:lnTo>
                    <a:pt x="6458004" y="729659"/>
                  </a:lnTo>
                  <a:lnTo>
                    <a:pt x="6458004" y="729659"/>
                  </a:lnTo>
                  <a:lnTo>
                    <a:pt x="6463477" y="729659"/>
                  </a:lnTo>
                  <a:lnTo>
                    <a:pt x="6463477" y="729659"/>
                  </a:lnTo>
                  <a:lnTo>
                    <a:pt x="6468950" y="729659"/>
                  </a:lnTo>
                  <a:lnTo>
                    <a:pt x="6468950" y="729659"/>
                  </a:lnTo>
                  <a:lnTo>
                    <a:pt x="6474423" y="729659"/>
                  </a:lnTo>
                  <a:lnTo>
                    <a:pt x="6474423" y="729659"/>
                  </a:lnTo>
                  <a:lnTo>
                    <a:pt x="6479896" y="729659"/>
                  </a:lnTo>
                  <a:lnTo>
                    <a:pt x="6479896" y="729659"/>
                  </a:lnTo>
                  <a:lnTo>
                    <a:pt x="6485369" y="729659"/>
                  </a:lnTo>
                  <a:lnTo>
                    <a:pt x="6485369" y="729659"/>
                  </a:lnTo>
                  <a:lnTo>
                    <a:pt x="6490842" y="729659"/>
                  </a:lnTo>
                  <a:lnTo>
                    <a:pt x="6490842" y="729659"/>
                  </a:lnTo>
                  <a:lnTo>
                    <a:pt x="6496315" y="729659"/>
                  </a:lnTo>
                  <a:lnTo>
                    <a:pt x="6496315" y="729659"/>
                  </a:lnTo>
                  <a:lnTo>
                    <a:pt x="6501787" y="729659"/>
                  </a:lnTo>
                  <a:lnTo>
                    <a:pt x="6501787" y="729659"/>
                  </a:lnTo>
                  <a:lnTo>
                    <a:pt x="6512733" y="729659"/>
                  </a:lnTo>
                  <a:lnTo>
                    <a:pt x="6512733" y="729659"/>
                  </a:lnTo>
                  <a:lnTo>
                    <a:pt x="6523679" y="729659"/>
                  </a:lnTo>
                  <a:lnTo>
                    <a:pt x="6523679" y="729659"/>
                  </a:lnTo>
                  <a:lnTo>
                    <a:pt x="6529152" y="729659"/>
                  </a:lnTo>
                  <a:lnTo>
                    <a:pt x="6529152" y="729659"/>
                  </a:lnTo>
                  <a:lnTo>
                    <a:pt x="6534625" y="729659"/>
                  </a:lnTo>
                  <a:lnTo>
                    <a:pt x="6534625" y="729659"/>
                  </a:lnTo>
                  <a:lnTo>
                    <a:pt x="6540098" y="729659"/>
                  </a:lnTo>
                  <a:lnTo>
                    <a:pt x="6540098" y="729659"/>
                  </a:lnTo>
                  <a:lnTo>
                    <a:pt x="6545570" y="729659"/>
                  </a:lnTo>
                  <a:lnTo>
                    <a:pt x="6545570" y="729659"/>
                  </a:lnTo>
                  <a:lnTo>
                    <a:pt x="6551043" y="729659"/>
                  </a:lnTo>
                  <a:lnTo>
                    <a:pt x="6551043" y="729659"/>
                  </a:lnTo>
                  <a:lnTo>
                    <a:pt x="6556516" y="729659"/>
                  </a:lnTo>
                  <a:lnTo>
                    <a:pt x="6556516" y="729659"/>
                  </a:lnTo>
                  <a:lnTo>
                    <a:pt x="6561989" y="729659"/>
                  </a:lnTo>
                  <a:lnTo>
                    <a:pt x="6561989" y="729659"/>
                  </a:lnTo>
                  <a:lnTo>
                    <a:pt x="6567462" y="729659"/>
                  </a:lnTo>
                  <a:lnTo>
                    <a:pt x="6567462" y="729659"/>
                  </a:lnTo>
                  <a:lnTo>
                    <a:pt x="6572935" y="729659"/>
                  </a:lnTo>
                  <a:lnTo>
                    <a:pt x="6572935" y="729659"/>
                  </a:lnTo>
                  <a:lnTo>
                    <a:pt x="6578408" y="729659"/>
                  </a:lnTo>
                  <a:lnTo>
                    <a:pt x="6578408" y="729659"/>
                  </a:lnTo>
                  <a:lnTo>
                    <a:pt x="6583881" y="729659"/>
                  </a:lnTo>
                  <a:lnTo>
                    <a:pt x="6583881" y="729659"/>
                  </a:lnTo>
                  <a:lnTo>
                    <a:pt x="6589354" y="729659"/>
                  </a:lnTo>
                  <a:lnTo>
                    <a:pt x="6589354" y="729659"/>
                  </a:lnTo>
                  <a:lnTo>
                    <a:pt x="6594826" y="729659"/>
                  </a:lnTo>
                  <a:lnTo>
                    <a:pt x="6594826" y="729659"/>
                  </a:lnTo>
                  <a:lnTo>
                    <a:pt x="6600299" y="729659"/>
                  </a:lnTo>
                  <a:lnTo>
                    <a:pt x="6600299" y="729659"/>
                  </a:lnTo>
                  <a:lnTo>
                    <a:pt x="6605772" y="729659"/>
                  </a:lnTo>
                  <a:lnTo>
                    <a:pt x="6605772" y="729659"/>
                  </a:lnTo>
                  <a:lnTo>
                    <a:pt x="6611245" y="729659"/>
                  </a:lnTo>
                  <a:lnTo>
                    <a:pt x="6611245" y="729659"/>
                  </a:lnTo>
                  <a:lnTo>
                    <a:pt x="6616718" y="729659"/>
                  </a:lnTo>
                  <a:lnTo>
                    <a:pt x="6616718" y="729659"/>
                  </a:lnTo>
                  <a:lnTo>
                    <a:pt x="6622191" y="729659"/>
                  </a:lnTo>
                  <a:lnTo>
                    <a:pt x="6622191" y="729659"/>
                  </a:lnTo>
                  <a:lnTo>
                    <a:pt x="6627664" y="729659"/>
                  </a:lnTo>
                  <a:lnTo>
                    <a:pt x="6627664" y="729659"/>
                  </a:lnTo>
                  <a:lnTo>
                    <a:pt x="6633137" y="729659"/>
                  </a:lnTo>
                  <a:lnTo>
                    <a:pt x="6633137" y="729659"/>
                  </a:lnTo>
                  <a:lnTo>
                    <a:pt x="6638610" y="729659"/>
                  </a:lnTo>
                  <a:lnTo>
                    <a:pt x="6638610" y="729659"/>
                  </a:lnTo>
                  <a:lnTo>
                    <a:pt x="6644082" y="729659"/>
                  </a:lnTo>
                  <a:lnTo>
                    <a:pt x="6644082" y="729659"/>
                  </a:lnTo>
                  <a:lnTo>
                    <a:pt x="6649555" y="729659"/>
                  </a:lnTo>
                  <a:lnTo>
                    <a:pt x="6649555" y="729659"/>
                  </a:lnTo>
                  <a:lnTo>
                    <a:pt x="6655028" y="729659"/>
                  </a:lnTo>
                  <a:lnTo>
                    <a:pt x="6655028" y="729659"/>
                  </a:lnTo>
                  <a:lnTo>
                    <a:pt x="6660501" y="729659"/>
                  </a:lnTo>
                  <a:lnTo>
                    <a:pt x="6660501" y="729659"/>
                  </a:lnTo>
                  <a:lnTo>
                    <a:pt x="6665974" y="729659"/>
                  </a:lnTo>
                  <a:lnTo>
                    <a:pt x="6665974" y="729659"/>
                  </a:lnTo>
                  <a:lnTo>
                    <a:pt x="6671447" y="729659"/>
                  </a:lnTo>
                  <a:lnTo>
                    <a:pt x="6671447" y="729659"/>
                  </a:lnTo>
                  <a:lnTo>
                    <a:pt x="6676920" y="729659"/>
                  </a:lnTo>
                  <a:lnTo>
                    <a:pt x="6676920" y="729659"/>
                  </a:lnTo>
                  <a:lnTo>
                    <a:pt x="6682393" y="729659"/>
                  </a:lnTo>
                  <a:lnTo>
                    <a:pt x="6682393" y="729659"/>
                  </a:lnTo>
                  <a:lnTo>
                    <a:pt x="6687865" y="729659"/>
                  </a:lnTo>
                  <a:lnTo>
                    <a:pt x="6687865" y="617517"/>
                  </a:lnTo>
                  <a:lnTo>
                    <a:pt x="6693338" y="617517"/>
                  </a:lnTo>
                  <a:lnTo>
                    <a:pt x="6693338" y="617517"/>
                  </a:lnTo>
                  <a:lnTo>
                    <a:pt x="6698811" y="617517"/>
                  </a:lnTo>
                  <a:lnTo>
                    <a:pt x="6698811" y="617517"/>
                  </a:lnTo>
                  <a:lnTo>
                    <a:pt x="6704284" y="617517"/>
                  </a:lnTo>
                  <a:lnTo>
                    <a:pt x="6704284" y="617517"/>
                  </a:lnTo>
                  <a:lnTo>
                    <a:pt x="6709757" y="617517"/>
                  </a:lnTo>
                  <a:lnTo>
                    <a:pt x="6709757" y="617517"/>
                  </a:lnTo>
                  <a:lnTo>
                    <a:pt x="6715230" y="617517"/>
                  </a:lnTo>
                  <a:lnTo>
                    <a:pt x="6715230" y="617517"/>
                  </a:lnTo>
                  <a:lnTo>
                    <a:pt x="6720703" y="617517"/>
                  </a:lnTo>
                  <a:lnTo>
                    <a:pt x="6720703" y="617517"/>
                  </a:lnTo>
                  <a:lnTo>
                    <a:pt x="6726176" y="617517"/>
                  </a:lnTo>
                  <a:lnTo>
                    <a:pt x="6726176" y="617517"/>
                  </a:lnTo>
                  <a:lnTo>
                    <a:pt x="6731649" y="617517"/>
                  </a:lnTo>
                  <a:lnTo>
                    <a:pt x="6731649" y="617517"/>
                  </a:lnTo>
                  <a:lnTo>
                    <a:pt x="6737121" y="617517"/>
                  </a:lnTo>
                  <a:lnTo>
                    <a:pt x="6737121" y="617517"/>
                  </a:lnTo>
                  <a:lnTo>
                    <a:pt x="6742594" y="617517"/>
                  </a:lnTo>
                  <a:lnTo>
                    <a:pt x="6742594" y="617517"/>
                  </a:lnTo>
                  <a:lnTo>
                    <a:pt x="6748067" y="617517"/>
                  </a:lnTo>
                  <a:lnTo>
                    <a:pt x="6748067" y="617517"/>
                  </a:lnTo>
                  <a:lnTo>
                    <a:pt x="6753540" y="617517"/>
                  </a:lnTo>
                  <a:lnTo>
                    <a:pt x="6753540" y="617517"/>
                  </a:lnTo>
                  <a:lnTo>
                    <a:pt x="6759013" y="617517"/>
                  </a:lnTo>
                  <a:lnTo>
                    <a:pt x="6759013" y="617517"/>
                  </a:lnTo>
                  <a:lnTo>
                    <a:pt x="6764486" y="617517"/>
                  </a:lnTo>
                  <a:lnTo>
                    <a:pt x="6764486" y="617517"/>
                  </a:lnTo>
                  <a:lnTo>
                    <a:pt x="6769959" y="617517"/>
                  </a:lnTo>
                  <a:lnTo>
                    <a:pt x="6769959" y="617517"/>
                  </a:lnTo>
                  <a:lnTo>
                    <a:pt x="6780905" y="617517"/>
                  </a:lnTo>
                  <a:lnTo>
                    <a:pt x="6780905" y="617517"/>
                  </a:lnTo>
                  <a:lnTo>
                    <a:pt x="6786377" y="617517"/>
                  </a:lnTo>
                  <a:lnTo>
                    <a:pt x="6786377" y="617517"/>
                  </a:lnTo>
                  <a:lnTo>
                    <a:pt x="6791850" y="617517"/>
                  </a:lnTo>
                  <a:lnTo>
                    <a:pt x="6791850" y="617517"/>
                  </a:lnTo>
                  <a:lnTo>
                    <a:pt x="6797323" y="617517"/>
                  </a:lnTo>
                  <a:lnTo>
                    <a:pt x="6797323" y="617517"/>
                  </a:lnTo>
                  <a:lnTo>
                    <a:pt x="6802796" y="617517"/>
                  </a:lnTo>
                  <a:lnTo>
                    <a:pt x="6802796" y="617517"/>
                  </a:lnTo>
                  <a:lnTo>
                    <a:pt x="6808269" y="617517"/>
                  </a:lnTo>
                  <a:lnTo>
                    <a:pt x="6808269" y="617517"/>
                  </a:lnTo>
                  <a:lnTo>
                    <a:pt x="6813742" y="617517"/>
                  </a:lnTo>
                  <a:lnTo>
                    <a:pt x="6813742" y="617517"/>
                  </a:lnTo>
                  <a:lnTo>
                    <a:pt x="6819215" y="617517"/>
                  </a:lnTo>
                  <a:lnTo>
                    <a:pt x="6819215" y="617517"/>
                  </a:lnTo>
                  <a:lnTo>
                    <a:pt x="6824688" y="617517"/>
                  </a:lnTo>
                  <a:lnTo>
                    <a:pt x="6824688" y="617517"/>
                  </a:lnTo>
                  <a:lnTo>
                    <a:pt x="6830161" y="617517"/>
                  </a:lnTo>
                  <a:lnTo>
                    <a:pt x="6830161" y="617517"/>
                  </a:lnTo>
                  <a:lnTo>
                    <a:pt x="6835633" y="617517"/>
                  </a:lnTo>
                  <a:lnTo>
                    <a:pt x="6835633" y="617517"/>
                  </a:lnTo>
                  <a:lnTo>
                    <a:pt x="6841106" y="617517"/>
                  </a:lnTo>
                  <a:lnTo>
                    <a:pt x="6841106" y="617517"/>
                  </a:lnTo>
                  <a:lnTo>
                    <a:pt x="6846579" y="617517"/>
                  </a:lnTo>
                  <a:lnTo>
                    <a:pt x="6846579" y="617517"/>
                  </a:lnTo>
                  <a:lnTo>
                    <a:pt x="6852052" y="617517"/>
                  </a:lnTo>
                  <a:lnTo>
                    <a:pt x="6852052" y="617517"/>
                  </a:lnTo>
                  <a:lnTo>
                    <a:pt x="6857525" y="617517"/>
                  </a:lnTo>
                  <a:lnTo>
                    <a:pt x="6857525" y="617517"/>
                  </a:lnTo>
                  <a:lnTo>
                    <a:pt x="6862998" y="617517"/>
                  </a:lnTo>
                  <a:lnTo>
                    <a:pt x="6862998" y="617517"/>
                  </a:lnTo>
                  <a:lnTo>
                    <a:pt x="6868471" y="617517"/>
                  </a:lnTo>
                  <a:lnTo>
                    <a:pt x="6868471" y="617517"/>
                  </a:lnTo>
                  <a:lnTo>
                    <a:pt x="6873944" y="617517"/>
                  </a:lnTo>
                  <a:lnTo>
                    <a:pt x="6873944" y="617517"/>
                  </a:lnTo>
                  <a:lnTo>
                    <a:pt x="6879416" y="617517"/>
                  </a:lnTo>
                  <a:lnTo>
                    <a:pt x="6879416" y="617517"/>
                  </a:lnTo>
                  <a:lnTo>
                    <a:pt x="6884889" y="617517"/>
                  </a:lnTo>
                  <a:lnTo>
                    <a:pt x="6884889" y="617517"/>
                  </a:lnTo>
                  <a:lnTo>
                    <a:pt x="6890362" y="617517"/>
                  </a:lnTo>
                  <a:lnTo>
                    <a:pt x="6890362" y="617517"/>
                  </a:lnTo>
                  <a:lnTo>
                    <a:pt x="6895835" y="617517"/>
                  </a:lnTo>
                  <a:lnTo>
                    <a:pt x="6895835" y="617517"/>
                  </a:lnTo>
                  <a:lnTo>
                    <a:pt x="6901308" y="617517"/>
                  </a:lnTo>
                  <a:lnTo>
                    <a:pt x="6901308" y="617517"/>
                  </a:lnTo>
                  <a:lnTo>
                    <a:pt x="6906781" y="617517"/>
                  </a:lnTo>
                  <a:lnTo>
                    <a:pt x="6906781" y="617517"/>
                  </a:lnTo>
                  <a:lnTo>
                    <a:pt x="6912254" y="617517"/>
                  </a:lnTo>
                  <a:lnTo>
                    <a:pt x="6912254" y="617517"/>
                  </a:lnTo>
                  <a:lnTo>
                    <a:pt x="6917727" y="617517"/>
                  </a:lnTo>
                  <a:lnTo>
                    <a:pt x="6917727" y="617517"/>
                  </a:lnTo>
                  <a:lnTo>
                    <a:pt x="6923200" y="617517"/>
                  </a:lnTo>
                  <a:lnTo>
                    <a:pt x="6923200" y="617517"/>
                  </a:lnTo>
                  <a:lnTo>
                    <a:pt x="6928672" y="617517"/>
                  </a:lnTo>
                  <a:lnTo>
                    <a:pt x="6928672" y="617517"/>
                  </a:lnTo>
                  <a:lnTo>
                    <a:pt x="6934145" y="617517"/>
                  </a:lnTo>
                  <a:lnTo>
                    <a:pt x="6934145" y="617517"/>
                  </a:lnTo>
                  <a:lnTo>
                    <a:pt x="6939618" y="617517"/>
                  </a:lnTo>
                  <a:lnTo>
                    <a:pt x="6939618" y="617517"/>
                  </a:lnTo>
                  <a:lnTo>
                    <a:pt x="6945091" y="617517"/>
                  </a:lnTo>
                  <a:lnTo>
                    <a:pt x="6945091" y="617517"/>
                  </a:lnTo>
                  <a:lnTo>
                    <a:pt x="6950564" y="617517"/>
                  </a:lnTo>
                  <a:lnTo>
                    <a:pt x="6950564" y="617517"/>
                  </a:lnTo>
                  <a:lnTo>
                    <a:pt x="6956037" y="617517"/>
                  </a:lnTo>
                  <a:lnTo>
                    <a:pt x="6956037" y="617517"/>
                  </a:lnTo>
                  <a:lnTo>
                    <a:pt x="6961510" y="617517"/>
                  </a:lnTo>
                  <a:lnTo>
                    <a:pt x="6961510" y="617517"/>
                  </a:lnTo>
                  <a:lnTo>
                    <a:pt x="6966983" y="617517"/>
                  </a:lnTo>
                  <a:lnTo>
                    <a:pt x="6966983" y="617517"/>
                  </a:lnTo>
                  <a:lnTo>
                    <a:pt x="6972456" y="617517"/>
                  </a:lnTo>
                  <a:lnTo>
                    <a:pt x="6972456" y="617517"/>
                  </a:lnTo>
                  <a:lnTo>
                    <a:pt x="6977928" y="617517"/>
                  </a:lnTo>
                  <a:lnTo>
                    <a:pt x="6977928" y="617517"/>
                  </a:lnTo>
                  <a:lnTo>
                    <a:pt x="6983401" y="617517"/>
                  </a:lnTo>
                  <a:lnTo>
                    <a:pt x="6983401" y="617517"/>
                  </a:lnTo>
                  <a:lnTo>
                    <a:pt x="6988874" y="617517"/>
                  </a:lnTo>
                  <a:lnTo>
                    <a:pt x="6988874" y="617517"/>
                  </a:lnTo>
                  <a:lnTo>
                    <a:pt x="6994347" y="617517"/>
                  </a:lnTo>
                  <a:lnTo>
                    <a:pt x="6994347" y="617517"/>
                  </a:lnTo>
                  <a:lnTo>
                    <a:pt x="6999820" y="617517"/>
                  </a:lnTo>
                  <a:lnTo>
                    <a:pt x="6999820" y="617517"/>
                  </a:lnTo>
                  <a:lnTo>
                    <a:pt x="7005293" y="617517"/>
                  </a:lnTo>
                  <a:lnTo>
                    <a:pt x="7005293" y="617517"/>
                  </a:lnTo>
                  <a:lnTo>
                    <a:pt x="7010766" y="617517"/>
                  </a:lnTo>
                  <a:lnTo>
                    <a:pt x="7010766" y="617517"/>
                  </a:lnTo>
                  <a:lnTo>
                    <a:pt x="7016239" y="617517"/>
                  </a:lnTo>
                  <a:lnTo>
                    <a:pt x="7016239" y="617517"/>
                  </a:lnTo>
                  <a:lnTo>
                    <a:pt x="7021712" y="617517"/>
                  </a:lnTo>
                  <a:lnTo>
                    <a:pt x="7021712" y="617517"/>
                  </a:lnTo>
                  <a:lnTo>
                    <a:pt x="7027184" y="617517"/>
                  </a:lnTo>
                  <a:lnTo>
                    <a:pt x="7027184" y="617517"/>
                  </a:lnTo>
                  <a:lnTo>
                    <a:pt x="7032657" y="617517"/>
                  </a:lnTo>
                  <a:lnTo>
                    <a:pt x="7032657" y="617517"/>
                  </a:lnTo>
                  <a:lnTo>
                    <a:pt x="7038130" y="617517"/>
                  </a:lnTo>
                  <a:lnTo>
                    <a:pt x="7038130" y="617517"/>
                  </a:lnTo>
                  <a:lnTo>
                    <a:pt x="7043603" y="617517"/>
                  </a:lnTo>
                  <a:lnTo>
                    <a:pt x="7043603" y="617517"/>
                  </a:lnTo>
                  <a:lnTo>
                    <a:pt x="7054549" y="617517"/>
                  </a:lnTo>
                  <a:lnTo>
                    <a:pt x="7054549" y="617517"/>
                  </a:lnTo>
                  <a:lnTo>
                    <a:pt x="7060022" y="617517"/>
                  </a:lnTo>
                  <a:lnTo>
                    <a:pt x="7060022" y="617517"/>
                  </a:lnTo>
                  <a:lnTo>
                    <a:pt x="7065495" y="617517"/>
                  </a:lnTo>
                  <a:lnTo>
                    <a:pt x="7065495" y="617517"/>
                  </a:lnTo>
                  <a:lnTo>
                    <a:pt x="7070967" y="617517"/>
                  </a:lnTo>
                  <a:lnTo>
                    <a:pt x="7070967" y="617517"/>
                  </a:lnTo>
                  <a:lnTo>
                    <a:pt x="7076440" y="617517"/>
                  </a:lnTo>
                  <a:lnTo>
                    <a:pt x="7076440" y="617517"/>
                  </a:lnTo>
                  <a:lnTo>
                    <a:pt x="7081913" y="617517"/>
                  </a:lnTo>
                  <a:lnTo>
                    <a:pt x="7081913" y="617517"/>
                  </a:lnTo>
                  <a:lnTo>
                    <a:pt x="7087386" y="617517"/>
                  </a:lnTo>
                  <a:lnTo>
                    <a:pt x="7087386" y="617517"/>
                  </a:lnTo>
                  <a:lnTo>
                    <a:pt x="7092859" y="617517"/>
                  </a:lnTo>
                  <a:lnTo>
                    <a:pt x="7092859" y="617517"/>
                  </a:lnTo>
                  <a:lnTo>
                    <a:pt x="7098332" y="617517"/>
                  </a:lnTo>
                  <a:lnTo>
                    <a:pt x="7098332" y="617517"/>
                  </a:lnTo>
                  <a:lnTo>
                    <a:pt x="7103805" y="617517"/>
                  </a:lnTo>
                  <a:lnTo>
                    <a:pt x="7103805" y="617517"/>
                  </a:lnTo>
                  <a:lnTo>
                    <a:pt x="7109278" y="617517"/>
                  </a:lnTo>
                  <a:lnTo>
                    <a:pt x="7109278" y="617517"/>
                  </a:lnTo>
                  <a:lnTo>
                    <a:pt x="7114751" y="617517"/>
                  </a:lnTo>
                  <a:lnTo>
                    <a:pt x="7114751" y="617517"/>
                  </a:lnTo>
                  <a:lnTo>
                    <a:pt x="7120223" y="617517"/>
                  </a:lnTo>
                  <a:lnTo>
                    <a:pt x="7120223" y="617517"/>
                  </a:lnTo>
                  <a:lnTo>
                    <a:pt x="7125696" y="617517"/>
                  </a:lnTo>
                  <a:lnTo>
                    <a:pt x="7125696" y="617517"/>
                  </a:lnTo>
                  <a:lnTo>
                    <a:pt x="7131169" y="617517"/>
                  </a:lnTo>
                  <a:lnTo>
                    <a:pt x="7131169" y="617517"/>
                  </a:lnTo>
                  <a:lnTo>
                    <a:pt x="7136642" y="617517"/>
                  </a:lnTo>
                  <a:lnTo>
                    <a:pt x="7136642" y="617517"/>
                  </a:lnTo>
                  <a:lnTo>
                    <a:pt x="7142115" y="617517"/>
                  </a:lnTo>
                  <a:lnTo>
                    <a:pt x="7142115" y="617517"/>
                  </a:lnTo>
                  <a:lnTo>
                    <a:pt x="7147588" y="617517"/>
                  </a:lnTo>
                  <a:lnTo>
                    <a:pt x="7147588" y="617517"/>
                  </a:lnTo>
                  <a:lnTo>
                    <a:pt x="7153061" y="617517"/>
                  </a:lnTo>
                  <a:lnTo>
                    <a:pt x="7153061" y="617517"/>
                  </a:lnTo>
                  <a:lnTo>
                    <a:pt x="7158534" y="617517"/>
                  </a:lnTo>
                  <a:lnTo>
                    <a:pt x="7158534" y="617517"/>
                  </a:lnTo>
                  <a:lnTo>
                    <a:pt x="7164007" y="617517"/>
                  </a:lnTo>
                  <a:lnTo>
                    <a:pt x="7164007" y="617517"/>
                  </a:lnTo>
                  <a:lnTo>
                    <a:pt x="7169479" y="617517"/>
                  </a:lnTo>
                  <a:lnTo>
                    <a:pt x="7169479" y="617517"/>
                  </a:lnTo>
                  <a:lnTo>
                    <a:pt x="7174952" y="617517"/>
                  </a:lnTo>
                  <a:lnTo>
                    <a:pt x="7174952" y="617517"/>
                  </a:lnTo>
                  <a:lnTo>
                    <a:pt x="7180425" y="617517"/>
                  </a:lnTo>
                  <a:lnTo>
                    <a:pt x="7180425" y="617517"/>
                  </a:lnTo>
                  <a:lnTo>
                    <a:pt x="7185898" y="617517"/>
                  </a:lnTo>
                  <a:lnTo>
                    <a:pt x="7185898" y="617517"/>
                  </a:lnTo>
                  <a:lnTo>
                    <a:pt x="7191371" y="617517"/>
                  </a:lnTo>
                  <a:lnTo>
                    <a:pt x="7191371" y="617517"/>
                  </a:lnTo>
                  <a:lnTo>
                    <a:pt x="7196844" y="617517"/>
                  </a:lnTo>
                  <a:lnTo>
                    <a:pt x="7196844" y="617517"/>
                  </a:lnTo>
                  <a:lnTo>
                    <a:pt x="7202317" y="617517"/>
                  </a:lnTo>
                  <a:lnTo>
                    <a:pt x="7202317" y="617517"/>
                  </a:lnTo>
                  <a:lnTo>
                    <a:pt x="7213262" y="617517"/>
                  </a:lnTo>
                  <a:lnTo>
                    <a:pt x="7213262" y="617517"/>
                  </a:lnTo>
                  <a:lnTo>
                    <a:pt x="7218735" y="617517"/>
                  </a:lnTo>
                  <a:lnTo>
                    <a:pt x="7218735" y="617517"/>
                  </a:lnTo>
                  <a:lnTo>
                    <a:pt x="7224208" y="617517"/>
                  </a:lnTo>
                  <a:lnTo>
                    <a:pt x="7224208" y="617517"/>
                  </a:lnTo>
                  <a:lnTo>
                    <a:pt x="7229681" y="617517"/>
                  </a:lnTo>
                  <a:lnTo>
                    <a:pt x="7229681" y="617517"/>
                  </a:lnTo>
                  <a:lnTo>
                    <a:pt x="7235154" y="617517"/>
                  </a:lnTo>
                  <a:lnTo>
                    <a:pt x="7235154" y="617517"/>
                  </a:lnTo>
                  <a:lnTo>
                    <a:pt x="7240627" y="617517"/>
                  </a:lnTo>
                  <a:lnTo>
                    <a:pt x="7240627" y="617517"/>
                  </a:lnTo>
                  <a:lnTo>
                    <a:pt x="7246100" y="617517"/>
                  </a:lnTo>
                  <a:lnTo>
                    <a:pt x="7246100" y="617517"/>
                  </a:lnTo>
                  <a:lnTo>
                    <a:pt x="7251573" y="617517"/>
                  </a:lnTo>
                  <a:lnTo>
                    <a:pt x="7251573" y="617517"/>
                  </a:lnTo>
                  <a:lnTo>
                    <a:pt x="7257046" y="617517"/>
                  </a:lnTo>
                  <a:lnTo>
                    <a:pt x="7257046" y="617517"/>
                  </a:lnTo>
                  <a:lnTo>
                    <a:pt x="7262518" y="617517"/>
                  </a:lnTo>
                  <a:lnTo>
                    <a:pt x="7262518" y="617517"/>
                  </a:lnTo>
                  <a:lnTo>
                    <a:pt x="7267991" y="617517"/>
                  </a:lnTo>
                  <a:lnTo>
                    <a:pt x="7267991" y="617517"/>
                  </a:lnTo>
                  <a:lnTo>
                    <a:pt x="7273464" y="617517"/>
                  </a:lnTo>
                  <a:lnTo>
                    <a:pt x="7273464" y="617517"/>
                  </a:lnTo>
                  <a:lnTo>
                    <a:pt x="7278937" y="617517"/>
                  </a:lnTo>
                  <a:lnTo>
                    <a:pt x="7278937" y="617517"/>
                  </a:lnTo>
                  <a:lnTo>
                    <a:pt x="7284410" y="617517"/>
                  </a:lnTo>
                  <a:lnTo>
                    <a:pt x="7284410" y="617517"/>
                  </a:lnTo>
                  <a:lnTo>
                    <a:pt x="7289883" y="617517"/>
                  </a:lnTo>
                  <a:lnTo>
                    <a:pt x="7289883" y="617517"/>
                  </a:lnTo>
                  <a:lnTo>
                    <a:pt x="7295356" y="617517"/>
                  </a:lnTo>
                  <a:lnTo>
                    <a:pt x="7295356" y="617517"/>
                  </a:lnTo>
                  <a:lnTo>
                    <a:pt x="7300829" y="617517"/>
                  </a:lnTo>
                  <a:lnTo>
                    <a:pt x="7300829" y="617517"/>
                  </a:lnTo>
                  <a:lnTo>
                    <a:pt x="7306302" y="617517"/>
                  </a:lnTo>
                  <a:lnTo>
                    <a:pt x="7306302" y="617517"/>
                  </a:lnTo>
                  <a:lnTo>
                    <a:pt x="7311774" y="617517"/>
                  </a:lnTo>
                  <a:lnTo>
                    <a:pt x="7311774" y="617517"/>
                  </a:lnTo>
                  <a:lnTo>
                    <a:pt x="7317247" y="617517"/>
                  </a:lnTo>
                  <a:lnTo>
                    <a:pt x="7317247" y="617517"/>
                  </a:lnTo>
                  <a:lnTo>
                    <a:pt x="7322720" y="617517"/>
                  </a:lnTo>
                  <a:lnTo>
                    <a:pt x="7322720" y="617517"/>
                  </a:lnTo>
                  <a:lnTo>
                    <a:pt x="7328193" y="617517"/>
                  </a:lnTo>
                  <a:lnTo>
                    <a:pt x="7328193" y="617517"/>
                  </a:lnTo>
                  <a:lnTo>
                    <a:pt x="7333666" y="617517"/>
                  </a:lnTo>
                  <a:lnTo>
                    <a:pt x="7333666" y="617517"/>
                  </a:lnTo>
                  <a:lnTo>
                    <a:pt x="7339139" y="617517"/>
                  </a:lnTo>
                  <a:lnTo>
                    <a:pt x="7339139" y="617517"/>
                  </a:lnTo>
                  <a:lnTo>
                    <a:pt x="7344612" y="617517"/>
                  </a:lnTo>
                  <a:lnTo>
                    <a:pt x="7344612" y="617517"/>
                  </a:lnTo>
                  <a:lnTo>
                    <a:pt x="7350085" y="617517"/>
                  </a:lnTo>
                  <a:lnTo>
                    <a:pt x="7350085" y="617517"/>
                  </a:lnTo>
                  <a:lnTo>
                    <a:pt x="7355558" y="617517"/>
                  </a:lnTo>
                  <a:lnTo>
                    <a:pt x="7355558" y="617517"/>
                  </a:lnTo>
                  <a:lnTo>
                    <a:pt x="7361030" y="617517"/>
                  </a:lnTo>
                  <a:lnTo>
                    <a:pt x="7361030" y="617517"/>
                  </a:lnTo>
                  <a:lnTo>
                    <a:pt x="7366503" y="617517"/>
                  </a:lnTo>
                  <a:lnTo>
                    <a:pt x="7366503" y="617517"/>
                  </a:lnTo>
                  <a:lnTo>
                    <a:pt x="7371976" y="617517"/>
                  </a:lnTo>
                  <a:lnTo>
                    <a:pt x="7371976" y="617517"/>
                  </a:lnTo>
                  <a:lnTo>
                    <a:pt x="7377449" y="617517"/>
                  </a:lnTo>
                  <a:lnTo>
                    <a:pt x="7377449" y="617517"/>
                  </a:lnTo>
                  <a:lnTo>
                    <a:pt x="7382922" y="617517"/>
                  </a:lnTo>
                  <a:lnTo>
                    <a:pt x="7382922" y="617517"/>
                  </a:lnTo>
                  <a:lnTo>
                    <a:pt x="7388395" y="617517"/>
                  </a:lnTo>
                  <a:lnTo>
                    <a:pt x="7388395" y="617517"/>
                  </a:lnTo>
                  <a:lnTo>
                    <a:pt x="7393868" y="617517"/>
                  </a:lnTo>
                  <a:lnTo>
                    <a:pt x="7393868" y="617517"/>
                  </a:lnTo>
                  <a:lnTo>
                    <a:pt x="7399341" y="617517"/>
                  </a:lnTo>
                  <a:lnTo>
                    <a:pt x="7399341" y="617517"/>
                  </a:lnTo>
                  <a:lnTo>
                    <a:pt x="7404813" y="617517"/>
                  </a:lnTo>
                  <a:lnTo>
                    <a:pt x="7404813" y="617517"/>
                  </a:lnTo>
                  <a:lnTo>
                    <a:pt x="7410286" y="617517"/>
                  </a:lnTo>
                  <a:lnTo>
                    <a:pt x="7410286" y="617517"/>
                  </a:lnTo>
                  <a:lnTo>
                    <a:pt x="7415759" y="617517"/>
                  </a:lnTo>
                  <a:lnTo>
                    <a:pt x="7415759" y="617517"/>
                  </a:lnTo>
                  <a:lnTo>
                    <a:pt x="7421232" y="617517"/>
                  </a:lnTo>
                  <a:lnTo>
                    <a:pt x="7421232" y="617517"/>
                  </a:lnTo>
                  <a:lnTo>
                    <a:pt x="7426705" y="617517"/>
                  </a:lnTo>
                  <a:lnTo>
                    <a:pt x="7426705" y="617517"/>
                  </a:lnTo>
                  <a:lnTo>
                    <a:pt x="7432178" y="617517"/>
                  </a:lnTo>
                  <a:lnTo>
                    <a:pt x="7432178" y="617517"/>
                  </a:lnTo>
                  <a:lnTo>
                    <a:pt x="7437651" y="617517"/>
                  </a:lnTo>
                  <a:lnTo>
                    <a:pt x="7437651" y="617517"/>
                  </a:lnTo>
                  <a:lnTo>
                    <a:pt x="7443124" y="617517"/>
                  </a:lnTo>
                  <a:lnTo>
                    <a:pt x="7443124" y="617517"/>
                  </a:lnTo>
                  <a:lnTo>
                    <a:pt x="7448597" y="617517"/>
                  </a:lnTo>
                  <a:lnTo>
                    <a:pt x="7448597" y="617517"/>
                  </a:lnTo>
                  <a:lnTo>
                    <a:pt x="7454069" y="617517"/>
                  </a:lnTo>
                  <a:lnTo>
                    <a:pt x="7454069" y="617517"/>
                  </a:lnTo>
                  <a:lnTo>
                    <a:pt x="7459542" y="617517"/>
                  </a:lnTo>
                  <a:lnTo>
                    <a:pt x="7459542" y="617517"/>
                  </a:lnTo>
                  <a:lnTo>
                    <a:pt x="7465015" y="617517"/>
                  </a:lnTo>
                  <a:lnTo>
                    <a:pt x="7465015" y="617517"/>
                  </a:lnTo>
                  <a:lnTo>
                    <a:pt x="7475961" y="617517"/>
                  </a:lnTo>
                  <a:lnTo>
                    <a:pt x="7475961" y="617517"/>
                  </a:lnTo>
                  <a:lnTo>
                    <a:pt x="7481434" y="617517"/>
                  </a:lnTo>
                  <a:lnTo>
                    <a:pt x="7481434" y="617517"/>
                  </a:lnTo>
                  <a:lnTo>
                    <a:pt x="7486907" y="617517"/>
                  </a:lnTo>
                  <a:lnTo>
                    <a:pt x="7486907" y="617517"/>
                  </a:lnTo>
                  <a:lnTo>
                    <a:pt x="7492380" y="617517"/>
                  </a:lnTo>
                  <a:lnTo>
                    <a:pt x="7492380" y="617517"/>
                  </a:lnTo>
                  <a:lnTo>
                    <a:pt x="7497853" y="617517"/>
                  </a:lnTo>
                  <a:lnTo>
                    <a:pt x="7497853" y="617517"/>
                  </a:lnTo>
                  <a:lnTo>
                    <a:pt x="7503325" y="617517"/>
                  </a:lnTo>
                  <a:lnTo>
                    <a:pt x="7503325" y="617517"/>
                  </a:lnTo>
                  <a:lnTo>
                    <a:pt x="7508798" y="617517"/>
                  </a:lnTo>
                  <a:lnTo>
                    <a:pt x="7508798" y="617517"/>
                  </a:lnTo>
                  <a:lnTo>
                    <a:pt x="7514271" y="617517"/>
                  </a:lnTo>
                  <a:lnTo>
                    <a:pt x="7514271" y="617517"/>
                  </a:lnTo>
                  <a:lnTo>
                    <a:pt x="7519744" y="617517"/>
                  </a:lnTo>
                  <a:lnTo>
                    <a:pt x="7519744" y="617517"/>
                  </a:lnTo>
                  <a:lnTo>
                    <a:pt x="7530690" y="617517"/>
                  </a:lnTo>
                  <a:lnTo>
                    <a:pt x="7530690" y="617517"/>
                  </a:lnTo>
                  <a:lnTo>
                    <a:pt x="7536163" y="617517"/>
                  </a:lnTo>
                  <a:lnTo>
                    <a:pt x="7536163" y="617517"/>
                  </a:lnTo>
                  <a:lnTo>
                    <a:pt x="7541636" y="617517"/>
                  </a:lnTo>
                  <a:lnTo>
                    <a:pt x="7541636" y="617517"/>
                  </a:lnTo>
                  <a:lnTo>
                    <a:pt x="7552581" y="617517"/>
                  </a:lnTo>
                  <a:lnTo>
                    <a:pt x="7552581" y="617517"/>
                  </a:lnTo>
                  <a:lnTo>
                    <a:pt x="7558054" y="617517"/>
                  </a:lnTo>
                  <a:lnTo>
                    <a:pt x="7558054" y="617517"/>
                  </a:lnTo>
                  <a:lnTo>
                    <a:pt x="7563527" y="617517"/>
                  </a:lnTo>
                  <a:lnTo>
                    <a:pt x="7563527" y="617517"/>
                  </a:lnTo>
                  <a:lnTo>
                    <a:pt x="7574473" y="617517"/>
                  </a:lnTo>
                  <a:lnTo>
                    <a:pt x="7574473" y="617517"/>
                  </a:lnTo>
                  <a:lnTo>
                    <a:pt x="7579946" y="617517"/>
                  </a:lnTo>
                  <a:lnTo>
                    <a:pt x="7579946" y="617517"/>
                  </a:lnTo>
                  <a:lnTo>
                    <a:pt x="7585419" y="617517"/>
                  </a:lnTo>
                  <a:lnTo>
                    <a:pt x="7585419" y="617517"/>
                  </a:lnTo>
                  <a:lnTo>
                    <a:pt x="7590892" y="617517"/>
                  </a:lnTo>
                  <a:lnTo>
                    <a:pt x="7590892" y="617517"/>
                  </a:lnTo>
                  <a:lnTo>
                    <a:pt x="7596364" y="617517"/>
                  </a:lnTo>
                  <a:lnTo>
                    <a:pt x="7596364" y="617517"/>
                  </a:lnTo>
                  <a:lnTo>
                    <a:pt x="7601837" y="617517"/>
                  </a:lnTo>
                  <a:lnTo>
                    <a:pt x="7601837" y="617517"/>
                  </a:lnTo>
                  <a:lnTo>
                    <a:pt x="7607310" y="617517"/>
                  </a:lnTo>
                  <a:lnTo>
                    <a:pt x="7607310" y="617517"/>
                  </a:lnTo>
                  <a:lnTo>
                    <a:pt x="7612783" y="617517"/>
                  </a:lnTo>
                  <a:lnTo>
                    <a:pt x="7612783" y="617517"/>
                  </a:lnTo>
                  <a:lnTo>
                    <a:pt x="7618256" y="617517"/>
                  </a:lnTo>
                  <a:lnTo>
                    <a:pt x="7618256" y="617517"/>
                  </a:lnTo>
                  <a:lnTo>
                    <a:pt x="7623729" y="617517"/>
                  </a:lnTo>
                  <a:lnTo>
                    <a:pt x="7623729" y="617517"/>
                  </a:lnTo>
                  <a:lnTo>
                    <a:pt x="7629202" y="617517"/>
                  </a:lnTo>
                  <a:lnTo>
                    <a:pt x="7629202" y="617517"/>
                  </a:lnTo>
                  <a:lnTo>
                    <a:pt x="7634675" y="617517"/>
                  </a:lnTo>
                  <a:lnTo>
                    <a:pt x="7634675" y="617517"/>
                  </a:lnTo>
                  <a:lnTo>
                    <a:pt x="7640148" y="617517"/>
                  </a:lnTo>
                  <a:lnTo>
                    <a:pt x="7640148" y="617517"/>
                  </a:lnTo>
                  <a:lnTo>
                    <a:pt x="7645620" y="617517"/>
                  </a:lnTo>
                  <a:lnTo>
                    <a:pt x="7645620" y="617517"/>
                  </a:lnTo>
                  <a:lnTo>
                    <a:pt x="7651093" y="617517"/>
                  </a:lnTo>
                  <a:lnTo>
                    <a:pt x="7651093" y="617517"/>
                  </a:lnTo>
                  <a:lnTo>
                    <a:pt x="7656566" y="617517"/>
                  </a:lnTo>
                  <a:lnTo>
                    <a:pt x="7656566" y="617517"/>
                  </a:lnTo>
                  <a:lnTo>
                    <a:pt x="7662039" y="617517"/>
                  </a:lnTo>
                  <a:lnTo>
                    <a:pt x="7662039" y="617517"/>
                  </a:lnTo>
                  <a:lnTo>
                    <a:pt x="7667512" y="617517"/>
                  </a:lnTo>
                  <a:lnTo>
                    <a:pt x="7667512" y="617517"/>
                  </a:lnTo>
                  <a:lnTo>
                    <a:pt x="7672985" y="617517"/>
                  </a:lnTo>
                  <a:lnTo>
                    <a:pt x="7672985" y="617517"/>
                  </a:lnTo>
                  <a:lnTo>
                    <a:pt x="7678458" y="617517"/>
                  </a:lnTo>
                  <a:lnTo>
                    <a:pt x="7678458" y="617517"/>
                  </a:lnTo>
                  <a:lnTo>
                    <a:pt x="7683931" y="617517"/>
                  </a:lnTo>
                  <a:lnTo>
                    <a:pt x="7683931" y="617517"/>
                  </a:lnTo>
                  <a:lnTo>
                    <a:pt x="7689404" y="617517"/>
                  </a:lnTo>
                  <a:lnTo>
                    <a:pt x="7689404" y="617517"/>
                  </a:lnTo>
                  <a:lnTo>
                    <a:pt x="7694876" y="617517"/>
                  </a:lnTo>
                  <a:lnTo>
                    <a:pt x="7694876" y="617517"/>
                  </a:lnTo>
                  <a:lnTo>
                    <a:pt x="7700349" y="617517"/>
                  </a:lnTo>
                  <a:lnTo>
                    <a:pt x="7700349" y="617517"/>
                  </a:lnTo>
                  <a:lnTo>
                    <a:pt x="7705822" y="617517"/>
                  </a:lnTo>
                  <a:lnTo>
                    <a:pt x="7705822" y="617517"/>
                  </a:lnTo>
                  <a:lnTo>
                    <a:pt x="7711295" y="617517"/>
                  </a:lnTo>
                  <a:lnTo>
                    <a:pt x="7711295" y="617517"/>
                  </a:lnTo>
                  <a:lnTo>
                    <a:pt x="7716768" y="617517"/>
                  </a:lnTo>
                  <a:lnTo>
                    <a:pt x="7716768" y="617517"/>
                  </a:lnTo>
                  <a:lnTo>
                    <a:pt x="7722241" y="617517"/>
                  </a:lnTo>
                  <a:lnTo>
                    <a:pt x="7722241" y="617517"/>
                  </a:lnTo>
                  <a:lnTo>
                    <a:pt x="7727714" y="617517"/>
                  </a:lnTo>
                  <a:lnTo>
                    <a:pt x="7727714" y="617517"/>
                  </a:lnTo>
                  <a:lnTo>
                    <a:pt x="7733187" y="617517"/>
                  </a:lnTo>
                  <a:lnTo>
                    <a:pt x="7733187" y="617517"/>
                  </a:lnTo>
                  <a:lnTo>
                    <a:pt x="7738659" y="617517"/>
                  </a:lnTo>
                  <a:lnTo>
                    <a:pt x="7738659" y="617517"/>
                  </a:lnTo>
                  <a:lnTo>
                    <a:pt x="7744132" y="617517"/>
                  </a:lnTo>
                  <a:lnTo>
                    <a:pt x="7744132" y="617517"/>
                  </a:lnTo>
                  <a:lnTo>
                    <a:pt x="7760551" y="617517"/>
                  </a:lnTo>
                  <a:lnTo>
                    <a:pt x="7760551" y="479654"/>
                  </a:lnTo>
                  <a:lnTo>
                    <a:pt x="7766024" y="479654"/>
                  </a:lnTo>
                  <a:lnTo>
                    <a:pt x="7766024" y="479654"/>
                  </a:lnTo>
                  <a:lnTo>
                    <a:pt x="7771497" y="479654"/>
                  </a:lnTo>
                  <a:lnTo>
                    <a:pt x="7771497" y="479654"/>
                  </a:lnTo>
                  <a:lnTo>
                    <a:pt x="7776970" y="479654"/>
                  </a:lnTo>
                  <a:lnTo>
                    <a:pt x="7776970" y="479654"/>
                  </a:lnTo>
                  <a:lnTo>
                    <a:pt x="7782443" y="479654"/>
                  </a:lnTo>
                  <a:lnTo>
                    <a:pt x="7782443" y="479654"/>
                  </a:lnTo>
                  <a:lnTo>
                    <a:pt x="7787915" y="479654"/>
                  </a:lnTo>
                  <a:lnTo>
                    <a:pt x="7787915" y="479654"/>
                  </a:lnTo>
                  <a:lnTo>
                    <a:pt x="7793388" y="479654"/>
                  </a:lnTo>
                  <a:lnTo>
                    <a:pt x="7793388" y="479654"/>
                  </a:lnTo>
                  <a:lnTo>
                    <a:pt x="7798861" y="479654"/>
                  </a:lnTo>
                  <a:lnTo>
                    <a:pt x="7798861" y="479654"/>
                  </a:lnTo>
                  <a:lnTo>
                    <a:pt x="7804334" y="479654"/>
                  </a:lnTo>
                  <a:lnTo>
                    <a:pt x="7804334" y="479654"/>
                  </a:lnTo>
                  <a:lnTo>
                    <a:pt x="7815280" y="479654"/>
                  </a:lnTo>
                  <a:lnTo>
                    <a:pt x="7815280" y="479654"/>
                  </a:lnTo>
                  <a:lnTo>
                    <a:pt x="7820753" y="479654"/>
                  </a:lnTo>
                  <a:lnTo>
                    <a:pt x="7820753" y="479654"/>
                  </a:lnTo>
                  <a:lnTo>
                    <a:pt x="7826226" y="479654"/>
                  </a:lnTo>
                  <a:lnTo>
                    <a:pt x="7826226" y="479654"/>
                  </a:lnTo>
                  <a:lnTo>
                    <a:pt x="7831699" y="479654"/>
                  </a:lnTo>
                  <a:lnTo>
                    <a:pt x="7831699" y="479654"/>
                  </a:lnTo>
                  <a:lnTo>
                    <a:pt x="7837171" y="479654"/>
                  </a:lnTo>
                  <a:lnTo>
                    <a:pt x="7837171" y="479654"/>
                  </a:lnTo>
                  <a:lnTo>
                    <a:pt x="7842644" y="479654"/>
                  </a:lnTo>
                  <a:lnTo>
                    <a:pt x="7842644" y="479654"/>
                  </a:lnTo>
                  <a:lnTo>
                    <a:pt x="7848117" y="479654"/>
                  </a:lnTo>
                  <a:lnTo>
                    <a:pt x="7848117" y="479654"/>
                  </a:lnTo>
                  <a:lnTo>
                    <a:pt x="7853590" y="479654"/>
                  </a:lnTo>
                  <a:lnTo>
                    <a:pt x="7853590" y="479654"/>
                  </a:lnTo>
                  <a:lnTo>
                    <a:pt x="7859063" y="479654"/>
                  </a:lnTo>
                  <a:lnTo>
                    <a:pt x="7859063" y="479654"/>
                  </a:lnTo>
                  <a:lnTo>
                    <a:pt x="7864536" y="479654"/>
                  </a:lnTo>
                  <a:lnTo>
                    <a:pt x="7864536" y="479654"/>
                  </a:lnTo>
                  <a:lnTo>
                    <a:pt x="7870009" y="479654"/>
                  </a:lnTo>
                  <a:lnTo>
                    <a:pt x="7870009" y="479654"/>
                  </a:lnTo>
                  <a:lnTo>
                    <a:pt x="7875482" y="479654"/>
                  </a:lnTo>
                  <a:lnTo>
                    <a:pt x="7875482" y="479654"/>
                  </a:lnTo>
                  <a:lnTo>
                    <a:pt x="7880955" y="479654"/>
                  </a:lnTo>
                  <a:lnTo>
                    <a:pt x="7880955" y="479654"/>
                  </a:lnTo>
                  <a:lnTo>
                    <a:pt x="7886427" y="479654"/>
                  </a:lnTo>
                  <a:lnTo>
                    <a:pt x="7886427" y="479654"/>
                  </a:lnTo>
                  <a:lnTo>
                    <a:pt x="7891900" y="479654"/>
                  </a:lnTo>
                  <a:lnTo>
                    <a:pt x="7891900" y="479654"/>
                  </a:lnTo>
                  <a:lnTo>
                    <a:pt x="7897373" y="479654"/>
                  </a:lnTo>
                  <a:lnTo>
                    <a:pt x="7897373" y="479654"/>
                  </a:lnTo>
                  <a:lnTo>
                    <a:pt x="7902846" y="479654"/>
                  </a:lnTo>
                  <a:lnTo>
                    <a:pt x="7902846" y="479654"/>
                  </a:lnTo>
                  <a:lnTo>
                    <a:pt x="7908319" y="479654"/>
                  </a:lnTo>
                  <a:lnTo>
                    <a:pt x="7908319" y="479654"/>
                  </a:lnTo>
                  <a:lnTo>
                    <a:pt x="7913792" y="479654"/>
                  </a:lnTo>
                  <a:lnTo>
                    <a:pt x="7913792" y="479654"/>
                  </a:lnTo>
                  <a:lnTo>
                    <a:pt x="7919265" y="479654"/>
                  </a:lnTo>
                  <a:lnTo>
                    <a:pt x="7919265" y="479654"/>
                  </a:lnTo>
                  <a:lnTo>
                    <a:pt x="7924738" y="479654"/>
                  </a:lnTo>
                  <a:lnTo>
                    <a:pt x="7924738" y="479654"/>
                  </a:lnTo>
                  <a:lnTo>
                    <a:pt x="7930210" y="479654"/>
                  </a:lnTo>
                  <a:lnTo>
                    <a:pt x="7930210" y="479654"/>
                  </a:lnTo>
                  <a:lnTo>
                    <a:pt x="7941156" y="479654"/>
                  </a:lnTo>
                  <a:lnTo>
                    <a:pt x="7941156" y="479654"/>
                  </a:lnTo>
                  <a:lnTo>
                    <a:pt x="7946629" y="479654"/>
                  </a:lnTo>
                  <a:lnTo>
                    <a:pt x="7946629" y="479654"/>
                  </a:lnTo>
                  <a:lnTo>
                    <a:pt x="7952102" y="479654"/>
                  </a:lnTo>
                  <a:lnTo>
                    <a:pt x="7952102" y="479654"/>
                  </a:lnTo>
                  <a:lnTo>
                    <a:pt x="7957575" y="479654"/>
                  </a:lnTo>
                  <a:lnTo>
                    <a:pt x="7957575" y="479654"/>
                  </a:lnTo>
                  <a:lnTo>
                    <a:pt x="7968521" y="479654"/>
                  </a:lnTo>
                  <a:lnTo>
                    <a:pt x="7968521" y="479654"/>
                  </a:lnTo>
                  <a:lnTo>
                    <a:pt x="7973994" y="479654"/>
                  </a:lnTo>
                  <a:lnTo>
                    <a:pt x="7973994" y="479654"/>
                  </a:lnTo>
                  <a:lnTo>
                    <a:pt x="7979466" y="479654"/>
                  </a:lnTo>
                  <a:lnTo>
                    <a:pt x="7979466" y="479654"/>
                  </a:lnTo>
                  <a:lnTo>
                    <a:pt x="7984939" y="479654"/>
                  </a:lnTo>
                  <a:lnTo>
                    <a:pt x="7984939" y="479654"/>
                  </a:lnTo>
                  <a:lnTo>
                    <a:pt x="7990412" y="479654"/>
                  </a:lnTo>
                  <a:lnTo>
                    <a:pt x="7990412" y="479654"/>
                  </a:lnTo>
                  <a:lnTo>
                    <a:pt x="7995885" y="479654"/>
                  </a:lnTo>
                  <a:lnTo>
                    <a:pt x="7995885" y="479654"/>
                  </a:lnTo>
                  <a:lnTo>
                    <a:pt x="8006831" y="479654"/>
                  </a:lnTo>
                  <a:lnTo>
                    <a:pt x="8006831" y="335559"/>
                  </a:lnTo>
                  <a:lnTo>
                    <a:pt x="8012304" y="335559"/>
                  </a:lnTo>
                  <a:lnTo>
                    <a:pt x="8012304" y="335559"/>
                  </a:lnTo>
                  <a:lnTo>
                    <a:pt x="8017777" y="335559"/>
                  </a:lnTo>
                  <a:lnTo>
                    <a:pt x="8017777" y="335559"/>
                  </a:lnTo>
                  <a:lnTo>
                    <a:pt x="8023250" y="335559"/>
                  </a:lnTo>
                  <a:lnTo>
                    <a:pt x="8023250" y="335559"/>
                  </a:lnTo>
                  <a:lnTo>
                    <a:pt x="8028722" y="335559"/>
                  </a:lnTo>
                  <a:lnTo>
                    <a:pt x="8028722" y="335559"/>
                  </a:lnTo>
                  <a:lnTo>
                    <a:pt x="8034195" y="335559"/>
                  </a:lnTo>
                  <a:lnTo>
                    <a:pt x="8034195" y="335559"/>
                  </a:lnTo>
                  <a:lnTo>
                    <a:pt x="8039668" y="335559"/>
                  </a:lnTo>
                  <a:lnTo>
                    <a:pt x="8039668" y="335559"/>
                  </a:lnTo>
                  <a:lnTo>
                    <a:pt x="8045141" y="335559"/>
                  </a:lnTo>
                  <a:lnTo>
                    <a:pt x="8045141" y="335559"/>
                  </a:lnTo>
                  <a:lnTo>
                    <a:pt x="8050614" y="335559"/>
                  </a:lnTo>
                  <a:lnTo>
                    <a:pt x="8050614" y="335559"/>
                  </a:lnTo>
                  <a:lnTo>
                    <a:pt x="8056087" y="335559"/>
                  </a:lnTo>
                  <a:lnTo>
                    <a:pt x="8056087" y="335559"/>
                  </a:lnTo>
                  <a:lnTo>
                    <a:pt x="8061560" y="335559"/>
                  </a:lnTo>
                  <a:lnTo>
                    <a:pt x="8061560" y="335559"/>
                  </a:lnTo>
                  <a:lnTo>
                    <a:pt x="8067033" y="335559"/>
                  </a:lnTo>
                  <a:lnTo>
                    <a:pt x="8067033" y="335559"/>
                  </a:lnTo>
                  <a:lnTo>
                    <a:pt x="8072506" y="335559"/>
                  </a:lnTo>
                  <a:lnTo>
                    <a:pt x="8072506" y="335559"/>
                  </a:lnTo>
                  <a:lnTo>
                    <a:pt x="8088924" y="335559"/>
                  </a:lnTo>
                  <a:lnTo>
                    <a:pt x="8088924" y="335559"/>
                  </a:lnTo>
                  <a:lnTo>
                    <a:pt x="8094397" y="335559"/>
                  </a:lnTo>
                  <a:lnTo>
                    <a:pt x="8094397" y="335559"/>
                  </a:lnTo>
                  <a:lnTo>
                    <a:pt x="8105343" y="335559"/>
                  </a:lnTo>
                  <a:lnTo>
                    <a:pt x="8105343" y="335559"/>
                  </a:lnTo>
                  <a:lnTo>
                    <a:pt x="8110816" y="335559"/>
                  </a:lnTo>
                  <a:lnTo>
                    <a:pt x="8110816" y="335559"/>
                  </a:lnTo>
                  <a:lnTo>
                    <a:pt x="8116289" y="335559"/>
                  </a:lnTo>
                  <a:lnTo>
                    <a:pt x="8116289" y="335559"/>
                  </a:lnTo>
                  <a:lnTo>
                    <a:pt x="8121761" y="335559"/>
                  </a:lnTo>
                  <a:lnTo>
                    <a:pt x="8121761" y="335559"/>
                  </a:lnTo>
                  <a:lnTo>
                    <a:pt x="8127234" y="335559"/>
                  </a:lnTo>
                  <a:lnTo>
                    <a:pt x="8127234" y="335559"/>
                  </a:lnTo>
                  <a:lnTo>
                    <a:pt x="8132707" y="335559"/>
                  </a:lnTo>
                  <a:lnTo>
                    <a:pt x="8132707" y="335559"/>
                  </a:lnTo>
                  <a:lnTo>
                    <a:pt x="8138180" y="335559"/>
                  </a:lnTo>
                  <a:lnTo>
                    <a:pt x="8138180" y="335559"/>
                  </a:lnTo>
                  <a:lnTo>
                    <a:pt x="8143653" y="335559"/>
                  </a:lnTo>
                  <a:lnTo>
                    <a:pt x="8143653" y="335559"/>
                  </a:lnTo>
                  <a:lnTo>
                    <a:pt x="8149126" y="335559"/>
                  </a:lnTo>
                  <a:lnTo>
                    <a:pt x="8149126" y="335559"/>
                  </a:lnTo>
                  <a:lnTo>
                    <a:pt x="8154599" y="335559"/>
                  </a:lnTo>
                  <a:lnTo>
                    <a:pt x="8154599" y="335559"/>
                  </a:lnTo>
                  <a:lnTo>
                    <a:pt x="8160072" y="335559"/>
                  </a:lnTo>
                  <a:lnTo>
                    <a:pt x="8160072" y="335559"/>
                  </a:lnTo>
                  <a:lnTo>
                    <a:pt x="8165545" y="335559"/>
                  </a:lnTo>
                  <a:lnTo>
                    <a:pt x="8165545" y="335559"/>
                  </a:lnTo>
                  <a:lnTo>
                    <a:pt x="8171017" y="335559"/>
                  </a:lnTo>
                  <a:lnTo>
                    <a:pt x="8171017" y="335559"/>
                  </a:lnTo>
                  <a:lnTo>
                    <a:pt x="8176490" y="335559"/>
                  </a:lnTo>
                  <a:lnTo>
                    <a:pt x="8176490" y="335559"/>
                  </a:lnTo>
                  <a:lnTo>
                    <a:pt x="8181963" y="335559"/>
                  </a:lnTo>
                  <a:lnTo>
                    <a:pt x="8181963" y="335559"/>
                  </a:lnTo>
                  <a:lnTo>
                    <a:pt x="8187436" y="335559"/>
                  </a:lnTo>
                  <a:lnTo>
                    <a:pt x="8187436" y="335559"/>
                  </a:lnTo>
                  <a:lnTo>
                    <a:pt x="8192909" y="335559"/>
                  </a:lnTo>
                  <a:lnTo>
                    <a:pt x="8192909" y="335559"/>
                  </a:lnTo>
                  <a:lnTo>
                    <a:pt x="8198382" y="335559"/>
                  </a:lnTo>
                  <a:lnTo>
                    <a:pt x="8198382" y="335559"/>
                  </a:lnTo>
                  <a:lnTo>
                    <a:pt x="8203855" y="335559"/>
                  </a:lnTo>
                  <a:lnTo>
                    <a:pt x="8203855" y="335559"/>
                  </a:lnTo>
                  <a:lnTo>
                    <a:pt x="8209328" y="335559"/>
                  </a:lnTo>
                  <a:lnTo>
                    <a:pt x="8209328" y="335559"/>
                  </a:lnTo>
                  <a:lnTo>
                    <a:pt x="8214801" y="335559"/>
                  </a:lnTo>
                  <a:lnTo>
                    <a:pt x="8214801" y="335559"/>
                  </a:lnTo>
                  <a:lnTo>
                    <a:pt x="8220273" y="335559"/>
                  </a:lnTo>
                  <a:lnTo>
                    <a:pt x="8220273" y="335559"/>
                  </a:lnTo>
                  <a:lnTo>
                    <a:pt x="8225746" y="335559"/>
                  </a:lnTo>
                  <a:lnTo>
                    <a:pt x="8225746" y="335559"/>
                  </a:lnTo>
                  <a:lnTo>
                    <a:pt x="8231219" y="335559"/>
                  </a:lnTo>
                  <a:lnTo>
                    <a:pt x="8231219" y="335559"/>
                  </a:lnTo>
                  <a:lnTo>
                    <a:pt x="8242165" y="335559"/>
                  </a:lnTo>
                  <a:lnTo>
                    <a:pt x="8242165" y="335559"/>
                  </a:lnTo>
                  <a:lnTo>
                    <a:pt x="8247638" y="335559"/>
                  </a:lnTo>
                  <a:lnTo>
                    <a:pt x="8247638" y="335559"/>
                  </a:lnTo>
                  <a:lnTo>
                    <a:pt x="8253111" y="335559"/>
                  </a:lnTo>
                  <a:lnTo>
                    <a:pt x="8253111" y="335559"/>
                  </a:lnTo>
                  <a:lnTo>
                    <a:pt x="8258584" y="335559"/>
                  </a:lnTo>
                  <a:lnTo>
                    <a:pt x="8258584" y="335559"/>
                  </a:lnTo>
                  <a:lnTo>
                    <a:pt x="8264056" y="335559"/>
                  </a:lnTo>
                  <a:lnTo>
                    <a:pt x="8264056" y="335559"/>
                  </a:lnTo>
                  <a:lnTo>
                    <a:pt x="8269529" y="335559"/>
                  </a:lnTo>
                  <a:lnTo>
                    <a:pt x="8269529" y="335559"/>
                  </a:lnTo>
                  <a:lnTo>
                    <a:pt x="8275002" y="335559"/>
                  </a:lnTo>
                  <a:lnTo>
                    <a:pt x="8275002" y="335559"/>
                  </a:lnTo>
                  <a:lnTo>
                    <a:pt x="8280475" y="335559"/>
                  </a:lnTo>
                  <a:lnTo>
                    <a:pt x="8280475" y="335559"/>
                  </a:lnTo>
                  <a:lnTo>
                    <a:pt x="8285948" y="335559"/>
                  </a:lnTo>
                  <a:lnTo>
                    <a:pt x="8285948" y="191273"/>
                  </a:lnTo>
                  <a:lnTo>
                    <a:pt x="8291421" y="191273"/>
                  </a:lnTo>
                  <a:lnTo>
                    <a:pt x="8291421" y="191273"/>
                  </a:lnTo>
                  <a:lnTo>
                    <a:pt x="8296894" y="191273"/>
                  </a:lnTo>
                  <a:lnTo>
                    <a:pt x="8296894" y="191273"/>
                  </a:lnTo>
                  <a:lnTo>
                    <a:pt x="8302367" y="191273"/>
                  </a:lnTo>
                  <a:lnTo>
                    <a:pt x="8302367" y="191273"/>
                  </a:lnTo>
                  <a:lnTo>
                    <a:pt x="8307840" y="191273"/>
                  </a:lnTo>
                  <a:lnTo>
                    <a:pt x="8307840" y="191273"/>
                  </a:lnTo>
                  <a:lnTo>
                    <a:pt x="8313312" y="191273"/>
                  </a:lnTo>
                  <a:lnTo>
                    <a:pt x="8313312" y="191273"/>
                  </a:lnTo>
                  <a:lnTo>
                    <a:pt x="8318785" y="191273"/>
                  </a:lnTo>
                  <a:lnTo>
                    <a:pt x="8318785" y="191273"/>
                  </a:lnTo>
                  <a:lnTo>
                    <a:pt x="8324258" y="191273"/>
                  </a:lnTo>
                  <a:lnTo>
                    <a:pt x="8324258" y="191273"/>
                  </a:lnTo>
                  <a:lnTo>
                    <a:pt x="8335204" y="191273"/>
                  </a:lnTo>
                  <a:lnTo>
                    <a:pt x="8335204" y="191273"/>
                  </a:lnTo>
                  <a:lnTo>
                    <a:pt x="8340677" y="191273"/>
                  </a:lnTo>
                  <a:lnTo>
                    <a:pt x="8340677" y="191273"/>
                  </a:lnTo>
                  <a:lnTo>
                    <a:pt x="8346150" y="191273"/>
                  </a:lnTo>
                  <a:lnTo>
                    <a:pt x="8346150" y="191273"/>
                  </a:lnTo>
                  <a:lnTo>
                    <a:pt x="8351623" y="191273"/>
                  </a:lnTo>
                  <a:lnTo>
                    <a:pt x="8351623" y="191273"/>
                  </a:lnTo>
                  <a:lnTo>
                    <a:pt x="8357096" y="191273"/>
                  </a:lnTo>
                  <a:lnTo>
                    <a:pt x="8357096" y="191273"/>
                  </a:lnTo>
                  <a:lnTo>
                    <a:pt x="8362568" y="191273"/>
                  </a:lnTo>
                  <a:lnTo>
                    <a:pt x="8362568" y="191273"/>
                  </a:lnTo>
                  <a:lnTo>
                    <a:pt x="8368041" y="191273"/>
                  </a:lnTo>
                  <a:lnTo>
                    <a:pt x="8368041" y="191273"/>
                  </a:lnTo>
                  <a:lnTo>
                    <a:pt x="8373514" y="191273"/>
                  </a:lnTo>
                  <a:lnTo>
                    <a:pt x="8373514" y="191273"/>
                  </a:lnTo>
                  <a:lnTo>
                    <a:pt x="8378987" y="191273"/>
                  </a:lnTo>
                  <a:lnTo>
                    <a:pt x="8378987" y="191273"/>
                  </a:lnTo>
                  <a:lnTo>
                    <a:pt x="8384460" y="191273"/>
                  </a:lnTo>
                  <a:lnTo>
                    <a:pt x="8384460" y="191273"/>
                  </a:lnTo>
                  <a:lnTo>
                    <a:pt x="8389933" y="191273"/>
                  </a:lnTo>
                  <a:lnTo>
                    <a:pt x="8389933" y="191273"/>
                  </a:lnTo>
                  <a:lnTo>
                    <a:pt x="8395406" y="191273"/>
                  </a:lnTo>
                  <a:lnTo>
                    <a:pt x="8395406" y="191273"/>
                  </a:lnTo>
                  <a:lnTo>
                    <a:pt x="8400879" y="191273"/>
                  </a:lnTo>
                  <a:lnTo>
                    <a:pt x="8400879" y="191273"/>
                  </a:lnTo>
                  <a:lnTo>
                    <a:pt x="8406352" y="191273"/>
                  </a:lnTo>
                  <a:lnTo>
                    <a:pt x="8406352" y="191273"/>
                  </a:lnTo>
                  <a:lnTo>
                    <a:pt x="8417297" y="191273"/>
                  </a:lnTo>
                  <a:lnTo>
                    <a:pt x="8417297" y="191273"/>
                  </a:lnTo>
                  <a:lnTo>
                    <a:pt x="8422770" y="191273"/>
                  </a:lnTo>
                  <a:lnTo>
                    <a:pt x="8422770" y="191273"/>
                  </a:lnTo>
                  <a:lnTo>
                    <a:pt x="8428243" y="191273"/>
                  </a:lnTo>
                  <a:lnTo>
                    <a:pt x="8428243" y="191273"/>
                  </a:lnTo>
                  <a:lnTo>
                    <a:pt x="8433716" y="191273"/>
                  </a:lnTo>
                  <a:lnTo>
                    <a:pt x="8433716" y="191273"/>
                  </a:lnTo>
                  <a:lnTo>
                    <a:pt x="8439189" y="191273"/>
                  </a:lnTo>
                  <a:lnTo>
                    <a:pt x="8439189" y="191273"/>
                  </a:lnTo>
                  <a:lnTo>
                    <a:pt x="8444662" y="191273"/>
                  </a:lnTo>
                  <a:lnTo>
                    <a:pt x="8444662" y="191273"/>
                  </a:lnTo>
                  <a:lnTo>
                    <a:pt x="8450135" y="191273"/>
                  </a:lnTo>
                  <a:lnTo>
                    <a:pt x="8450135" y="191273"/>
                  </a:lnTo>
                  <a:lnTo>
                    <a:pt x="8461080" y="191273"/>
                  </a:lnTo>
                  <a:lnTo>
                    <a:pt x="8461080" y="191273"/>
                  </a:lnTo>
                  <a:lnTo>
                    <a:pt x="8466553" y="191273"/>
                  </a:lnTo>
                  <a:lnTo>
                    <a:pt x="8466553" y="191273"/>
                  </a:lnTo>
                  <a:lnTo>
                    <a:pt x="8472026" y="191273"/>
                  </a:lnTo>
                  <a:lnTo>
                    <a:pt x="8472026" y="191273"/>
                  </a:lnTo>
                  <a:lnTo>
                    <a:pt x="8477499" y="191273"/>
                  </a:lnTo>
                  <a:lnTo>
                    <a:pt x="8477499" y="191273"/>
                  </a:lnTo>
                  <a:lnTo>
                    <a:pt x="8482972" y="191273"/>
                  </a:lnTo>
                  <a:lnTo>
                    <a:pt x="8482972" y="191273"/>
                  </a:lnTo>
                  <a:lnTo>
                    <a:pt x="8488445" y="191273"/>
                  </a:lnTo>
                  <a:lnTo>
                    <a:pt x="8488445" y="191273"/>
                  </a:lnTo>
                  <a:lnTo>
                    <a:pt x="8493918" y="191273"/>
                  </a:lnTo>
                  <a:lnTo>
                    <a:pt x="8493918" y="191273"/>
                  </a:lnTo>
                  <a:lnTo>
                    <a:pt x="8499391" y="191273"/>
                  </a:lnTo>
                  <a:lnTo>
                    <a:pt x="8499391" y="191273"/>
                  </a:lnTo>
                  <a:lnTo>
                    <a:pt x="8504863" y="191273"/>
                  </a:lnTo>
                  <a:lnTo>
                    <a:pt x="8504863" y="191273"/>
                  </a:lnTo>
                  <a:lnTo>
                    <a:pt x="8510336" y="191273"/>
                  </a:lnTo>
                  <a:lnTo>
                    <a:pt x="8510336" y="191273"/>
                  </a:lnTo>
                  <a:lnTo>
                    <a:pt x="8515809" y="191273"/>
                  </a:lnTo>
                  <a:lnTo>
                    <a:pt x="8515809" y="191273"/>
                  </a:lnTo>
                  <a:lnTo>
                    <a:pt x="8521282" y="191273"/>
                  </a:lnTo>
                  <a:lnTo>
                    <a:pt x="8521282" y="191273"/>
                  </a:lnTo>
                  <a:lnTo>
                    <a:pt x="8526755" y="191273"/>
                  </a:lnTo>
                  <a:lnTo>
                    <a:pt x="8526755" y="191273"/>
                  </a:lnTo>
                  <a:lnTo>
                    <a:pt x="8532228" y="191273"/>
                  </a:lnTo>
                  <a:lnTo>
                    <a:pt x="8532228" y="191273"/>
                  </a:lnTo>
                  <a:lnTo>
                    <a:pt x="8537701" y="191273"/>
                  </a:lnTo>
                  <a:lnTo>
                    <a:pt x="8537701" y="191273"/>
                  </a:lnTo>
                  <a:lnTo>
                    <a:pt x="8548647" y="191273"/>
                  </a:lnTo>
                  <a:lnTo>
                    <a:pt x="8548647" y="191273"/>
                  </a:lnTo>
                  <a:lnTo>
                    <a:pt x="8554119" y="191273"/>
                  </a:lnTo>
                  <a:lnTo>
                    <a:pt x="8554119" y="191273"/>
                  </a:lnTo>
                  <a:lnTo>
                    <a:pt x="8559592" y="191273"/>
                  </a:lnTo>
                  <a:lnTo>
                    <a:pt x="8559592" y="191273"/>
                  </a:lnTo>
                  <a:lnTo>
                    <a:pt x="8565065" y="191273"/>
                  </a:lnTo>
                  <a:lnTo>
                    <a:pt x="8565065" y="191273"/>
                  </a:lnTo>
                  <a:lnTo>
                    <a:pt x="8576011" y="191273"/>
                  </a:lnTo>
                  <a:lnTo>
                    <a:pt x="8576011" y="191273"/>
                  </a:lnTo>
                  <a:lnTo>
                    <a:pt x="8581484" y="191273"/>
                  </a:lnTo>
                  <a:lnTo>
                    <a:pt x="8581484" y="191273"/>
                  </a:lnTo>
                  <a:lnTo>
                    <a:pt x="8586957" y="191273"/>
                  </a:lnTo>
                  <a:lnTo>
                    <a:pt x="8586957" y="191273"/>
                  </a:lnTo>
                  <a:lnTo>
                    <a:pt x="8592430" y="191273"/>
                  </a:lnTo>
                  <a:lnTo>
                    <a:pt x="8592430" y="191273"/>
                  </a:lnTo>
                  <a:lnTo>
                    <a:pt x="8603375" y="191273"/>
                  </a:lnTo>
                  <a:lnTo>
                    <a:pt x="8603375" y="191273"/>
                  </a:lnTo>
                  <a:lnTo>
                    <a:pt x="8608848" y="191273"/>
                  </a:lnTo>
                  <a:lnTo>
                    <a:pt x="8608848" y="191273"/>
                  </a:lnTo>
                  <a:lnTo>
                    <a:pt x="8614321" y="191273"/>
                  </a:lnTo>
                  <a:lnTo>
                    <a:pt x="8614321" y="191273"/>
                  </a:lnTo>
                  <a:lnTo>
                    <a:pt x="8619794" y="191273"/>
                  </a:lnTo>
                  <a:lnTo>
                    <a:pt x="8619794" y="191273"/>
                  </a:lnTo>
                  <a:lnTo>
                    <a:pt x="8625267" y="191273"/>
                  </a:lnTo>
                  <a:lnTo>
                    <a:pt x="8625267" y="191273"/>
                  </a:lnTo>
                  <a:lnTo>
                    <a:pt x="8630740" y="191273"/>
                  </a:lnTo>
                  <a:lnTo>
                    <a:pt x="8630740" y="191273"/>
                  </a:lnTo>
                  <a:lnTo>
                    <a:pt x="8641686" y="191273"/>
                  </a:lnTo>
                  <a:lnTo>
                    <a:pt x="8641686" y="191273"/>
                  </a:lnTo>
                  <a:lnTo>
                    <a:pt x="8647158" y="191273"/>
                  </a:lnTo>
                  <a:lnTo>
                    <a:pt x="8647158" y="191273"/>
                  </a:lnTo>
                  <a:lnTo>
                    <a:pt x="8658104" y="191273"/>
                  </a:lnTo>
                  <a:lnTo>
                    <a:pt x="8658104" y="191273"/>
                  </a:lnTo>
                  <a:lnTo>
                    <a:pt x="8663577" y="191273"/>
                  </a:lnTo>
                  <a:lnTo>
                    <a:pt x="8663577" y="191273"/>
                  </a:lnTo>
                  <a:lnTo>
                    <a:pt x="8669050" y="191273"/>
                  </a:lnTo>
                  <a:lnTo>
                    <a:pt x="8669050" y="191273"/>
                  </a:lnTo>
                  <a:lnTo>
                    <a:pt x="8674523" y="191273"/>
                  </a:lnTo>
                  <a:lnTo>
                    <a:pt x="8674523" y="191273"/>
                  </a:lnTo>
                  <a:lnTo>
                    <a:pt x="8679996" y="191273"/>
                  </a:lnTo>
                  <a:lnTo>
                    <a:pt x="8679996" y="191273"/>
                  </a:lnTo>
                  <a:lnTo>
                    <a:pt x="8685469" y="191273"/>
                  </a:lnTo>
                  <a:lnTo>
                    <a:pt x="8685469" y="191273"/>
                  </a:lnTo>
                  <a:lnTo>
                    <a:pt x="8690942" y="191273"/>
                  </a:lnTo>
                  <a:lnTo>
                    <a:pt x="8690942" y="191273"/>
                  </a:lnTo>
                  <a:lnTo>
                    <a:pt x="8701887" y="191273"/>
                  </a:lnTo>
                  <a:lnTo>
                    <a:pt x="8701887" y="191273"/>
                  </a:lnTo>
                  <a:lnTo>
                    <a:pt x="8707360" y="191273"/>
                  </a:lnTo>
                  <a:lnTo>
                    <a:pt x="8707360" y="191273"/>
                  </a:lnTo>
                  <a:lnTo>
                    <a:pt x="8712833" y="191273"/>
                  </a:lnTo>
                  <a:lnTo>
                    <a:pt x="8712833" y="191273"/>
                  </a:lnTo>
                  <a:lnTo>
                    <a:pt x="8718306" y="191273"/>
                  </a:lnTo>
                  <a:lnTo>
                    <a:pt x="8718306" y="191273"/>
                  </a:lnTo>
                  <a:lnTo>
                    <a:pt x="8723779" y="191273"/>
                  </a:lnTo>
                  <a:lnTo>
                    <a:pt x="8723779" y="191273"/>
                  </a:lnTo>
                  <a:lnTo>
                    <a:pt x="8729252" y="191273"/>
                  </a:lnTo>
                  <a:lnTo>
                    <a:pt x="8729252" y="191273"/>
                  </a:lnTo>
                  <a:lnTo>
                    <a:pt x="8734725" y="191273"/>
                  </a:lnTo>
                  <a:lnTo>
                    <a:pt x="8734725" y="191273"/>
                  </a:lnTo>
                  <a:lnTo>
                    <a:pt x="8740198" y="191273"/>
                  </a:lnTo>
                  <a:lnTo>
                    <a:pt x="8740198" y="191273"/>
                  </a:lnTo>
                  <a:lnTo>
                    <a:pt x="8745670" y="191273"/>
                  </a:lnTo>
                  <a:lnTo>
                    <a:pt x="8745670" y="191273"/>
                  </a:lnTo>
                  <a:lnTo>
                    <a:pt x="8751143" y="191273"/>
                  </a:lnTo>
                  <a:lnTo>
                    <a:pt x="8751143" y="191273"/>
                  </a:lnTo>
                  <a:lnTo>
                    <a:pt x="8756616" y="191273"/>
                  </a:lnTo>
                  <a:lnTo>
                    <a:pt x="8756616" y="191273"/>
                  </a:lnTo>
                  <a:lnTo>
                    <a:pt x="8762089" y="191273"/>
                  </a:lnTo>
                  <a:lnTo>
                    <a:pt x="8762089" y="191273"/>
                  </a:lnTo>
                  <a:lnTo>
                    <a:pt x="8767562" y="191273"/>
                  </a:lnTo>
                  <a:lnTo>
                    <a:pt x="8767562" y="191273"/>
                  </a:lnTo>
                  <a:lnTo>
                    <a:pt x="8773035" y="191273"/>
                  </a:lnTo>
                  <a:lnTo>
                    <a:pt x="8773035" y="191273"/>
                  </a:lnTo>
                  <a:lnTo>
                    <a:pt x="8783981" y="191273"/>
                  </a:lnTo>
                  <a:lnTo>
                    <a:pt x="8783981" y="191273"/>
                  </a:lnTo>
                  <a:lnTo>
                    <a:pt x="8789453" y="191273"/>
                  </a:lnTo>
                  <a:lnTo>
                    <a:pt x="8789453" y="191273"/>
                  </a:lnTo>
                  <a:lnTo>
                    <a:pt x="8800399" y="191273"/>
                  </a:lnTo>
                  <a:lnTo>
                    <a:pt x="8800399" y="191273"/>
                  </a:lnTo>
                  <a:lnTo>
                    <a:pt x="8805872" y="191273"/>
                  </a:lnTo>
                  <a:lnTo>
                    <a:pt x="8805872" y="191273"/>
                  </a:lnTo>
                  <a:lnTo>
                    <a:pt x="8811345" y="191273"/>
                  </a:lnTo>
                  <a:lnTo>
                    <a:pt x="8811345" y="191273"/>
                  </a:lnTo>
                  <a:lnTo>
                    <a:pt x="8816818" y="191273"/>
                  </a:lnTo>
                  <a:lnTo>
                    <a:pt x="8816818" y="191273"/>
                  </a:lnTo>
                  <a:lnTo>
                    <a:pt x="8822291" y="191273"/>
                  </a:lnTo>
                  <a:lnTo>
                    <a:pt x="8822291" y="191273"/>
                  </a:lnTo>
                  <a:lnTo>
                    <a:pt x="8827764" y="191273"/>
                  </a:lnTo>
                  <a:lnTo>
                    <a:pt x="8827764" y="191273"/>
                  </a:lnTo>
                  <a:lnTo>
                    <a:pt x="8838709" y="191273"/>
                  </a:lnTo>
                  <a:lnTo>
                    <a:pt x="8838709" y="191273"/>
                  </a:lnTo>
                  <a:lnTo>
                    <a:pt x="8844182" y="191273"/>
                  </a:lnTo>
                  <a:lnTo>
                    <a:pt x="8844182" y="191273"/>
                  </a:lnTo>
                  <a:lnTo>
                    <a:pt x="8849655" y="191273"/>
                  </a:lnTo>
                  <a:lnTo>
                    <a:pt x="8849655" y="191273"/>
                  </a:lnTo>
                  <a:lnTo>
                    <a:pt x="8860601" y="191273"/>
                  </a:lnTo>
                  <a:lnTo>
                    <a:pt x="8860601" y="191273"/>
                  </a:lnTo>
                  <a:lnTo>
                    <a:pt x="8866074" y="191273"/>
                  </a:lnTo>
                  <a:lnTo>
                    <a:pt x="8866074" y="191273"/>
                  </a:lnTo>
                  <a:lnTo>
                    <a:pt x="8871547" y="191273"/>
                  </a:lnTo>
                  <a:lnTo>
                    <a:pt x="8871547" y="191273"/>
                  </a:lnTo>
                  <a:lnTo>
                    <a:pt x="8877020" y="191273"/>
                  </a:lnTo>
                  <a:lnTo>
                    <a:pt x="8877020" y="191273"/>
                  </a:lnTo>
                  <a:lnTo>
                    <a:pt x="8882493" y="191273"/>
                  </a:lnTo>
                  <a:lnTo>
                    <a:pt x="8882493" y="191273"/>
                  </a:lnTo>
                  <a:lnTo>
                    <a:pt x="8893438" y="191273"/>
                  </a:lnTo>
                  <a:lnTo>
                    <a:pt x="8893438" y="191273"/>
                  </a:lnTo>
                  <a:lnTo>
                    <a:pt x="8898911" y="191273"/>
                  </a:lnTo>
                  <a:lnTo>
                    <a:pt x="8898911" y="191273"/>
                  </a:lnTo>
                  <a:lnTo>
                    <a:pt x="8904384" y="191273"/>
                  </a:lnTo>
                  <a:lnTo>
                    <a:pt x="8904384" y="191273"/>
                  </a:lnTo>
                  <a:lnTo>
                    <a:pt x="8915330" y="191273"/>
                  </a:lnTo>
                  <a:lnTo>
                    <a:pt x="8915330" y="191273"/>
                  </a:lnTo>
                  <a:lnTo>
                    <a:pt x="8920803" y="191273"/>
                  </a:lnTo>
                  <a:lnTo>
                    <a:pt x="8920803" y="191273"/>
                  </a:lnTo>
                  <a:lnTo>
                    <a:pt x="8931749" y="191273"/>
                  </a:lnTo>
                  <a:lnTo>
                    <a:pt x="8931749" y="191273"/>
                  </a:lnTo>
                  <a:lnTo>
                    <a:pt x="8937221" y="191273"/>
                  </a:lnTo>
                  <a:lnTo>
                    <a:pt x="8937221" y="191273"/>
                  </a:lnTo>
                  <a:lnTo>
                    <a:pt x="8942694" y="191273"/>
                  </a:lnTo>
                  <a:lnTo>
                    <a:pt x="8942694" y="191273"/>
                  </a:lnTo>
                  <a:lnTo>
                    <a:pt x="8948167" y="191273"/>
                  </a:lnTo>
                  <a:lnTo>
                    <a:pt x="8948167" y="191273"/>
                  </a:lnTo>
                  <a:lnTo>
                    <a:pt x="8959113" y="191273"/>
                  </a:lnTo>
                  <a:lnTo>
                    <a:pt x="8959113" y="191273"/>
                  </a:lnTo>
                  <a:lnTo>
                    <a:pt x="8964586" y="191273"/>
                  </a:lnTo>
                  <a:lnTo>
                    <a:pt x="8964586" y="191273"/>
                  </a:lnTo>
                  <a:lnTo>
                    <a:pt x="8970059" y="191273"/>
                  </a:lnTo>
                  <a:lnTo>
                    <a:pt x="8970059" y="191273"/>
                  </a:lnTo>
                  <a:lnTo>
                    <a:pt x="8975532" y="191273"/>
                  </a:lnTo>
                  <a:lnTo>
                    <a:pt x="8975532" y="191273"/>
                  </a:lnTo>
                  <a:lnTo>
                    <a:pt x="8981004" y="191273"/>
                  </a:lnTo>
                  <a:lnTo>
                    <a:pt x="8981004" y="191273"/>
                  </a:lnTo>
                  <a:lnTo>
                    <a:pt x="8986477" y="191273"/>
                  </a:lnTo>
                  <a:lnTo>
                    <a:pt x="8986477" y="191273"/>
                  </a:lnTo>
                  <a:lnTo>
                    <a:pt x="8991950" y="191273"/>
                  </a:lnTo>
                  <a:lnTo>
                    <a:pt x="8991950" y="191273"/>
                  </a:lnTo>
                  <a:lnTo>
                    <a:pt x="8997423" y="191273"/>
                  </a:lnTo>
                  <a:lnTo>
                    <a:pt x="8997423" y="191273"/>
                  </a:lnTo>
                  <a:lnTo>
                    <a:pt x="9008369" y="191273"/>
                  </a:lnTo>
                  <a:lnTo>
                    <a:pt x="9008369" y="191273"/>
                  </a:lnTo>
                  <a:lnTo>
                    <a:pt x="9013842" y="191273"/>
                  </a:lnTo>
                  <a:lnTo>
                    <a:pt x="9013842" y="191273"/>
                  </a:lnTo>
                  <a:lnTo>
                    <a:pt x="9019315" y="191273"/>
                  </a:lnTo>
                  <a:lnTo>
                    <a:pt x="9019315" y="191273"/>
                  </a:lnTo>
                  <a:lnTo>
                    <a:pt x="9024788" y="191273"/>
                  </a:lnTo>
                  <a:lnTo>
                    <a:pt x="9024788" y="191273"/>
                  </a:lnTo>
                  <a:lnTo>
                    <a:pt x="9030260" y="191273"/>
                  </a:lnTo>
                  <a:lnTo>
                    <a:pt x="9030260" y="191273"/>
                  </a:lnTo>
                  <a:lnTo>
                    <a:pt x="9035733" y="191273"/>
                  </a:lnTo>
                  <a:lnTo>
                    <a:pt x="9035733" y="191273"/>
                  </a:lnTo>
                  <a:lnTo>
                    <a:pt x="9041206" y="191273"/>
                  </a:lnTo>
                  <a:lnTo>
                    <a:pt x="9041206" y="191273"/>
                  </a:lnTo>
                  <a:lnTo>
                    <a:pt x="9052152" y="191273"/>
                  </a:lnTo>
                  <a:lnTo>
                    <a:pt x="9052152" y="191273"/>
                  </a:lnTo>
                  <a:lnTo>
                    <a:pt x="9057625" y="191273"/>
                  </a:lnTo>
                  <a:lnTo>
                    <a:pt x="9057625" y="191273"/>
                  </a:lnTo>
                  <a:lnTo>
                    <a:pt x="9063098" y="191273"/>
                  </a:lnTo>
                  <a:lnTo>
                    <a:pt x="9063098" y="191273"/>
                  </a:lnTo>
                  <a:lnTo>
                    <a:pt x="9068571" y="191273"/>
                  </a:lnTo>
                  <a:lnTo>
                    <a:pt x="9068571" y="191273"/>
                  </a:lnTo>
                  <a:lnTo>
                    <a:pt x="9074044" y="191273"/>
                  </a:lnTo>
                  <a:lnTo>
                    <a:pt x="9074044" y="191273"/>
                  </a:lnTo>
                  <a:lnTo>
                    <a:pt x="9079516" y="191273"/>
                  </a:lnTo>
                  <a:lnTo>
                    <a:pt x="9079516" y="191273"/>
                  </a:lnTo>
                  <a:lnTo>
                    <a:pt x="9090462" y="191273"/>
                  </a:lnTo>
                  <a:lnTo>
                    <a:pt x="9090462" y="191273"/>
                  </a:lnTo>
                  <a:lnTo>
                    <a:pt x="9095935" y="191273"/>
                  </a:lnTo>
                  <a:lnTo>
                    <a:pt x="9095935" y="191273"/>
                  </a:lnTo>
                  <a:lnTo>
                    <a:pt x="9101408" y="191273"/>
                  </a:lnTo>
                  <a:lnTo>
                    <a:pt x="9101408" y="191273"/>
                  </a:lnTo>
                  <a:lnTo>
                    <a:pt x="9106881" y="191273"/>
                  </a:lnTo>
                  <a:lnTo>
                    <a:pt x="9106881" y="191273"/>
                  </a:lnTo>
                  <a:lnTo>
                    <a:pt x="9112354" y="191273"/>
                  </a:lnTo>
                  <a:lnTo>
                    <a:pt x="9112354" y="191273"/>
                  </a:lnTo>
                  <a:lnTo>
                    <a:pt x="9117827" y="191273"/>
                  </a:lnTo>
                  <a:lnTo>
                    <a:pt x="9117827" y="191273"/>
                  </a:lnTo>
                  <a:lnTo>
                    <a:pt x="9123300" y="191273"/>
                  </a:lnTo>
                  <a:lnTo>
                    <a:pt x="9123300" y="191273"/>
                  </a:lnTo>
                  <a:lnTo>
                    <a:pt x="9128772" y="191273"/>
                  </a:lnTo>
                  <a:lnTo>
                    <a:pt x="9128772" y="191273"/>
                  </a:lnTo>
                  <a:lnTo>
                    <a:pt x="9134245" y="191273"/>
                  </a:lnTo>
                  <a:lnTo>
                    <a:pt x="9134245" y="191273"/>
                  </a:lnTo>
                  <a:lnTo>
                    <a:pt x="9139718" y="191273"/>
                  </a:lnTo>
                  <a:lnTo>
                    <a:pt x="9139718" y="191273"/>
                  </a:lnTo>
                  <a:lnTo>
                    <a:pt x="9150664" y="191273"/>
                  </a:lnTo>
                  <a:lnTo>
                    <a:pt x="9150664" y="191273"/>
                  </a:lnTo>
                  <a:lnTo>
                    <a:pt x="9156137" y="191273"/>
                  </a:lnTo>
                  <a:lnTo>
                    <a:pt x="9156137" y="191273"/>
                  </a:lnTo>
                  <a:lnTo>
                    <a:pt x="9167083" y="191273"/>
                  </a:lnTo>
                  <a:lnTo>
                    <a:pt x="9167083" y="191273"/>
                  </a:lnTo>
                  <a:lnTo>
                    <a:pt x="9172555" y="191273"/>
                  </a:lnTo>
                  <a:lnTo>
                    <a:pt x="9172555" y="191273"/>
                  </a:lnTo>
                  <a:lnTo>
                    <a:pt x="9178028" y="191273"/>
                  </a:lnTo>
                  <a:lnTo>
                    <a:pt x="9178028" y="191273"/>
                  </a:lnTo>
                  <a:lnTo>
                    <a:pt x="9183501" y="191273"/>
                  </a:lnTo>
                  <a:lnTo>
                    <a:pt x="9183501" y="191273"/>
                  </a:lnTo>
                  <a:lnTo>
                    <a:pt x="9188974" y="191273"/>
                  </a:lnTo>
                  <a:lnTo>
                    <a:pt x="9188974" y="191273"/>
                  </a:lnTo>
                  <a:lnTo>
                    <a:pt x="9194447" y="191273"/>
                  </a:lnTo>
                  <a:lnTo>
                    <a:pt x="9194447" y="191273"/>
                  </a:lnTo>
                  <a:lnTo>
                    <a:pt x="9199920" y="191273"/>
                  </a:lnTo>
                  <a:lnTo>
                    <a:pt x="9199920" y="191273"/>
                  </a:lnTo>
                  <a:lnTo>
                    <a:pt x="9205393" y="191273"/>
                  </a:lnTo>
                  <a:lnTo>
                    <a:pt x="9205393" y="191273"/>
                  </a:lnTo>
                  <a:lnTo>
                    <a:pt x="9210866" y="191273"/>
                  </a:lnTo>
                  <a:lnTo>
                    <a:pt x="9210866" y="191273"/>
                  </a:lnTo>
                  <a:lnTo>
                    <a:pt x="9221811" y="191273"/>
                  </a:lnTo>
                  <a:lnTo>
                    <a:pt x="9221811" y="191273"/>
                  </a:lnTo>
                  <a:lnTo>
                    <a:pt x="9227284" y="191273"/>
                  </a:lnTo>
                  <a:lnTo>
                    <a:pt x="9227284" y="191273"/>
                  </a:lnTo>
                  <a:lnTo>
                    <a:pt x="9232757" y="191273"/>
                  </a:lnTo>
                  <a:lnTo>
                    <a:pt x="9232757" y="191273"/>
                  </a:lnTo>
                  <a:lnTo>
                    <a:pt x="9238230" y="191273"/>
                  </a:lnTo>
                  <a:lnTo>
                    <a:pt x="9238230" y="191273"/>
                  </a:lnTo>
                  <a:lnTo>
                    <a:pt x="9243703" y="191273"/>
                  </a:lnTo>
                  <a:lnTo>
                    <a:pt x="9243703" y="191273"/>
                  </a:lnTo>
                  <a:lnTo>
                    <a:pt x="9249176" y="191273"/>
                  </a:lnTo>
                  <a:lnTo>
                    <a:pt x="9249176" y="191273"/>
                  </a:lnTo>
                  <a:lnTo>
                    <a:pt x="9254649" y="191273"/>
                  </a:lnTo>
                  <a:lnTo>
                    <a:pt x="9254649" y="191273"/>
                  </a:lnTo>
                  <a:lnTo>
                    <a:pt x="9260122" y="191273"/>
                  </a:lnTo>
                  <a:lnTo>
                    <a:pt x="9260122" y="191273"/>
                  </a:lnTo>
                  <a:lnTo>
                    <a:pt x="9271067" y="191273"/>
                  </a:lnTo>
                  <a:lnTo>
                    <a:pt x="9271067" y="191273"/>
                  </a:lnTo>
                  <a:lnTo>
                    <a:pt x="9276540" y="191273"/>
                  </a:lnTo>
                  <a:lnTo>
                    <a:pt x="9276540" y="191273"/>
                  </a:lnTo>
                  <a:lnTo>
                    <a:pt x="9282013" y="191273"/>
                  </a:lnTo>
                  <a:lnTo>
                    <a:pt x="9282013" y="191273"/>
                  </a:lnTo>
                  <a:lnTo>
                    <a:pt x="9287486" y="191273"/>
                  </a:lnTo>
                  <a:lnTo>
                    <a:pt x="9287486" y="191273"/>
                  </a:lnTo>
                  <a:lnTo>
                    <a:pt x="9298432" y="191273"/>
                  </a:lnTo>
                  <a:lnTo>
                    <a:pt x="9298432" y="191273"/>
                  </a:lnTo>
                  <a:lnTo>
                    <a:pt x="9309378" y="191273"/>
                  </a:lnTo>
                  <a:lnTo>
                    <a:pt x="9309378" y="191273"/>
                  </a:lnTo>
                  <a:lnTo>
                    <a:pt x="9314850" y="191273"/>
                  </a:lnTo>
                  <a:lnTo>
                    <a:pt x="9314850" y="191273"/>
                  </a:lnTo>
                  <a:lnTo>
                    <a:pt x="9320323" y="191273"/>
                  </a:lnTo>
                  <a:lnTo>
                    <a:pt x="9320323" y="191273"/>
                  </a:lnTo>
                  <a:lnTo>
                    <a:pt x="9325796" y="191273"/>
                  </a:lnTo>
                  <a:lnTo>
                    <a:pt x="9325796" y="191273"/>
                  </a:lnTo>
                  <a:lnTo>
                    <a:pt x="9331269" y="191273"/>
                  </a:lnTo>
                  <a:lnTo>
                    <a:pt x="9331269" y="191273"/>
                  </a:lnTo>
                  <a:lnTo>
                    <a:pt x="9336742" y="191273"/>
                  </a:lnTo>
                  <a:lnTo>
                    <a:pt x="9336742" y="191273"/>
                  </a:lnTo>
                  <a:lnTo>
                    <a:pt x="9342215" y="191273"/>
                  </a:lnTo>
                  <a:lnTo>
                    <a:pt x="9342215" y="191273"/>
                  </a:lnTo>
                  <a:lnTo>
                    <a:pt x="9353161" y="191273"/>
                  </a:lnTo>
                  <a:lnTo>
                    <a:pt x="9353161" y="191273"/>
                  </a:lnTo>
                  <a:lnTo>
                    <a:pt x="9358634" y="191273"/>
                  </a:lnTo>
                  <a:lnTo>
                    <a:pt x="9358634" y="191273"/>
                  </a:lnTo>
                  <a:lnTo>
                    <a:pt x="9364106" y="191273"/>
                  </a:lnTo>
                  <a:lnTo>
                    <a:pt x="9364106" y="191273"/>
                  </a:lnTo>
                  <a:lnTo>
                    <a:pt x="9369579" y="191273"/>
                  </a:lnTo>
                  <a:lnTo>
                    <a:pt x="9369579" y="191273"/>
                  </a:lnTo>
                  <a:lnTo>
                    <a:pt x="9375052" y="191273"/>
                  </a:lnTo>
                  <a:lnTo>
                    <a:pt x="9375052" y="191273"/>
                  </a:lnTo>
                  <a:lnTo>
                    <a:pt x="9396944" y="191273"/>
                  </a:lnTo>
                  <a:lnTo>
                    <a:pt x="9396944" y="191273"/>
                  </a:lnTo>
                  <a:lnTo>
                    <a:pt x="9402417" y="191273"/>
                  </a:lnTo>
                  <a:lnTo>
                    <a:pt x="9402417" y="191273"/>
                  </a:lnTo>
                  <a:lnTo>
                    <a:pt x="9413362" y="191273"/>
                  </a:lnTo>
                  <a:lnTo>
                    <a:pt x="9413362" y="191273"/>
                  </a:lnTo>
                  <a:lnTo>
                    <a:pt x="9418835" y="191273"/>
                  </a:lnTo>
                  <a:lnTo>
                    <a:pt x="9418835" y="191273"/>
                  </a:lnTo>
                  <a:lnTo>
                    <a:pt x="9424308" y="191273"/>
                  </a:lnTo>
                  <a:lnTo>
                    <a:pt x="9424308" y="191273"/>
                  </a:lnTo>
                  <a:lnTo>
                    <a:pt x="9429781" y="191273"/>
                  </a:lnTo>
                  <a:lnTo>
                    <a:pt x="9429781" y="191273"/>
                  </a:lnTo>
                  <a:lnTo>
                    <a:pt x="9435254" y="191273"/>
                  </a:lnTo>
                  <a:lnTo>
                    <a:pt x="9435254" y="191273"/>
                  </a:lnTo>
                  <a:lnTo>
                    <a:pt x="9440727" y="191273"/>
                  </a:lnTo>
                  <a:lnTo>
                    <a:pt x="9440727" y="191273"/>
                  </a:lnTo>
                  <a:lnTo>
                    <a:pt x="9446200" y="191273"/>
                  </a:lnTo>
                  <a:lnTo>
                    <a:pt x="9446200" y="191273"/>
                  </a:lnTo>
                  <a:lnTo>
                    <a:pt x="9451673" y="191273"/>
                  </a:lnTo>
                  <a:lnTo>
                    <a:pt x="9451673" y="191273"/>
                  </a:lnTo>
                  <a:lnTo>
                    <a:pt x="9457146" y="191273"/>
                  </a:lnTo>
                  <a:lnTo>
                    <a:pt x="9457146" y="191273"/>
                  </a:lnTo>
                  <a:lnTo>
                    <a:pt x="9462618" y="191273"/>
                  </a:lnTo>
                  <a:lnTo>
                    <a:pt x="9462618" y="191273"/>
                  </a:lnTo>
                  <a:lnTo>
                    <a:pt x="9468091" y="191273"/>
                  </a:lnTo>
                  <a:lnTo>
                    <a:pt x="9468091" y="191273"/>
                  </a:lnTo>
                  <a:lnTo>
                    <a:pt x="9473564" y="191273"/>
                  </a:lnTo>
                  <a:lnTo>
                    <a:pt x="9473564" y="191273"/>
                  </a:lnTo>
                  <a:lnTo>
                    <a:pt x="9479037" y="191273"/>
                  </a:lnTo>
                  <a:lnTo>
                    <a:pt x="9479037" y="191273"/>
                  </a:lnTo>
                  <a:lnTo>
                    <a:pt x="9484510" y="191273"/>
                  </a:lnTo>
                  <a:lnTo>
                    <a:pt x="9484510" y="191273"/>
                  </a:lnTo>
                  <a:lnTo>
                    <a:pt x="9489983" y="191273"/>
                  </a:lnTo>
                  <a:lnTo>
                    <a:pt x="9489983" y="191273"/>
                  </a:lnTo>
                  <a:lnTo>
                    <a:pt x="9495456" y="191273"/>
                  </a:lnTo>
                  <a:lnTo>
                    <a:pt x="9495456" y="191273"/>
                  </a:lnTo>
                  <a:lnTo>
                    <a:pt x="9500929" y="191273"/>
                  </a:lnTo>
                  <a:lnTo>
                    <a:pt x="9500929" y="191273"/>
                  </a:lnTo>
                  <a:lnTo>
                    <a:pt x="9506401" y="191273"/>
                  </a:lnTo>
                  <a:lnTo>
                    <a:pt x="9506401" y="191273"/>
                  </a:lnTo>
                  <a:lnTo>
                    <a:pt x="9511874" y="191273"/>
                  </a:lnTo>
                  <a:lnTo>
                    <a:pt x="9511874" y="191273"/>
                  </a:lnTo>
                  <a:lnTo>
                    <a:pt x="9517347" y="191273"/>
                  </a:lnTo>
                  <a:lnTo>
                    <a:pt x="9517347" y="191273"/>
                  </a:lnTo>
                  <a:lnTo>
                    <a:pt x="9528293" y="191273"/>
                  </a:lnTo>
                  <a:lnTo>
                    <a:pt x="9528293" y="191273"/>
                  </a:lnTo>
                  <a:lnTo>
                    <a:pt x="9544712" y="191273"/>
                  </a:lnTo>
                  <a:lnTo>
                    <a:pt x="9544712" y="191273"/>
                  </a:lnTo>
                  <a:lnTo>
                    <a:pt x="9550185" y="191273"/>
                  </a:lnTo>
                  <a:lnTo>
                    <a:pt x="9550185" y="191273"/>
                  </a:lnTo>
                  <a:lnTo>
                    <a:pt x="9555657" y="191273"/>
                  </a:lnTo>
                  <a:lnTo>
                    <a:pt x="9555657" y="191273"/>
                  </a:lnTo>
                  <a:lnTo>
                    <a:pt x="9561130" y="191273"/>
                  </a:lnTo>
                  <a:lnTo>
                    <a:pt x="9561130" y="191273"/>
                  </a:lnTo>
                  <a:lnTo>
                    <a:pt x="9566603" y="191273"/>
                  </a:lnTo>
                  <a:lnTo>
                    <a:pt x="9566603" y="191273"/>
                  </a:lnTo>
                  <a:lnTo>
                    <a:pt x="9572076" y="191273"/>
                  </a:lnTo>
                  <a:lnTo>
                    <a:pt x="9572076" y="191273"/>
                  </a:lnTo>
                  <a:lnTo>
                    <a:pt x="9577549" y="191273"/>
                  </a:lnTo>
                  <a:lnTo>
                    <a:pt x="9577549" y="191273"/>
                  </a:lnTo>
                  <a:lnTo>
                    <a:pt x="9583022" y="191273"/>
                  </a:lnTo>
                  <a:lnTo>
                    <a:pt x="9583022" y="191273"/>
                  </a:lnTo>
                  <a:lnTo>
                    <a:pt x="9588495" y="191273"/>
                  </a:lnTo>
                  <a:lnTo>
                    <a:pt x="9588495" y="191273"/>
                  </a:lnTo>
                  <a:lnTo>
                    <a:pt x="9599441" y="191273"/>
                  </a:lnTo>
                  <a:lnTo>
                    <a:pt x="9599441" y="191273"/>
                  </a:lnTo>
                  <a:lnTo>
                    <a:pt x="9615859" y="191273"/>
                  </a:lnTo>
                  <a:lnTo>
                    <a:pt x="9615859" y="191273"/>
                  </a:lnTo>
                  <a:lnTo>
                    <a:pt x="9621332" y="191273"/>
                  </a:lnTo>
                  <a:lnTo>
                    <a:pt x="9621332" y="191273"/>
                  </a:lnTo>
                  <a:lnTo>
                    <a:pt x="9626805" y="191273"/>
                  </a:lnTo>
                  <a:lnTo>
                    <a:pt x="9626805" y="0"/>
                  </a:lnTo>
                  <a:lnTo>
                    <a:pt x="9643224" y="0"/>
                  </a:lnTo>
                  <a:lnTo>
                    <a:pt x="9643224" y="0"/>
                  </a:lnTo>
                  <a:lnTo>
                    <a:pt x="9648697" y="0"/>
                  </a:lnTo>
                  <a:lnTo>
                    <a:pt x="9648697" y="0"/>
                  </a:lnTo>
                  <a:lnTo>
                    <a:pt x="9654169" y="0"/>
                  </a:lnTo>
                  <a:lnTo>
                    <a:pt x="9654169" y="0"/>
                  </a:lnTo>
                  <a:lnTo>
                    <a:pt x="9659642" y="0"/>
                  </a:lnTo>
                  <a:lnTo>
                    <a:pt x="9659642" y="0"/>
                  </a:lnTo>
                  <a:lnTo>
                    <a:pt x="9665115" y="0"/>
                  </a:lnTo>
                  <a:lnTo>
                    <a:pt x="9665115" y="0"/>
                  </a:lnTo>
                  <a:lnTo>
                    <a:pt x="9676061" y="0"/>
                  </a:lnTo>
                  <a:lnTo>
                    <a:pt x="9676061" y="0"/>
                  </a:lnTo>
                  <a:lnTo>
                    <a:pt x="9681534" y="0"/>
                  </a:lnTo>
                  <a:lnTo>
                    <a:pt x="9681534" y="0"/>
                  </a:lnTo>
                  <a:lnTo>
                    <a:pt x="9687007" y="0"/>
                  </a:lnTo>
                  <a:lnTo>
                    <a:pt x="9687007" y="0"/>
                  </a:lnTo>
                  <a:lnTo>
                    <a:pt x="9692480" y="0"/>
                  </a:lnTo>
                  <a:lnTo>
                    <a:pt x="9692480" y="0"/>
                  </a:lnTo>
                  <a:lnTo>
                    <a:pt x="9697952" y="0"/>
                  </a:lnTo>
                  <a:lnTo>
                    <a:pt x="9697952" y="0"/>
                  </a:lnTo>
                  <a:lnTo>
                    <a:pt x="9703425" y="0"/>
                  </a:lnTo>
                  <a:lnTo>
                    <a:pt x="9703425" y="0"/>
                  </a:lnTo>
                  <a:lnTo>
                    <a:pt x="9708898" y="0"/>
                  </a:lnTo>
                  <a:lnTo>
                    <a:pt x="9708898" y="0"/>
                  </a:lnTo>
                  <a:lnTo>
                    <a:pt x="9725317" y="0"/>
                  </a:lnTo>
                  <a:lnTo>
                    <a:pt x="9725317" y="0"/>
                  </a:lnTo>
                  <a:lnTo>
                    <a:pt x="9730790" y="0"/>
                  </a:lnTo>
                  <a:lnTo>
                    <a:pt x="9730790" y="0"/>
                  </a:lnTo>
                  <a:lnTo>
                    <a:pt x="9736263" y="0"/>
                  </a:lnTo>
                  <a:lnTo>
                    <a:pt x="9736263" y="0"/>
                  </a:lnTo>
                  <a:lnTo>
                    <a:pt x="9741736" y="0"/>
                  </a:lnTo>
                  <a:lnTo>
                    <a:pt x="9741736" y="0"/>
                  </a:lnTo>
                  <a:lnTo>
                    <a:pt x="9747208" y="0"/>
                  </a:lnTo>
                  <a:lnTo>
                    <a:pt x="9747208" y="0"/>
                  </a:lnTo>
                  <a:lnTo>
                    <a:pt x="9752681" y="0"/>
                  </a:lnTo>
                  <a:lnTo>
                    <a:pt x="9752681" y="0"/>
                  </a:lnTo>
                  <a:lnTo>
                    <a:pt x="9763627" y="0"/>
                  </a:lnTo>
                  <a:lnTo>
                    <a:pt x="9763627" y="0"/>
                  </a:lnTo>
                  <a:lnTo>
                    <a:pt x="9769100" y="0"/>
                  </a:lnTo>
                  <a:lnTo>
                    <a:pt x="9769100" y="0"/>
                  </a:lnTo>
                  <a:lnTo>
                    <a:pt x="9774573" y="0"/>
                  </a:lnTo>
                  <a:lnTo>
                    <a:pt x="9774573" y="0"/>
                  </a:lnTo>
                  <a:lnTo>
                    <a:pt x="9780046" y="0"/>
                  </a:lnTo>
                  <a:lnTo>
                    <a:pt x="9780046" y="0"/>
                  </a:lnTo>
                  <a:lnTo>
                    <a:pt x="9785519" y="0"/>
                  </a:lnTo>
                  <a:lnTo>
                    <a:pt x="9785519" y="0"/>
                  </a:lnTo>
                  <a:lnTo>
                    <a:pt x="9790992" y="0"/>
                  </a:lnTo>
                  <a:lnTo>
                    <a:pt x="9790992" y="0"/>
                  </a:lnTo>
                  <a:lnTo>
                    <a:pt x="9796464" y="0"/>
                  </a:lnTo>
                  <a:lnTo>
                    <a:pt x="9796464" y="0"/>
                  </a:lnTo>
                  <a:lnTo>
                    <a:pt x="9801937" y="0"/>
                  </a:lnTo>
                  <a:lnTo>
                    <a:pt x="9801937" y="0"/>
                  </a:lnTo>
                  <a:lnTo>
                    <a:pt x="9807410" y="0"/>
                  </a:lnTo>
                  <a:lnTo>
                    <a:pt x="9807410" y="0"/>
                  </a:lnTo>
                  <a:lnTo>
                    <a:pt x="9818356" y="0"/>
                  </a:lnTo>
                  <a:lnTo>
                    <a:pt x="9818356" y="0"/>
                  </a:lnTo>
                  <a:lnTo>
                    <a:pt x="9823829" y="0"/>
                  </a:lnTo>
                  <a:lnTo>
                    <a:pt x="9823829" y="0"/>
                  </a:lnTo>
                  <a:lnTo>
                    <a:pt x="9840247" y="0"/>
                  </a:lnTo>
                  <a:lnTo>
                    <a:pt x="9840247" y="0"/>
                  </a:lnTo>
                  <a:lnTo>
                    <a:pt x="9845720" y="0"/>
                  </a:lnTo>
                  <a:lnTo>
                    <a:pt x="9845720" y="0"/>
                  </a:lnTo>
                  <a:lnTo>
                    <a:pt x="9851193" y="0"/>
                  </a:lnTo>
                  <a:lnTo>
                    <a:pt x="9851193" y="0"/>
                  </a:lnTo>
                  <a:lnTo>
                    <a:pt x="9862139" y="0"/>
                  </a:lnTo>
                  <a:lnTo>
                    <a:pt x="9862139" y="0"/>
                  </a:lnTo>
                  <a:lnTo>
                    <a:pt x="9867612" y="0"/>
                  </a:lnTo>
                  <a:lnTo>
                    <a:pt x="9867612" y="0"/>
                  </a:lnTo>
                  <a:lnTo>
                    <a:pt x="9873085" y="0"/>
                  </a:lnTo>
                  <a:lnTo>
                    <a:pt x="9873085" y="0"/>
                  </a:lnTo>
                  <a:lnTo>
                    <a:pt x="9884031" y="0"/>
                  </a:lnTo>
                  <a:lnTo>
                    <a:pt x="9884031" y="0"/>
                  </a:lnTo>
                  <a:lnTo>
                    <a:pt x="9889503" y="0"/>
                  </a:lnTo>
                  <a:lnTo>
                    <a:pt x="9889503" y="0"/>
                  </a:lnTo>
                  <a:lnTo>
                    <a:pt x="9894976" y="0"/>
                  </a:lnTo>
                  <a:lnTo>
                    <a:pt x="9894976" y="0"/>
                  </a:lnTo>
                  <a:lnTo>
                    <a:pt x="9900449" y="0"/>
                  </a:lnTo>
                  <a:lnTo>
                    <a:pt x="9900449" y="0"/>
                  </a:lnTo>
                  <a:lnTo>
                    <a:pt x="9911395" y="0"/>
                  </a:lnTo>
                  <a:lnTo>
                    <a:pt x="9911395" y="0"/>
                  </a:lnTo>
                  <a:lnTo>
                    <a:pt x="9922341" y="0"/>
                  </a:lnTo>
                  <a:lnTo>
                    <a:pt x="992234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009709" y="4102889"/>
              <a:ext cx="9922341" cy="1990989"/>
            </a:xfrm>
            <a:custGeom>
              <a:avLst/>
              <a:pathLst>
                <a:path w="9922341" h="1990989">
                  <a:moveTo>
                    <a:pt x="9922341" y="0"/>
                  </a:moveTo>
                  <a:lnTo>
                    <a:pt x="9922341" y="0"/>
                  </a:lnTo>
                  <a:lnTo>
                    <a:pt x="9911395" y="0"/>
                  </a:lnTo>
                  <a:lnTo>
                    <a:pt x="9911395" y="0"/>
                  </a:lnTo>
                  <a:lnTo>
                    <a:pt x="9900449" y="0"/>
                  </a:lnTo>
                  <a:lnTo>
                    <a:pt x="9900449" y="0"/>
                  </a:lnTo>
                  <a:lnTo>
                    <a:pt x="9894976" y="0"/>
                  </a:lnTo>
                  <a:lnTo>
                    <a:pt x="9894976" y="0"/>
                  </a:lnTo>
                  <a:lnTo>
                    <a:pt x="9889503" y="0"/>
                  </a:lnTo>
                  <a:lnTo>
                    <a:pt x="9889503" y="0"/>
                  </a:lnTo>
                  <a:lnTo>
                    <a:pt x="9884031" y="0"/>
                  </a:lnTo>
                  <a:lnTo>
                    <a:pt x="9884031" y="0"/>
                  </a:lnTo>
                  <a:lnTo>
                    <a:pt x="9873085" y="0"/>
                  </a:lnTo>
                  <a:lnTo>
                    <a:pt x="9873085" y="0"/>
                  </a:lnTo>
                  <a:lnTo>
                    <a:pt x="9867612" y="0"/>
                  </a:lnTo>
                  <a:lnTo>
                    <a:pt x="9867612" y="0"/>
                  </a:lnTo>
                  <a:lnTo>
                    <a:pt x="9862139" y="0"/>
                  </a:lnTo>
                  <a:lnTo>
                    <a:pt x="9862139" y="0"/>
                  </a:lnTo>
                  <a:lnTo>
                    <a:pt x="9851193" y="0"/>
                  </a:lnTo>
                  <a:lnTo>
                    <a:pt x="9851193" y="0"/>
                  </a:lnTo>
                  <a:lnTo>
                    <a:pt x="9845720" y="0"/>
                  </a:lnTo>
                  <a:lnTo>
                    <a:pt x="9845720" y="0"/>
                  </a:lnTo>
                  <a:lnTo>
                    <a:pt x="9840247" y="0"/>
                  </a:lnTo>
                  <a:lnTo>
                    <a:pt x="9840247" y="0"/>
                  </a:lnTo>
                  <a:lnTo>
                    <a:pt x="9823829" y="0"/>
                  </a:lnTo>
                  <a:lnTo>
                    <a:pt x="9823829" y="0"/>
                  </a:lnTo>
                  <a:lnTo>
                    <a:pt x="9818356" y="0"/>
                  </a:lnTo>
                  <a:lnTo>
                    <a:pt x="9818356" y="0"/>
                  </a:lnTo>
                  <a:lnTo>
                    <a:pt x="9807410" y="0"/>
                  </a:lnTo>
                  <a:lnTo>
                    <a:pt x="9807410" y="0"/>
                  </a:lnTo>
                  <a:lnTo>
                    <a:pt x="9801937" y="0"/>
                  </a:lnTo>
                  <a:lnTo>
                    <a:pt x="9801937" y="0"/>
                  </a:lnTo>
                  <a:lnTo>
                    <a:pt x="9796464" y="0"/>
                  </a:lnTo>
                  <a:lnTo>
                    <a:pt x="9796464" y="0"/>
                  </a:lnTo>
                  <a:lnTo>
                    <a:pt x="9790992" y="0"/>
                  </a:lnTo>
                  <a:lnTo>
                    <a:pt x="9790992" y="0"/>
                  </a:lnTo>
                  <a:lnTo>
                    <a:pt x="9785519" y="0"/>
                  </a:lnTo>
                  <a:lnTo>
                    <a:pt x="9785519" y="0"/>
                  </a:lnTo>
                  <a:lnTo>
                    <a:pt x="9780046" y="0"/>
                  </a:lnTo>
                  <a:lnTo>
                    <a:pt x="9780046" y="0"/>
                  </a:lnTo>
                  <a:lnTo>
                    <a:pt x="9774573" y="0"/>
                  </a:lnTo>
                  <a:lnTo>
                    <a:pt x="9774573" y="0"/>
                  </a:lnTo>
                  <a:lnTo>
                    <a:pt x="9769100" y="0"/>
                  </a:lnTo>
                  <a:lnTo>
                    <a:pt x="9769100" y="0"/>
                  </a:lnTo>
                  <a:lnTo>
                    <a:pt x="9763627" y="0"/>
                  </a:lnTo>
                  <a:lnTo>
                    <a:pt x="9763627" y="0"/>
                  </a:lnTo>
                  <a:lnTo>
                    <a:pt x="9752681" y="0"/>
                  </a:lnTo>
                  <a:lnTo>
                    <a:pt x="9752681" y="0"/>
                  </a:lnTo>
                  <a:lnTo>
                    <a:pt x="9747208" y="0"/>
                  </a:lnTo>
                  <a:lnTo>
                    <a:pt x="9747208" y="0"/>
                  </a:lnTo>
                  <a:lnTo>
                    <a:pt x="9741736" y="0"/>
                  </a:lnTo>
                  <a:lnTo>
                    <a:pt x="9741736" y="0"/>
                  </a:lnTo>
                  <a:lnTo>
                    <a:pt x="9736263" y="0"/>
                  </a:lnTo>
                  <a:lnTo>
                    <a:pt x="9736263" y="0"/>
                  </a:lnTo>
                  <a:lnTo>
                    <a:pt x="9730790" y="0"/>
                  </a:lnTo>
                  <a:lnTo>
                    <a:pt x="9730790" y="0"/>
                  </a:lnTo>
                  <a:lnTo>
                    <a:pt x="9725317" y="0"/>
                  </a:lnTo>
                  <a:lnTo>
                    <a:pt x="9725317" y="0"/>
                  </a:lnTo>
                  <a:lnTo>
                    <a:pt x="9708898" y="0"/>
                  </a:lnTo>
                  <a:lnTo>
                    <a:pt x="9708898" y="0"/>
                  </a:lnTo>
                  <a:lnTo>
                    <a:pt x="9703425" y="0"/>
                  </a:lnTo>
                  <a:lnTo>
                    <a:pt x="9703425" y="0"/>
                  </a:lnTo>
                  <a:lnTo>
                    <a:pt x="9697952" y="0"/>
                  </a:lnTo>
                  <a:lnTo>
                    <a:pt x="9697952" y="0"/>
                  </a:lnTo>
                  <a:lnTo>
                    <a:pt x="9692480" y="0"/>
                  </a:lnTo>
                  <a:lnTo>
                    <a:pt x="9692480" y="0"/>
                  </a:lnTo>
                  <a:lnTo>
                    <a:pt x="9687007" y="0"/>
                  </a:lnTo>
                  <a:lnTo>
                    <a:pt x="9687007" y="0"/>
                  </a:lnTo>
                  <a:lnTo>
                    <a:pt x="9681534" y="0"/>
                  </a:lnTo>
                  <a:lnTo>
                    <a:pt x="9681534" y="0"/>
                  </a:lnTo>
                  <a:lnTo>
                    <a:pt x="9676061" y="0"/>
                  </a:lnTo>
                  <a:lnTo>
                    <a:pt x="9676061" y="0"/>
                  </a:lnTo>
                  <a:lnTo>
                    <a:pt x="9665115" y="0"/>
                  </a:lnTo>
                  <a:lnTo>
                    <a:pt x="9665115" y="0"/>
                  </a:lnTo>
                  <a:lnTo>
                    <a:pt x="9659642" y="0"/>
                  </a:lnTo>
                  <a:lnTo>
                    <a:pt x="9659642" y="0"/>
                  </a:lnTo>
                  <a:lnTo>
                    <a:pt x="9654169" y="0"/>
                  </a:lnTo>
                  <a:lnTo>
                    <a:pt x="9654169" y="0"/>
                  </a:lnTo>
                  <a:lnTo>
                    <a:pt x="9648697" y="0"/>
                  </a:lnTo>
                  <a:lnTo>
                    <a:pt x="9648697" y="0"/>
                  </a:lnTo>
                  <a:lnTo>
                    <a:pt x="9643224" y="0"/>
                  </a:lnTo>
                  <a:lnTo>
                    <a:pt x="9643224" y="0"/>
                  </a:lnTo>
                  <a:lnTo>
                    <a:pt x="9626805" y="0"/>
                  </a:lnTo>
                  <a:lnTo>
                    <a:pt x="9626805" y="99866"/>
                  </a:lnTo>
                  <a:lnTo>
                    <a:pt x="9621332" y="99866"/>
                  </a:lnTo>
                  <a:lnTo>
                    <a:pt x="9621332" y="99866"/>
                  </a:lnTo>
                  <a:lnTo>
                    <a:pt x="9615859" y="99866"/>
                  </a:lnTo>
                  <a:lnTo>
                    <a:pt x="9615859" y="99866"/>
                  </a:lnTo>
                  <a:lnTo>
                    <a:pt x="9599441" y="99866"/>
                  </a:lnTo>
                  <a:lnTo>
                    <a:pt x="9599441" y="99866"/>
                  </a:lnTo>
                  <a:lnTo>
                    <a:pt x="9588495" y="99866"/>
                  </a:lnTo>
                  <a:lnTo>
                    <a:pt x="9588495" y="99866"/>
                  </a:lnTo>
                  <a:lnTo>
                    <a:pt x="9583022" y="99866"/>
                  </a:lnTo>
                  <a:lnTo>
                    <a:pt x="9583022" y="99866"/>
                  </a:lnTo>
                  <a:lnTo>
                    <a:pt x="9577549" y="99866"/>
                  </a:lnTo>
                  <a:lnTo>
                    <a:pt x="9577549" y="99866"/>
                  </a:lnTo>
                  <a:lnTo>
                    <a:pt x="9572076" y="99866"/>
                  </a:lnTo>
                  <a:lnTo>
                    <a:pt x="9572076" y="99866"/>
                  </a:lnTo>
                  <a:lnTo>
                    <a:pt x="9566603" y="99866"/>
                  </a:lnTo>
                  <a:lnTo>
                    <a:pt x="9566603" y="99866"/>
                  </a:lnTo>
                  <a:lnTo>
                    <a:pt x="9561130" y="99866"/>
                  </a:lnTo>
                  <a:lnTo>
                    <a:pt x="9561130" y="99866"/>
                  </a:lnTo>
                  <a:lnTo>
                    <a:pt x="9555657" y="99866"/>
                  </a:lnTo>
                  <a:lnTo>
                    <a:pt x="9555657" y="99866"/>
                  </a:lnTo>
                  <a:lnTo>
                    <a:pt x="9550185" y="99866"/>
                  </a:lnTo>
                  <a:lnTo>
                    <a:pt x="9550185" y="99866"/>
                  </a:lnTo>
                  <a:lnTo>
                    <a:pt x="9544712" y="99866"/>
                  </a:lnTo>
                  <a:lnTo>
                    <a:pt x="9544712" y="99866"/>
                  </a:lnTo>
                  <a:lnTo>
                    <a:pt x="9528293" y="99866"/>
                  </a:lnTo>
                  <a:lnTo>
                    <a:pt x="9528293" y="99866"/>
                  </a:lnTo>
                  <a:lnTo>
                    <a:pt x="9517347" y="99866"/>
                  </a:lnTo>
                  <a:lnTo>
                    <a:pt x="9517347" y="99866"/>
                  </a:lnTo>
                  <a:lnTo>
                    <a:pt x="9511874" y="99866"/>
                  </a:lnTo>
                  <a:lnTo>
                    <a:pt x="9511874" y="99866"/>
                  </a:lnTo>
                  <a:lnTo>
                    <a:pt x="9506401" y="99866"/>
                  </a:lnTo>
                  <a:lnTo>
                    <a:pt x="9506401" y="99866"/>
                  </a:lnTo>
                  <a:lnTo>
                    <a:pt x="9500929" y="99866"/>
                  </a:lnTo>
                  <a:lnTo>
                    <a:pt x="9500929" y="99866"/>
                  </a:lnTo>
                  <a:lnTo>
                    <a:pt x="9495456" y="99866"/>
                  </a:lnTo>
                  <a:lnTo>
                    <a:pt x="9495456" y="99866"/>
                  </a:lnTo>
                  <a:lnTo>
                    <a:pt x="9489983" y="99866"/>
                  </a:lnTo>
                  <a:lnTo>
                    <a:pt x="9489983" y="99866"/>
                  </a:lnTo>
                  <a:lnTo>
                    <a:pt x="9484510" y="99866"/>
                  </a:lnTo>
                  <a:lnTo>
                    <a:pt x="9484510" y="99866"/>
                  </a:lnTo>
                  <a:lnTo>
                    <a:pt x="9479037" y="99866"/>
                  </a:lnTo>
                  <a:lnTo>
                    <a:pt x="9479037" y="99866"/>
                  </a:lnTo>
                  <a:lnTo>
                    <a:pt x="9473564" y="99866"/>
                  </a:lnTo>
                  <a:lnTo>
                    <a:pt x="9473564" y="99866"/>
                  </a:lnTo>
                  <a:lnTo>
                    <a:pt x="9468091" y="99866"/>
                  </a:lnTo>
                  <a:lnTo>
                    <a:pt x="9468091" y="99866"/>
                  </a:lnTo>
                  <a:lnTo>
                    <a:pt x="9462618" y="99866"/>
                  </a:lnTo>
                  <a:lnTo>
                    <a:pt x="9462618" y="99866"/>
                  </a:lnTo>
                  <a:lnTo>
                    <a:pt x="9457146" y="99866"/>
                  </a:lnTo>
                  <a:lnTo>
                    <a:pt x="9457146" y="99866"/>
                  </a:lnTo>
                  <a:lnTo>
                    <a:pt x="9451673" y="99866"/>
                  </a:lnTo>
                  <a:lnTo>
                    <a:pt x="9451673" y="99866"/>
                  </a:lnTo>
                  <a:lnTo>
                    <a:pt x="9446200" y="99866"/>
                  </a:lnTo>
                  <a:lnTo>
                    <a:pt x="9446200" y="99866"/>
                  </a:lnTo>
                  <a:lnTo>
                    <a:pt x="9440727" y="99866"/>
                  </a:lnTo>
                  <a:lnTo>
                    <a:pt x="9440727" y="99866"/>
                  </a:lnTo>
                  <a:lnTo>
                    <a:pt x="9435254" y="99866"/>
                  </a:lnTo>
                  <a:lnTo>
                    <a:pt x="9435254" y="99866"/>
                  </a:lnTo>
                  <a:lnTo>
                    <a:pt x="9429781" y="99866"/>
                  </a:lnTo>
                  <a:lnTo>
                    <a:pt x="9429781" y="99866"/>
                  </a:lnTo>
                  <a:lnTo>
                    <a:pt x="9424308" y="99866"/>
                  </a:lnTo>
                  <a:lnTo>
                    <a:pt x="9424308" y="99866"/>
                  </a:lnTo>
                  <a:lnTo>
                    <a:pt x="9418835" y="99866"/>
                  </a:lnTo>
                  <a:lnTo>
                    <a:pt x="9418835" y="99866"/>
                  </a:lnTo>
                  <a:lnTo>
                    <a:pt x="9413362" y="99866"/>
                  </a:lnTo>
                  <a:lnTo>
                    <a:pt x="9413362" y="99866"/>
                  </a:lnTo>
                  <a:lnTo>
                    <a:pt x="9402417" y="99866"/>
                  </a:lnTo>
                  <a:lnTo>
                    <a:pt x="9402417" y="99866"/>
                  </a:lnTo>
                  <a:lnTo>
                    <a:pt x="9396944" y="99866"/>
                  </a:lnTo>
                  <a:lnTo>
                    <a:pt x="9396944" y="99866"/>
                  </a:lnTo>
                  <a:lnTo>
                    <a:pt x="9375052" y="99866"/>
                  </a:lnTo>
                  <a:lnTo>
                    <a:pt x="9375052" y="99866"/>
                  </a:lnTo>
                  <a:lnTo>
                    <a:pt x="9369579" y="99866"/>
                  </a:lnTo>
                  <a:lnTo>
                    <a:pt x="9369579" y="99866"/>
                  </a:lnTo>
                  <a:lnTo>
                    <a:pt x="9364106" y="99866"/>
                  </a:lnTo>
                  <a:lnTo>
                    <a:pt x="9364106" y="99866"/>
                  </a:lnTo>
                  <a:lnTo>
                    <a:pt x="9358634" y="99866"/>
                  </a:lnTo>
                  <a:lnTo>
                    <a:pt x="9358634" y="99866"/>
                  </a:lnTo>
                  <a:lnTo>
                    <a:pt x="9353161" y="99866"/>
                  </a:lnTo>
                  <a:lnTo>
                    <a:pt x="9353161" y="99866"/>
                  </a:lnTo>
                  <a:lnTo>
                    <a:pt x="9342215" y="99866"/>
                  </a:lnTo>
                  <a:lnTo>
                    <a:pt x="9342215" y="99866"/>
                  </a:lnTo>
                  <a:lnTo>
                    <a:pt x="9336742" y="99866"/>
                  </a:lnTo>
                  <a:lnTo>
                    <a:pt x="9336742" y="99866"/>
                  </a:lnTo>
                  <a:lnTo>
                    <a:pt x="9331269" y="99866"/>
                  </a:lnTo>
                  <a:lnTo>
                    <a:pt x="9331269" y="99866"/>
                  </a:lnTo>
                  <a:lnTo>
                    <a:pt x="9325796" y="99866"/>
                  </a:lnTo>
                  <a:lnTo>
                    <a:pt x="9325796" y="99866"/>
                  </a:lnTo>
                  <a:lnTo>
                    <a:pt x="9320323" y="99866"/>
                  </a:lnTo>
                  <a:lnTo>
                    <a:pt x="9320323" y="99866"/>
                  </a:lnTo>
                  <a:lnTo>
                    <a:pt x="9314850" y="99866"/>
                  </a:lnTo>
                  <a:lnTo>
                    <a:pt x="9314850" y="99866"/>
                  </a:lnTo>
                  <a:lnTo>
                    <a:pt x="9309378" y="99866"/>
                  </a:lnTo>
                  <a:lnTo>
                    <a:pt x="9309378" y="99866"/>
                  </a:lnTo>
                  <a:lnTo>
                    <a:pt x="9298432" y="99866"/>
                  </a:lnTo>
                  <a:lnTo>
                    <a:pt x="9298432" y="99866"/>
                  </a:lnTo>
                  <a:lnTo>
                    <a:pt x="9287486" y="99866"/>
                  </a:lnTo>
                  <a:lnTo>
                    <a:pt x="9287486" y="99866"/>
                  </a:lnTo>
                  <a:lnTo>
                    <a:pt x="9282013" y="99866"/>
                  </a:lnTo>
                  <a:lnTo>
                    <a:pt x="9282013" y="99866"/>
                  </a:lnTo>
                  <a:lnTo>
                    <a:pt x="9276540" y="99866"/>
                  </a:lnTo>
                  <a:lnTo>
                    <a:pt x="9276540" y="99866"/>
                  </a:lnTo>
                  <a:lnTo>
                    <a:pt x="9271067" y="99866"/>
                  </a:lnTo>
                  <a:lnTo>
                    <a:pt x="9271067" y="99866"/>
                  </a:lnTo>
                  <a:lnTo>
                    <a:pt x="9260122" y="99866"/>
                  </a:lnTo>
                  <a:lnTo>
                    <a:pt x="9260122" y="99866"/>
                  </a:lnTo>
                  <a:lnTo>
                    <a:pt x="9254649" y="99866"/>
                  </a:lnTo>
                  <a:lnTo>
                    <a:pt x="9254649" y="99866"/>
                  </a:lnTo>
                  <a:lnTo>
                    <a:pt x="9249176" y="99866"/>
                  </a:lnTo>
                  <a:lnTo>
                    <a:pt x="9249176" y="99866"/>
                  </a:lnTo>
                  <a:lnTo>
                    <a:pt x="9243703" y="99866"/>
                  </a:lnTo>
                  <a:lnTo>
                    <a:pt x="9243703" y="99866"/>
                  </a:lnTo>
                  <a:lnTo>
                    <a:pt x="9238230" y="99866"/>
                  </a:lnTo>
                  <a:lnTo>
                    <a:pt x="9238230" y="99866"/>
                  </a:lnTo>
                  <a:lnTo>
                    <a:pt x="9232757" y="99866"/>
                  </a:lnTo>
                  <a:lnTo>
                    <a:pt x="9232757" y="99866"/>
                  </a:lnTo>
                  <a:lnTo>
                    <a:pt x="9227284" y="99866"/>
                  </a:lnTo>
                  <a:lnTo>
                    <a:pt x="9227284" y="99866"/>
                  </a:lnTo>
                  <a:lnTo>
                    <a:pt x="9221811" y="99866"/>
                  </a:lnTo>
                  <a:lnTo>
                    <a:pt x="9221811" y="99866"/>
                  </a:lnTo>
                  <a:lnTo>
                    <a:pt x="9210866" y="99866"/>
                  </a:lnTo>
                  <a:lnTo>
                    <a:pt x="9210866" y="99866"/>
                  </a:lnTo>
                  <a:lnTo>
                    <a:pt x="9205393" y="99866"/>
                  </a:lnTo>
                  <a:lnTo>
                    <a:pt x="9205393" y="99866"/>
                  </a:lnTo>
                  <a:lnTo>
                    <a:pt x="9199920" y="99866"/>
                  </a:lnTo>
                  <a:lnTo>
                    <a:pt x="9199920" y="99866"/>
                  </a:lnTo>
                  <a:lnTo>
                    <a:pt x="9194447" y="99866"/>
                  </a:lnTo>
                  <a:lnTo>
                    <a:pt x="9194447" y="99866"/>
                  </a:lnTo>
                  <a:lnTo>
                    <a:pt x="9188974" y="99866"/>
                  </a:lnTo>
                  <a:lnTo>
                    <a:pt x="9188974" y="99866"/>
                  </a:lnTo>
                  <a:lnTo>
                    <a:pt x="9183501" y="99866"/>
                  </a:lnTo>
                  <a:lnTo>
                    <a:pt x="9183501" y="99866"/>
                  </a:lnTo>
                  <a:lnTo>
                    <a:pt x="9178028" y="99866"/>
                  </a:lnTo>
                  <a:lnTo>
                    <a:pt x="9178028" y="99866"/>
                  </a:lnTo>
                  <a:lnTo>
                    <a:pt x="9172555" y="99866"/>
                  </a:lnTo>
                  <a:lnTo>
                    <a:pt x="9172555" y="99866"/>
                  </a:lnTo>
                  <a:lnTo>
                    <a:pt x="9167083" y="99866"/>
                  </a:lnTo>
                  <a:lnTo>
                    <a:pt x="9167083" y="99866"/>
                  </a:lnTo>
                  <a:lnTo>
                    <a:pt x="9156137" y="99866"/>
                  </a:lnTo>
                  <a:lnTo>
                    <a:pt x="9156137" y="99866"/>
                  </a:lnTo>
                  <a:lnTo>
                    <a:pt x="9150664" y="99866"/>
                  </a:lnTo>
                  <a:lnTo>
                    <a:pt x="9150664" y="99866"/>
                  </a:lnTo>
                  <a:lnTo>
                    <a:pt x="9139718" y="99866"/>
                  </a:lnTo>
                  <a:lnTo>
                    <a:pt x="9139718" y="99866"/>
                  </a:lnTo>
                  <a:lnTo>
                    <a:pt x="9134245" y="99866"/>
                  </a:lnTo>
                  <a:lnTo>
                    <a:pt x="9134245" y="99866"/>
                  </a:lnTo>
                  <a:lnTo>
                    <a:pt x="9128772" y="99866"/>
                  </a:lnTo>
                  <a:lnTo>
                    <a:pt x="9128772" y="99866"/>
                  </a:lnTo>
                  <a:lnTo>
                    <a:pt x="9123300" y="99866"/>
                  </a:lnTo>
                  <a:lnTo>
                    <a:pt x="9123300" y="99866"/>
                  </a:lnTo>
                  <a:lnTo>
                    <a:pt x="9117827" y="99866"/>
                  </a:lnTo>
                  <a:lnTo>
                    <a:pt x="9117827" y="99866"/>
                  </a:lnTo>
                  <a:lnTo>
                    <a:pt x="9112354" y="99866"/>
                  </a:lnTo>
                  <a:lnTo>
                    <a:pt x="9112354" y="99866"/>
                  </a:lnTo>
                  <a:lnTo>
                    <a:pt x="9106881" y="99866"/>
                  </a:lnTo>
                  <a:lnTo>
                    <a:pt x="9106881" y="99866"/>
                  </a:lnTo>
                  <a:lnTo>
                    <a:pt x="9101408" y="99866"/>
                  </a:lnTo>
                  <a:lnTo>
                    <a:pt x="9101408" y="99866"/>
                  </a:lnTo>
                  <a:lnTo>
                    <a:pt x="9095935" y="99866"/>
                  </a:lnTo>
                  <a:lnTo>
                    <a:pt x="9095935" y="99866"/>
                  </a:lnTo>
                  <a:lnTo>
                    <a:pt x="9090462" y="99866"/>
                  </a:lnTo>
                  <a:lnTo>
                    <a:pt x="9090462" y="99866"/>
                  </a:lnTo>
                  <a:lnTo>
                    <a:pt x="9079516" y="99866"/>
                  </a:lnTo>
                  <a:lnTo>
                    <a:pt x="9079516" y="99866"/>
                  </a:lnTo>
                  <a:lnTo>
                    <a:pt x="9074044" y="99866"/>
                  </a:lnTo>
                  <a:lnTo>
                    <a:pt x="9074044" y="99866"/>
                  </a:lnTo>
                  <a:lnTo>
                    <a:pt x="9068571" y="99866"/>
                  </a:lnTo>
                  <a:lnTo>
                    <a:pt x="9068571" y="99866"/>
                  </a:lnTo>
                  <a:lnTo>
                    <a:pt x="9063098" y="99866"/>
                  </a:lnTo>
                  <a:lnTo>
                    <a:pt x="9063098" y="99866"/>
                  </a:lnTo>
                  <a:lnTo>
                    <a:pt x="9057625" y="99866"/>
                  </a:lnTo>
                  <a:lnTo>
                    <a:pt x="9057625" y="99866"/>
                  </a:lnTo>
                  <a:lnTo>
                    <a:pt x="9052152" y="99866"/>
                  </a:lnTo>
                  <a:lnTo>
                    <a:pt x="9052152" y="99866"/>
                  </a:lnTo>
                  <a:lnTo>
                    <a:pt x="9041206" y="99866"/>
                  </a:lnTo>
                  <a:lnTo>
                    <a:pt x="9041206" y="99866"/>
                  </a:lnTo>
                  <a:lnTo>
                    <a:pt x="9035733" y="99866"/>
                  </a:lnTo>
                  <a:lnTo>
                    <a:pt x="9035733" y="99866"/>
                  </a:lnTo>
                  <a:lnTo>
                    <a:pt x="9030260" y="99866"/>
                  </a:lnTo>
                  <a:lnTo>
                    <a:pt x="9030260" y="99866"/>
                  </a:lnTo>
                  <a:lnTo>
                    <a:pt x="9024788" y="99866"/>
                  </a:lnTo>
                  <a:lnTo>
                    <a:pt x="9024788" y="99866"/>
                  </a:lnTo>
                  <a:lnTo>
                    <a:pt x="9019315" y="99866"/>
                  </a:lnTo>
                  <a:lnTo>
                    <a:pt x="9019315" y="99866"/>
                  </a:lnTo>
                  <a:lnTo>
                    <a:pt x="9013842" y="99866"/>
                  </a:lnTo>
                  <a:lnTo>
                    <a:pt x="9013842" y="99866"/>
                  </a:lnTo>
                  <a:lnTo>
                    <a:pt x="9008369" y="99866"/>
                  </a:lnTo>
                  <a:lnTo>
                    <a:pt x="9008369" y="99866"/>
                  </a:lnTo>
                  <a:lnTo>
                    <a:pt x="8997423" y="99866"/>
                  </a:lnTo>
                  <a:lnTo>
                    <a:pt x="8997423" y="99866"/>
                  </a:lnTo>
                  <a:lnTo>
                    <a:pt x="8991950" y="99866"/>
                  </a:lnTo>
                  <a:lnTo>
                    <a:pt x="8991950" y="99866"/>
                  </a:lnTo>
                  <a:lnTo>
                    <a:pt x="8986477" y="99866"/>
                  </a:lnTo>
                  <a:lnTo>
                    <a:pt x="8986477" y="99866"/>
                  </a:lnTo>
                  <a:lnTo>
                    <a:pt x="8981004" y="99866"/>
                  </a:lnTo>
                  <a:lnTo>
                    <a:pt x="8981004" y="99866"/>
                  </a:lnTo>
                  <a:lnTo>
                    <a:pt x="8975532" y="99866"/>
                  </a:lnTo>
                  <a:lnTo>
                    <a:pt x="8975532" y="99866"/>
                  </a:lnTo>
                  <a:lnTo>
                    <a:pt x="8970059" y="99866"/>
                  </a:lnTo>
                  <a:lnTo>
                    <a:pt x="8970059" y="99866"/>
                  </a:lnTo>
                  <a:lnTo>
                    <a:pt x="8964586" y="99866"/>
                  </a:lnTo>
                  <a:lnTo>
                    <a:pt x="8964586" y="99866"/>
                  </a:lnTo>
                  <a:lnTo>
                    <a:pt x="8959113" y="99866"/>
                  </a:lnTo>
                  <a:lnTo>
                    <a:pt x="8959113" y="99866"/>
                  </a:lnTo>
                  <a:lnTo>
                    <a:pt x="8948167" y="99866"/>
                  </a:lnTo>
                  <a:lnTo>
                    <a:pt x="8948167" y="99866"/>
                  </a:lnTo>
                  <a:lnTo>
                    <a:pt x="8942694" y="99866"/>
                  </a:lnTo>
                  <a:lnTo>
                    <a:pt x="8942694" y="99866"/>
                  </a:lnTo>
                  <a:lnTo>
                    <a:pt x="8937221" y="99866"/>
                  </a:lnTo>
                  <a:lnTo>
                    <a:pt x="8937221" y="99866"/>
                  </a:lnTo>
                  <a:lnTo>
                    <a:pt x="8931749" y="99866"/>
                  </a:lnTo>
                  <a:lnTo>
                    <a:pt x="8931749" y="99866"/>
                  </a:lnTo>
                  <a:lnTo>
                    <a:pt x="8920803" y="99866"/>
                  </a:lnTo>
                  <a:lnTo>
                    <a:pt x="8920803" y="99866"/>
                  </a:lnTo>
                  <a:lnTo>
                    <a:pt x="8915330" y="99866"/>
                  </a:lnTo>
                  <a:lnTo>
                    <a:pt x="8915330" y="99866"/>
                  </a:lnTo>
                  <a:lnTo>
                    <a:pt x="8904384" y="99866"/>
                  </a:lnTo>
                  <a:lnTo>
                    <a:pt x="8904384" y="99866"/>
                  </a:lnTo>
                  <a:lnTo>
                    <a:pt x="8898911" y="99866"/>
                  </a:lnTo>
                  <a:lnTo>
                    <a:pt x="8898911" y="99866"/>
                  </a:lnTo>
                  <a:lnTo>
                    <a:pt x="8893438" y="99866"/>
                  </a:lnTo>
                  <a:lnTo>
                    <a:pt x="8893438" y="99866"/>
                  </a:lnTo>
                  <a:lnTo>
                    <a:pt x="8882493" y="99866"/>
                  </a:lnTo>
                  <a:lnTo>
                    <a:pt x="8882493" y="99866"/>
                  </a:lnTo>
                  <a:lnTo>
                    <a:pt x="8877020" y="99866"/>
                  </a:lnTo>
                  <a:lnTo>
                    <a:pt x="8877020" y="99866"/>
                  </a:lnTo>
                  <a:lnTo>
                    <a:pt x="8871547" y="99866"/>
                  </a:lnTo>
                  <a:lnTo>
                    <a:pt x="8871547" y="99866"/>
                  </a:lnTo>
                  <a:lnTo>
                    <a:pt x="8866074" y="99866"/>
                  </a:lnTo>
                  <a:lnTo>
                    <a:pt x="8866074" y="99866"/>
                  </a:lnTo>
                  <a:lnTo>
                    <a:pt x="8860601" y="99866"/>
                  </a:lnTo>
                  <a:lnTo>
                    <a:pt x="8860601" y="99866"/>
                  </a:lnTo>
                  <a:lnTo>
                    <a:pt x="8849655" y="99866"/>
                  </a:lnTo>
                  <a:lnTo>
                    <a:pt x="8849655" y="99866"/>
                  </a:lnTo>
                  <a:lnTo>
                    <a:pt x="8844182" y="99866"/>
                  </a:lnTo>
                  <a:lnTo>
                    <a:pt x="8844182" y="99866"/>
                  </a:lnTo>
                  <a:lnTo>
                    <a:pt x="8838709" y="99866"/>
                  </a:lnTo>
                  <a:lnTo>
                    <a:pt x="8838709" y="99866"/>
                  </a:lnTo>
                  <a:lnTo>
                    <a:pt x="8827764" y="99866"/>
                  </a:lnTo>
                  <a:lnTo>
                    <a:pt x="8827764" y="99866"/>
                  </a:lnTo>
                  <a:lnTo>
                    <a:pt x="8822291" y="99866"/>
                  </a:lnTo>
                  <a:lnTo>
                    <a:pt x="8822291" y="99866"/>
                  </a:lnTo>
                  <a:lnTo>
                    <a:pt x="8816818" y="99866"/>
                  </a:lnTo>
                  <a:lnTo>
                    <a:pt x="8816818" y="99866"/>
                  </a:lnTo>
                  <a:lnTo>
                    <a:pt x="8811345" y="99866"/>
                  </a:lnTo>
                  <a:lnTo>
                    <a:pt x="8811345" y="99866"/>
                  </a:lnTo>
                  <a:lnTo>
                    <a:pt x="8805872" y="99866"/>
                  </a:lnTo>
                  <a:lnTo>
                    <a:pt x="8805872" y="99866"/>
                  </a:lnTo>
                  <a:lnTo>
                    <a:pt x="8800399" y="99866"/>
                  </a:lnTo>
                  <a:lnTo>
                    <a:pt x="8800399" y="99866"/>
                  </a:lnTo>
                  <a:lnTo>
                    <a:pt x="8789453" y="99866"/>
                  </a:lnTo>
                  <a:lnTo>
                    <a:pt x="8789453" y="99866"/>
                  </a:lnTo>
                  <a:lnTo>
                    <a:pt x="8783981" y="99866"/>
                  </a:lnTo>
                  <a:lnTo>
                    <a:pt x="8783981" y="99866"/>
                  </a:lnTo>
                  <a:lnTo>
                    <a:pt x="8773035" y="99866"/>
                  </a:lnTo>
                  <a:lnTo>
                    <a:pt x="8773035" y="99866"/>
                  </a:lnTo>
                  <a:lnTo>
                    <a:pt x="8767562" y="99866"/>
                  </a:lnTo>
                  <a:lnTo>
                    <a:pt x="8767562" y="99866"/>
                  </a:lnTo>
                  <a:lnTo>
                    <a:pt x="8762089" y="99866"/>
                  </a:lnTo>
                  <a:lnTo>
                    <a:pt x="8762089" y="99866"/>
                  </a:lnTo>
                  <a:lnTo>
                    <a:pt x="8756616" y="99866"/>
                  </a:lnTo>
                  <a:lnTo>
                    <a:pt x="8756616" y="99866"/>
                  </a:lnTo>
                  <a:lnTo>
                    <a:pt x="8751143" y="99866"/>
                  </a:lnTo>
                  <a:lnTo>
                    <a:pt x="8751143" y="99866"/>
                  </a:lnTo>
                  <a:lnTo>
                    <a:pt x="8745670" y="99866"/>
                  </a:lnTo>
                  <a:lnTo>
                    <a:pt x="8745670" y="99866"/>
                  </a:lnTo>
                  <a:lnTo>
                    <a:pt x="8740198" y="99866"/>
                  </a:lnTo>
                  <a:lnTo>
                    <a:pt x="8740198" y="99866"/>
                  </a:lnTo>
                  <a:lnTo>
                    <a:pt x="8734725" y="99866"/>
                  </a:lnTo>
                  <a:lnTo>
                    <a:pt x="8734725" y="99866"/>
                  </a:lnTo>
                  <a:lnTo>
                    <a:pt x="8729252" y="99866"/>
                  </a:lnTo>
                  <a:lnTo>
                    <a:pt x="8729252" y="99866"/>
                  </a:lnTo>
                  <a:lnTo>
                    <a:pt x="8723779" y="99866"/>
                  </a:lnTo>
                  <a:lnTo>
                    <a:pt x="8723779" y="99866"/>
                  </a:lnTo>
                  <a:lnTo>
                    <a:pt x="8718306" y="99866"/>
                  </a:lnTo>
                  <a:lnTo>
                    <a:pt x="8718306" y="99866"/>
                  </a:lnTo>
                  <a:lnTo>
                    <a:pt x="8712833" y="99866"/>
                  </a:lnTo>
                  <a:lnTo>
                    <a:pt x="8712833" y="99866"/>
                  </a:lnTo>
                  <a:lnTo>
                    <a:pt x="8707360" y="99866"/>
                  </a:lnTo>
                  <a:lnTo>
                    <a:pt x="8707360" y="99866"/>
                  </a:lnTo>
                  <a:lnTo>
                    <a:pt x="8701887" y="99866"/>
                  </a:lnTo>
                  <a:lnTo>
                    <a:pt x="8701887" y="99866"/>
                  </a:lnTo>
                  <a:lnTo>
                    <a:pt x="8690942" y="99866"/>
                  </a:lnTo>
                  <a:lnTo>
                    <a:pt x="8690942" y="99866"/>
                  </a:lnTo>
                  <a:lnTo>
                    <a:pt x="8685469" y="99866"/>
                  </a:lnTo>
                  <a:lnTo>
                    <a:pt x="8685469" y="99866"/>
                  </a:lnTo>
                  <a:lnTo>
                    <a:pt x="8679996" y="99866"/>
                  </a:lnTo>
                  <a:lnTo>
                    <a:pt x="8679996" y="99866"/>
                  </a:lnTo>
                  <a:lnTo>
                    <a:pt x="8674523" y="99866"/>
                  </a:lnTo>
                  <a:lnTo>
                    <a:pt x="8674523" y="99866"/>
                  </a:lnTo>
                  <a:lnTo>
                    <a:pt x="8669050" y="99866"/>
                  </a:lnTo>
                  <a:lnTo>
                    <a:pt x="8669050" y="99866"/>
                  </a:lnTo>
                  <a:lnTo>
                    <a:pt x="8663577" y="99866"/>
                  </a:lnTo>
                  <a:lnTo>
                    <a:pt x="8663577" y="99866"/>
                  </a:lnTo>
                  <a:lnTo>
                    <a:pt x="8658104" y="99866"/>
                  </a:lnTo>
                  <a:lnTo>
                    <a:pt x="8658104" y="99866"/>
                  </a:lnTo>
                  <a:lnTo>
                    <a:pt x="8647158" y="99866"/>
                  </a:lnTo>
                  <a:lnTo>
                    <a:pt x="8647158" y="99866"/>
                  </a:lnTo>
                  <a:lnTo>
                    <a:pt x="8641686" y="99866"/>
                  </a:lnTo>
                  <a:lnTo>
                    <a:pt x="8641686" y="99866"/>
                  </a:lnTo>
                  <a:lnTo>
                    <a:pt x="8630740" y="99866"/>
                  </a:lnTo>
                  <a:lnTo>
                    <a:pt x="8630740" y="99866"/>
                  </a:lnTo>
                  <a:lnTo>
                    <a:pt x="8625267" y="99866"/>
                  </a:lnTo>
                  <a:lnTo>
                    <a:pt x="8625267" y="99866"/>
                  </a:lnTo>
                  <a:lnTo>
                    <a:pt x="8619794" y="99866"/>
                  </a:lnTo>
                  <a:lnTo>
                    <a:pt x="8619794" y="99866"/>
                  </a:lnTo>
                  <a:lnTo>
                    <a:pt x="8614321" y="99866"/>
                  </a:lnTo>
                  <a:lnTo>
                    <a:pt x="8614321" y="99866"/>
                  </a:lnTo>
                  <a:lnTo>
                    <a:pt x="8608848" y="99866"/>
                  </a:lnTo>
                  <a:lnTo>
                    <a:pt x="8608848" y="99866"/>
                  </a:lnTo>
                  <a:lnTo>
                    <a:pt x="8603375" y="99866"/>
                  </a:lnTo>
                  <a:lnTo>
                    <a:pt x="8603375" y="99866"/>
                  </a:lnTo>
                  <a:lnTo>
                    <a:pt x="8592430" y="99866"/>
                  </a:lnTo>
                  <a:lnTo>
                    <a:pt x="8592430" y="99866"/>
                  </a:lnTo>
                  <a:lnTo>
                    <a:pt x="8586957" y="99866"/>
                  </a:lnTo>
                  <a:lnTo>
                    <a:pt x="8586957" y="99866"/>
                  </a:lnTo>
                  <a:lnTo>
                    <a:pt x="8581484" y="99866"/>
                  </a:lnTo>
                  <a:lnTo>
                    <a:pt x="8581484" y="99866"/>
                  </a:lnTo>
                  <a:lnTo>
                    <a:pt x="8576011" y="99866"/>
                  </a:lnTo>
                  <a:lnTo>
                    <a:pt x="8576011" y="99866"/>
                  </a:lnTo>
                  <a:lnTo>
                    <a:pt x="8565065" y="99866"/>
                  </a:lnTo>
                  <a:lnTo>
                    <a:pt x="8565065" y="99866"/>
                  </a:lnTo>
                  <a:lnTo>
                    <a:pt x="8559592" y="99866"/>
                  </a:lnTo>
                  <a:lnTo>
                    <a:pt x="8559592" y="99866"/>
                  </a:lnTo>
                  <a:lnTo>
                    <a:pt x="8554119" y="99866"/>
                  </a:lnTo>
                  <a:lnTo>
                    <a:pt x="8554119" y="99866"/>
                  </a:lnTo>
                  <a:lnTo>
                    <a:pt x="8548647" y="99866"/>
                  </a:lnTo>
                  <a:lnTo>
                    <a:pt x="8548647" y="99866"/>
                  </a:lnTo>
                  <a:lnTo>
                    <a:pt x="8537701" y="99866"/>
                  </a:lnTo>
                  <a:lnTo>
                    <a:pt x="8537701" y="99866"/>
                  </a:lnTo>
                  <a:lnTo>
                    <a:pt x="8532228" y="99866"/>
                  </a:lnTo>
                  <a:lnTo>
                    <a:pt x="8532228" y="99866"/>
                  </a:lnTo>
                  <a:lnTo>
                    <a:pt x="8526755" y="99866"/>
                  </a:lnTo>
                  <a:lnTo>
                    <a:pt x="8526755" y="99866"/>
                  </a:lnTo>
                  <a:lnTo>
                    <a:pt x="8521282" y="99866"/>
                  </a:lnTo>
                  <a:lnTo>
                    <a:pt x="8521282" y="99866"/>
                  </a:lnTo>
                  <a:lnTo>
                    <a:pt x="8515809" y="99866"/>
                  </a:lnTo>
                  <a:lnTo>
                    <a:pt x="8515809" y="99866"/>
                  </a:lnTo>
                  <a:lnTo>
                    <a:pt x="8510336" y="99866"/>
                  </a:lnTo>
                  <a:lnTo>
                    <a:pt x="8510336" y="99866"/>
                  </a:lnTo>
                  <a:lnTo>
                    <a:pt x="8504863" y="99866"/>
                  </a:lnTo>
                  <a:lnTo>
                    <a:pt x="8504863" y="99866"/>
                  </a:lnTo>
                  <a:lnTo>
                    <a:pt x="8499391" y="99866"/>
                  </a:lnTo>
                  <a:lnTo>
                    <a:pt x="8499391" y="99866"/>
                  </a:lnTo>
                  <a:lnTo>
                    <a:pt x="8493918" y="99866"/>
                  </a:lnTo>
                  <a:lnTo>
                    <a:pt x="8493918" y="99866"/>
                  </a:lnTo>
                  <a:lnTo>
                    <a:pt x="8488445" y="99866"/>
                  </a:lnTo>
                  <a:lnTo>
                    <a:pt x="8488445" y="99866"/>
                  </a:lnTo>
                  <a:lnTo>
                    <a:pt x="8482972" y="99866"/>
                  </a:lnTo>
                  <a:lnTo>
                    <a:pt x="8482972" y="99866"/>
                  </a:lnTo>
                  <a:lnTo>
                    <a:pt x="8477499" y="99866"/>
                  </a:lnTo>
                  <a:lnTo>
                    <a:pt x="8477499" y="99866"/>
                  </a:lnTo>
                  <a:lnTo>
                    <a:pt x="8472026" y="99866"/>
                  </a:lnTo>
                  <a:lnTo>
                    <a:pt x="8472026" y="99866"/>
                  </a:lnTo>
                  <a:lnTo>
                    <a:pt x="8466553" y="99866"/>
                  </a:lnTo>
                  <a:lnTo>
                    <a:pt x="8466553" y="99866"/>
                  </a:lnTo>
                  <a:lnTo>
                    <a:pt x="8461080" y="99866"/>
                  </a:lnTo>
                  <a:lnTo>
                    <a:pt x="8461080" y="99866"/>
                  </a:lnTo>
                  <a:lnTo>
                    <a:pt x="8450135" y="99866"/>
                  </a:lnTo>
                  <a:lnTo>
                    <a:pt x="8450135" y="99866"/>
                  </a:lnTo>
                  <a:lnTo>
                    <a:pt x="8444662" y="99866"/>
                  </a:lnTo>
                  <a:lnTo>
                    <a:pt x="8444662" y="99866"/>
                  </a:lnTo>
                  <a:lnTo>
                    <a:pt x="8439189" y="99866"/>
                  </a:lnTo>
                  <a:lnTo>
                    <a:pt x="8439189" y="99866"/>
                  </a:lnTo>
                  <a:lnTo>
                    <a:pt x="8433716" y="99866"/>
                  </a:lnTo>
                  <a:lnTo>
                    <a:pt x="8433716" y="99866"/>
                  </a:lnTo>
                  <a:lnTo>
                    <a:pt x="8428243" y="99866"/>
                  </a:lnTo>
                  <a:lnTo>
                    <a:pt x="8428243" y="99866"/>
                  </a:lnTo>
                  <a:lnTo>
                    <a:pt x="8422770" y="99866"/>
                  </a:lnTo>
                  <a:lnTo>
                    <a:pt x="8422770" y="99866"/>
                  </a:lnTo>
                  <a:lnTo>
                    <a:pt x="8417297" y="99866"/>
                  </a:lnTo>
                  <a:lnTo>
                    <a:pt x="8417297" y="99866"/>
                  </a:lnTo>
                  <a:lnTo>
                    <a:pt x="8406352" y="99866"/>
                  </a:lnTo>
                  <a:lnTo>
                    <a:pt x="8406352" y="99866"/>
                  </a:lnTo>
                  <a:lnTo>
                    <a:pt x="8400879" y="99866"/>
                  </a:lnTo>
                  <a:lnTo>
                    <a:pt x="8400879" y="99866"/>
                  </a:lnTo>
                  <a:lnTo>
                    <a:pt x="8395406" y="99866"/>
                  </a:lnTo>
                  <a:lnTo>
                    <a:pt x="8395406" y="99866"/>
                  </a:lnTo>
                  <a:lnTo>
                    <a:pt x="8389933" y="99866"/>
                  </a:lnTo>
                  <a:lnTo>
                    <a:pt x="8389933" y="99866"/>
                  </a:lnTo>
                  <a:lnTo>
                    <a:pt x="8384460" y="99866"/>
                  </a:lnTo>
                  <a:lnTo>
                    <a:pt x="8384460" y="99866"/>
                  </a:lnTo>
                  <a:lnTo>
                    <a:pt x="8378987" y="99866"/>
                  </a:lnTo>
                  <a:lnTo>
                    <a:pt x="8378987" y="99866"/>
                  </a:lnTo>
                  <a:lnTo>
                    <a:pt x="8373514" y="99866"/>
                  </a:lnTo>
                  <a:lnTo>
                    <a:pt x="8373514" y="99866"/>
                  </a:lnTo>
                  <a:lnTo>
                    <a:pt x="8368041" y="99866"/>
                  </a:lnTo>
                  <a:lnTo>
                    <a:pt x="8368041" y="99866"/>
                  </a:lnTo>
                  <a:lnTo>
                    <a:pt x="8362568" y="99866"/>
                  </a:lnTo>
                  <a:lnTo>
                    <a:pt x="8362568" y="99866"/>
                  </a:lnTo>
                  <a:lnTo>
                    <a:pt x="8357096" y="99866"/>
                  </a:lnTo>
                  <a:lnTo>
                    <a:pt x="8357096" y="99866"/>
                  </a:lnTo>
                  <a:lnTo>
                    <a:pt x="8351623" y="99866"/>
                  </a:lnTo>
                  <a:lnTo>
                    <a:pt x="8351623" y="99866"/>
                  </a:lnTo>
                  <a:lnTo>
                    <a:pt x="8346150" y="99866"/>
                  </a:lnTo>
                  <a:lnTo>
                    <a:pt x="8346150" y="99866"/>
                  </a:lnTo>
                  <a:lnTo>
                    <a:pt x="8340677" y="99866"/>
                  </a:lnTo>
                  <a:lnTo>
                    <a:pt x="8340677" y="99866"/>
                  </a:lnTo>
                  <a:lnTo>
                    <a:pt x="8335204" y="99866"/>
                  </a:lnTo>
                  <a:lnTo>
                    <a:pt x="8335204" y="99866"/>
                  </a:lnTo>
                  <a:lnTo>
                    <a:pt x="8324258" y="99866"/>
                  </a:lnTo>
                  <a:lnTo>
                    <a:pt x="8324258" y="99866"/>
                  </a:lnTo>
                  <a:lnTo>
                    <a:pt x="8318785" y="99866"/>
                  </a:lnTo>
                  <a:lnTo>
                    <a:pt x="8318785" y="99866"/>
                  </a:lnTo>
                  <a:lnTo>
                    <a:pt x="8313312" y="99866"/>
                  </a:lnTo>
                  <a:lnTo>
                    <a:pt x="8313312" y="99866"/>
                  </a:lnTo>
                  <a:lnTo>
                    <a:pt x="8307840" y="99866"/>
                  </a:lnTo>
                  <a:lnTo>
                    <a:pt x="8307840" y="99866"/>
                  </a:lnTo>
                  <a:lnTo>
                    <a:pt x="8302367" y="99866"/>
                  </a:lnTo>
                  <a:lnTo>
                    <a:pt x="8302367" y="99866"/>
                  </a:lnTo>
                  <a:lnTo>
                    <a:pt x="8296894" y="99866"/>
                  </a:lnTo>
                  <a:lnTo>
                    <a:pt x="8296894" y="99866"/>
                  </a:lnTo>
                  <a:lnTo>
                    <a:pt x="8291421" y="99866"/>
                  </a:lnTo>
                  <a:lnTo>
                    <a:pt x="8291421" y="99866"/>
                  </a:lnTo>
                  <a:lnTo>
                    <a:pt x="8285948" y="99866"/>
                  </a:lnTo>
                  <a:lnTo>
                    <a:pt x="8285948" y="184426"/>
                  </a:lnTo>
                  <a:lnTo>
                    <a:pt x="8280475" y="184426"/>
                  </a:lnTo>
                  <a:lnTo>
                    <a:pt x="8280475" y="184426"/>
                  </a:lnTo>
                  <a:lnTo>
                    <a:pt x="8275002" y="184426"/>
                  </a:lnTo>
                  <a:lnTo>
                    <a:pt x="8275002" y="184426"/>
                  </a:lnTo>
                  <a:lnTo>
                    <a:pt x="8269529" y="184426"/>
                  </a:lnTo>
                  <a:lnTo>
                    <a:pt x="8269529" y="184426"/>
                  </a:lnTo>
                  <a:lnTo>
                    <a:pt x="8264056" y="184426"/>
                  </a:lnTo>
                  <a:lnTo>
                    <a:pt x="8264056" y="184426"/>
                  </a:lnTo>
                  <a:lnTo>
                    <a:pt x="8258584" y="184426"/>
                  </a:lnTo>
                  <a:lnTo>
                    <a:pt x="8258584" y="184426"/>
                  </a:lnTo>
                  <a:lnTo>
                    <a:pt x="8253111" y="184426"/>
                  </a:lnTo>
                  <a:lnTo>
                    <a:pt x="8253111" y="184426"/>
                  </a:lnTo>
                  <a:lnTo>
                    <a:pt x="8247638" y="184426"/>
                  </a:lnTo>
                  <a:lnTo>
                    <a:pt x="8247638" y="184426"/>
                  </a:lnTo>
                  <a:lnTo>
                    <a:pt x="8242165" y="184426"/>
                  </a:lnTo>
                  <a:lnTo>
                    <a:pt x="8242165" y="184426"/>
                  </a:lnTo>
                  <a:lnTo>
                    <a:pt x="8231219" y="184426"/>
                  </a:lnTo>
                  <a:lnTo>
                    <a:pt x="8231219" y="184426"/>
                  </a:lnTo>
                  <a:lnTo>
                    <a:pt x="8225746" y="184426"/>
                  </a:lnTo>
                  <a:lnTo>
                    <a:pt x="8225746" y="184426"/>
                  </a:lnTo>
                  <a:lnTo>
                    <a:pt x="8220273" y="184426"/>
                  </a:lnTo>
                  <a:lnTo>
                    <a:pt x="8220273" y="184426"/>
                  </a:lnTo>
                  <a:lnTo>
                    <a:pt x="8214801" y="184426"/>
                  </a:lnTo>
                  <a:lnTo>
                    <a:pt x="8214801" y="184426"/>
                  </a:lnTo>
                  <a:lnTo>
                    <a:pt x="8209328" y="184426"/>
                  </a:lnTo>
                  <a:lnTo>
                    <a:pt x="8209328" y="184426"/>
                  </a:lnTo>
                  <a:lnTo>
                    <a:pt x="8203855" y="184426"/>
                  </a:lnTo>
                  <a:lnTo>
                    <a:pt x="8203855" y="184426"/>
                  </a:lnTo>
                  <a:lnTo>
                    <a:pt x="8198382" y="184426"/>
                  </a:lnTo>
                  <a:lnTo>
                    <a:pt x="8198382" y="184426"/>
                  </a:lnTo>
                  <a:lnTo>
                    <a:pt x="8192909" y="184426"/>
                  </a:lnTo>
                  <a:lnTo>
                    <a:pt x="8192909" y="184426"/>
                  </a:lnTo>
                  <a:lnTo>
                    <a:pt x="8187436" y="184426"/>
                  </a:lnTo>
                  <a:lnTo>
                    <a:pt x="8187436" y="184426"/>
                  </a:lnTo>
                  <a:lnTo>
                    <a:pt x="8181963" y="184426"/>
                  </a:lnTo>
                  <a:lnTo>
                    <a:pt x="8181963" y="184426"/>
                  </a:lnTo>
                  <a:lnTo>
                    <a:pt x="8176490" y="184426"/>
                  </a:lnTo>
                  <a:lnTo>
                    <a:pt x="8176490" y="184426"/>
                  </a:lnTo>
                  <a:lnTo>
                    <a:pt x="8171017" y="184426"/>
                  </a:lnTo>
                  <a:lnTo>
                    <a:pt x="8171017" y="184426"/>
                  </a:lnTo>
                  <a:lnTo>
                    <a:pt x="8165545" y="184426"/>
                  </a:lnTo>
                  <a:lnTo>
                    <a:pt x="8165545" y="184426"/>
                  </a:lnTo>
                  <a:lnTo>
                    <a:pt x="8160072" y="184426"/>
                  </a:lnTo>
                  <a:lnTo>
                    <a:pt x="8160072" y="184426"/>
                  </a:lnTo>
                  <a:lnTo>
                    <a:pt x="8154599" y="184426"/>
                  </a:lnTo>
                  <a:lnTo>
                    <a:pt x="8154599" y="184426"/>
                  </a:lnTo>
                  <a:lnTo>
                    <a:pt x="8149126" y="184426"/>
                  </a:lnTo>
                  <a:lnTo>
                    <a:pt x="8149126" y="184426"/>
                  </a:lnTo>
                  <a:lnTo>
                    <a:pt x="8143653" y="184426"/>
                  </a:lnTo>
                  <a:lnTo>
                    <a:pt x="8143653" y="184426"/>
                  </a:lnTo>
                  <a:lnTo>
                    <a:pt x="8138180" y="184426"/>
                  </a:lnTo>
                  <a:lnTo>
                    <a:pt x="8138180" y="184426"/>
                  </a:lnTo>
                  <a:lnTo>
                    <a:pt x="8132707" y="184426"/>
                  </a:lnTo>
                  <a:lnTo>
                    <a:pt x="8132707" y="184426"/>
                  </a:lnTo>
                  <a:lnTo>
                    <a:pt x="8127234" y="184426"/>
                  </a:lnTo>
                  <a:lnTo>
                    <a:pt x="8127234" y="184426"/>
                  </a:lnTo>
                  <a:lnTo>
                    <a:pt x="8121761" y="184426"/>
                  </a:lnTo>
                  <a:lnTo>
                    <a:pt x="8121761" y="184426"/>
                  </a:lnTo>
                  <a:lnTo>
                    <a:pt x="8116289" y="184426"/>
                  </a:lnTo>
                  <a:lnTo>
                    <a:pt x="8116289" y="184426"/>
                  </a:lnTo>
                  <a:lnTo>
                    <a:pt x="8110816" y="184426"/>
                  </a:lnTo>
                  <a:lnTo>
                    <a:pt x="8110816" y="184426"/>
                  </a:lnTo>
                  <a:lnTo>
                    <a:pt x="8105343" y="184426"/>
                  </a:lnTo>
                  <a:lnTo>
                    <a:pt x="8105343" y="184426"/>
                  </a:lnTo>
                  <a:lnTo>
                    <a:pt x="8094397" y="184426"/>
                  </a:lnTo>
                  <a:lnTo>
                    <a:pt x="8094397" y="184426"/>
                  </a:lnTo>
                  <a:lnTo>
                    <a:pt x="8088924" y="184426"/>
                  </a:lnTo>
                  <a:lnTo>
                    <a:pt x="8088924" y="184426"/>
                  </a:lnTo>
                  <a:lnTo>
                    <a:pt x="8072506" y="184426"/>
                  </a:lnTo>
                  <a:lnTo>
                    <a:pt x="8072506" y="184426"/>
                  </a:lnTo>
                  <a:lnTo>
                    <a:pt x="8067033" y="184426"/>
                  </a:lnTo>
                  <a:lnTo>
                    <a:pt x="8067033" y="184426"/>
                  </a:lnTo>
                  <a:lnTo>
                    <a:pt x="8061560" y="184426"/>
                  </a:lnTo>
                  <a:lnTo>
                    <a:pt x="8061560" y="184426"/>
                  </a:lnTo>
                  <a:lnTo>
                    <a:pt x="8056087" y="184426"/>
                  </a:lnTo>
                  <a:lnTo>
                    <a:pt x="8056087" y="184426"/>
                  </a:lnTo>
                  <a:lnTo>
                    <a:pt x="8050614" y="184426"/>
                  </a:lnTo>
                  <a:lnTo>
                    <a:pt x="8050614" y="184426"/>
                  </a:lnTo>
                  <a:lnTo>
                    <a:pt x="8045141" y="184426"/>
                  </a:lnTo>
                  <a:lnTo>
                    <a:pt x="8045141" y="184426"/>
                  </a:lnTo>
                  <a:lnTo>
                    <a:pt x="8039668" y="184426"/>
                  </a:lnTo>
                  <a:lnTo>
                    <a:pt x="8039668" y="184426"/>
                  </a:lnTo>
                  <a:lnTo>
                    <a:pt x="8034195" y="184426"/>
                  </a:lnTo>
                  <a:lnTo>
                    <a:pt x="8034195" y="184426"/>
                  </a:lnTo>
                  <a:lnTo>
                    <a:pt x="8028722" y="184426"/>
                  </a:lnTo>
                  <a:lnTo>
                    <a:pt x="8028722" y="184426"/>
                  </a:lnTo>
                  <a:lnTo>
                    <a:pt x="8023250" y="184426"/>
                  </a:lnTo>
                  <a:lnTo>
                    <a:pt x="8023250" y="184426"/>
                  </a:lnTo>
                  <a:lnTo>
                    <a:pt x="8017777" y="184426"/>
                  </a:lnTo>
                  <a:lnTo>
                    <a:pt x="8017777" y="184426"/>
                  </a:lnTo>
                  <a:lnTo>
                    <a:pt x="8012304" y="184426"/>
                  </a:lnTo>
                  <a:lnTo>
                    <a:pt x="8012304" y="184426"/>
                  </a:lnTo>
                  <a:lnTo>
                    <a:pt x="8006831" y="184426"/>
                  </a:lnTo>
                  <a:lnTo>
                    <a:pt x="8006831" y="266913"/>
                  </a:lnTo>
                  <a:lnTo>
                    <a:pt x="7995885" y="266913"/>
                  </a:lnTo>
                  <a:lnTo>
                    <a:pt x="7995885" y="266913"/>
                  </a:lnTo>
                  <a:lnTo>
                    <a:pt x="7990412" y="266913"/>
                  </a:lnTo>
                  <a:lnTo>
                    <a:pt x="7990412" y="266913"/>
                  </a:lnTo>
                  <a:lnTo>
                    <a:pt x="7984939" y="266913"/>
                  </a:lnTo>
                  <a:lnTo>
                    <a:pt x="7984939" y="266913"/>
                  </a:lnTo>
                  <a:lnTo>
                    <a:pt x="7979466" y="266913"/>
                  </a:lnTo>
                  <a:lnTo>
                    <a:pt x="7979466" y="266913"/>
                  </a:lnTo>
                  <a:lnTo>
                    <a:pt x="7973994" y="266913"/>
                  </a:lnTo>
                  <a:lnTo>
                    <a:pt x="7973994" y="266913"/>
                  </a:lnTo>
                  <a:lnTo>
                    <a:pt x="7968521" y="266913"/>
                  </a:lnTo>
                  <a:lnTo>
                    <a:pt x="7968521" y="266913"/>
                  </a:lnTo>
                  <a:lnTo>
                    <a:pt x="7957575" y="266913"/>
                  </a:lnTo>
                  <a:lnTo>
                    <a:pt x="7957575" y="266913"/>
                  </a:lnTo>
                  <a:lnTo>
                    <a:pt x="7952102" y="266913"/>
                  </a:lnTo>
                  <a:lnTo>
                    <a:pt x="7952102" y="266913"/>
                  </a:lnTo>
                  <a:lnTo>
                    <a:pt x="7946629" y="266913"/>
                  </a:lnTo>
                  <a:lnTo>
                    <a:pt x="7946629" y="266913"/>
                  </a:lnTo>
                  <a:lnTo>
                    <a:pt x="7941156" y="266913"/>
                  </a:lnTo>
                  <a:lnTo>
                    <a:pt x="7941156" y="266913"/>
                  </a:lnTo>
                  <a:lnTo>
                    <a:pt x="7930210" y="266913"/>
                  </a:lnTo>
                  <a:lnTo>
                    <a:pt x="7930210" y="266913"/>
                  </a:lnTo>
                  <a:lnTo>
                    <a:pt x="7924738" y="266913"/>
                  </a:lnTo>
                  <a:lnTo>
                    <a:pt x="7924738" y="266913"/>
                  </a:lnTo>
                  <a:lnTo>
                    <a:pt x="7919265" y="266913"/>
                  </a:lnTo>
                  <a:lnTo>
                    <a:pt x="7919265" y="266913"/>
                  </a:lnTo>
                  <a:lnTo>
                    <a:pt x="7913792" y="266913"/>
                  </a:lnTo>
                  <a:lnTo>
                    <a:pt x="7913792" y="266913"/>
                  </a:lnTo>
                  <a:lnTo>
                    <a:pt x="7908319" y="266913"/>
                  </a:lnTo>
                  <a:lnTo>
                    <a:pt x="7908319" y="266913"/>
                  </a:lnTo>
                  <a:lnTo>
                    <a:pt x="7902846" y="266913"/>
                  </a:lnTo>
                  <a:lnTo>
                    <a:pt x="7902846" y="266913"/>
                  </a:lnTo>
                  <a:lnTo>
                    <a:pt x="7897373" y="266913"/>
                  </a:lnTo>
                  <a:lnTo>
                    <a:pt x="7897373" y="266913"/>
                  </a:lnTo>
                  <a:lnTo>
                    <a:pt x="7891900" y="266913"/>
                  </a:lnTo>
                  <a:lnTo>
                    <a:pt x="7891900" y="266913"/>
                  </a:lnTo>
                  <a:lnTo>
                    <a:pt x="7886427" y="266913"/>
                  </a:lnTo>
                  <a:lnTo>
                    <a:pt x="7886427" y="266913"/>
                  </a:lnTo>
                  <a:lnTo>
                    <a:pt x="7880955" y="266913"/>
                  </a:lnTo>
                  <a:lnTo>
                    <a:pt x="7880955" y="266913"/>
                  </a:lnTo>
                  <a:lnTo>
                    <a:pt x="7875482" y="266913"/>
                  </a:lnTo>
                  <a:lnTo>
                    <a:pt x="7875482" y="266913"/>
                  </a:lnTo>
                  <a:lnTo>
                    <a:pt x="7870009" y="266913"/>
                  </a:lnTo>
                  <a:lnTo>
                    <a:pt x="7870009" y="266913"/>
                  </a:lnTo>
                  <a:lnTo>
                    <a:pt x="7864536" y="266913"/>
                  </a:lnTo>
                  <a:lnTo>
                    <a:pt x="7864536" y="266913"/>
                  </a:lnTo>
                  <a:lnTo>
                    <a:pt x="7859063" y="266913"/>
                  </a:lnTo>
                  <a:lnTo>
                    <a:pt x="7859063" y="266913"/>
                  </a:lnTo>
                  <a:lnTo>
                    <a:pt x="7853590" y="266913"/>
                  </a:lnTo>
                  <a:lnTo>
                    <a:pt x="7853590" y="266913"/>
                  </a:lnTo>
                  <a:lnTo>
                    <a:pt x="7848117" y="266913"/>
                  </a:lnTo>
                  <a:lnTo>
                    <a:pt x="7848117" y="266913"/>
                  </a:lnTo>
                  <a:lnTo>
                    <a:pt x="7842644" y="266913"/>
                  </a:lnTo>
                  <a:lnTo>
                    <a:pt x="7842644" y="266913"/>
                  </a:lnTo>
                  <a:lnTo>
                    <a:pt x="7837171" y="266913"/>
                  </a:lnTo>
                  <a:lnTo>
                    <a:pt x="7837171" y="266913"/>
                  </a:lnTo>
                  <a:lnTo>
                    <a:pt x="7831699" y="266913"/>
                  </a:lnTo>
                  <a:lnTo>
                    <a:pt x="7831699" y="266913"/>
                  </a:lnTo>
                  <a:lnTo>
                    <a:pt x="7826226" y="266913"/>
                  </a:lnTo>
                  <a:lnTo>
                    <a:pt x="7826226" y="266913"/>
                  </a:lnTo>
                  <a:lnTo>
                    <a:pt x="7820753" y="266913"/>
                  </a:lnTo>
                  <a:lnTo>
                    <a:pt x="7820753" y="266913"/>
                  </a:lnTo>
                  <a:lnTo>
                    <a:pt x="7815280" y="266913"/>
                  </a:lnTo>
                  <a:lnTo>
                    <a:pt x="7815280" y="266913"/>
                  </a:lnTo>
                  <a:lnTo>
                    <a:pt x="7804334" y="266913"/>
                  </a:lnTo>
                  <a:lnTo>
                    <a:pt x="7804334" y="266913"/>
                  </a:lnTo>
                  <a:lnTo>
                    <a:pt x="7798861" y="266913"/>
                  </a:lnTo>
                  <a:lnTo>
                    <a:pt x="7798861" y="266913"/>
                  </a:lnTo>
                  <a:lnTo>
                    <a:pt x="7793388" y="266913"/>
                  </a:lnTo>
                  <a:lnTo>
                    <a:pt x="7793388" y="266913"/>
                  </a:lnTo>
                  <a:lnTo>
                    <a:pt x="7787915" y="266913"/>
                  </a:lnTo>
                  <a:lnTo>
                    <a:pt x="7787915" y="266913"/>
                  </a:lnTo>
                  <a:lnTo>
                    <a:pt x="7782443" y="266913"/>
                  </a:lnTo>
                  <a:lnTo>
                    <a:pt x="7782443" y="266913"/>
                  </a:lnTo>
                  <a:lnTo>
                    <a:pt x="7776970" y="266913"/>
                  </a:lnTo>
                  <a:lnTo>
                    <a:pt x="7776970" y="266913"/>
                  </a:lnTo>
                  <a:lnTo>
                    <a:pt x="7771497" y="266913"/>
                  </a:lnTo>
                  <a:lnTo>
                    <a:pt x="7771497" y="266913"/>
                  </a:lnTo>
                  <a:lnTo>
                    <a:pt x="7766024" y="266913"/>
                  </a:lnTo>
                  <a:lnTo>
                    <a:pt x="7766024" y="266913"/>
                  </a:lnTo>
                  <a:lnTo>
                    <a:pt x="7760551" y="266913"/>
                  </a:lnTo>
                  <a:lnTo>
                    <a:pt x="7760551" y="345545"/>
                  </a:lnTo>
                  <a:lnTo>
                    <a:pt x="7744132" y="345545"/>
                  </a:lnTo>
                  <a:lnTo>
                    <a:pt x="7744132" y="345545"/>
                  </a:lnTo>
                  <a:lnTo>
                    <a:pt x="7738659" y="345545"/>
                  </a:lnTo>
                  <a:lnTo>
                    <a:pt x="7738659" y="345545"/>
                  </a:lnTo>
                  <a:lnTo>
                    <a:pt x="7733187" y="345545"/>
                  </a:lnTo>
                  <a:lnTo>
                    <a:pt x="7733187" y="345545"/>
                  </a:lnTo>
                  <a:lnTo>
                    <a:pt x="7727714" y="345545"/>
                  </a:lnTo>
                  <a:lnTo>
                    <a:pt x="7727714" y="345545"/>
                  </a:lnTo>
                  <a:lnTo>
                    <a:pt x="7722241" y="345545"/>
                  </a:lnTo>
                  <a:lnTo>
                    <a:pt x="7722241" y="345545"/>
                  </a:lnTo>
                  <a:lnTo>
                    <a:pt x="7716768" y="345545"/>
                  </a:lnTo>
                  <a:lnTo>
                    <a:pt x="7716768" y="345545"/>
                  </a:lnTo>
                  <a:lnTo>
                    <a:pt x="7711295" y="345545"/>
                  </a:lnTo>
                  <a:lnTo>
                    <a:pt x="7711295" y="345545"/>
                  </a:lnTo>
                  <a:lnTo>
                    <a:pt x="7705822" y="345545"/>
                  </a:lnTo>
                  <a:lnTo>
                    <a:pt x="7705822" y="345545"/>
                  </a:lnTo>
                  <a:lnTo>
                    <a:pt x="7700349" y="345545"/>
                  </a:lnTo>
                  <a:lnTo>
                    <a:pt x="7700349" y="345545"/>
                  </a:lnTo>
                  <a:lnTo>
                    <a:pt x="7694876" y="345545"/>
                  </a:lnTo>
                  <a:lnTo>
                    <a:pt x="7694876" y="345545"/>
                  </a:lnTo>
                  <a:lnTo>
                    <a:pt x="7689404" y="345545"/>
                  </a:lnTo>
                  <a:lnTo>
                    <a:pt x="7689404" y="345545"/>
                  </a:lnTo>
                  <a:lnTo>
                    <a:pt x="7683931" y="345545"/>
                  </a:lnTo>
                  <a:lnTo>
                    <a:pt x="7683931" y="345545"/>
                  </a:lnTo>
                  <a:lnTo>
                    <a:pt x="7678458" y="345545"/>
                  </a:lnTo>
                  <a:lnTo>
                    <a:pt x="7678458" y="345545"/>
                  </a:lnTo>
                  <a:lnTo>
                    <a:pt x="7672985" y="345545"/>
                  </a:lnTo>
                  <a:lnTo>
                    <a:pt x="7672985" y="345545"/>
                  </a:lnTo>
                  <a:lnTo>
                    <a:pt x="7667512" y="345545"/>
                  </a:lnTo>
                  <a:lnTo>
                    <a:pt x="7667512" y="345545"/>
                  </a:lnTo>
                  <a:lnTo>
                    <a:pt x="7662039" y="345545"/>
                  </a:lnTo>
                  <a:lnTo>
                    <a:pt x="7662039" y="345545"/>
                  </a:lnTo>
                  <a:lnTo>
                    <a:pt x="7656566" y="345545"/>
                  </a:lnTo>
                  <a:lnTo>
                    <a:pt x="7656566" y="345545"/>
                  </a:lnTo>
                  <a:lnTo>
                    <a:pt x="7651093" y="345545"/>
                  </a:lnTo>
                  <a:lnTo>
                    <a:pt x="7651093" y="345545"/>
                  </a:lnTo>
                  <a:lnTo>
                    <a:pt x="7645620" y="345545"/>
                  </a:lnTo>
                  <a:lnTo>
                    <a:pt x="7645620" y="345545"/>
                  </a:lnTo>
                  <a:lnTo>
                    <a:pt x="7640148" y="345545"/>
                  </a:lnTo>
                  <a:lnTo>
                    <a:pt x="7640148" y="345545"/>
                  </a:lnTo>
                  <a:lnTo>
                    <a:pt x="7634675" y="345545"/>
                  </a:lnTo>
                  <a:lnTo>
                    <a:pt x="7634675" y="345545"/>
                  </a:lnTo>
                  <a:lnTo>
                    <a:pt x="7629202" y="345545"/>
                  </a:lnTo>
                  <a:lnTo>
                    <a:pt x="7629202" y="345545"/>
                  </a:lnTo>
                  <a:lnTo>
                    <a:pt x="7623729" y="345545"/>
                  </a:lnTo>
                  <a:lnTo>
                    <a:pt x="7623729" y="345545"/>
                  </a:lnTo>
                  <a:lnTo>
                    <a:pt x="7618256" y="345545"/>
                  </a:lnTo>
                  <a:lnTo>
                    <a:pt x="7618256" y="345545"/>
                  </a:lnTo>
                  <a:lnTo>
                    <a:pt x="7612783" y="345545"/>
                  </a:lnTo>
                  <a:lnTo>
                    <a:pt x="7612783" y="345545"/>
                  </a:lnTo>
                  <a:lnTo>
                    <a:pt x="7607310" y="345545"/>
                  </a:lnTo>
                  <a:lnTo>
                    <a:pt x="7607310" y="345545"/>
                  </a:lnTo>
                  <a:lnTo>
                    <a:pt x="7601837" y="345545"/>
                  </a:lnTo>
                  <a:lnTo>
                    <a:pt x="7601837" y="345545"/>
                  </a:lnTo>
                  <a:lnTo>
                    <a:pt x="7596364" y="345545"/>
                  </a:lnTo>
                  <a:lnTo>
                    <a:pt x="7596364" y="345545"/>
                  </a:lnTo>
                  <a:lnTo>
                    <a:pt x="7590892" y="345545"/>
                  </a:lnTo>
                  <a:lnTo>
                    <a:pt x="7590892" y="345545"/>
                  </a:lnTo>
                  <a:lnTo>
                    <a:pt x="7585419" y="345545"/>
                  </a:lnTo>
                  <a:lnTo>
                    <a:pt x="7585419" y="345545"/>
                  </a:lnTo>
                  <a:lnTo>
                    <a:pt x="7579946" y="345545"/>
                  </a:lnTo>
                  <a:lnTo>
                    <a:pt x="7579946" y="345545"/>
                  </a:lnTo>
                  <a:lnTo>
                    <a:pt x="7574473" y="345545"/>
                  </a:lnTo>
                  <a:lnTo>
                    <a:pt x="7574473" y="345545"/>
                  </a:lnTo>
                  <a:lnTo>
                    <a:pt x="7563527" y="345545"/>
                  </a:lnTo>
                  <a:lnTo>
                    <a:pt x="7563527" y="345545"/>
                  </a:lnTo>
                  <a:lnTo>
                    <a:pt x="7558054" y="345545"/>
                  </a:lnTo>
                  <a:lnTo>
                    <a:pt x="7558054" y="345545"/>
                  </a:lnTo>
                  <a:lnTo>
                    <a:pt x="7552581" y="345545"/>
                  </a:lnTo>
                  <a:lnTo>
                    <a:pt x="7552581" y="345545"/>
                  </a:lnTo>
                  <a:lnTo>
                    <a:pt x="7541636" y="345545"/>
                  </a:lnTo>
                  <a:lnTo>
                    <a:pt x="7541636" y="345545"/>
                  </a:lnTo>
                  <a:lnTo>
                    <a:pt x="7536163" y="345545"/>
                  </a:lnTo>
                  <a:lnTo>
                    <a:pt x="7536163" y="345545"/>
                  </a:lnTo>
                  <a:lnTo>
                    <a:pt x="7530690" y="345545"/>
                  </a:lnTo>
                  <a:lnTo>
                    <a:pt x="7530690" y="345545"/>
                  </a:lnTo>
                  <a:lnTo>
                    <a:pt x="7519744" y="345545"/>
                  </a:lnTo>
                  <a:lnTo>
                    <a:pt x="7519744" y="345545"/>
                  </a:lnTo>
                  <a:lnTo>
                    <a:pt x="7514271" y="345545"/>
                  </a:lnTo>
                  <a:lnTo>
                    <a:pt x="7514271" y="345545"/>
                  </a:lnTo>
                  <a:lnTo>
                    <a:pt x="7508798" y="345545"/>
                  </a:lnTo>
                  <a:lnTo>
                    <a:pt x="7508798" y="345545"/>
                  </a:lnTo>
                  <a:lnTo>
                    <a:pt x="7503325" y="345545"/>
                  </a:lnTo>
                  <a:lnTo>
                    <a:pt x="7503325" y="345545"/>
                  </a:lnTo>
                  <a:lnTo>
                    <a:pt x="7497853" y="345545"/>
                  </a:lnTo>
                  <a:lnTo>
                    <a:pt x="7497853" y="345545"/>
                  </a:lnTo>
                  <a:lnTo>
                    <a:pt x="7492380" y="345545"/>
                  </a:lnTo>
                  <a:lnTo>
                    <a:pt x="7492380" y="345545"/>
                  </a:lnTo>
                  <a:lnTo>
                    <a:pt x="7486907" y="345545"/>
                  </a:lnTo>
                  <a:lnTo>
                    <a:pt x="7486907" y="345545"/>
                  </a:lnTo>
                  <a:lnTo>
                    <a:pt x="7481434" y="345545"/>
                  </a:lnTo>
                  <a:lnTo>
                    <a:pt x="7481434" y="345545"/>
                  </a:lnTo>
                  <a:lnTo>
                    <a:pt x="7475961" y="345545"/>
                  </a:lnTo>
                  <a:lnTo>
                    <a:pt x="7475961" y="345545"/>
                  </a:lnTo>
                  <a:lnTo>
                    <a:pt x="7465015" y="345545"/>
                  </a:lnTo>
                  <a:lnTo>
                    <a:pt x="7465015" y="345545"/>
                  </a:lnTo>
                  <a:lnTo>
                    <a:pt x="7459542" y="345545"/>
                  </a:lnTo>
                  <a:lnTo>
                    <a:pt x="7459542" y="345545"/>
                  </a:lnTo>
                  <a:lnTo>
                    <a:pt x="7454069" y="345545"/>
                  </a:lnTo>
                  <a:lnTo>
                    <a:pt x="7454069" y="345545"/>
                  </a:lnTo>
                  <a:lnTo>
                    <a:pt x="7448597" y="345545"/>
                  </a:lnTo>
                  <a:lnTo>
                    <a:pt x="7448597" y="345545"/>
                  </a:lnTo>
                  <a:lnTo>
                    <a:pt x="7443124" y="345545"/>
                  </a:lnTo>
                  <a:lnTo>
                    <a:pt x="7443124" y="345545"/>
                  </a:lnTo>
                  <a:lnTo>
                    <a:pt x="7437651" y="345545"/>
                  </a:lnTo>
                  <a:lnTo>
                    <a:pt x="7437651" y="345545"/>
                  </a:lnTo>
                  <a:lnTo>
                    <a:pt x="7432178" y="345545"/>
                  </a:lnTo>
                  <a:lnTo>
                    <a:pt x="7432178" y="345545"/>
                  </a:lnTo>
                  <a:lnTo>
                    <a:pt x="7426705" y="345545"/>
                  </a:lnTo>
                  <a:lnTo>
                    <a:pt x="7426705" y="345545"/>
                  </a:lnTo>
                  <a:lnTo>
                    <a:pt x="7421232" y="345545"/>
                  </a:lnTo>
                  <a:lnTo>
                    <a:pt x="7421232" y="345545"/>
                  </a:lnTo>
                  <a:lnTo>
                    <a:pt x="7415759" y="345545"/>
                  </a:lnTo>
                  <a:lnTo>
                    <a:pt x="7415759" y="345545"/>
                  </a:lnTo>
                  <a:lnTo>
                    <a:pt x="7410286" y="345545"/>
                  </a:lnTo>
                  <a:lnTo>
                    <a:pt x="7410286" y="345545"/>
                  </a:lnTo>
                  <a:lnTo>
                    <a:pt x="7404813" y="345545"/>
                  </a:lnTo>
                  <a:lnTo>
                    <a:pt x="7404813" y="345545"/>
                  </a:lnTo>
                  <a:lnTo>
                    <a:pt x="7399341" y="345545"/>
                  </a:lnTo>
                  <a:lnTo>
                    <a:pt x="7399341" y="345545"/>
                  </a:lnTo>
                  <a:lnTo>
                    <a:pt x="7393868" y="345545"/>
                  </a:lnTo>
                  <a:lnTo>
                    <a:pt x="7393868" y="345545"/>
                  </a:lnTo>
                  <a:lnTo>
                    <a:pt x="7388395" y="345545"/>
                  </a:lnTo>
                  <a:lnTo>
                    <a:pt x="7388395" y="345545"/>
                  </a:lnTo>
                  <a:lnTo>
                    <a:pt x="7382922" y="345545"/>
                  </a:lnTo>
                  <a:lnTo>
                    <a:pt x="7382922" y="345545"/>
                  </a:lnTo>
                  <a:lnTo>
                    <a:pt x="7377449" y="345545"/>
                  </a:lnTo>
                  <a:lnTo>
                    <a:pt x="7377449" y="345545"/>
                  </a:lnTo>
                  <a:lnTo>
                    <a:pt x="7371976" y="345545"/>
                  </a:lnTo>
                  <a:lnTo>
                    <a:pt x="7371976" y="345545"/>
                  </a:lnTo>
                  <a:lnTo>
                    <a:pt x="7366503" y="345545"/>
                  </a:lnTo>
                  <a:lnTo>
                    <a:pt x="7366503" y="345545"/>
                  </a:lnTo>
                  <a:lnTo>
                    <a:pt x="7361030" y="345545"/>
                  </a:lnTo>
                  <a:lnTo>
                    <a:pt x="7361030" y="345545"/>
                  </a:lnTo>
                  <a:lnTo>
                    <a:pt x="7355558" y="345545"/>
                  </a:lnTo>
                  <a:lnTo>
                    <a:pt x="7355558" y="345545"/>
                  </a:lnTo>
                  <a:lnTo>
                    <a:pt x="7350085" y="345545"/>
                  </a:lnTo>
                  <a:lnTo>
                    <a:pt x="7350085" y="345545"/>
                  </a:lnTo>
                  <a:lnTo>
                    <a:pt x="7344612" y="345545"/>
                  </a:lnTo>
                  <a:lnTo>
                    <a:pt x="7344612" y="345545"/>
                  </a:lnTo>
                  <a:lnTo>
                    <a:pt x="7339139" y="345545"/>
                  </a:lnTo>
                  <a:lnTo>
                    <a:pt x="7339139" y="345545"/>
                  </a:lnTo>
                  <a:lnTo>
                    <a:pt x="7333666" y="345545"/>
                  </a:lnTo>
                  <a:lnTo>
                    <a:pt x="7333666" y="345545"/>
                  </a:lnTo>
                  <a:lnTo>
                    <a:pt x="7328193" y="345545"/>
                  </a:lnTo>
                  <a:lnTo>
                    <a:pt x="7328193" y="345545"/>
                  </a:lnTo>
                  <a:lnTo>
                    <a:pt x="7322720" y="345545"/>
                  </a:lnTo>
                  <a:lnTo>
                    <a:pt x="7322720" y="345545"/>
                  </a:lnTo>
                  <a:lnTo>
                    <a:pt x="7317247" y="345545"/>
                  </a:lnTo>
                  <a:lnTo>
                    <a:pt x="7317247" y="345545"/>
                  </a:lnTo>
                  <a:lnTo>
                    <a:pt x="7311774" y="345545"/>
                  </a:lnTo>
                  <a:lnTo>
                    <a:pt x="7311774" y="345545"/>
                  </a:lnTo>
                  <a:lnTo>
                    <a:pt x="7306302" y="345545"/>
                  </a:lnTo>
                  <a:lnTo>
                    <a:pt x="7306302" y="345545"/>
                  </a:lnTo>
                  <a:lnTo>
                    <a:pt x="7300829" y="345545"/>
                  </a:lnTo>
                  <a:lnTo>
                    <a:pt x="7300829" y="345545"/>
                  </a:lnTo>
                  <a:lnTo>
                    <a:pt x="7295356" y="345545"/>
                  </a:lnTo>
                  <a:lnTo>
                    <a:pt x="7295356" y="345545"/>
                  </a:lnTo>
                  <a:lnTo>
                    <a:pt x="7289883" y="345545"/>
                  </a:lnTo>
                  <a:lnTo>
                    <a:pt x="7289883" y="345545"/>
                  </a:lnTo>
                  <a:lnTo>
                    <a:pt x="7284410" y="345545"/>
                  </a:lnTo>
                  <a:lnTo>
                    <a:pt x="7284410" y="345545"/>
                  </a:lnTo>
                  <a:lnTo>
                    <a:pt x="7278937" y="345545"/>
                  </a:lnTo>
                  <a:lnTo>
                    <a:pt x="7278937" y="345545"/>
                  </a:lnTo>
                  <a:lnTo>
                    <a:pt x="7273464" y="345545"/>
                  </a:lnTo>
                  <a:lnTo>
                    <a:pt x="7273464" y="345545"/>
                  </a:lnTo>
                  <a:lnTo>
                    <a:pt x="7267991" y="345545"/>
                  </a:lnTo>
                  <a:lnTo>
                    <a:pt x="7267991" y="345545"/>
                  </a:lnTo>
                  <a:lnTo>
                    <a:pt x="7262518" y="345545"/>
                  </a:lnTo>
                  <a:lnTo>
                    <a:pt x="7262518" y="345545"/>
                  </a:lnTo>
                  <a:lnTo>
                    <a:pt x="7257046" y="345545"/>
                  </a:lnTo>
                  <a:lnTo>
                    <a:pt x="7257046" y="345545"/>
                  </a:lnTo>
                  <a:lnTo>
                    <a:pt x="7251573" y="345545"/>
                  </a:lnTo>
                  <a:lnTo>
                    <a:pt x="7251573" y="345545"/>
                  </a:lnTo>
                  <a:lnTo>
                    <a:pt x="7246100" y="345545"/>
                  </a:lnTo>
                  <a:lnTo>
                    <a:pt x="7246100" y="345545"/>
                  </a:lnTo>
                  <a:lnTo>
                    <a:pt x="7240627" y="345545"/>
                  </a:lnTo>
                  <a:lnTo>
                    <a:pt x="7240627" y="345545"/>
                  </a:lnTo>
                  <a:lnTo>
                    <a:pt x="7235154" y="345545"/>
                  </a:lnTo>
                  <a:lnTo>
                    <a:pt x="7235154" y="345545"/>
                  </a:lnTo>
                  <a:lnTo>
                    <a:pt x="7229681" y="345545"/>
                  </a:lnTo>
                  <a:lnTo>
                    <a:pt x="7229681" y="345545"/>
                  </a:lnTo>
                  <a:lnTo>
                    <a:pt x="7224208" y="345545"/>
                  </a:lnTo>
                  <a:lnTo>
                    <a:pt x="7224208" y="345545"/>
                  </a:lnTo>
                  <a:lnTo>
                    <a:pt x="7218735" y="345545"/>
                  </a:lnTo>
                  <a:lnTo>
                    <a:pt x="7218735" y="345545"/>
                  </a:lnTo>
                  <a:lnTo>
                    <a:pt x="7213262" y="345545"/>
                  </a:lnTo>
                  <a:lnTo>
                    <a:pt x="7213262" y="345545"/>
                  </a:lnTo>
                  <a:lnTo>
                    <a:pt x="7202317" y="345545"/>
                  </a:lnTo>
                  <a:lnTo>
                    <a:pt x="7202317" y="345545"/>
                  </a:lnTo>
                  <a:lnTo>
                    <a:pt x="7196844" y="345545"/>
                  </a:lnTo>
                  <a:lnTo>
                    <a:pt x="7196844" y="345545"/>
                  </a:lnTo>
                  <a:lnTo>
                    <a:pt x="7191371" y="345545"/>
                  </a:lnTo>
                  <a:lnTo>
                    <a:pt x="7191371" y="345545"/>
                  </a:lnTo>
                  <a:lnTo>
                    <a:pt x="7185898" y="345545"/>
                  </a:lnTo>
                  <a:lnTo>
                    <a:pt x="7185898" y="345545"/>
                  </a:lnTo>
                  <a:lnTo>
                    <a:pt x="7180425" y="345545"/>
                  </a:lnTo>
                  <a:lnTo>
                    <a:pt x="7180425" y="345545"/>
                  </a:lnTo>
                  <a:lnTo>
                    <a:pt x="7174952" y="345545"/>
                  </a:lnTo>
                  <a:lnTo>
                    <a:pt x="7174952" y="345545"/>
                  </a:lnTo>
                  <a:lnTo>
                    <a:pt x="7169479" y="345545"/>
                  </a:lnTo>
                  <a:lnTo>
                    <a:pt x="7169479" y="345545"/>
                  </a:lnTo>
                  <a:lnTo>
                    <a:pt x="7164007" y="345545"/>
                  </a:lnTo>
                  <a:lnTo>
                    <a:pt x="7164007" y="345545"/>
                  </a:lnTo>
                  <a:lnTo>
                    <a:pt x="7158534" y="345545"/>
                  </a:lnTo>
                  <a:lnTo>
                    <a:pt x="7158534" y="345545"/>
                  </a:lnTo>
                  <a:lnTo>
                    <a:pt x="7153061" y="345545"/>
                  </a:lnTo>
                  <a:lnTo>
                    <a:pt x="7153061" y="345545"/>
                  </a:lnTo>
                  <a:lnTo>
                    <a:pt x="7147588" y="345545"/>
                  </a:lnTo>
                  <a:lnTo>
                    <a:pt x="7147588" y="345545"/>
                  </a:lnTo>
                  <a:lnTo>
                    <a:pt x="7142115" y="345545"/>
                  </a:lnTo>
                  <a:lnTo>
                    <a:pt x="7142115" y="345545"/>
                  </a:lnTo>
                  <a:lnTo>
                    <a:pt x="7136642" y="345545"/>
                  </a:lnTo>
                  <a:lnTo>
                    <a:pt x="7136642" y="345545"/>
                  </a:lnTo>
                  <a:lnTo>
                    <a:pt x="7131169" y="345545"/>
                  </a:lnTo>
                  <a:lnTo>
                    <a:pt x="7131169" y="345545"/>
                  </a:lnTo>
                  <a:lnTo>
                    <a:pt x="7125696" y="345545"/>
                  </a:lnTo>
                  <a:lnTo>
                    <a:pt x="7125696" y="345545"/>
                  </a:lnTo>
                  <a:lnTo>
                    <a:pt x="7120223" y="345545"/>
                  </a:lnTo>
                  <a:lnTo>
                    <a:pt x="7120223" y="345545"/>
                  </a:lnTo>
                  <a:lnTo>
                    <a:pt x="7114751" y="345545"/>
                  </a:lnTo>
                  <a:lnTo>
                    <a:pt x="7114751" y="345545"/>
                  </a:lnTo>
                  <a:lnTo>
                    <a:pt x="7109278" y="345545"/>
                  </a:lnTo>
                  <a:lnTo>
                    <a:pt x="7109278" y="345545"/>
                  </a:lnTo>
                  <a:lnTo>
                    <a:pt x="7103805" y="345545"/>
                  </a:lnTo>
                  <a:lnTo>
                    <a:pt x="7103805" y="345545"/>
                  </a:lnTo>
                  <a:lnTo>
                    <a:pt x="7098332" y="345545"/>
                  </a:lnTo>
                  <a:lnTo>
                    <a:pt x="7098332" y="345545"/>
                  </a:lnTo>
                  <a:lnTo>
                    <a:pt x="7092859" y="345545"/>
                  </a:lnTo>
                  <a:lnTo>
                    <a:pt x="7092859" y="345545"/>
                  </a:lnTo>
                  <a:lnTo>
                    <a:pt x="7087386" y="345545"/>
                  </a:lnTo>
                  <a:lnTo>
                    <a:pt x="7087386" y="345545"/>
                  </a:lnTo>
                  <a:lnTo>
                    <a:pt x="7081913" y="345545"/>
                  </a:lnTo>
                  <a:lnTo>
                    <a:pt x="7081913" y="345545"/>
                  </a:lnTo>
                  <a:lnTo>
                    <a:pt x="7076440" y="345545"/>
                  </a:lnTo>
                  <a:lnTo>
                    <a:pt x="7076440" y="345545"/>
                  </a:lnTo>
                  <a:lnTo>
                    <a:pt x="7070967" y="345545"/>
                  </a:lnTo>
                  <a:lnTo>
                    <a:pt x="7070967" y="345545"/>
                  </a:lnTo>
                  <a:lnTo>
                    <a:pt x="7065495" y="345545"/>
                  </a:lnTo>
                  <a:lnTo>
                    <a:pt x="7065495" y="345545"/>
                  </a:lnTo>
                  <a:lnTo>
                    <a:pt x="7060022" y="345545"/>
                  </a:lnTo>
                  <a:lnTo>
                    <a:pt x="7060022" y="345545"/>
                  </a:lnTo>
                  <a:lnTo>
                    <a:pt x="7054549" y="345545"/>
                  </a:lnTo>
                  <a:lnTo>
                    <a:pt x="7054549" y="345545"/>
                  </a:lnTo>
                  <a:lnTo>
                    <a:pt x="7043603" y="345545"/>
                  </a:lnTo>
                  <a:lnTo>
                    <a:pt x="7043603" y="345545"/>
                  </a:lnTo>
                  <a:lnTo>
                    <a:pt x="7038130" y="345545"/>
                  </a:lnTo>
                  <a:lnTo>
                    <a:pt x="7038130" y="345545"/>
                  </a:lnTo>
                  <a:lnTo>
                    <a:pt x="7032657" y="345545"/>
                  </a:lnTo>
                  <a:lnTo>
                    <a:pt x="7032657" y="345545"/>
                  </a:lnTo>
                  <a:lnTo>
                    <a:pt x="7027184" y="345545"/>
                  </a:lnTo>
                  <a:lnTo>
                    <a:pt x="7027184" y="345545"/>
                  </a:lnTo>
                  <a:lnTo>
                    <a:pt x="7021712" y="345545"/>
                  </a:lnTo>
                  <a:lnTo>
                    <a:pt x="7021712" y="345545"/>
                  </a:lnTo>
                  <a:lnTo>
                    <a:pt x="7016239" y="345545"/>
                  </a:lnTo>
                  <a:lnTo>
                    <a:pt x="7016239" y="345545"/>
                  </a:lnTo>
                  <a:lnTo>
                    <a:pt x="7010766" y="345545"/>
                  </a:lnTo>
                  <a:lnTo>
                    <a:pt x="7010766" y="345545"/>
                  </a:lnTo>
                  <a:lnTo>
                    <a:pt x="7005293" y="345545"/>
                  </a:lnTo>
                  <a:lnTo>
                    <a:pt x="7005293" y="345545"/>
                  </a:lnTo>
                  <a:lnTo>
                    <a:pt x="6999820" y="345545"/>
                  </a:lnTo>
                  <a:lnTo>
                    <a:pt x="6999820" y="345545"/>
                  </a:lnTo>
                  <a:lnTo>
                    <a:pt x="6994347" y="345545"/>
                  </a:lnTo>
                  <a:lnTo>
                    <a:pt x="6994347" y="345545"/>
                  </a:lnTo>
                  <a:lnTo>
                    <a:pt x="6988874" y="345545"/>
                  </a:lnTo>
                  <a:lnTo>
                    <a:pt x="6988874" y="345545"/>
                  </a:lnTo>
                  <a:lnTo>
                    <a:pt x="6983401" y="345545"/>
                  </a:lnTo>
                  <a:lnTo>
                    <a:pt x="6983401" y="345545"/>
                  </a:lnTo>
                  <a:lnTo>
                    <a:pt x="6977928" y="345545"/>
                  </a:lnTo>
                  <a:lnTo>
                    <a:pt x="6977928" y="345545"/>
                  </a:lnTo>
                  <a:lnTo>
                    <a:pt x="6972456" y="345545"/>
                  </a:lnTo>
                  <a:lnTo>
                    <a:pt x="6972456" y="345545"/>
                  </a:lnTo>
                  <a:lnTo>
                    <a:pt x="6966983" y="345545"/>
                  </a:lnTo>
                  <a:lnTo>
                    <a:pt x="6966983" y="345545"/>
                  </a:lnTo>
                  <a:lnTo>
                    <a:pt x="6961510" y="345545"/>
                  </a:lnTo>
                  <a:lnTo>
                    <a:pt x="6961510" y="345545"/>
                  </a:lnTo>
                  <a:lnTo>
                    <a:pt x="6956037" y="345545"/>
                  </a:lnTo>
                  <a:lnTo>
                    <a:pt x="6956037" y="345545"/>
                  </a:lnTo>
                  <a:lnTo>
                    <a:pt x="6950564" y="345545"/>
                  </a:lnTo>
                  <a:lnTo>
                    <a:pt x="6950564" y="345545"/>
                  </a:lnTo>
                  <a:lnTo>
                    <a:pt x="6945091" y="345545"/>
                  </a:lnTo>
                  <a:lnTo>
                    <a:pt x="6945091" y="345545"/>
                  </a:lnTo>
                  <a:lnTo>
                    <a:pt x="6939618" y="345545"/>
                  </a:lnTo>
                  <a:lnTo>
                    <a:pt x="6939618" y="345545"/>
                  </a:lnTo>
                  <a:lnTo>
                    <a:pt x="6934145" y="345545"/>
                  </a:lnTo>
                  <a:lnTo>
                    <a:pt x="6934145" y="345545"/>
                  </a:lnTo>
                  <a:lnTo>
                    <a:pt x="6928672" y="345545"/>
                  </a:lnTo>
                  <a:lnTo>
                    <a:pt x="6928672" y="345545"/>
                  </a:lnTo>
                  <a:lnTo>
                    <a:pt x="6923200" y="345545"/>
                  </a:lnTo>
                  <a:lnTo>
                    <a:pt x="6923200" y="345545"/>
                  </a:lnTo>
                  <a:lnTo>
                    <a:pt x="6917727" y="345545"/>
                  </a:lnTo>
                  <a:lnTo>
                    <a:pt x="6917727" y="345545"/>
                  </a:lnTo>
                  <a:lnTo>
                    <a:pt x="6912254" y="345545"/>
                  </a:lnTo>
                  <a:lnTo>
                    <a:pt x="6912254" y="345545"/>
                  </a:lnTo>
                  <a:lnTo>
                    <a:pt x="6906781" y="345545"/>
                  </a:lnTo>
                  <a:lnTo>
                    <a:pt x="6906781" y="345545"/>
                  </a:lnTo>
                  <a:lnTo>
                    <a:pt x="6901308" y="345545"/>
                  </a:lnTo>
                  <a:lnTo>
                    <a:pt x="6901308" y="345545"/>
                  </a:lnTo>
                  <a:lnTo>
                    <a:pt x="6895835" y="345545"/>
                  </a:lnTo>
                  <a:lnTo>
                    <a:pt x="6895835" y="345545"/>
                  </a:lnTo>
                  <a:lnTo>
                    <a:pt x="6890362" y="345545"/>
                  </a:lnTo>
                  <a:lnTo>
                    <a:pt x="6890362" y="345545"/>
                  </a:lnTo>
                  <a:lnTo>
                    <a:pt x="6884889" y="345545"/>
                  </a:lnTo>
                  <a:lnTo>
                    <a:pt x="6884889" y="345545"/>
                  </a:lnTo>
                  <a:lnTo>
                    <a:pt x="6879416" y="345545"/>
                  </a:lnTo>
                  <a:lnTo>
                    <a:pt x="6879416" y="345545"/>
                  </a:lnTo>
                  <a:lnTo>
                    <a:pt x="6873944" y="345545"/>
                  </a:lnTo>
                  <a:lnTo>
                    <a:pt x="6873944" y="345545"/>
                  </a:lnTo>
                  <a:lnTo>
                    <a:pt x="6868471" y="345545"/>
                  </a:lnTo>
                  <a:lnTo>
                    <a:pt x="6868471" y="345545"/>
                  </a:lnTo>
                  <a:lnTo>
                    <a:pt x="6862998" y="345545"/>
                  </a:lnTo>
                  <a:lnTo>
                    <a:pt x="6862998" y="345545"/>
                  </a:lnTo>
                  <a:lnTo>
                    <a:pt x="6857525" y="345545"/>
                  </a:lnTo>
                  <a:lnTo>
                    <a:pt x="6857525" y="345545"/>
                  </a:lnTo>
                  <a:lnTo>
                    <a:pt x="6852052" y="345545"/>
                  </a:lnTo>
                  <a:lnTo>
                    <a:pt x="6852052" y="345545"/>
                  </a:lnTo>
                  <a:lnTo>
                    <a:pt x="6846579" y="345545"/>
                  </a:lnTo>
                  <a:lnTo>
                    <a:pt x="6846579" y="345545"/>
                  </a:lnTo>
                  <a:lnTo>
                    <a:pt x="6841106" y="345545"/>
                  </a:lnTo>
                  <a:lnTo>
                    <a:pt x="6841106" y="345545"/>
                  </a:lnTo>
                  <a:lnTo>
                    <a:pt x="6835633" y="345545"/>
                  </a:lnTo>
                  <a:lnTo>
                    <a:pt x="6835633" y="345545"/>
                  </a:lnTo>
                  <a:lnTo>
                    <a:pt x="6830161" y="345545"/>
                  </a:lnTo>
                  <a:lnTo>
                    <a:pt x="6830161" y="345545"/>
                  </a:lnTo>
                  <a:lnTo>
                    <a:pt x="6824688" y="345545"/>
                  </a:lnTo>
                  <a:lnTo>
                    <a:pt x="6824688" y="345545"/>
                  </a:lnTo>
                  <a:lnTo>
                    <a:pt x="6819215" y="345545"/>
                  </a:lnTo>
                  <a:lnTo>
                    <a:pt x="6819215" y="345545"/>
                  </a:lnTo>
                  <a:lnTo>
                    <a:pt x="6813742" y="345545"/>
                  </a:lnTo>
                  <a:lnTo>
                    <a:pt x="6813742" y="345545"/>
                  </a:lnTo>
                  <a:lnTo>
                    <a:pt x="6808269" y="345545"/>
                  </a:lnTo>
                  <a:lnTo>
                    <a:pt x="6808269" y="345545"/>
                  </a:lnTo>
                  <a:lnTo>
                    <a:pt x="6802796" y="345545"/>
                  </a:lnTo>
                  <a:lnTo>
                    <a:pt x="6802796" y="345545"/>
                  </a:lnTo>
                  <a:lnTo>
                    <a:pt x="6797323" y="345545"/>
                  </a:lnTo>
                  <a:lnTo>
                    <a:pt x="6797323" y="345545"/>
                  </a:lnTo>
                  <a:lnTo>
                    <a:pt x="6791850" y="345545"/>
                  </a:lnTo>
                  <a:lnTo>
                    <a:pt x="6791850" y="345545"/>
                  </a:lnTo>
                  <a:lnTo>
                    <a:pt x="6786377" y="345545"/>
                  </a:lnTo>
                  <a:lnTo>
                    <a:pt x="6786377" y="345545"/>
                  </a:lnTo>
                  <a:lnTo>
                    <a:pt x="6780905" y="345545"/>
                  </a:lnTo>
                  <a:lnTo>
                    <a:pt x="6780905" y="345545"/>
                  </a:lnTo>
                  <a:lnTo>
                    <a:pt x="6769959" y="345545"/>
                  </a:lnTo>
                  <a:lnTo>
                    <a:pt x="6769959" y="345545"/>
                  </a:lnTo>
                  <a:lnTo>
                    <a:pt x="6764486" y="345545"/>
                  </a:lnTo>
                  <a:lnTo>
                    <a:pt x="6764486" y="345545"/>
                  </a:lnTo>
                  <a:lnTo>
                    <a:pt x="6759013" y="345545"/>
                  </a:lnTo>
                  <a:lnTo>
                    <a:pt x="6759013" y="345545"/>
                  </a:lnTo>
                  <a:lnTo>
                    <a:pt x="6753540" y="345545"/>
                  </a:lnTo>
                  <a:lnTo>
                    <a:pt x="6753540" y="345545"/>
                  </a:lnTo>
                  <a:lnTo>
                    <a:pt x="6748067" y="345545"/>
                  </a:lnTo>
                  <a:lnTo>
                    <a:pt x="6748067" y="345545"/>
                  </a:lnTo>
                  <a:lnTo>
                    <a:pt x="6742594" y="345545"/>
                  </a:lnTo>
                  <a:lnTo>
                    <a:pt x="6742594" y="345545"/>
                  </a:lnTo>
                  <a:lnTo>
                    <a:pt x="6737121" y="345545"/>
                  </a:lnTo>
                  <a:lnTo>
                    <a:pt x="6737121" y="345545"/>
                  </a:lnTo>
                  <a:lnTo>
                    <a:pt x="6731649" y="345545"/>
                  </a:lnTo>
                  <a:lnTo>
                    <a:pt x="6731649" y="345545"/>
                  </a:lnTo>
                  <a:lnTo>
                    <a:pt x="6726176" y="345545"/>
                  </a:lnTo>
                  <a:lnTo>
                    <a:pt x="6726176" y="345545"/>
                  </a:lnTo>
                  <a:lnTo>
                    <a:pt x="6720703" y="345545"/>
                  </a:lnTo>
                  <a:lnTo>
                    <a:pt x="6720703" y="345545"/>
                  </a:lnTo>
                  <a:lnTo>
                    <a:pt x="6715230" y="345545"/>
                  </a:lnTo>
                  <a:lnTo>
                    <a:pt x="6715230" y="345545"/>
                  </a:lnTo>
                  <a:lnTo>
                    <a:pt x="6709757" y="345545"/>
                  </a:lnTo>
                  <a:lnTo>
                    <a:pt x="6709757" y="345545"/>
                  </a:lnTo>
                  <a:lnTo>
                    <a:pt x="6704284" y="345545"/>
                  </a:lnTo>
                  <a:lnTo>
                    <a:pt x="6704284" y="345545"/>
                  </a:lnTo>
                  <a:lnTo>
                    <a:pt x="6698811" y="345545"/>
                  </a:lnTo>
                  <a:lnTo>
                    <a:pt x="6698811" y="345545"/>
                  </a:lnTo>
                  <a:lnTo>
                    <a:pt x="6693338" y="345545"/>
                  </a:lnTo>
                  <a:lnTo>
                    <a:pt x="6693338" y="345545"/>
                  </a:lnTo>
                  <a:lnTo>
                    <a:pt x="6687865" y="345545"/>
                  </a:lnTo>
                  <a:lnTo>
                    <a:pt x="6687865" y="414402"/>
                  </a:lnTo>
                  <a:lnTo>
                    <a:pt x="6682393" y="414402"/>
                  </a:lnTo>
                  <a:lnTo>
                    <a:pt x="6682393" y="414402"/>
                  </a:lnTo>
                  <a:lnTo>
                    <a:pt x="6676920" y="414402"/>
                  </a:lnTo>
                  <a:lnTo>
                    <a:pt x="6676920" y="414402"/>
                  </a:lnTo>
                  <a:lnTo>
                    <a:pt x="6671447" y="414402"/>
                  </a:lnTo>
                  <a:lnTo>
                    <a:pt x="6671447" y="414402"/>
                  </a:lnTo>
                  <a:lnTo>
                    <a:pt x="6665974" y="414402"/>
                  </a:lnTo>
                  <a:lnTo>
                    <a:pt x="6665974" y="414402"/>
                  </a:lnTo>
                  <a:lnTo>
                    <a:pt x="6660501" y="414402"/>
                  </a:lnTo>
                  <a:lnTo>
                    <a:pt x="6660501" y="414402"/>
                  </a:lnTo>
                  <a:lnTo>
                    <a:pt x="6655028" y="414402"/>
                  </a:lnTo>
                  <a:lnTo>
                    <a:pt x="6655028" y="414402"/>
                  </a:lnTo>
                  <a:lnTo>
                    <a:pt x="6649555" y="414402"/>
                  </a:lnTo>
                  <a:lnTo>
                    <a:pt x="6649555" y="414402"/>
                  </a:lnTo>
                  <a:lnTo>
                    <a:pt x="6644082" y="414402"/>
                  </a:lnTo>
                  <a:lnTo>
                    <a:pt x="6644082" y="414402"/>
                  </a:lnTo>
                  <a:lnTo>
                    <a:pt x="6638610" y="414402"/>
                  </a:lnTo>
                  <a:lnTo>
                    <a:pt x="6638610" y="414402"/>
                  </a:lnTo>
                  <a:lnTo>
                    <a:pt x="6633137" y="414402"/>
                  </a:lnTo>
                  <a:lnTo>
                    <a:pt x="6633137" y="414402"/>
                  </a:lnTo>
                  <a:lnTo>
                    <a:pt x="6627664" y="414402"/>
                  </a:lnTo>
                  <a:lnTo>
                    <a:pt x="6627664" y="414402"/>
                  </a:lnTo>
                  <a:lnTo>
                    <a:pt x="6622191" y="414402"/>
                  </a:lnTo>
                  <a:lnTo>
                    <a:pt x="6622191" y="414402"/>
                  </a:lnTo>
                  <a:lnTo>
                    <a:pt x="6616718" y="414402"/>
                  </a:lnTo>
                  <a:lnTo>
                    <a:pt x="6616718" y="414402"/>
                  </a:lnTo>
                  <a:lnTo>
                    <a:pt x="6611245" y="414402"/>
                  </a:lnTo>
                  <a:lnTo>
                    <a:pt x="6611245" y="414402"/>
                  </a:lnTo>
                  <a:lnTo>
                    <a:pt x="6605772" y="414402"/>
                  </a:lnTo>
                  <a:lnTo>
                    <a:pt x="6605772" y="414402"/>
                  </a:lnTo>
                  <a:lnTo>
                    <a:pt x="6600299" y="414402"/>
                  </a:lnTo>
                  <a:lnTo>
                    <a:pt x="6600299" y="414402"/>
                  </a:lnTo>
                  <a:lnTo>
                    <a:pt x="6594826" y="414402"/>
                  </a:lnTo>
                  <a:lnTo>
                    <a:pt x="6594826" y="414402"/>
                  </a:lnTo>
                  <a:lnTo>
                    <a:pt x="6589354" y="414402"/>
                  </a:lnTo>
                  <a:lnTo>
                    <a:pt x="6589354" y="414402"/>
                  </a:lnTo>
                  <a:lnTo>
                    <a:pt x="6583881" y="414402"/>
                  </a:lnTo>
                  <a:lnTo>
                    <a:pt x="6583881" y="414402"/>
                  </a:lnTo>
                  <a:lnTo>
                    <a:pt x="6578408" y="414402"/>
                  </a:lnTo>
                  <a:lnTo>
                    <a:pt x="6578408" y="414402"/>
                  </a:lnTo>
                  <a:lnTo>
                    <a:pt x="6572935" y="414402"/>
                  </a:lnTo>
                  <a:lnTo>
                    <a:pt x="6572935" y="414402"/>
                  </a:lnTo>
                  <a:lnTo>
                    <a:pt x="6567462" y="414402"/>
                  </a:lnTo>
                  <a:lnTo>
                    <a:pt x="6567462" y="414402"/>
                  </a:lnTo>
                  <a:lnTo>
                    <a:pt x="6561989" y="414402"/>
                  </a:lnTo>
                  <a:lnTo>
                    <a:pt x="6561989" y="414402"/>
                  </a:lnTo>
                  <a:lnTo>
                    <a:pt x="6556516" y="414402"/>
                  </a:lnTo>
                  <a:lnTo>
                    <a:pt x="6556516" y="414402"/>
                  </a:lnTo>
                  <a:lnTo>
                    <a:pt x="6551043" y="414402"/>
                  </a:lnTo>
                  <a:lnTo>
                    <a:pt x="6551043" y="414402"/>
                  </a:lnTo>
                  <a:lnTo>
                    <a:pt x="6545570" y="414402"/>
                  </a:lnTo>
                  <a:lnTo>
                    <a:pt x="6545570" y="414402"/>
                  </a:lnTo>
                  <a:lnTo>
                    <a:pt x="6540098" y="414402"/>
                  </a:lnTo>
                  <a:lnTo>
                    <a:pt x="6540098" y="414402"/>
                  </a:lnTo>
                  <a:lnTo>
                    <a:pt x="6534625" y="414402"/>
                  </a:lnTo>
                  <a:lnTo>
                    <a:pt x="6534625" y="414402"/>
                  </a:lnTo>
                  <a:lnTo>
                    <a:pt x="6529152" y="414402"/>
                  </a:lnTo>
                  <a:lnTo>
                    <a:pt x="6529152" y="414402"/>
                  </a:lnTo>
                  <a:lnTo>
                    <a:pt x="6523679" y="414402"/>
                  </a:lnTo>
                  <a:lnTo>
                    <a:pt x="6523679" y="414402"/>
                  </a:lnTo>
                  <a:lnTo>
                    <a:pt x="6512733" y="414402"/>
                  </a:lnTo>
                  <a:lnTo>
                    <a:pt x="6512733" y="414402"/>
                  </a:lnTo>
                  <a:lnTo>
                    <a:pt x="6501787" y="414402"/>
                  </a:lnTo>
                  <a:lnTo>
                    <a:pt x="6501787" y="414402"/>
                  </a:lnTo>
                  <a:lnTo>
                    <a:pt x="6496315" y="414402"/>
                  </a:lnTo>
                  <a:lnTo>
                    <a:pt x="6496315" y="414402"/>
                  </a:lnTo>
                  <a:lnTo>
                    <a:pt x="6490842" y="414402"/>
                  </a:lnTo>
                  <a:lnTo>
                    <a:pt x="6490842" y="414402"/>
                  </a:lnTo>
                  <a:lnTo>
                    <a:pt x="6485369" y="414402"/>
                  </a:lnTo>
                  <a:lnTo>
                    <a:pt x="6485369" y="414402"/>
                  </a:lnTo>
                  <a:lnTo>
                    <a:pt x="6479896" y="414402"/>
                  </a:lnTo>
                  <a:lnTo>
                    <a:pt x="6479896" y="414402"/>
                  </a:lnTo>
                  <a:lnTo>
                    <a:pt x="6474423" y="414402"/>
                  </a:lnTo>
                  <a:lnTo>
                    <a:pt x="6474423" y="414402"/>
                  </a:lnTo>
                  <a:lnTo>
                    <a:pt x="6468950" y="414402"/>
                  </a:lnTo>
                  <a:lnTo>
                    <a:pt x="6468950" y="414402"/>
                  </a:lnTo>
                  <a:lnTo>
                    <a:pt x="6463477" y="414402"/>
                  </a:lnTo>
                  <a:lnTo>
                    <a:pt x="6463477" y="414402"/>
                  </a:lnTo>
                  <a:lnTo>
                    <a:pt x="6458004" y="414402"/>
                  </a:lnTo>
                  <a:lnTo>
                    <a:pt x="6458004" y="414402"/>
                  </a:lnTo>
                  <a:lnTo>
                    <a:pt x="6452531" y="414402"/>
                  </a:lnTo>
                  <a:lnTo>
                    <a:pt x="6452531" y="414402"/>
                  </a:lnTo>
                  <a:lnTo>
                    <a:pt x="6447059" y="414402"/>
                  </a:lnTo>
                  <a:lnTo>
                    <a:pt x="6447059" y="414402"/>
                  </a:lnTo>
                  <a:lnTo>
                    <a:pt x="6441586" y="414402"/>
                  </a:lnTo>
                  <a:lnTo>
                    <a:pt x="6441586" y="414402"/>
                  </a:lnTo>
                  <a:lnTo>
                    <a:pt x="6436113" y="414402"/>
                  </a:lnTo>
                  <a:lnTo>
                    <a:pt x="6436113" y="414402"/>
                  </a:lnTo>
                  <a:lnTo>
                    <a:pt x="6430640" y="414402"/>
                  </a:lnTo>
                  <a:lnTo>
                    <a:pt x="6430640" y="414402"/>
                  </a:lnTo>
                  <a:lnTo>
                    <a:pt x="6425167" y="414402"/>
                  </a:lnTo>
                  <a:lnTo>
                    <a:pt x="6425167" y="414402"/>
                  </a:lnTo>
                  <a:lnTo>
                    <a:pt x="6419694" y="414402"/>
                  </a:lnTo>
                  <a:lnTo>
                    <a:pt x="6419694" y="414402"/>
                  </a:lnTo>
                  <a:lnTo>
                    <a:pt x="6414221" y="414402"/>
                  </a:lnTo>
                  <a:lnTo>
                    <a:pt x="6414221" y="414402"/>
                  </a:lnTo>
                  <a:lnTo>
                    <a:pt x="6408748" y="414402"/>
                  </a:lnTo>
                  <a:lnTo>
                    <a:pt x="6408748" y="414402"/>
                  </a:lnTo>
                  <a:lnTo>
                    <a:pt x="6403275" y="414402"/>
                  </a:lnTo>
                  <a:lnTo>
                    <a:pt x="6403275" y="414402"/>
                  </a:lnTo>
                  <a:lnTo>
                    <a:pt x="6397803" y="414402"/>
                  </a:lnTo>
                  <a:lnTo>
                    <a:pt x="6397803" y="414402"/>
                  </a:lnTo>
                  <a:lnTo>
                    <a:pt x="6392330" y="414402"/>
                  </a:lnTo>
                  <a:lnTo>
                    <a:pt x="6392330" y="414402"/>
                  </a:lnTo>
                  <a:lnTo>
                    <a:pt x="6386857" y="414402"/>
                  </a:lnTo>
                  <a:lnTo>
                    <a:pt x="6386857" y="414402"/>
                  </a:lnTo>
                  <a:lnTo>
                    <a:pt x="6381384" y="414402"/>
                  </a:lnTo>
                  <a:lnTo>
                    <a:pt x="6381384" y="414402"/>
                  </a:lnTo>
                  <a:lnTo>
                    <a:pt x="6375911" y="414402"/>
                  </a:lnTo>
                  <a:lnTo>
                    <a:pt x="6375911" y="414402"/>
                  </a:lnTo>
                  <a:lnTo>
                    <a:pt x="6370438" y="414402"/>
                  </a:lnTo>
                  <a:lnTo>
                    <a:pt x="6370438" y="414402"/>
                  </a:lnTo>
                  <a:lnTo>
                    <a:pt x="6364965" y="414402"/>
                  </a:lnTo>
                  <a:lnTo>
                    <a:pt x="6364965" y="414402"/>
                  </a:lnTo>
                  <a:lnTo>
                    <a:pt x="6359492" y="414402"/>
                  </a:lnTo>
                  <a:lnTo>
                    <a:pt x="6359492" y="414402"/>
                  </a:lnTo>
                  <a:lnTo>
                    <a:pt x="6354019" y="414402"/>
                  </a:lnTo>
                  <a:lnTo>
                    <a:pt x="6354019" y="414402"/>
                  </a:lnTo>
                  <a:lnTo>
                    <a:pt x="6348547" y="414402"/>
                  </a:lnTo>
                  <a:lnTo>
                    <a:pt x="6348547" y="414402"/>
                  </a:lnTo>
                  <a:lnTo>
                    <a:pt x="6343074" y="414402"/>
                  </a:lnTo>
                  <a:lnTo>
                    <a:pt x="6343074" y="414402"/>
                  </a:lnTo>
                  <a:lnTo>
                    <a:pt x="6337601" y="414402"/>
                  </a:lnTo>
                  <a:lnTo>
                    <a:pt x="6337601" y="414402"/>
                  </a:lnTo>
                  <a:lnTo>
                    <a:pt x="6332128" y="414402"/>
                  </a:lnTo>
                  <a:lnTo>
                    <a:pt x="6332128" y="414402"/>
                  </a:lnTo>
                  <a:lnTo>
                    <a:pt x="6326655" y="414402"/>
                  </a:lnTo>
                  <a:lnTo>
                    <a:pt x="6326655" y="414402"/>
                  </a:lnTo>
                  <a:lnTo>
                    <a:pt x="6315709" y="414402"/>
                  </a:lnTo>
                  <a:lnTo>
                    <a:pt x="6315709" y="414402"/>
                  </a:lnTo>
                  <a:lnTo>
                    <a:pt x="6310236" y="414402"/>
                  </a:lnTo>
                  <a:lnTo>
                    <a:pt x="6310236" y="414402"/>
                  </a:lnTo>
                  <a:lnTo>
                    <a:pt x="6304764" y="414402"/>
                  </a:lnTo>
                  <a:lnTo>
                    <a:pt x="6304764" y="414402"/>
                  </a:lnTo>
                  <a:lnTo>
                    <a:pt x="6299291" y="414402"/>
                  </a:lnTo>
                  <a:lnTo>
                    <a:pt x="6299291" y="414402"/>
                  </a:lnTo>
                  <a:lnTo>
                    <a:pt x="6293818" y="414402"/>
                  </a:lnTo>
                  <a:lnTo>
                    <a:pt x="6293818" y="414402"/>
                  </a:lnTo>
                  <a:lnTo>
                    <a:pt x="6288345" y="414402"/>
                  </a:lnTo>
                  <a:lnTo>
                    <a:pt x="6288345" y="414402"/>
                  </a:lnTo>
                  <a:lnTo>
                    <a:pt x="6282872" y="414402"/>
                  </a:lnTo>
                  <a:lnTo>
                    <a:pt x="6282872" y="414402"/>
                  </a:lnTo>
                  <a:lnTo>
                    <a:pt x="6277399" y="414402"/>
                  </a:lnTo>
                  <a:lnTo>
                    <a:pt x="6277399" y="414402"/>
                  </a:lnTo>
                  <a:lnTo>
                    <a:pt x="6271926" y="414402"/>
                  </a:lnTo>
                  <a:lnTo>
                    <a:pt x="6271926" y="414402"/>
                  </a:lnTo>
                  <a:lnTo>
                    <a:pt x="6266453" y="414402"/>
                  </a:lnTo>
                  <a:lnTo>
                    <a:pt x="6266453" y="414402"/>
                  </a:lnTo>
                  <a:lnTo>
                    <a:pt x="6260980" y="414402"/>
                  </a:lnTo>
                  <a:lnTo>
                    <a:pt x="6260980" y="414402"/>
                  </a:lnTo>
                  <a:lnTo>
                    <a:pt x="6255508" y="414402"/>
                  </a:lnTo>
                  <a:lnTo>
                    <a:pt x="6255508" y="414402"/>
                  </a:lnTo>
                  <a:lnTo>
                    <a:pt x="6250035" y="414402"/>
                  </a:lnTo>
                  <a:lnTo>
                    <a:pt x="6250035" y="414402"/>
                  </a:lnTo>
                  <a:lnTo>
                    <a:pt x="6244562" y="414402"/>
                  </a:lnTo>
                  <a:lnTo>
                    <a:pt x="6244562" y="414402"/>
                  </a:lnTo>
                  <a:lnTo>
                    <a:pt x="6239089" y="414402"/>
                  </a:lnTo>
                  <a:lnTo>
                    <a:pt x="6239089" y="414402"/>
                  </a:lnTo>
                  <a:lnTo>
                    <a:pt x="6233616" y="414402"/>
                  </a:lnTo>
                  <a:lnTo>
                    <a:pt x="6233616" y="414402"/>
                  </a:lnTo>
                  <a:lnTo>
                    <a:pt x="6222670" y="414402"/>
                  </a:lnTo>
                  <a:lnTo>
                    <a:pt x="6222670" y="414402"/>
                  </a:lnTo>
                  <a:lnTo>
                    <a:pt x="6217197" y="414402"/>
                  </a:lnTo>
                  <a:lnTo>
                    <a:pt x="6217197" y="414402"/>
                  </a:lnTo>
                  <a:lnTo>
                    <a:pt x="6211724" y="414402"/>
                  </a:lnTo>
                  <a:lnTo>
                    <a:pt x="6211724" y="478728"/>
                  </a:lnTo>
                  <a:lnTo>
                    <a:pt x="6206252" y="478728"/>
                  </a:lnTo>
                  <a:lnTo>
                    <a:pt x="6206252" y="478728"/>
                  </a:lnTo>
                  <a:lnTo>
                    <a:pt x="6200779" y="478728"/>
                  </a:lnTo>
                  <a:lnTo>
                    <a:pt x="6200779" y="478728"/>
                  </a:lnTo>
                  <a:lnTo>
                    <a:pt x="6195306" y="478728"/>
                  </a:lnTo>
                  <a:lnTo>
                    <a:pt x="6195306" y="478728"/>
                  </a:lnTo>
                  <a:lnTo>
                    <a:pt x="6189833" y="478728"/>
                  </a:lnTo>
                  <a:lnTo>
                    <a:pt x="6189833" y="478728"/>
                  </a:lnTo>
                  <a:lnTo>
                    <a:pt x="6184360" y="478728"/>
                  </a:lnTo>
                  <a:lnTo>
                    <a:pt x="6184360" y="478728"/>
                  </a:lnTo>
                  <a:lnTo>
                    <a:pt x="6178887" y="478728"/>
                  </a:lnTo>
                  <a:lnTo>
                    <a:pt x="6178887" y="478728"/>
                  </a:lnTo>
                  <a:lnTo>
                    <a:pt x="6173414" y="478728"/>
                  </a:lnTo>
                  <a:lnTo>
                    <a:pt x="6173414" y="478728"/>
                  </a:lnTo>
                  <a:lnTo>
                    <a:pt x="6167941" y="478728"/>
                  </a:lnTo>
                  <a:lnTo>
                    <a:pt x="6167941" y="478728"/>
                  </a:lnTo>
                  <a:lnTo>
                    <a:pt x="6162468" y="478728"/>
                  </a:lnTo>
                  <a:lnTo>
                    <a:pt x="6162468" y="478728"/>
                  </a:lnTo>
                  <a:lnTo>
                    <a:pt x="6156996" y="478728"/>
                  </a:lnTo>
                  <a:lnTo>
                    <a:pt x="6156996" y="478728"/>
                  </a:lnTo>
                  <a:lnTo>
                    <a:pt x="6151523" y="478728"/>
                  </a:lnTo>
                  <a:lnTo>
                    <a:pt x="6151523" y="478728"/>
                  </a:lnTo>
                  <a:lnTo>
                    <a:pt x="6146050" y="478728"/>
                  </a:lnTo>
                  <a:lnTo>
                    <a:pt x="6146050" y="478728"/>
                  </a:lnTo>
                  <a:lnTo>
                    <a:pt x="6140577" y="478728"/>
                  </a:lnTo>
                  <a:lnTo>
                    <a:pt x="6140577" y="478728"/>
                  </a:lnTo>
                  <a:lnTo>
                    <a:pt x="6135104" y="478728"/>
                  </a:lnTo>
                  <a:lnTo>
                    <a:pt x="6135104" y="478728"/>
                  </a:lnTo>
                  <a:lnTo>
                    <a:pt x="6129631" y="478728"/>
                  </a:lnTo>
                  <a:lnTo>
                    <a:pt x="6129631" y="478728"/>
                  </a:lnTo>
                  <a:lnTo>
                    <a:pt x="6124158" y="478728"/>
                  </a:lnTo>
                  <a:lnTo>
                    <a:pt x="6124158" y="478728"/>
                  </a:lnTo>
                  <a:lnTo>
                    <a:pt x="6118685" y="478728"/>
                  </a:lnTo>
                  <a:lnTo>
                    <a:pt x="6118685" y="478728"/>
                  </a:lnTo>
                  <a:lnTo>
                    <a:pt x="6113213" y="478728"/>
                  </a:lnTo>
                  <a:lnTo>
                    <a:pt x="6113213" y="478728"/>
                  </a:lnTo>
                  <a:lnTo>
                    <a:pt x="6107740" y="478728"/>
                  </a:lnTo>
                  <a:lnTo>
                    <a:pt x="6107740" y="478728"/>
                  </a:lnTo>
                  <a:lnTo>
                    <a:pt x="6102267" y="478728"/>
                  </a:lnTo>
                  <a:lnTo>
                    <a:pt x="6102267" y="478728"/>
                  </a:lnTo>
                  <a:lnTo>
                    <a:pt x="6096794" y="478728"/>
                  </a:lnTo>
                  <a:lnTo>
                    <a:pt x="6096794" y="478728"/>
                  </a:lnTo>
                  <a:lnTo>
                    <a:pt x="6091321" y="478728"/>
                  </a:lnTo>
                  <a:lnTo>
                    <a:pt x="6091321" y="478728"/>
                  </a:lnTo>
                  <a:lnTo>
                    <a:pt x="6085848" y="478728"/>
                  </a:lnTo>
                  <a:lnTo>
                    <a:pt x="6085848" y="478728"/>
                  </a:lnTo>
                  <a:lnTo>
                    <a:pt x="6080375" y="478728"/>
                  </a:lnTo>
                  <a:lnTo>
                    <a:pt x="6080375" y="478728"/>
                  </a:lnTo>
                  <a:lnTo>
                    <a:pt x="6074902" y="478728"/>
                  </a:lnTo>
                  <a:lnTo>
                    <a:pt x="6074902" y="478728"/>
                  </a:lnTo>
                  <a:lnTo>
                    <a:pt x="6069429" y="478728"/>
                  </a:lnTo>
                  <a:lnTo>
                    <a:pt x="6069429" y="478728"/>
                  </a:lnTo>
                  <a:lnTo>
                    <a:pt x="6063957" y="478728"/>
                  </a:lnTo>
                  <a:lnTo>
                    <a:pt x="6063957" y="478728"/>
                  </a:lnTo>
                  <a:lnTo>
                    <a:pt x="6058484" y="478728"/>
                  </a:lnTo>
                  <a:lnTo>
                    <a:pt x="6058484" y="478728"/>
                  </a:lnTo>
                  <a:lnTo>
                    <a:pt x="6053011" y="478728"/>
                  </a:lnTo>
                  <a:lnTo>
                    <a:pt x="6053011" y="478728"/>
                  </a:lnTo>
                  <a:lnTo>
                    <a:pt x="6047538" y="478728"/>
                  </a:lnTo>
                  <a:lnTo>
                    <a:pt x="6047538" y="478728"/>
                  </a:lnTo>
                  <a:lnTo>
                    <a:pt x="6042065" y="478728"/>
                  </a:lnTo>
                  <a:lnTo>
                    <a:pt x="6042065" y="478728"/>
                  </a:lnTo>
                  <a:lnTo>
                    <a:pt x="6036592" y="478728"/>
                  </a:lnTo>
                  <a:lnTo>
                    <a:pt x="6036592" y="478728"/>
                  </a:lnTo>
                  <a:lnTo>
                    <a:pt x="6031119" y="478728"/>
                  </a:lnTo>
                  <a:lnTo>
                    <a:pt x="6031119" y="478728"/>
                  </a:lnTo>
                  <a:lnTo>
                    <a:pt x="6025646" y="478728"/>
                  </a:lnTo>
                  <a:lnTo>
                    <a:pt x="6025646" y="478728"/>
                  </a:lnTo>
                  <a:lnTo>
                    <a:pt x="6020173" y="478728"/>
                  </a:lnTo>
                  <a:lnTo>
                    <a:pt x="6020173" y="478728"/>
                  </a:lnTo>
                  <a:lnTo>
                    <a:pt x="6014701" y="478728"/>
                  </a:lnTo>
                  <a:lnTo>
                    <a:pt x="6014701" y="478728"/>
                  </a:lnTo>
                  <a:lnTo>
                    <a:pt x="6009228" y="478728"/>
                  </a:lnTo>
                  <a:lnTo>
                    <a:pt x="6009228" y="478728"/>
                  </a:lnTo>
                  <a:lnTo>
                    <a:pt x="6003755" y="478728"/>
                  </a:lnTo>
                  <a:lnTo>
                    <a:pt x="6003755" y="478728"/>
                  </a:lnTo>
                  <a:lnTo>
                    <a:pt x="5998282" y="478728"/>
                  </a:lnTo>
                  <a:lnTo>
                    <a:pt x="5998282" y="478728"/>
                  </a:lnTo>
                  <a:lnTo>
                    <a:pt x="5992809" y="478728"/>
                  </a:lnTo>
                  <a:lnTo>
                    <a:pt x="5992809" y="478728"/>
                  </a:lnTo>
                  <a:lnTo>
                    <a:pt x="5987336" y="478728"/>
                  </a:lnTo>
                  <a:lnTo>
                    <a:pt x="5987336" y="478728"/>
                  </a:lnTo>
                  <a:lnTo>
                    <a:pt x="5981863" y="478728"/>
                  </a:lnTo>
                  <a:lnTo>
                    <a:pt x="5981863" y="478728"/>
                  </a:lnTo>
                  <a:lnTo>
                    <a:pt x="5976390" y="478728"/>
                  </a:lnTo>
                  <a:lnTo>
                    <a:pt x="5976390" y="478728"/>
                  </a:lnTo>
                  <a:lnTo>
                    <a:pt x="5970918" y="478728"/>
                  </a:lnTo>
                  <a:lnTo>
                    <a:pt x="5970918" y="478728"/>
                  </a:lnTo>
                  <a:lnTo>
                    <a:pt x="5965445" y="478728"/>
                  </a:lnTo>
                  <a:lnTo>
                    <a:pt x="5965445" y="478728"/>
                  </a:lnTo>
                  <a:lnTo>
                    <a:pt x="5959972" y="478728"/>
                  </a:lnTo>
                  <a:lnTo>
                    <a:pt x="5959972" y="478728"/>
                  </a:lnTo>
                  <a:lnTo>
                    <a:pt x="5954499" y="478728"/>
                  </a:lnTo>
                  <a:lnTo>
                    <a:pt x="5954499" y="478728"/>
                  </a:lnTo>
                  <a:lnTo>
                    <a:pt x="5949026" y="478728"/>
                  </a:lnTo>
                  <a:lnTo>
                    <a:pt x="5949026" y="478728"/>
                  </a:lnTo>
                  <a:lnTo>
                    <a:pt x="5943553" y="478728"/>
                  </a:lnTo>
                  <a:lnTo>
                    <a:pt x="5943553" y="478728"/>
                  </a:lnTo>
                  <a:lnTo>
                    <a:pt x="5938080" y="478728"/>
                  </a:lnTo>
                  <a:lnTo>
                    <a:pt x="5938080" y="478728"/>
                  </a:lnTo>
                  <a:lnTo>
                    <a:pt x="5932607" y="478728"/>
                  </a:lnTo>
                  <a:lnTo>
                    <a:pt x="5932607" y="478728"/>
                  </a:lnTo>
                  <a:lnTo>
                    <a:pt x="5927134" y="478728"/>
                  </a:lnTo>
                  <a:lnTo>
                    <a:pt x="5927134" y="478728"/>
                  </a:lnTo>
                  <a:lnTo>
                    <a:pt x="5921662" y="478728"/>
                  </a:lnTo>
                  <a:lnTo>
                    <a:pt x="5921662" y="478728"/>
                  </a:lnTo>
                  <a:lnTo>
                    <a:pt x="5916189" y="478728"/>
                  </a:lnTo>
                  <a:lnTo>
                    <a:pt x="5916189" y="478728"/>
                  </a:lnTo>
                  <a:lnTo>
                    <a:pt x="5910716" y="478728"/>
                  </a:lnTo>
                  <a:lnTo>
                    <a:pt x="5910716" y="478728"/>
                  </a:lnTo>
                  <a:lnTo>
                    <a:pt x="5905243" y="478728"/>
                  </a:lnTo>
                  <a:lnTo>
                    <a:pt x="5905243" y="478728"/>
                  </a:lnTo>
                  <a:lnTo>
                    <a:pt x="5899770" y="478728"/>
                  </a:lnTo>
                  <a:lnTo>
                    <a:pt x="5899770" y="478728"/>
                  </a:lnTo>
                  <a:lnTo>
                    <a:pt x="5894297" y="478728"/>
                  </a:lnTo>
                  <a:lnTo>
                    <a:pt x="5894297" y="478728"/>
                  </a:lnTo>
                  <a:lnTo>
                    <a:pt x="5888824" y="478728"/>
                  </a:lnTo>
                  <a:lnTo>
                    <a:pt x="5888824" y="478728"/>
                  </a:lnTo>
                  <a:lnTo>
                    <a:pt x="5883351" y="478728"/>
                  </a:lnTo>
                  <a:lnTo>
                    <a:pt x="5883351" y="478728"/>
                  </a:lnTo>
                  <a:lnTo>
                    <a:pt x="5877878" y="478728"/>
                  </a:lnTo>
                  <a:lnTo>
                    <a:pt x="5877878" y="478728"/>
                  </a:lnTo>
                  <a:lnTo>
                    <a:pt x="5872406" y="478728"/>
                  </a:lnTo>
                  <a:lnTo>
                    <a:pt x="5872406" y="478728"/>
                  </a:lnTo>
                  <a:lnTo>
                    <a:pt x="5866933" y="478728"/>
                  </a:lnTo>
                  <a:lnTo>
                    <a:pt x="5866933" y="478728"/>
                  </a:lnTo>
                  <a:lnTo>
                    <a:pt x="5861460" y="478728"/>
                  </a:lnTo>
                  <a:lnTo>
                    <a:pt x="5861460" y="478728"/>
                  </a:lnTo>
                  <a:lnTo>
                    <a:pt x="5855987" y="478728"/>
                  </a:lnTo>
                  <a:lnTo>
                    <a:pt x="5855987" y="478728"/>
                  </a:lnTo>
                  <a:lnTo>
                    <a:pt x="5850514" y="478728"/>
                  </a:lnTo>
                  <a:lnTo>
                    <a:pt x="5850514" y="478728"/>
                  </a:lnTo>
                  <a:lnTo>
                    <a:pt x="5845041" y="478728"/>
                  </a:lnTo>
                  <a:lnTo>
                    <a:pt x="5845041" y="478728"/>
                  </a:lnTo>
                  <a:lnTo>
                    <a:pt x="5839568" y="478728"/>
                  </a:lnTo>
                  <a:lnTo>
                    <a:pt x="5839568" y="478728"/>
                  </a:lnTo>
                  <a:lnTo>
                    <a:pt x="5834095" y="478728"/>
                  </a:lnTo>
                  <a:lnTo>
                    <a:pt x="5834095" y="478728"/>
                  </a:lnTo>
                  <a:lnTo>
                    <a:pt x="5828622" y="478728"/>
                  </a:lnTo>
                  <a:lnTo>
                    <a:pt x="5828622" y="478728"/>
                  </a:lnTo>
                  <a:lnTo>
                    <a:pt x="5823150" y="478728"/>
                  </a:lnTo>
                  <a:lnTo>
                    <a:pt x="5823150" y="478728"/>
                  </a:lnTo>
                  <a:lnTo>
                    <a:pt x="5817677" y="478728"/>
                  </a:lnTo>
                  <a:lnTo>
                    <a:pt x="5817677" y="478728"/>
                  </a:lnTo>
                  <a:lnTo>
                    <a:pt x="5812204" y="478728"/>
                  </a:lnTo>
                  <a:lnTo>
                    <a:pt x="5812204" y="478728"/>
                  </a:lnTo>
                  <a:lnTo>
                    <a:pt x="5806731" y="478728"/>
                  </a:lnTo>
                  <a:lnTo>
                    <a:pt x="5806731" y="478728"/>
                  </a:lnTo>
                  <a:lnTo>
                    <a:pt x="5801258" y="478728"/>
                  </a:lnTo>
                  <a:lnTo>
                    <a:pt x="5801258" y="478728"/>
                  </a:lnTo>
                  <a:lnTo>
                    <a:pt x="5795785" y="478728"/>
                  </a:lnTo>
                  <a:lnTo>
                    <a:pt x="5795785" y="478728"/>
                  </a:lnTo>
                  <a:lnTo>
                    <a:pt x="5790312" y="478728"/>
                  </a:lnTo>
                  <a:lnTo>
                    <a:pt x="5790312" y="478728"/>
                  </a:lnTo>
                  <a:lnTo>
                    <a:pt x="5784839" y="478728"/>
                  </a:lnTo>
                  <a:lnTo>
                    <a:pt x="5784839" y="478728"/>
                  </a:lnTo>
                  <a:lnTo>
                    <a:pt x="5779367" y="478728"/>
                  </a:lnTo>
                  <a:lnTo>
                    <a:pt x="5779367" y="478728"/>
                  </a:lnTo>
                  <a:lnTo>
                    <a:pt x="5773894" y="478728"/>
                  </a:lnTo>
                  <a:lnTo>
                    <a:pt x="5773894" y="478728"/>
                  </a:lnTo>
                  <a:lnTo>
                    <a:pt x="5768421" y="478728"/>
                  </a:lnTo>
                  <a:lnTo>
                    <a:pt x="5768421" y="478728"/>
                  </a:lnTo>
                  <a:lnTo>
                    <a:pt x="5762948" y="478728"/>
                  </a:lnTo>
                  <a:lnTo>
                    <a:pt x="5762948" y="478728"/>
                  </a:lnTo>
                  <a:lnTo>
                    <a:pt x="5757475" y="478728"/>
                  </a:lnTo>
                  <a:lnTo>
                    <a:pt x="5757475" y="478728"/>
                  </a:lnTo>
                  <a:lnTo>
                    <a:pt x="5752002" y="478728"/>
                  </a:lnTo>
                  <a:lnTo>
                    <a:pt x="5752002" y="478728"/>
                  </a:lnTo>
                  <a:lnTo>
                    <a:pt x="5746529" y="478728"/>
                  </a:lnTo>
                  <a:lnTo>
                    <a:pt x="5746529" y="478728"/>
                  </a:lnTo>
                  <a:lnTo>
                    <a:pt x="5741056" y="478728"/>
                  </a:lnTo>
                  <a:lnTo>
                    <a:pt x="5741056" y="478728"/>
                  </a:lnTo>
                  <a:lnTo>
                    <a:pt x="5735583" y="478728"/>
                  </a:lnTo>
                  <a:lnTo>
                    <a:pt x="5735583" y="478728"/>
                  </a:lnTo>
                  <a:lnTo>
                    <a:pt x="5730111" y="478728"/>
                  </a:lnTo>
                  <a:lnTo>
                    <a:pt x="5730111" y="478728"/>
                  </a:lnTo>
                  <a:lnTo>
                    <a:pt x="5724638" y="478728"/>
                  </a:lnTo>
                  <a:lnTo>
                    <a:pt x="5724638" y="478728"/>
                  </a:lnTo>
                  <a:lnTo>
                    <a:pt x="5719165" y="478728"/>
                  </a:lnTo>
                  <a:lnTo>
                    <a:pt x="5719165" y="478728"/>
                  </a:lnTo>
                  <a:lnTo>
                    <a:pt x="5713692" y="478728"/>
                  </a:lnTo>
                  <a:lnTo>
                    <a:pt x="5713692" y="478728"/>
                  </a:lnTo>
                  <a:lnTo>
                    <a:pt x="5708219" y="478728"/>
                  </a:lnTo>
                  <a:lnTo>
                    <a:pt x="5708219" y="478728"/>
                  </a:lnTo>
                  <a:lnTo>
                    <a:pt x="5702746" y="478728"/>
                  </a:lnTo>
                  <a:lnTo>
                    <a:pt x="5702746" y="478728"/>
                  </a:lnTo>
                  <a:lnTo>
                    <a:pt x="5697273" y="478728"/>
                  </a:lnTo>
                  <a:lnTo>
                    <a:pt x="5697273" y="478728"/>
                  </a:lnTo>
                  <a:lnTo>
                    <a:pt x="5691800" y="478728"/>
                  </a:lnTo>
                  <a:lnTo>
                    <a:pt x="5691800" y="478728"/>
                  </a:lnTo>
                  <a:lnTo>
                    <a:pt x="5686327" y="478728"/>
                  </a:lnTo>
                  <a:lnTo>
                    <a:pt x="5686327" y="478728"/>
                  </a:lnTo>
                  <a:lnTo>
                    <a:pt x="5680855" y="478728"/>
                  </a:lnTo>
                  <a:lnTo>
                    <a:pt x="5680855" y="478728"/>
                  </a:lnTo>
                  <a:lnTo>
                    <a:pt x="5675382" y="478728"/>
                  </a:lnTo>
                  <a:lnTo>
                    <a:pt x="5675382" y="478728"/>
                  </a:lnTo>
                  <a:lnTo>
                    <a:pt x="5669909" y="478728"/>
                  </a:lnTo>
                  <a:lnTo>
                    <a:pt x="5669909" y="478728"/>
                  </a:lnTo>
                  <a:lnTo>
                    <a:pt x="5664436" y="478728"/>
                  </a:lnTo>
                  <a:lnTo>
                    <a:pt x="5664436" y="478728"/>
                  </a:lnTo>
                  <a:lnTo>
                    <a:pt x="5658963" y="478728"/>
                  </a:lnTo>
                  <a:lnTo>
                    <a:pt x="5658963" y="478728"/>
                  </a:lnTo>
                  <a:lnTo>
                    <a:pt x="5653490" y="478728"/>
                  </a:lnTo>
                  <a:lnTo>
                    <a:pt x="5653490" y="478728"/>
                  </a:lnTo>
                  <a:lnTo>
                    <a:pt x="5648017" y="478728"/>
                  </a:lnTo>
                  <a:lnTo>
                    <a:pt x="5648017" y="478728"/>
                  </a:lnTo>
                  <a:lnTo>
                    <a:pt x="5642544" y="478728"/>
                  </a:lnTo>
                  <a:lnTo>
                    <a:pt x="5642544" y="478728"/>
                  </a:lnTo>
                  <a:lnTo>
                    <a:pt x="5637071" y="478728"/>
                  </a:lnTo>
                  <a:lnTo>
                    <a:pt x="5637071" y="478728"/>
                  </a:lnTo>
                  <a:lnTo>
                    <a:pt x="5631599" y="478728"/>
                  </a:lnTo>
                  <a:lnTo>
                    <a:pt x="5631599" y="478728"/>
                  </a:lnTo>
                  <a:lnTo>
                    <a:pt x="5626126" y="478728"/>
                  </a:lnTo>
                  <a:lnTo>
                    <a:pt x="5626126" y="478728"/>
                  </a:lnTo>
                  <a:lnTo>
                    <a:pt x="5620653" y="478728"/>
                  </a:lnTo>
                  <a:lnTo>
                    <a:pt x="5620653" y="478728"/>
                  </a:lnTo>
                  <a:lnTo>
                    <a:pt x="5615180" y="478728"/>
                  </a:lnTo>
                  <a:lnTo>
                    <a:pt x="5615180" y="478728"/>
                  </a:lnTo>
                  <a:lnTo>
                    <a:pt x="5609707" y="478728"/>
                  </a:lnTo>
                  <a:lnTo>
                    <a:pt x="5609707" y="478728"/>
                  </a:lnTo>
                  <a:lnTo>
                    <a:pt x="5604234" y="478728"/>
                  </a:lnTo>
                  <a:lnTo>
                    <a:pt x="5604234" y="478728"/>
                  </a:lnTo>
                  <a:lnTo>
                    <a:pt x="5598761" y="478728"/>
                  </a:lnTo>
                  <a:lnTo>
                    <a:pt x="5598761" y="478728"/>
                  </a:lnTo>
                  <a:lnTo>
                    <a:pt x="5593288" y="478728"/>
                  </a:lnTo>
                  <a:lnTo>
                    <a:pt x="5593288" y="478728"/>
                  </a:lnTo>
                  <a:lnTo>
                    <a:pt x="5587816" y="478728"/>
                  </a:lnTo>
                  <a:lnTo>
                    <a:pt x="5587816" y="478728"/>
                  </a:lnTo>
                  <a:lnTo>
                    <a:pt x="5582343" y="478728"/>
                  </a:lnTo>
                  <a:lnTo>
                    <a:pt x="5582343" y="478728"/>
                  </a:lnTo>
                  <a:lnTo>
                    <a:pt x="5576870" y="478728"/>
                  </a:lnTo>
                  <a:lnTo>
                    <a:pt x="5576870" y="478728"/>
                  </a:lnTo>
                  <a:lnTo>
                    <a:pt x="5571397" y="478728"/>
                  </a:lnTo>
                  <a:lnTo>
                    <a:pt x="5571397" y="478728"/>
                  </a:lnTo>
                  <a:lnTo>
                    <a:pt x="5565924" y="478728"/>
                  </a:lnTo>
                  <a:lnTo>
                    <a:pt x="5565924" y="478728"/>
                  </a:lnTo>
                  <a:lnTo>
                    <a:pt x="5560451" y="478728"/>
                  </a:lnTo>
                  <a:lnTo>
                    <a:pt x="5560451" y="478728"/>
                  </a:lnTo>
                  <a:lnTo>
                    <a:pt x="5554978" y="478728"/>
                  </a:lnTo>
                  <a:lnTo>
                    <a:pt x="5554978" y="478728"/>
                  </a:lnTo>
                  <a:lnTo>
                    <a:pt x="5549505" y="478728"/>
                  </a:lnTo>
                  <a:lnTo>
                    <a:pt x="5549505" y="478728"/>
                  </a:lnTo>
                  <a:lnTo>
                    <a:pt x="5544032" y="478728"/>
                  </a:lnTo>
                  <a:lnTo>
                    <a:pt x="5544032" y="478728"/>
                  </a:lnTo>
                  <a:lnTo>
                    <a:pt x="5538560" y="478728"/>
                  </a:lnTo>
                  <a:lnTo>
                    <a:pt x="5538560" y="478728"/>
                  </a:lnTo>
                  <a:lnTo>
                    <a:pt x="5533087" y="478728"/>
                  </a:lnTo>
                  <a:lnTo>
                    <a:pt x="5533087" y="478728"/>
                  </a:lnTo>
                  <a:lnTo>
                    <a:pt x="5527614" y="478728"/>
                  </a:lnTo>
                  <a:lnTo>
                    <a:pt x="5527614" y="478728"/>
                  </a:lnTo>
                  <a:lnTo>
                    <a:pt x="5522141" y="478728"/>
                  </a:lnTo>
                  <a:lnTo>
                    <a:pt x="5522141" y="478728"/>
                  </a:lnTo>
                  <a:lnTo>
                    <a:pt x="5516668" y="478728"/>
                  </a:lnTo>
                  <a:lnTo>
                    <a:pt x="5516668" y="478728"/>
                  </a:lnTo>
                  <a:lnTo>
                    <a:pt x="5511195" y="478728"/>
                  </a:lnTo>
                  <a:lnTo>
                    <a:pt x="5511195" y="478728"/>
                  </a:lnTo>
                  <a:lnTo>
                    <a:pt x="5505722" y="478728"/>
                  </a:lnTo>
                  <a:lnTo>
                    <a:pt x="5505722" y="478728"/>
                  </a:lnTo>
                  <a:lnTo>
                    <a:pt x="5500249" y="478728"/>
                  </a:lnTo>
                  <a:lnTo>
                    <a:pt x="5500249" y="478728"/>
                  </a:lnTo>
                  <a:lnTo>
                    <a:pt x="5494776" y="478728"/>
                  </a:lnTo>
                  <a:lnTo>
                    <a:pt x="5494776" y="478728"/>
                  </a:lnTo>
                  <a:lnTo>
                    <a:pt x="5489304" y="478728"/>
                  </a:lnTo>
                  <a:lnTo>
                    <a:pt x="5489304" y="478728"/>
                  </a:lnTo>
                  <a:lnTo>
                    <a:pt x="5483831" y="478728"/>
                  </a:lnTo>
                  <a:lnTo>
                    <a:pt x="5483831" y="478728"/>
                  </a:lnTo>
                  <a:lnTo>
                    <a:pt x="5478358" y="478728"/>
                  </a:lnTo>
                  <a:lnTo>
                    <a:pt x="5478358" y="478728"/>
                  </a:lnTo>
                  <a:lnTo>
                    <a:pt x="5472885" y="478728"/>
                  </a:lnTo>
                  <a:lnTo>
                    <a:pt x="5472885" y="478728"/>
                  </a:lnTo>
                  <a:lnTo>
                    <a:pt x="5467412" y="478728"/>
                  </a:lnTo>
                  <a:lnTo>
                    <a:pt x="5467412" y="478728"/>
                  </a:lnTo>
                  <a:lnTo>
                    <a:pt x="5461939" y="478728"/>
                  </a:lnTo>
                  <a:lnTo>
                    <a:pt x="5461939" y="478728"/>
                  </a:lnTo>
                  <a:lnTo>
                    <a:pt x="5456466" y="478728"/>
                  </a:lnTo>
                  <a:lnTo>
                    <a:pt x="5456466" y="478728"/>
                  </a:lnTo>
                  <a:lnTo>
                    <a:pt x="5450993" y="478728"/>
                  </a:lnTo>
                  <a:lnTo>
                    <a:pt x="5450993" y="478728"/>
                  </a:lnTo>
                  <a:lnTo>
                    <a:pt x="5445520" y="478728"/>
                  </a:lnTo>
                  <a:lnTo>
                    <a:pt x="5445520" y="478728"/>
                  </a:lnTo>
                  <a:lnTo>
                    <a:pt x="5440048" y="478728"/>
                  </a:lnTo>
                  <a:lnTo>
                    <a:pt x="5440048" y="478728"/>
                  </a:lnTo>
                  <a:lnTo>
                    <a:pt x="5434575" y="478728"/>
                  </a:lnTo>
                  <a:lnTo>
                    <a:pt x="5434575" y="478728"/>
                  </a:lnTo>
                  <a:lnTo>
                    <a:pt x="5429102" y="478728"/>
                  </a:lnTo>
                  <a:lnTo>
                    <a:pt x="5429102" y="478728"/>
                  </a:lnTo>
                  <a:lnTo>
                    <a:pt x="5423629" y="478728"/>
                  </a:lnTo>
                  <a:lnTo>
                    <a:pt x="5423629" y="478728"/>
                  </a:lnTo>
                  <a:lnTo>
                    <a:pt x="5418156" y="478728"/>
                  </a:lnTo>
                  <a:lnTo>
                    <a:pt x="5418156" y="478728"/>
                  </a:lnTo>
                  <a:lnTo>
                    <a:pt x="5412683" y="478728"/>
                  </a:lnTo>
                  <a:lnTo>
                    <a:pt x="5412683" y="478728"/>
                  </a:lnTo>
                  <a:lnTo>
                    <a:pt x="5407210" y="478728"/>
                  </a:lnTo>
                  <a:lnTo>
                    <a:pt x="5407210" y="478728"/>
                  </a:lnTo>
                  <a:lnTo>
                    <a:pt x="5401737" y="478728"/>
                  </a:lnTo>
                  <a:lnTo>
                    <a:pt x="5401737" y="478728"/>
                  </a:lnTo>
                  <a:lnTo>
                    <a:pt x="5396265" y="478728"/>
                  </a:lnTo>
                  <a:lnTo>
                    <a:pt x="5396265" y="478728"/>
                  </a:lnTo>
                  <a:lnTo>
                    <a:pt x="5390792" y="478728"/>
                  </a:lnTo>
                  <a:lnTo>
                    <a:pt x="5390792" y="478728"/>
                  </a:lnTo>
                  <a:lnTo>
                    <a:pt x="5385319" y="478728"/>
                  </a:lnTo>
                  <a:lnTo>
                    <a:pt x="5385319" y="478728"/>
                  </a:lnTo>
                  <a:lnTo>
                    <a:pt x="5379846" y="478728"/>
                  </a:lnTo>
                  <a:lnTo>
                    <a:pt x="5379846" y="478728"/>
                  </a:lnTo>
                  <a:lnTo>
                    <a:pt x="5374373" y="478728"/>
                  </a:lnTo>
                  <a:lnTo>
                    <a:pt x="5374373" y="478728"/>
                  </a:lnTo>
                  <a:lnTo>
                    <a:pt x="5368900" y="478728"/>
                  </a:lnTo>
                  <a:lnTo>
                    <a:pt x="5368900" y="478728"/>
                  </a:lnTo>
                  <a:lnTo>
                    <a:pt x="5363427" y="478728"/>
                  </a:lnTo>
                  <a:lnTo>
                    <a:pt x="5363427" y="478728"/>
                  </a:lnTo>
                  <a:lnTo>
                    <a:pt x="5357954" y="478728"/>
                  </a:lnTo>
                  <a:lnTo>
                    <a:pt x="5357954" y="478728"/>
                  </a:lnTo>
                  <a:lnTo>
                    <a:pt x="5352481" y="478728"/>
                  </a:lnTo>
                  <a:lnTo>
                    <a:pt x="5352481" y="478728"/>
                  </a:lnTo>
                  <a:lnTo>
                    <a:pt x="5347009" y="478728"/>
                  </a:lnTo>
                  <a:lnTo>
                    <a:pt x="5347009" y="478728"/>
                  </a:lnTo>
                  <a:lnTo>
                    <a:pt x="5341536" y="478728"/>
                  </a:lnTo>
                  <a:lnTo>
                    <a:pt x="5341536" y="478728"/>
                  </a:lnTo>
                  <a:lnTo>
                    <a:pt x="5336063" y="478728"/>
                  </a:lnTo>
                  <a:lnTo>
                    <a:pt x="5336063" y="478728"/>
                  </a:lnTo>
                  <a:lnTo>
                    <a:pt x="5330590" y="478728"/>
                  </a:lnTo>
                  <a:lnTo>
                    <a:pt x="5330590" y="478728"/>
                  </a:lnTo>
                  <a:lnTo>
                    <a:pt x="5325117" y="478728"/>
                  </a:lnTo>
                  <a:lnTo>
                    <a:pt x="5325117" y="478728"/>
                  </a:lnTo>
                  <a:lnTo>
                    <a:pt x="5319644" y="478728"/>
                  </a:lnTo>
                  <a:lnTo>
                    <a:pt x="5319644" y="478728"/>
                  </a:lnTo>
                  <a:lnTo>
                    <a:pt x="5314171" y="478728"/>
                  </a:lnTo>
                  <a:lnTo>
                    <a:pt x="5314171" y="478728"/>
                  </a:lnTo>
                  <a:lnTo>
                    <a:pt x="5308698" y="478728"/>
                  </a:lnTo>
                  <a:lnTo>
                    <a:pt x="5308698" y="478728"/>
                  </a:lnTo>
                  <a:lnTo>
                    <a:pt x="5303225" y="478728"/>
                  </a:lnTo>
                  <a:lnTo>
                    <a:pt x="5303225" y="478728"/>
                  </a:lnTo>
                  <a:lnTo>
                    <a:pt x="5297753" y="478728"/>
                  </a:lnTo>
                  <a:lnTo>
                    <a:pt x="5297753" y="478728"/>
                  </a:lnTo>
                  <a:lnTo>
                    <a:pt x="5292280" y="478728"/>
                  </a:lnTo>
                  <a:lnTo>
                    <a:pt x="5292280" y="478728"/>
                  </a:lnTo>
                  <a:lnTo>
                    <a:pt x="5286807" y="478728"/>
                  </a:lnTo>
                  <a:lnTo>
                    <a:pt x="5286807" y="478728"/>
                  </a:lnTo>
                  <a:lnTo>
                    <a:pt x="5281334" y="478728"/>
                  </a:lnTo>
                  <a:lnTo>
                    <a:pt x="5281334" y="478728"/>
                  </a:lnTo>
                  <a:lnTo>
                    <a:pt x="5275861" y="478728"/>
                  </a:lnTo>
                  <a:lnTo>
                    <a:pt x="5275861" y="478728"/>
                  </a:lnTo>
                  <a:lnTo>
                    <a:pt x="5270388" y="478728"/>
                  </a:lnTo>
                  <a:lnTo>
                    <a:pt x="5270388" y="533893"/>
                  </a:lnTo>
                  <a:lnTo>
                    <a:pt x="5264915" y="533893"/>
                  </a:lnTo>
                  <a:lnTo>
                    <a:pt x="5264915" y="533893"/>
                  </a:lnTo>
                  <a:lnTo>
                    <a:pt x="5259442" y="533893"/>
                  </a:lnTo>
                  <a:lnTo>
                    <a:pt x="5259442" y="533893"/>
                  </a:lnTo>
                  <a:lnTo>
                    <a:pt x="5253970" y="533893"/>
                  </a:lnTo>
                  <a:lnTo>
                    <a:pt x="5253970" y="533893"/>
                  </a:lnTo>
                  <a:lnTo>
                    <a:pt x="5248497" y="533893"/>
                  </a:lnTo>
                  <a:lnTo>
                    <a:pt x="5248497" y="533893"/>
                  </a:lnTo>
                  <a:lnTo>
                    <a:pt x="5243024" y="533893"/>
                  </a:lnTo>
                  <a:lnTo>
                    <a:pt x="5243024" y="533893"/>
                  </a:lnTo>
                  <a:lnTo>
                    <a:pt x="5237551" y="533893"/>
                  </a:lnTo>
                  <a:lnTo>
                    <a:pt x="5237551" y="533893"/>
                  </a:lnTo>
                  <a:lnTo>
                    <a:pt x="5232078" y="533893"/>
                  </a:lnTo>
                  <a:lnTo>
                    <a:pt x="5232078" y="533893"/>
                  </a:lnTo>
                  <a:lnTo>
                    <a:pt x="5226605" y="533893"/>
                  </a:lnTo>
                  <a:lnTo>
                    <a:pt x="5226605" y="533893"/>
                  </a:lnTo>
                  <a:lnTo>
                    <a:pt x="5221132" y="533893"/>
                  </a:lnTo>
                  <a:lnTo>
                    <a:pt x="5221132" y="533893"/>
                  </a:lnTo>
                  <a:lnTo>
                    <a:pt x="5215659" y="533893"/>
                  </a:lnTo>
                  <a:lnTo>
                    <a:pt x="5215659" y="533893"/>
                  </a:lnTo>
                  <a:lnTo>
                    <a:pt x="5210186" y="533893"/>
                  </a:lnTo>
                  <a:lnTo>
                    <a:pt x="5210186" y="533893"/>
                  </a:lnTo>
                  <a:lnTo>
                    <a:pt x="5204714" y="533893"/>
                  </a:lnTo>
                  <a:lnTo>
                    <a:pt x="5204714" y="533893"/>
                  </a:lnTo>
                  <a:lnTo>
                    <a:pt x="5199241" y="533893"/>
                  </a:lnTo>
                  <a:lnTo>
                    <a:pt x="5199241" y="533893"/>
                  </a:lnTo>
                  <a:lnTo>
                    <a:pt x="5193768" y="533893"/>
                  </a:lnTo>
                  <a:lnTo>
                    <a:pt x="5193768" y="533893"/>
                  </a:lnTo>
                  <a:lnTo>
                    <a:pt x="5188295" y="533893"/>
                  </a:lnTo>
                  <a:lnTo>
                    <a:pt x="5188295" y="533893"/>
                  </a:lnTo>
                  <a:lnTo>
                    <a:pt x="5182822" y="533893"/>
                  </a:lnTo>
                  <a:lnTo>
                    <a:pt x="5182822" y="533893"/>
                  </a:lnTo>
                  <a:lnTo>
                    <a:pt x="5177349" y="533893"/>
                  </a:lnTo>
                  <a:lnTo>
                    <a:pt x="5177349" y="533893"/>
                  </a:lnTo>
                  <a:lnTo>
                    <a:pt x="5171876" y="533893"/>
                  </a:lnTo>
                  <a:lnTo>
                    <a:pt x="5171876" y="533893"/>
                  </a:lnTo>
                  <a:lnTo>
                    <a:pt x="5166403" y="533893"/>
                  </a:lnTo>
                  <a:lnTo>
                    <a:pt x="5166403" y="533893"/>
                  </a:lnTo>
                  <a:lnTo>
                    <a:pt x="5160930" y="533893"/>
                  </a:lnTo>
                  <a:lnTo>
                    <a:pt x="5160930" y="533893"/>
                  </a:lnTo>
                  <a:lnTo>
                    <a:pt x="5155458" y="533893"/>
                  </a:lnTo>
                  <a:lnTo>
                    <a:pt x="5155458" y="533893"/>
                  </a:lnTo>
                  <a:lnTo>
                    <a:pt x="5149985" y="533893"/>
                  </a:lnTo>
                  <a:lnTo>
                    <a:pt x="5149985" y="533893"/>
                  </a:lnTo>
                  <a:lnTo>
                    <a:pt x="5144512" y="533893"/>
                  </a:lnTo>
                  <a:lnTo>
                    <a:pt x="5144512" y="533893"/>
                  </a:lnTo>
                  <a:lnTo>
                    <a:pt x="5139039" y="533893"/>
                  </a:lnTo>
                  <a:lnTo>
                    <a:pt x="5139039" y="533893"/>
                  </a:lnTo>
                  <a:lnTo>
                    <a:pt x="5133566" y="533893"/>
                  </a:lnTo>
                  <a:lnTo>
                    <a:pt x="5133566" y="533893"/>
                  </a:lnTo>
                  <a:lnTo>
                    <a:pt x="5128093" y="533893"/>
                  </a:lnTo>
                  <a:lnTo>
                    <a:pt x="5128093" y="533893"/>
                  </a:lnTo>
                  <a:lnTo>
                    <a:pt x="5122620" y="533893"/>
                  </a:lnTo>
                  <a:lnTo>
                    <a:pt x="5122620" y="533893"/>
                  </a:lnTo>
                  <a:lnTo>
                    <a:pt x="5117147" y="533893"/>
                  </a:lnTo>
                  <a:lnTo>
                    <a:pt x="5117147" y="533893"/>
                  </a:lnTo>
                  <a:lnTo>
                    <a:pt x="5111674" y="533893"/>
                  </a:lnTo>
                  <a:lnTo>
                    <a:pt x="5111674" y="533893"/>
                  </a:lnTo>
                  <a:lnTo>
                    <a:pt x="5106202" y="533893"/>
                  </a:lnTo>
                  <a:lnTo>
                    <a:pt x="5106202" y="533893"/>
                  </a:lnTo>
                  <a:lnTo>
                    <a:pt x="5100729" y="533893"/>
                  </a:lnTo>
                  <a:lnTo>
                    <a:pt x="5100729" y="533893"/>
                  </a:lnTo>
                  <a:lnTo>
                    <a:pt x="5095256" y="533893"/>
                  </a:lnTo>
                  <a:lnTo>
                    <a:pt x="5095256" y="533893"/>
                  </a:lnTo>
                  <a:lnTo>
                    <a:pt x="5089783" y="533893"/>
                  </a:lnTo>
                  <a:lnTo>
                    <a:pt x="5089783" y="533893"/>
                  </a:lnTo>
                  <a:lnTo>
                    <a:pt x="5084310" y="533893"/>
                  </a:lnTo>
                  <a:lnTo>
                    <a:pt x="5084310" y="533893"/>
                  </a:lnTo>
                  <a:lnTo>
                    <a:pt x="5078837" y="533893"/>
                  </a:lnTo>
                  <a:lnTo>
                    <a:pt x="5078837" y="533893"/>
                  </a:lnTo>
                  <a:lnTo>
                    <a:pt x="5073364" y="533893"/>
                  </a:lnTo>
                  <a:lnTo>
                    <a:pt x="5073364" y="533893"/>
                  </a:lnTo>
                  <a:lnTo>
                    <a:pt x="5067891" y="533893"/>
                  </a:lnTo>
                  <a:lnTo>
                    <a:pt x="5067891" y="533893"/>
                  </a:lnTo>
                  <a:lnTo>
                    <a:pt x="5062419" y="533893"/>
                  </a:lnTo>
                  <a:lnTo>
                    <a:pt x="5062419" y="588074"/>
                  </a:lnTo>
                  <a:lnTo>
                    <a:pt x="5056946" y="588074"/>
                  </a:lnTo>
                  <a:lnTo>
                    <a:pt x="5056946" y="588074"/>
                  </a:lnTo>
                  <a:lnTo>
                    <a:pt x="5051473" y="588074"/>
                  </a:lnTo>
                  <a:lnTo>
                    <a:pt x="5051473" y="588074"/>
                  </a:lnTo>
                  <a:lnTo>
                    <a:pt x="5046000" y="588074"/>
                  </a:lnTo>
                  <a:lnTo>
                    <a:pt x="5046000" y="588074"/>
                  </a:lnTo>
                  <a:lnTo>
                    <a:pt x="5040527" y="588074"/>
                  </a:lnTo>
                  <a:lnTo>
                    <a:pt x="5040527" y="588074"/>
                  </a:lnTo>
                  <a:lnTo>
                    <a:pt x="5035054" y="588074"/>
                  </a:lnTo>
                  <a:lnTo>
                    <a:pt x="5035054" y="588074"/>
                  </a:lnTo>
                  <a:lnTo>
                    <a:pt x="5029581" y="588074"/>
                  </a:lnTo>
                  <a:lnTo>
                    <a:pt x="5029581" y="588074"/>
                  </a:lnTo>
                  <a:lnTo>
                    <a:pt x="5024108" y="588074"/>
                  </a:lnTo>
                  <a:lnTo>
                    <a:pt x="5024108" y="588074"/>
                  </a:lnTo>
                  <a:lnTo>
                    <a:pt x="5018635" y="588074"/>
                  </a:lnTo>
                  <a:lnTo>
                    <a:pt x="5018635" y="588074"/>
                  </a:lnTo>
                  <a:lnTo>
                    <a:pt x="5013163" y="588074"/>
                  </a:lnTo>
                  <a:lnTo>
                    <a:pt x="5013163" y="588074"/>
                  </a:lnTo>
                  <a:lnTo>
                    <a:pt x="5007690" y="588074"/>
                  </a:lnTo>
                  <a:lnTo>
                    <a:pt x="5007690" y="588074"/>
                  </a:lnTo>
                  <a:lnTo>
                    <a:pt x="5002217" y="588074"/>
                  </a:lnTo>
                  <a:lnTo>
                    <a:pt x="5002217" y="588074"/>
                  </a:lnTo>
                  <a:lnTo>
                    <a:pt x="4996744" y="588074"/>
                  </a:lnTo>
                  <a:lnTo>
                    <a:pt x="4996744" y="588074"/>
                  </a:lnTo>
                  <a:lnTo>
                    <a:pt x="4991271" y="588074"/>
                  </a:lnTo>
                  <a:lnTo>
                    <a:pt x="4991271" y="588074"/>
                  </a:lnTo>
                  <a:lnTo>
                    <a:pt x="4985798" y="588074"/>
                  </a:lnTo>
                  <a:lnTo>
                    <a:pt x="4985798" y="588074"/>
                  </a:lnTo>
                  <a:lnTo>
                    <a:pt x="4980325" y="588074"/>
                  </a:lnTo>
                  <a:lnTo>
                    <a:pt x="4980325" y="588074"/>
                  </a:lnTo>
                  <a:lnTo>
                    <a:pt x="4974852" y="588074"/>
                  </a:lnTo>
                  <a:lnTo>
                    <a:pt x="4974852" y="588074"/>
                  </a:lnTo>
                  <a:lnTo>
                    <a:pt x="4969379" y="588074"/>
                  </a:lnTo>
                  <a:lnTo>
                    <a:pt x="4969379" y="588074"/>
                  </a:lnTo>
                  <a:lnTo>
                    <a:pt x="4963907" y="588074"/>
                  </a:lnTo>
                  <a:lnTo>
                    <a:pt x="4963907" y="588074"/>
                  </a:lnTo>
                  <a:lnTo>
                    <a:pt x="4958434" y="588074"/>
                  </a:lnTo>
                  <a:lnTo>
                    <a:pt x="4958434" y="588074"/>
                  </a:lnTo>
                  <a:lnTo>
                    <a:pt x="4952961" y="588074"/>
                  </a:lnTo>
                  <a:lnTo>
                    <a:pt x="4952961" y="641320"/>
                  </a:lnTo>
                  <a:lnTo>
                    <a:pt x="4947488" y="641320"/>
                  </a:lnTo>
                  <a:lnTo>
                    <a:pt x="4947488" y="641320"/>
                  </a:lnTo>
                  <a:lnTo>
                    <a:pt x="4942015" y="641320"/>
                  </a:lnTo>
                  <a:lnTo>
                    <a:pt x="4942015" y="694254"/>
                  </a:lnTo>
                  <a:lnTo>
                    <a:pt x="4936542" y="694254"/>
                  </a:lnTo>
                  <a:lnTo>
                    <a:pt x="4936542" y="694254"/>
                  </a:lnTo>
                  <a:lnTo>
                    <a:pt x="4931069" y="694254"/>
                  </a:lnTo>
                  <a:lnTo>
                    <a:pt x="4931069" y="694254"/>
                  </a:lnTo>
                  <a:lnTo>
                    <a:pt x="4925596" y="694254"/>
                  </a:lnTo>
                  <a:lnTo>
                    <a:pt x="4925596" y="694254"/>
                  </a:lnTo>
                  <a:lnTo>
                    <a:pt x="4920123" y="694254"/>
                  </a:lnTo>
                  <a:lnTo>
                    <a:pt x="4920123" y="694254"/>
                  </a:lnTo>
                  <a:lnTo>
                    <a:pt x="4914651" y="694254"/>
                  </a:lnTo>
                  <a:lnTo>
                    <a:pt x="4914651" y="694254"/>
                  </a:lnTo>
                  <a:lnTo>
                    <a:pt x="4909178" y="694254"/>
                  </a:lnTo>
                  <a:lnTo>
                    <a:pt x="4909178" y="694254"/>
                  </a:lnTo>
                  <a:lnTo>
                    <a:pt x="4903705" y="694254"/>
                  </a:lnTo>
                  <a:lnTo>
                    <a:pt x="4903705" y="694254"/>
                  </a:lnTo>
                  <a:lnTo>
                    <a:pt x="4898232" y="694254"/>
                  </a:lnTo>
                  <a:lnTo>
                    <a:pt x="4898232" y="694254"/>
                  </a:lnTo>
                  <a:lnTo>
                    <a:pt x="4892759" y="694254"/>
                  </a:lnTo>
                  <a:lnTo>
                    <a:pt x="4892759" y="694254"/>
                  </a:lnTo>
                  <a:lnTo>
                    <a:pt x="4887286" y="694254"/>
                  </a:lnTo>
                  <a:lnTo>
                    <a:pt x="4887286" y="694254"/>
                  </a:lnTo>
                  <a:lnTo>
                    <a:pt x="4881813" y="694254"/>
                  </a:lnTo>
                  <a:lnTo>
                    <a:pt x="4881813" y="694254"/>
                  </a:lnTo>
                  <a:lnTo>
                    <a:pt x="4876340" y="694254"/>
                  </a:lnTo>
                  <a:lnTo>
                    <a:pt x="4876340" y="694254"/>
                  </a:lnTo>
                  <a:lnTo>
                    <a:pt x="4870868" y="694254"/>
                  </a:lnTo>
                  <a:lnTo>
                    <a:pt x="4870868" y="694254"/>
                  </a:lnTo>
                  <a:lnTo>
                    <a:pt x="4865395" y="694254"/>
                  </a:lnTo>
                  <a:lnTo>
                    <a:pt x="4865395" y="694254"/>
                  </a:lnTo>
                  <a:lnTo>
                    <a:pt x="4859922" y="694254"/>
                  </a:lnTo>
                  <a:lnTo>
                    <a:pt x="4859922" y="694254"/>
                  </a:lnTo>
                  <a:lnTo>
                    <a:pt x="4854449" y="694254"/>
                  </a:lnTo>
                  <a:lnTo>
                    <a:pt x="4854449" y="694254"/>
                  </a:lnTo>
                  <a:lnTo>
                    <a:pt x="4848976" y="694254"/>
                  </a:lnTo>
                  <a:lnTo>
                    <a:pt x="4848976" y="694254"/>
                  </a:lnTo>
                  <a:lnTo>
                    <a:pt x="4843503" y="694254"/>
                  </a:lnTo>
                  <a:lnTo>
                    <a:pt x="4843503" y="694254"/>
                  </a:lnTo>
                  <a:lnTo>
                    <a:pt x="4838030" y="694254"/>
                  </a:lnTo>
                  <a:lnTo>
                    <a:pt x="4838030" y="694254"/>
                  </a:lnTo>
                  <a:lnTo>
                    <a:pt x="4832557" y="694254"/>
                  </a:lnTo>
                  <a:lnTo>
                    <a:pt x="4832557" y="694254"/>
                  </a:lnTo>
                  <a:lnTo>
                    <a:pt x="4827084" y="694254"/>
                  </a:lnTo>
                  <a:lnTo>
                    <a:pt x="4827084" y="694254"/>
                  </a:lnTo>
                  <a:lnTo>
                    <a:pt x="4821612" y="694254"/>
                  </a:lnTo>
                  <a:lnTo>
                    <a:pt x="4821612" y="694254"/>
                  </a:lnTo>
                  <a:lnTo>
                    <a:pt x="4816139" y="694254"/>
                  </a:lnTo>
                  <a:lnTo>
                    <a:pt x="4816139" y="694254"/>
                  </a:lnTo>
                  <a:lnTo>
                    <a:pt x="4810666" y="694254"/>
                  </a:lnTo>
                  <a:lnTo>
                    <a:pt x="4810666" y="694254"/>
                  </a:lnTo>
                  <a:lnTo>
                    <a:pt x="4805193" y="694254"/>
                  </a:lnTo>
                  <a:lnTo>
                    <a:pt x="4805193" y="694254"/>
                  </a:lnTo>
                  <a:lnTo>
                    <a:pt x="4799720" y="694254"/>
                  </a:lnTo>
                  <a:lnTo>
                    <a:pt x="4799720" y="694254"/>
                  </a:lnTo>
                  <a:lnTo>
                    <a:pt x="4794247" y="694254"/>
                  </a:lnTo>
                  <a:lnTo>
                    <a:pt x="4794247" y="694254"/>
                  </a:lnTo>
                  <a:lnTo>
                    <a:pt x="4788774" y="694254"/>
                  </a:lnTo>
                  <a:lnTo>
                    <a:pt x="4788774" y="694254"/>
                  </a:lnTo>
                  <a:lnTo>
                    <a:pt x="4783301" y="694254"/>
                  </a:lnTo>
                  <a:lnTo>
                    <a:pt x="4783301" y="694254"/>
                  </a:lnTo>
                  <a:lnTo>
                    <a:pt x="4777828" y="694254"/>
                  </a:lnTo>
                  <a:lnTo>
                    <a:pt x="4777828" y="694254"/>
                  </a:lnTo>
                  <a:lnTo>
                    <a:pt x="4772356" y="694254"/>
                  </a:lnTo>
                  <a:lnTo>
                    <a:pt x="4772356" y="745904"/>
                  </a:lnTo>
                  <a:lnTo>
                    <a:pt x="4766883" y="745904"/>
                  </a:lnTo>
                  <a:lnTo>
                    <a:pt x="4766883" y="745904"/>
                  </a:lnTo>
                  <a:lnTo>
                    <a:pt x="4761410" y="745904"/>
                  </a:lnTo>
                  <a:lnTo>
                    <a:pt x="4761410" y="745904"/>
                  </a:lnTo>
                  <a:lnTo>
                    <a:pt x="4755937" y="745904"/>
                  </a:lnTo>
                  <a:lnTo>
                    <a:pt x="4755937" y="745904"/>
                  </a:lnTo>
                  <a:lnTo>
                    <a:pt x="4750464" y="745904"/>
                  </a:lnTo>
                  <a:lnTo>
                    <a:pt x="4750464" y="745904"/>
                  </a:lnTo>
                  <a:lnTo>
                    <a:pt x="4744991" y="745904"/>
                  </a:lnTo>
                  <a:lnTo>
                    <a:pt x="4744991" y="745904"/>
                  </a:lnTo>
                  <a:lnTo>
                    <a:pt x="4739518" y="745904"/>
                  </a:lnTo>
                  <a:lnTo>
                    <a:pt x="4739518" y="745904"/>
                  </a:lnTo>
                  <a:lnTo>
                    <a:pt x="4734045" y="745904"/>
                  </a:lnTo>
                  <a:lnTo>
                    <a:pt x="4734045" y="745904"/>
                  </a:lnTo>
                  <a:lnTo>
                    <a:pt x="4728573" y="745904"/>
                  </a:lnTo>
                  <a:lnTo>
                    <a:pt x="4728573" y="745904"/>
                  </a:lnTo>
                  <a:lnTo>
                    <a:pt x="4723100" y="745904"/>
                  </a:lnTo>
                  <a:lnTo>
                    <a:pt x="4723100" y="745904"/>
                  </a:lnTo>
                  <a:lnTo>
                    <a:pt x="4717627" y="745904"/>
                  </a:lnTo>
                  <a:lnTo>
                    <a:pt x="4717627" y="745904"/>
                  </a:lnTo>
                  <a:lnTo>
                    <a:pt x="4712154" y="745904"/>
                  </a:lnTo>
                  <a:lnTo>
                    <a:pt x="4712154" y="745904"/>
                  </a:lnTo>
                  <a:lnTo>
                    <a:pt x="4706681" y="745904"/>
                  </a:lnTo>
                  <a:lnTo>
                    <a:pt x="4706681" y="745904"/>
                  </a:lnTo>
                  <a:lnTo>
                    <a:pt x="4701208" y="745904"/>
                  </a:lnTo>
                  <a:lnTo>
                    <a:pt x="4701208" y="745904"/>
                  </a:lnTo>
                  <a:lnTo>
                    <a:pt x="4695735" y="745904"/>
                  </a:lnTo>
                  <a:lnTo>
                    <a:pt x="4695735" y="745904"/>
                  </a:lnTo>
                  <a:lnTo>
                    <a:pt x="4690262" y="745904"/>
                  </a:lnTo>
                  <a:lnTo>
                    <a:pt x="4690262" y="745904"/>
                  </a:lnTo>
                  <a:lnTo>
                    <a:pt x="4684789" y="745904"/>
                  </a:lnTo>
                  <a:lnTo>
                    <a:pt x="4684789" y="745904"/>
                  </a:lnTo>
                  <a:lnTo>
                    <a:pt x="4679317" y="745904"/>
                  </a:lnTo>
                  <a:lnTo>
                    <a:pt x="4679317" y="745904"/>
                  </a:lnTo>
                  <a:lnTo>
                    <a:pt x="4673844" y="745904"/>
                  </a:lnTo>
                  <a:lnTo>
                    <a:pt x="4673844" y="745904"/>
                  </a:lnTo>
                  <a:lnTo>
                    <a:pt x="4668371" y="745904"/>
                  </a:lnTo>
                  <a:lnTo>
                    <a:pt x="4668371" y="745904"/>
                  </a:lnTo>
                  <a:lnTo>
                    <a:pt x="4662898" y="745904"/>
                  </a:lnTo>
                  <a:lnTo>
                    <a:pt x="4662898" y="745904"/>
                  </a:lnTo>
                  <a:lnTo>
                    <a:pt x="4657425" y="745904"/>
                  </a:lnTo>
                  <a:lnTo>
                    <a:pt x="4657425" y="745904"/>
                  </a:lnTo>
                  <a:lnTo>
                    <a:pt x="4651952" y="745904"/>
                  </a:lnTo>
                  <a:lnTo>
                    <a:pt x="4651952" y="745904"/>
                  </a:lnTo>
                  <a:lnTo>
                    <a:pt x="4646479" y="745904"/>
                  </a:lnTo>
                  <a:lnTo>
                    <a:pt x="4646479" y="745904"/>
                  </a:lnTo>
                  <a:lnTo>
                    <a:pt x="4641006" y="745904"/>
                  </a:lnTo>
                  <a:lnTo>
                    <a:pt x="4641006" y="745904"/>
                  </a:lnTo>
                  <a:lnTo>
                    <a:pt x="4635533" y="745904"/>
                  </a:lnTo>
                  <a:lnTo>
                    <a:pt x="4635533" y="745904"/>
                  </a:lnTo>
                  <a:lnTo>
                    <a:pt x="4630061" y="745904"/>
                  </a:lnTo>
                  <a:lnTo>
                    <a:pt x="4630061" y="745904"/>
                  </a:lnTo>
                  <a:lnTo>
                    <a:pt x="4624588" y="745904"/>
                  </a:lnTo>
                  <a:lnTo>
                    <a:pt x="4624588" y="745904"/>
                  </a:lnTo>
                  <a:lnTo>
                    <a:pt x="4619115" y="745904"/>
                  </a:lnTo>
                  <a:lnTo>
                    <a:pt x="4619115" y="745904"/>
                  </a:lnTo>
                  <a:lnTo>
                    <a:pt x="4613642" y="745904"/>
                  </a:lnTo>
                  <a:lnTo>
                    <a:pt x="4613642" y="745904"/>
                  </a:lnTo>
                  <a:lnTo>
                    <a:pt x="4608169" y="745904"/>
                  </a:lnTo>
                  <a:lnTo>
                    <a:pt x="4608169" y="745904"/>
                  </a:lnTo>
                  <a:lnTo>
                    <a:pt x="4602696" y="745904"/>
                  </a:lnTo>
                  <a:lnTo>
                    <a:pt x="4602696" y="745904"/>
                  </a:lnTo>
                  <a:lnTo>
                    <a:pt x="4597223" y="745904"/>
                  </a:lnTo>
                  <a:lnTo>
                    <a:pt x="4597223" y="796178"/>
                  </a:lnTo>
                  <a:lnTo>
                    <a:pt x="4591750" y="796178"/>
                  </a:lnTo>
                  <a:lnTo>
                    <a:pt x="4591750" y="796178"/>
                  </a:lnTo>
                  <a:lnTo>
                    <a:pt x="4586277" y="796178"/>
                  </a:lnTo>
                  <a:lnTo>
                    <a:pt x="4586277" y="796178"/>
                  </a:lnTo>
                  <a:lnTo>
                    <a:pt x="4580805" y="796178"/>
                  </a:lnTo>
                  <a:lnTo>
                    <a:pt x="4580805" y="846141"/>
                  </a:lnTo>
                  <a:lnTo>
                    <a:pt x="4575332" y="846141"/>
                  </a:lnTo>
                  <a:lnTo>
                    <a:pt x="4575332" y="846141"/>
                  </a:lnTo>
                  <a:lnTo>
                    <a:pt x="4569859" y="846141"/>
                  </a:lnTo>
                  <a:lnTo>
                    <a:pt x="4569859" y="846141"/>
                  </a:lnTo>
                  <a:lnTo>
                    <a:pt x="4564386" y="846141"/>
                  </a:lnTo>
                  <a:lnTo>
                    <a:pt x="4564386" y="846141"/>
                  </a:lnTo>
                  <a:lnTo>
                    <a:pt x="4558913" y="846141"/>
                  </a:lnTo>
                  <a:lnTo>
                    <a:pt x="4558913" y="846141"/>
                  </a:lnTo>
                  <a:lnTo>
                    <a:pt x="4553440" y="846141"/>
                  </a:lnTo>
                  <a:lnTo>
                    <a:pt x="4553440" y="846141"/>
                  </a:lnTo>
                  <a:lnTo>
                    <a:pt x="4547967" y="846141"/>
                  </a:lnTo>
                  <a:lnTo>
                    <a:pt x="4547967" y="895611"/>
                  </a:lnTo>
                  <a:lnTo>
                    <a:pt x="4542494" y="895611"/>
                  </a:lnTo>
                  <a:lnTo>
                    <a:pt x="4542494" y="895611"/>
                  </a:lnTo>
                  <a:lnTo>
                    <a:pt x="4537022" y="895611"/>
                  </a:lnTo>
                  <a:lnTo>
                    <a:pt x="4537022" y="895611"/>
                  </a:lnTo>
                  <a:lnTo>
                    <a:pt x="4531549" y="895611"/>
                  </a:lnTo>
                  <a:lnTo>
                    <a:pt x="4531549" y="895611"/>
                  </a:lnTo>
                  <a:lnTo>
                    <a:pt x="4526076" y="895611"/>
                  </a:lnTo>
                  <a:lnTo>
                    <a:pt x="4526076" y="895611"/>
                  </a:lnTo>
                  <a:lnTo>
                    <a:pt x="4520603" y="895611"/>
                  </a:lnTo>
                  <a:lnTo>
                    <a:pt x="4520603" y="895611"/>
                  </a:lnTo>
                  <a:lnTo>
                    <a:pt x="4515130" y="895611"/>
                  </a:lnTo>
                  <a:lnTo>
                    <a:pt x="4515130" y="895611"/>
                  </a:lnTo>
                  <a:lnTo>
                    <a:pt x="4509657" y="895611"/>
                  </a:lnTo>
                  <a:lnTo>
                    <a:pt x="4509657" y="895611"/>
                  </a:lnTo>
                  <a:lnTo>
                    <a:pt x="4504184" y="895611"/>
                  </a:lnTo>
                  <a:lnTo>
                    <a:pt x="4504184" y="895611"/>
                  </a:lnTo>
                  <a:lnTo>
                    <a:pt x="4498711" y="895611"/>
                  </a:lnTo>
                  <a:lnTo>
                    <a:pt x="4498711" y="895611"/>
                  </a:lnTo>
                  <a:lnTo>
                    <a:pt x="4493238" y="895611"/>
                  </a:lnTo>
                  <a:lnTo>
                    <a:pt x="4493238" y="895611"/>
                  </a:lnTo>
                  <a:lnTo>
                    <a:pt x="4487766" y="895611"/>
                  </a:lnTo>
                  <a:lnTo>
                    <a:pt x="4487766" y="895611"/>
                  </a:lnTo>
                  <a:lnTo>
                    <a:pt x="4482293" y="895611"/>
                  </a:lnTo>
                  <a:lnTo>
                    <a:pt x="4482293" y="895611"/>
                  </a:lnTo>
                  <a:lnTo>
                    <a:pt x="4476820" y="895611"/>
                  </a:lnTo>
                  <a:lnTo>
                    <a:pt x="4476820" y="895611"/>
                  </a:lnTo>
                  <a:lnTo>
                    <a:pt x="4471347" y="895611"/>
                  </a:lnTo>
                  <a:lnTo>
                    <a:pt x="4471347" y="895611"/>
                  </a:lnTo>
                  <a:lnTo>
                    <a:pt x="4465874" y="895611"/>
                  </a:lnTo>
                  <a:lnTo>
                    <a:pt x="4465874" y="895611"/>
                  </a:lnTo>
                  <a:lnTo>
                    <a:pt x="4460401" y="895611"/>
                  </a:lnTo>
                  <a:lnTo>
                    <a:pt x="4460401" y="895611"/>
                  </a:lnTo>
                  <a:lnTo>
                    <a:pt x="4454928" y="895611"/>
                  </a:lnTo>
                  <a:lnTo>
                    <a:pt x="4454928" y="895611"/>
                  </a:lnTo>
                  <a:lnTo>
                    <a:pt x="4449455" y="895611"/>
                  </a:lnTo>
                  <a:lnTo>
                    <a:pt x="4449455" y="895611"/>
                  </a:lnTo>
                  <a:lnTo>
                    <a:pt x="4443982" y="895611"/>
                  </a:lnTo>
                  <a:lnTo>
                    <a:pt x="4443982" y="895611"/>
                  </a:lnTo>
                  <a:lnTo>
                    <a:pt x="4438510" y="895611"/>
                  </a:lnTo>
                  <a:lnTo>
                    <a:pt x="4438510" y="895611"/>
                  </a:lnTo>
                  <a:lnTo>
                    <a:pt x="4433037" y="895611"/>
                  </a:lnTo>
                  <a:lnTo>
                    <a:pt x="4433037" y="895611"/>
                  </a:lnTo>
                  <a:lnTo>
                    <a:pt x="4427564" y="895611"/>
                  </a:lnTo>
                  <a:lnTo>
                    <a:pt x="4427564" y="895611"/>
                  </a:lnTo>
                  <a:lnTo>
                    <a:pt x="4422091" y="895611"/>
                  </a:lnTo>
                  <a:lnTo>
                    <a:pt x="4422091" y="895611"/>
                  </a:lnTo>
                  <a:lnTo>
                    <a:pt x="4416618" y="895611"/>
                  </a:lnTo>
                  <a:lnTo>
                    <a:pt x="4416618" y="895611"/>
                  </a:lnTo>
                  <a:lnTo>
                    <a:pt x="4411145" y="895611"/>
                  </a:lnTo>
                  <a:lnTo>
                    <a:pt x="4411145" y="895611"/>
                  </a:lnTo>
                  <a:lnTo>
                    <a:pt x="4405672" y="895611"/>
                  </a:lnTo>
                  <a:lnTo>
                    <a:pt x="4405672" y="895611"/>
                  </a:lnTo>
                  <a:lnTo>
                    <a:pt x="4400199" y="895611"/>
                  </a:lnTo>
                  <a:lnTo>
                    <a:pt x="4400199" y="895611"/>
                  </a:lnTo>
                  <a:lnTo>
                    <a:pt x="4394726" y="895611"/>
                  </a:lnTo>
                  <a:lnTo>
                    <a:pt x="4394726" y="895611"/>
                  </a:lnTo>
                  <a:lnTo>
                    <a:pt x="4389254" y="895611"/>
                  </a:lnTo>
                  <a:lnTo>
                    <a:pt x="4389254" y="895611"/>
                  </a:lnTo>
                  <a:lnTo>
                    <a:pt x="4383781" y="895611"/>
                  </a:lnTo>
                  <a:lnTo>
                    <a:pt x="4383781" y="895611"/>
                  </a:lnTo>
                  <a:lnTo>
                    <a:pt x="4378308" y="895611"/>
                  </a:lnTo>
                  <a:lnTo>
                    <a:pt x="4378308" y="895611"/>
                  </a:lnTo>
                  <a:lnTo>
                    <a:pt x="4372835" y="895611"/>
                  </a:lnTo>
                  <a:lnTo>
                    <a:pt x="4372835" y="895611"/>
                  </a:lnTo>
                  <a:lnTo>
                    <a:pt x="4367362" y="895611"/>
                  </a:lnTo>
                  <a:lnTo>
                    <a:pt x="4367362" y="895611"/>
                  </a:lnTo>
                  <a:lnTo>
                    <a:pt x="4361889" y="895611"/>
                  </a:lnTo>
                  <a:lnTo>
                    <a:pt x="4361889" y="895611"/>
                  </a:lnTo>
                  <a:lnTo>
                    <a:pt x="4356416" y="895611"/>
                  </a:lnTo>
                  <a:lnTo>
                    <a:pt x="4356416" y="895611"/>
                  </a:lnTo>
                  <a:lnTo>
                    <a:pt x="4350943" y="895611"/>
                  </a:lnTo>
                  <a:lnTo>
                    <a:pt x="4350943" y="895611"/>
                  </a:lnTo>
                  <a:lnTo>
                    <a:pt x="4345471" y="895611"/>
                  </a:lnTo>
                  <a:lnTo>
                    <a:pt x="4345471" y="895611"/>
                  </a:lnTo>
                  <a:lnTo>
                    <a:pt x="4339998" y="895611"/>
                  </a:lnTo>
                  <a:lnTo>
                    <a:pt x="4339998" y="895611"/>
                  </a:lnTo>
                  <a:lnTo>
                    <a:pt x="4334525" y="895611"/>
                  </a:lnTo>
                  <a:lnTo>
                    <a:pt x="4334525" y="895611"/>
                  </a:lnTo>
                  <a:lnTo>
                    <a:pt x="4329052" y="895611"/>
                  </a:lnTo>
                  <a:lnTo>
                    <a:pt x="4329052" y="895611"/>
                  </a:lnTo>
                  <a:lnTo>
                    <a:pt x="4323579" y="895611"/>
                  </a:lnTo>
                  <a:lnTo>
                    <a:pt x="4323579" y="895611"/>
                  </a:lnTo>
                  <a:lnTo>
                    <a:pt x="4318106" y="895611"/>
                  </a:lnTo>
                  <a:lnTo>
                    <a:pt x="4318106" y="895611"/>
                  </a:lnTo>
                  <a:lnTo>
                    <a:pt x="4312633" y="895611"/>
                  </a:lnTo>
                  <a:lnTo>
                    <a:pt x="4312633" y="895611"/>
                  </a:lnTo>
                  <a:lnTo>
                    <a:pt x="4307160" y="895611"/>
                  </a:lnTo>
                  <a:lnTo>
                    <a:pt x="4307160" y="895611"/>
                  </a:lnTo>
                  <a:lnTo>
                    <a:pt x="4301687" y="895611"/>
                  </a:lnTo>
                  <a:lnTo>
                    <a:pt x="4301687" y="895611"/>
                  </a:lnTo>
                  <a:lnTo>
                    <a:pt x="4296215" y="895611"/>
                  </a:lnTo>
                  <a:lnTo>
                    <a:pt x="4296215" y="895611"/>
                  </a:lnTo>
                  <a:lnTo>
                    <a:pt x="4290742" y="895611"/>
                  </a:lnTo>
                  <a:lnTo>
                    <a:pt x="4290742" y="895611"/>
                  </a:lnTo>
                  <a:lnTo>
                    <a:pt x="4285269" y="895611"/>
                  </a:lnTo>
                  <a:lnTo>
                    <a:pt x="4285269" y="895611"/>
                  </a:lnTo>
                  <a:lnTo>
                    <a:pt x="4279796" y="895611"/>
                  </a:lnTo>
                  <a:lnTo>
                    <a:pt x="4279796" y="895611"/>
                  </a:lnTo>
                  <a:lnTo>
                    <a:pt x="4274323" y="895611"/>
                  </a:lnTo>
                  <a:lnTo>
                    <a:pt x="4274323" y="895611"/>
                  </a:lnTo>
                  <a:lnTo>
                    <a:pt x="4268850" y="895611"/>
                  </a:lnTo>
                  <a:lnTo>
                    <a:pt x="4268850" y="895611"/>
                  </a:lnTo>
                  <a:lnTo>
                    <a:pt x="4263377" y="895611"/>
                  </a:lnTo>
                  <a:lnTo>
                    <a:pt x="4263377" y="895611"/>
                  </a:lnTo>
                  <a:lnTo>
                    <a:pt x="4257904" y="895611"/>
                  </a:lnTo>
                  <a:lnTo>
                    <a:pt x="4257904" y="895611"/>
                  </a:lnTo>
                  <a:lnTo>
                    <a:pt x="4252431" y="895611"/>
                  </a:lnTo>
                  <a:lnTo>
                    <a:pt x="4252431" y="895611"/>
                  </a:lnTo>
                  <a:lnTo>
                    <a:pt x="4246959" y="895611"/>
                  </a:lnTo>
                  <a:lnTo>
                    <a:pt x="4246959" y="895611"/>
                  </a:lnTo>
                  <a:lnTo>
                    <a:pt x="4241486" y="895611"/>
                  </a:lnTo>
                  <a:lnTo>
                    <a:pt x="4241486" y="895611"/>
                  </a:lnTo>
                  <a:lnTo>
                    <a:pt x="4236013" y="895611"/>
                  </a:lnTo>
                  <a:lnTo>
                    <a:pt x="4236013" y="895611"/>
                  </a:lnTo>
                  <a:lnTo>
                    <a:pt x="4230540" y="895611"/>
                  </a:lnTo>
                  <a:lnTo>
                    <a:pt x="4230540" y="895611"/>
                  </a:lnTo>
                  <a:lnTo>
                    <a:pt x="4225067" y="895611"/>
                  </a:lnTo>
                  <a:lnTo>
                    <a:pt x="4225067" y="895611"/>
                  </a:lnTo>
                  <a:lnTo>
                    <a:pt x="4219594" y="895611"/>
                  </a:lnTo>
                  <a:lnTo>
                    <a:pt x="4219594" y="895611"/>
                  </a:lnTo>
                  <a:lnTo>
                    <a:pt x="4214121" y="895611"/>
                  </a:lnTo>
                  <a:lnTo>
                    <a:pt x="4214121" y="895611"/>
                  </a:lnTo>
                  <a:lnTo>
                    <a:pt x="4208648" y="895611"/>
                  </a:lnTo>
                  <a:lnTo>
                    <a:pt x="4208648" y="895611"/>
                  </a:lnTo>
                  <a:lnTo>
                    <a:pt x="4203176" y="895611"/>
                  </a:lnTo>
                  <a:lnTo>
                    <a:pt x="4203176" y="895611"/>
                  </a:lnTo>
                  <a:lnTo>
                    <a:pt x="4197703" y="895611"/>
                  </a:lnTo>
                  <a:lnTo>
                    <a:pt x="4197703" y="895611"/>
                  </a:lnTo>
                  <a:lnTo>
                    <a:pt x="4192230" y="895611"/>
                  </a:lnTo>
                  <a:lnTo>
                    <a:pt x="4192230" y="895611"/>
                  </a:lnTo>
                  <a:lnTo>
                    <a:pt x="4186757" y="895611"/>
                  </a:lnTo>
                  <a:lnTo>
                    <a:pt x="4186757" y="895611"/>
                  </a:lnTo>
                  <a:lnTo>
                    <a:pt x="4181284" y="895611"/>
                  </a:lnTo>
                  <a:lnTo>
                    <a:pt x="4181284" y="895611"/>
                  </a:lnTo>
                  <a:lnTo>
                    <a:pt x="4175811" y="895611"/>
                  </a:lnTo>
                  <a:lnTo>
                    <a:pt x="4175811" y="895611"/>
                  </a:lnTo>
                  <a:lnTo>
                    <a:pt x="4170338" y="895611"/>
                  </a:lnTo>
                  <a:lnTo>
                    <a:pt x="4170338" y="895611"/>
                  </a:lnTo>
                  <a:lnTo>
                    <a:pt x="4164865" y="895611"/>
                  </a:lnTo>
                  <a:lnTo>
                    <a:pt x="4164865" y="895611"/>
                  </a:lnTo>
                  <a:lnTo>
                    <a:pt x="4159392" y="895611"/>
                  </a:lnTo>
                  <a:lnTo>
                    <a:pt x="4159392" y="895611"/>
                  </a:lnTo>
                  <a:lnTo>
                    <a:pt x="4153920" y="895611"/>
                  </a:lnTo>
                  <a:lnTo>
                    <a:pt x="4153920" y="895611"/>
                  </a:lnTo>
                  <a:lnTo>
                    <a:pt x="4148447" y="895611"/>
                  </a:lnTo>
                  <a:lnTo>
                    <a:pt x="4148447" y="895611"/>
                  </a:lnTo>
                  <a:lnTo>
                    <a:pt x="4142974" y="895611"/>
                  </a:lnTo>
                  <a:lnTo>
                    <a:pt x="4142974" y="895611"/>
                  </a:lnTo>
                  <a:lnTo>
                    <a:pt x="4137501" y="895611"/>
                  </a:lnTo>
                  <a:lnTo>
                    <a:pt x="4137501" y="895611"/>
                  </a:lnTo>
                  <a:lnTo>
                    <a:pt x="4132028" y="895611"/>
                  </a:lnTo>
                  <a:lnTo>
                    <a:pt x="4132028" y="895611"/>
                  </a:lnTo>
                  <a:lnTo>
                    <a:pt x="4126555" y="895611"/>
                  </a:lnTo>
                  <a:lnTo>
                    <a:pt x="4126555" y="895611"/>
                  </a:lnTo>
                  <a:lnTo>
                    <a:pt x="4121082" y="895611"/>
                  </a:lnTo>
                  <a:lnTo>
                    <a:pt x="4121082" y="895611"/>
                  </a:lnTo>
                  <a:lnTo>
                    <a:pt x="4115609" y="895611"/>
                  </a:lnTo>
                  <a:lnTo>
                    <a:pt x="4115609" y="895611"/>
                  </a:lnTo>
                  <a:lnTo>
                    <a:pt x="4110136" y="895611"/>
                  </a:lnTo>
                  <a:lnTo>
                    <a:pt x="4110136" y="895611"/>
                  </a:lnTo>
                  <a:lnTo>
                    <a:pt x="4104664" y="895611"/>
                  </a:lnTo>
                  <a:lnTo>
                    <a:pt x="4104664" y="895611"/>
                  </a:lnTo>
                  <a:lnTo>
                    <a:pt x="4099191" y="895611"/>
                  </a:lnTo>
                  <a:lnTo>
                    <a:pt x="4099191" y="895611"/>
                  </a:lnTo>
                  <a:lnTo>
                    <a:pt x="4093718" y="895611"/>
                  </a:lnTo>
                  <a:lnTo>
                    <a:pt x="4093718" y="895611"/>
                  </a:lnTo>
                  <a:lnTo>
                    <a:pt x="4088245" y="895611"/>
                  </a:lnTo>
                  <a:lnTo>
                    <a:pt x="4088245" y="895611"/>
                  </a:lnTo>
                  <a:lnTo>
                    <a:pt x="4082772" y="895611"/>
                  </a:lnTo>
                  <a:lnTo>
                    <a:pt x="4082772" y="895611"/>
                  </a:lnTo>
                  <a:lnTo>
                    <a:pt x="4077299" y="895611"/>
                  </a:lnTo>
                  <a:lnTo>
                    <a:pt x="4077299" y="895611"/>
                  </a:lnTo>
                  <a:lnTo>
                    <a:pt x="4071826" y="895611"/>
                  </a:lnTo>
                  <a:lnTo>
                    <a:pt x="4071826" y="895611"/>
                  </a:lnTo>
                  <a:lnTo>
                    <a:pt x="4066353" y="895611"/>
                  </a:lnTo>
                  <a:lnTo>
                    <a:pt x="4066353" y="895611"/>
                  </a:lnTo>
                  <a:lnTo>
                    <a:pt x="4060880" y="895611"/>
                  </a:lnTo>
                  <a:lnTo>
                    <a:pt x="4060880" y="895611"/>
                  </a:lnTo>
                  <a:lnTo>
                    <a:pt x="4055408" y="895611"/>
                  </a:lnTo>
                  <a:lnTo>
                    <a:pt x="4055408" y="895611"/>
                  </a:lnTo>
                  <a:lnTo>
                    <a:pt x="4049935" y="895611"/>
                  </a:lnTo>
                  <a:lnTo>
                    <a:pt x="4049935" y="895611"/>
                  </a:lnTo>
                  <a:lnTo>
                    <a:pt x="4044462" y="895611"/>
                  </a:lnTo>
                  <a:lnTo>
                    <a:pt x="4044462" y="895611"/>
                  </a:lnTo>
                  <a:lnTo>
                    <a:pt x="4038989" y="895611"/>
                  </a:lnTo>
                  <a:lnTo>
                    <a:pt x="4038989" y="895611"/>
                  </a:lnTo>
                  <a:lnTo>
                    <a:pt x="4033516" y="895611"/>
                  </a:lnTo>
                  <a:lnTo>
                    <a:pt x="4033516" y="895611"/>
                  </a:lnTo>
                  <a:lnTo>
                    <a:pt x="4028043" y="895611"/>
                  </a:lnTo>
                  <a:lnTo>
                    <a:pt x="4028043" y="895611"/>
                  </a:lnTo>
                  <a:lnTo>
                    <a:pt x="4022570" y="895611"/>
                  </a:lnTo>
                  <a:lnTo>
                    <a:pt x="4022570" y="895611"/>
                  </a:lnTo>
                  <a:lnTo>
                    <a:pt x="4017097" y="895611"/>
                  </a:lnTo>
                  <a:lnTo>
                    <a:pt x="4017097" y="895611"/>
                  </a:lnTo>
                  <a:lnTo>
                    <a:pt x="4011625" y="895611"/>
                  </a:lnTo>
                  <a:lnTo>
                    <a:pt x="4011625" y="895611"/>
                  </a:lnTo>
                  <a:lnTo>
                    <a:pt x="4006152" y="895611"/>
                  </a:lnTo>
                  <a:lnTo>
                    <a:pt x="4006152" y="895611"/>
                  </a:lnTo>
                  <a:lnTo>
                    <a:pt x="4000679" y="895611"/>
                  </a:lnTo>
                  <a:lnTo>
                    <a:pt x="4000679" y="895611"/>
                  </a:lnTo>
                  <a:lnTo>
                    <a:pt x="3995206" y="895611"/>
                  </a:lnTo>
                  <a:lnTo>
                    <a:pt x="3995206" y="895611"/>
                  </a:lnTo>
                  <a:lnTo>
                    <a:pt x="3989733" y="895611"/>
                  </a:lnTo>
                  <a:lnTo>
                    <a:pt x="3989733" y="895611"/>
                  </a:lnTo>
                  <a:lnTo>
                    <a:pt x="3984260" y="895611"/>
                  </a:lnTo>
                  <a:lnTo>
                    <a:pt x="3984260" y="895611"/>
                  </a:lnTo>
                  <a:lnTo>
                    <a:pt x="3978787" y="895611"/>
                  </a:lnTo>
                  <a:lnTo>
                    <a:pt x="3978787" y="895611"/>
                  </a:lnTo>
                  <a:lnTo>
                    <a:pt x="3973314" y="895611"/>
                  </a:lnTo>
                  <a:lnTo>
                    <a:pt x="3973314" y="895611"/>
                  </a:lnTo>
                  <a:lnTo>
                    <a:pt x="3967841" y="895611"/>
                  </a:lnTo>
                  <a:lnTo>
                    <a:pt x="3967841" y="895611"/>
                  </a:lnTo>
                  <a:lnTo>
                    <a:pt x="3962369" y="895611"/>
                  </a:lnTo>
                  <a:lnTo>
                    <a:pt x="3962369" y="895611"/>
                  </a:lnTo>
                  <a:lnTo>
                    <a:pt x="3956896" y="895611"/>
                  </a:lnTo>
                  <a:lnTo>
                    <a:pt x="3956896" y="895611"/>
                  </a:lnTo>
                  <a:lnTo>
                    <a:pt x="3951423" y="895611"/>
                  </a:lnTo>
                  <a:lnTo>
                    <a:pt x="3951423" y="895611"/>
                  </a:lnTo>
                  <a:lnTo>
                    <a:pt x="3945950" y="895611"/>
                  </a:lnTo>
                  <a:lnTo>
                    <a:pt x="3945950" y="895611"/>
                  </a:lnTo>
                  <a:lnTo>
                    <a:pt x="3940477" y="895611"/>
                  </a:lnTo>
                  <a:lnTo>
                    <a:pt x="3940477" y="940620"/>
                  </a:lnTo>
                  <a:lnTo>
                    <a:pt x="3935004" y="940620"/>
                  </a:lnTo>
                  <a:lnTo>
                    <a:pt x="3935004" y="940620"/>
                  </a:lnTo>
                  <a:lnTo>
                    <a:pt x="3929531" y="940620"/>
                  </a:lnTo>
                  <a:lnTo>
                    <a:pt x="3929531" y="940620"/>
                  </a:lnTo>
                  <a:lnTo>
                    <a:pt x="3924058" y="940620"/>
                  </a:lnTo>
                  <a:lnTo>
                    <a:pt x="3924058" y="940620"/>
                  </a:lnTo>
                  <a:lnTo>
                    <a:pt x="3918585" y="940620"/>
                  </a:lnTo>
                  <a:lnTo>
                    <a:pt x="3918585" y="940620"/>
                  </a:lnTo>
                  <a:lnTo>
                    <a:pt x="3913113" y="940620"/>
                  </a:lnTo>
                  <a:lnTo>
                    <a:pt x="3913113" y="940620"/>
                  </a:lnTo>
                  <a:lnTo>
                    <a:pt x="3907640" y="940620"/>
                  </a:lnTo>
                  <a:lnTo>
                    <a:pt x="3907640" y="985267"/>
                  </a:lnTo>
                  <a:lnTo>
                    <a:pt x="3902167" y="985267"/>
                  </a:lnTo>
                  <a:lnTo>
                    <a:pt x="3902167" y="985267"/>
                  </a:lnTo>
                  <a:lnTo>
                    <a:pt x="3896694" y="985267"/>
                  </a:lnTo>
                  <a:lnTo>
                    <a:pt x="3896694" y="985267"/>
                  </a:lnTo>
                  <a:lnTo>
                    <a:pt x="3891221" y="985267"/>
                  </a:lnTo>
                  <a:lnTo>
                    <a:pt x="3891221" y="985267"/>
                  </a:lnTo>
                  <a:lnTo>
                    <a:pt x="3885748" y="985267"/>
                  </a:lnTo>
                  <a:lnTo>
                    <a:pt x="3885748" y="985267"/>
                  </a:lnTo>
                  <a:lnTo>
                    <a:pt x="3880275" y="985267"/>
                  </a:lnTo>
                  <a:lnTo>
                    <a:pt x="3880275" y="985267"/>
                  </a:lnTo>
                  <a:lnTo>
                    <a:pt x="3874802" y="985267"/>
                  </a:lnTo>
                  <a:lnTo>
                    <a:pt x="3874802" y="985267"/>
                  </a:lnTo>
                  <a:lnTo>
                    <a:pt x="3869329" y="985267"/>
                  </a:lnTo>
                  <a:lnTo>
                    <a:pt x="3869329" y="985267"/>
                  </a:lnTo>
                  <a:lnTo>
                    <a:pt x="3863857" y="985267"/>
                  </a:lnTo>
                  <a:lnTo>
                    <a:pt x="3863857" y="985267"/>
                  </a:lnTo>
                  <a:lnTo>
                    <a:pt x="3858384" y="985267"/>
                  </a:lnTo>
                  <a:lnTo>
                    <a:pt x="3858384" y="985267"/>
                  </a:lnTo>
                  <a:lnTo>
                    <a:pt x="3852911" y="985267"/>
                  </a:lnTo>
                  <a:lnTo>
                    <a:pt x="3852911" y="985267"/>
                  </a:lnTo>
                  <a:lnTo>
                    <a:pt x="3847438" y="985267"/>
                  </a:lnTo>
                  <a:lnTo>
                    <a:pt x="3847438" y="985267"/>
                  </a:lnTo>
                  <a:lnTo>
                    <a:pt x="3841965" y="985267"/>
                  </a:lnTo>
                  <a:lnTo>
                    <a:pt x="3841965" y="985267"/>
                  </a:lnTo>
                  <a:lnTo>
                    <a:pt x="3836492" y="985267"/>
                  </a:lnTo>
                  <a:lnTo>
                    <a:pt x="3836492" y="985267"/>
                  </a:lnTo>
                  <a:lnTo>
                    <a:pt x="3831019" y="985267"/>
                  </a:lnTo>
                  <a:lnTo>
                    <a:pt x="3831019" y="985267"/>
                  </a:lnTo>
                  <a:lnTo>
                    <a:pt x="3825546" y="985267"/>
                  </a:lnTo>
                  <a:lnTo>
                    <a:pt x="3825546" y="985267"/>
                  </a:lnTo>
                  <a:lnTo>
                    <a:pt x="3820074" y="985267"/>
                  </a:lnTo>
                  <a:lnTo>
                    <a:pt x="3820074" y="985267"/>
                  </a:lnTo>
                  <a:lnTo>
                    <a:pt x="3814601" y="985267"/>
                  </a:lnTo>
                  <a:lnTo>
                    <a:pt x="3814601" y="985267"/>
                  </a:lnTo>
                  <a:lnTo>
                    <a:pt x="3809128" y="985267"/>
                  </a:lnTo>
                  <a:lnTo>
                    <a:pt x="3809128" y="985267"/>
                  </a:lnTo>
                  <a:lnTo>
                    <a:pt x="3803655" y="985267"/>
                  </a:lnTo>
                  <a:lnTo>
                    <a:pt x="3803655" y="985267"/>
                  </a:lnTo>
                  <a:lnTo>
                    <a:pt x="3798182" y="985267"/>
                  </a:lnTo>
                  <a:lnTo>
                    <a:pt x="3798182" y="985267"/>
                  </a:lnTo>
                  <a:lnTo>
                    <a:pt x="3792709" y="985267"/>
                  </a:lnTo>
                  <a:lnTo>
                    <a:pt x="3792709" y="985267"/>
                  </a:lnTo>
                  <a:lnTo>
                    <a:pt x="3787236" y="985267"/>
                  </a:lnTo>
                  <a:lnTo>
                    <a:pt x="3787236" y="985267"/>
                  </a:lnTo>
                  <a:lnTo>
                    <a:pt x="3781763" y="985267"/>
                  </a:lnTo>
                  <a:lnTo>
                    <a:pt x="3781763" y="985267"/>
                  </a:lnTo>
                  <a:lnTo>
                    <a:pt x="3776290" y="985267"/>
                  </a:lnTo>
                  <a:lnTo>
                    <a:pt x="3776290" y="985267"/>
                  </a:lnTo>
                  <a:lnTo>
                    <a:pt x="3770818" y="985267"/>
                  </a:lnTo>
                  <a:lnTo>
                    <a:pt x="3770818" y="985267"/>
                  </a:lnTo>
                  <a:lnTo>
                    <a:pt x="3765345" y="985267"/>
                  </a:lnTo>
                  <a:lnTo>
                    <a:pt x="3765345" y="985267"/>
                  </a:lnTo>
                  <a:lnTo>
                    <a:pt x="3759872" y="985267"/>
                  </a:lnTo>
                  <a:lnTo>
                    <a:pt x="3759872" y="985267"/>
                  </a:lnTo>
                  <a:lnTo>
                    <a:pt x="3754399" y="985267"/>
                  </a:lnTo>
                  <a:lnTo>
                    <a:pt x="3754399" y="985267"/>
                  </a:lnTo>
                  <a:lnTo>
                    <a:pt x="3748926" y="985267"/>
                  </a:lnTo>
                  <a:lnTo>
                    <a:pt x="3748926" y="985267"/>
                  </a:lnTo>
                  <a:lnTo>
                    <a:pt x="3743453" y="985267"/>
                  </a:lnTo>
                  <a:lnTo>
                    <a:pt x="3743453" y="985267"/>
                  </a:lnTo>
                  <a:lnTo>
                    <a:pt x="3737980" y="985267"/>
                  </a:lnTo>
                  <a:lnTo>
                    <a:pt x="3737980" y="1028538"/>
                  </a:lnTo>
                  <a:lnTo>
                    <a:pt x="3732507" y="1028538"/>
                  </a:lnTo>
                  <a:lnTo>
                    <a:pt x="3732507" y="1028538"/>
                  </a:lnTo>
                  <a:lnTo>
                    <a:pt x="3727034" y="1028538"/>
                  </a:lnTo>
                  <a:lnTo>
                    <a:pt x="3727034" y="1028538"/>
                  </a:lnTo>
                  <a:lnTo>
                    <a:pt x="3721562" y="1028538"/>
                  </a:lnTo>
                  <a:lnTo>
                    <a:pt x="3721562" y="1028538"/>
                  </a:lnTo>
                  <a:lnTo>
                    <a:pt x="3716089" y="1028538"/>
                  </a:lnTo>
                  <a:lnTo>
                    <a:pt x="3716089" y="1028538"/>
                  </a:lnTo>
                  <a:lnTo>
                    <a:pt x="3710616" y="1028538"/>
                  </a:lnTo>
                  <a:lnTo>
                    <a:pt x="3710616" y="1028538"/>
                  </a:lnTo>
                  <a:lnTo>
                    <a:pt x="3705143" y="1028538"/>
                  </a:lnTo>
                  <a:lnTo>
                    <a:pt x="3705143" y="1028538"/>
                  </a:lnTo>
                  <a:lnTo>
                    <a:pt x="3699670" y="1028538"/>
                  </a:lnTo>
                  <a:lnTo>
                    <a:pt x="3699670" y="1028538"/>
                  </a:lnTo>
                  <a:lnTo>
                    <a:pt x="3694197" y="1028538"/>
                  </a:lnTo>
                  <a:lnTo>
                    <a:pt x="3694197" y="1028538"/>
                  </a:lnTo>
                  <a:lnTo>
                    <a:pt x="3688724" y="1028538"/>
                  </a:lnTo>
                  <a:lnTo>
                    <a:pt x="3688724" y="1028538"/>
                  </a:lnTo>
                  <a:lnTo>
                    <a:pt x="3683251" y="1028538"/>
                  </a:lnTo>
                  <a:lnTo>
                    <a:pt x="3683251" y="1028538"/>
                  </a:lnTo>
                  <a:lnTo>
                    <a:pt x="3677779" y="1028538"/>
                  </a:lnTo>
                  <a:lnTo>
                    <a:pt x="3677779" y="1028538"/>
                  </a:lnTo>
                  <a:lnTo>
                    <a:pt x="3672306" y="1028538"/>
                  </a:lnTo>
                  <a:lnTo>
                    <a:pt x="3672306" y="1028538"/>
                  </a:lnTo>
                  <a:lnTo>
                    <a:pt x="3666833" y="1028538"/>
                  </a:lnTo>
                  <a:lnTo>
                    <a:pt x="3666833" y="1028538"/>
                  </a:lnTo>
                  <a:lnTo>
                    <a:pt x="3661360" y="1028538"/>
                  </a:lnTo>
                  <a:lnTo>
                    <a:pt x="3661360" y="1071251"/>
                  </a:lnTo>
                  <a:lnTo>
                    <a:pt x="3655887" y="1071251"/>
                  </a:lnTo>
                  <a:lnTo>
                    <a:pt x="3655887" y="1071251"/>
                  </a:lnTo>
                  <a:lnTo>
                    <a:pt x="3650414" y="1071251"/>
                  </a:lnTo>
                  <a:lnTo>
                    <a:pt x="3650414" y="1071251"/>
                  </a:lnTo>
                  <a:lnTo>
                    <a:pt x="3644941" y="1071251"/>
                  </a:lnTo>
                  <a:lnTo>
                    <a:pt x="3644941" y="1071251"/>
                  </a:lnTo>
                  <a:lnTo>
                    <a:pt x="3639468" y="1071251"/>
                  </a:lnTo>
                  <a:lnTo>
                    <a:pt x="3639468" y="1071251"/>
                  </a:lnTo>
                  <a:lnTo>
                    <a:pt x="3633995" y="1071251"/>
                  </a:lnTo>
                  <a:lnTo>
                    <a:pt x="3633995" y="1071251"/>
                  </a:lnTo>
                  <a:lnTo>
                    <a:pt x="3628523" y="1071251"/>
                  </a:lnTo>
                  <a:lnTo>
                    <a:pt x="3628523" y="1071251"/>
                  </a:lnTo>
                  <a:lnTo>
                    <a:pt x="3623050" y="1071251"/>
                  </a:lnTo>
                  <a:lnTo>
                    <a:pt x="3623050" y="1071251"/>
                  </a:lnTo>
                  <a:lnTo>
                    <a:pt x="3617577" y="1071251"/>
                  </a:lnTo>
                  <a:lnTo>
                    <a:pt x="3617577" y="1071251"/>
                  </a:lnTo>
                  <a:lnTo>
                    <a:pt x="3612104" y="1071251"/>
                  </a:lnTo>
                  <a:lnTo>
                    <a:pt x="3612104" y="1071251"/>
                  </a:lnTo>
                  <a:lnTo>
                    <a:pt x="3606631" y="1071251"/>
                  </a:lnTo>
                  <a:lnTo>
                    <a:pt x="3606631" y="1071251"/>
                  </a:lnTo>
                  <a:lnTo>
                    <a:pt x="3601158" y="1071251"/>
                  </a:lnTo>
                  <a:lnTo>
                    <a:pt x="3601158" y="1071251"/>
                  </a:lnTo>
                  <a:lnTo>
                    <a:pt x="3595685" y="1071251"/>
                  </a:lnTo>
                  <a:lnTo>
                    <a:pt x="3595685" y="1071251"/>
                  </a:lnTo>
                  <a:lnTo>
                    <a:pt x="3590212" y="1071251"/>
                  </a:lnTo>
                  <a:lnTo>
                    <a:pt x="3590212" y="1071251"/>
                  </a:lnTo>
                  <a:lnTo>
                    <a:pt x="3584739" y="1071251"/>
                  </a:lnTo>
                  <a:lnTo>
                    <a:pt x="3584739" y="1071251"/>
                  </a:lnTo>
                  <a:lnTo>
                    <a:pt x="3579267" y="1071251"/>
                  </a:lnTo>
                  <a:lnTo>
                    <a:pt x="3579267" y="1071251"/>
                  </a:lnTo>
                  <a:lnTo>
                    <a:pt x="3573794" y="1071251"/>
                  </a:lnTo>
                  <a:lnTo>
                    <a:pt x="3573794" y="1071251"/>
                  </a:lnTo>
                  <a:lnTo>
                    <a:pt x="3568321" y="1071251"/>
                  </a:lnTo>
                  <a:lnTo>
                    <a:pt x="3568321" y="1071251"/>
                  </a:lnTo>
                  <a:lnTo>
                    <a:pt x="3562848" y="1071251"/>
                  </a:lnTo>
                  <a:lnTo>
                    <a:pt x="3562848" y="1071251"/>
                  </a:lnTo>
                  <a:lnTo>
                    <a:pt x="3557375" y="1071251"/>
                  </a:lnTo>
                  <a:lnTo>
                    <a:pt x="3557375" y="1071251"/>
                  </a:lnTo>
                  <a:lnTo>
                    <a:pt x="3551902" y="1071251"/>
                  </a:lnTo>
                  <a:lnTo>
                    <a:pt x="3551902" y="1071251"/>
                  </a:lnTo>
                  <a:lnTo>
                    <a:pt x="3546429" y="1071251"/>
                  </a:lnTo>
                  <a:lnTo>
                    <a:pt x="3546429" y="1071251"/>
                  </a:lnTo>
                  <a:lnTo>
                    <a:pt x="3540956" y="1071251"/>
                  </a:lnTo>
                  <a:lnTo>
                    <a:pt x="3540956" y="1071251"/>
                  </a:lnTo>
                  <a:lnTo>
                    <a:pt x="3535483" y="1071251"/>
                  </a:lnTo>
                  <a:lnTo>
                    <a:pt x="3535483" y="1071251"/>
                  </a:lnTo>
                  <a:lnTo>
                    <a:pt x="3530011" y="1071251"/>
                  </a:lnTo>
                  <a:lnTo>
                    <a:pt x="3530011" y="1071251"/>
                  </a:lnTo>
                  <a:lnTo>
                    <a:pt x="3524538" y="1071251"/>
                  </a:lnTo>
                  <a:lnTo>
                    <a:pt x="3524538" y="1071251"/>
                  </a:lnTo>
                  <a:lnTo>
                    <a:pt x="3519065" y="1071251"/>
                  </a:lnTo>
                  <a:lnTo>
                    <a:pt x="3519065" y="1071251"/>
                  </a:lnTo>
                  <a:lnTo>
                    <a:pt x="3513592" y="1071251"/>
                  </a:lnTo>
                  <a:lnTo>
                    <a:pt x="3513592" y="1071251"/>
                  </a:lnTo>
                  <a:lnTo>
                    <a:pt x="3508119" y="1071251"/>
                  </a:lnTo>
                  <a:lnTo>
                    <a:pt x="3508119" y="1071251"/>
                  </a:lnTo>
                  <a:lnTo>
                    <a:pt x="3502646" y="1071251"/>
                  </a:lnTo>
                  <a:lnTo>
                    <a:pt x="3502646" y="1071251"/>
                  </a:lnTo>
                  <a:lnTo>
                    <a:pt x="3497173" y="1071251"/>
                  </a:lnTo>
                  <a:lnTo>
                    <a:pt x="3497173" y="1112538"/>
                  </a:lnTo>
                  <a:lnTo>
                    <a:pt x="3491700" y="1112538"/>
                  </a:lnTo>
                  <a:lnTo>
                    <a:pt x="3491700" y="1112538"/>
                  </a:lnTo>
                  <a:lnTo>
                    <a:pt x="3486228" y="1112538"/>
                  </a:lnTo>
                  <a:lnTo>
                    <a:pt x="3486228" y="1112538"/>
                  </a:lnTo>
                  <a:lnTo>
                    <a:pt x="3480755" y="1112538"/>
                  </a:lnTo>
                  <a:lnTo>
                    <a:pt x="3480755" y="1112538"/>
                  </a:lnTo>
                  <a:lnTo>
                    <a:pt x="3475282" y="1112538"/>
                  </a:lnTo>
                  <a:lnTo>
                    <a:pt x="3475282" y="1112538"/>
                  </a:lnTo>
                  <a:lnTo>
                    <a:pt x="3469809" y="1112538"/>
                  </a:lnTo>
                  <a:lnTo>
                    <a:pt x="3469809" y="1112538"/>
                  </a:lnTo>
                  <a:lnTo>
                    <a:pt x="3464336" y="1112538"/>
                  </a:lnTo>
                  <a:lnTo>
                    <a:pt x="3464336" y="1112538"/>
                  </a:lnTo>
                  <a:lnTo>
                    <a:pt x="3458863" y="1112538"/>
                  </a:lnTo>
                  <a:lnTo>
                    <a:pt x="3458863" y="1112538"/>
                  </a:lnTo>
                  <a:lnTo>
                    <a:pt x="3453390" y="1112538"/>
                  </a:lnTo>
                  <a:lnTo>
                    <a:pt x="3453390" y="1112538"/>
                  </a:lnTo>
                  <a:lnTo>
                    <a:pt x="3447917" y="1112538"/>
                  </a:lnTo>
                  <a:lnTo>
                    <a:pt x="3447917" y="1112538"/>
                  </a:lnTo>
                  <a:lnTo>
                    <a:pt x="3442444" y="1112538"/>
                  </a:lnTo>
                  <a:lnTo>
                    <a:pt x="3442444" y="1112538"/>
                  </a:lnTo>
                  <a:lnTo>
                    <a:pt x="3436972" y="1112538"/>
                  </a:lnTo>
                  <a:lnTo>
                    <a:pt x="3436972" y="1112538"/>
                  </a:lnTo>
                  <a:lnTo>
                    <a:pt x="3431499" y="1112538"/>
                  </a:lnTo>
                  <a:lnTo>
                    <a:pt x="3431499" y="1112538"/>
                  </a:lnTo>
                  <a:lnTo>
                    <a:pt x="3426026" y="1112538"/>
                  </a:lnTo>
                  <a:lnTo>
                    <a:pt x="3426026" y="1112538"/>
                  </a:lnTo>
                  <a:lnTo>
                    <a:pt x="3420553" y="1112538"/>
                  </a:lnTo>
                  <a:lnTo>
                    <a:pt x="3420553" y="1112538"/>
                  </a:lnTo>
                  <a:lnTo>
                    <a:pt x="3415080" y="1112538"/>
                  </a:lnTo>
                  <a:lnTo>
                    <a:pt x="3415080" y="1112538"/>
                  </a:lnTo>
                  <a:lnTo>
                    <a:pt x="3409607" y="1112538"/>
                  </a:lnTo>
                  <a:lnTo>
                    <a:pt x="3409607" y="1112538"/>
                  </a:lnTo>
                  <a:lnTo>
                    <a:pt x="3404134" y="1112538"/>
                  </a:lnTo>
                  <a:lnTo>
                    <a:pt x="3404134" y="1112538"/>
                  </a:lnTo>
                  <a:lnTo>
                    <a:pt x="3398661" y="1112538"/>
                  </a:lnTo>
                  <a:lnTo>
                    <a:pt x="3398661" y="1112538"/>
                  </a:lnTo>
                  <a:lnTo>
                    <a:pt x="3393188" y="1112538"/>
                  </a:lnTo>
                  <a:lnTo>
                    <a:pt x="3393188" y="1112538"/>
                  </a:lnTo>
                  <a:lnTo>
                    <a:pt x="3387716" y="1112538"/>
                  </a:lnTo>
                  <a:lnTo>
                    <a:pt x="3387716" y="1112538"/>
                  </a:lnTo>
                  <a:lnTo>
                    <a:pt x="3382243" y="1112538"/>
                  </a:lnTo>
                  <a:lnTo>
                    <a:pt x="3382243" y="1112538"/>
                  </a:lnTo>
                  <a:lnTo>
                    <a:pt x="3376770" y="1112538"/>
                  </a:lnTo>
                  <a:lnTo>
                    <a:pt x="3376770" y="1112538"/>
                  </a:lnTo>
                  <a:lnTo>
                    <a:pt x="3371297" y="1112538"/>
                  </a:lnTo>
                  <a:lnTo>
                    <a:pt x="3371297" y="1112538"/>
                  </a:lnTo>
                  <a:lnTo>
                    <a:pt x="3365824" y="1112538"/>
                  </a:lnTo>
                  <a:lnTo>
                    <a:pt x="3365824" y="1112538"/>
                  </a:lnTo>
                  <a:lnTo>
                    <a:pt x="3360351" y="1112538"/>
                  </a:lnTo>
                  <a:lnTo>
                    <a:pt x="3360351" y="1112538"/>
                  </a:lnTo>
                  <a:lnTo>
                    <a:pt x="3354878" y="1112538"/>
                  </a:lnTo>
                  <a:lnTo>
                    <a:pt x="3354878" y="1112538"/>
                  </a:lnTo>
                  <a:lnTo>
                    <a:pt x="3349405" y="1112538"/>
                  </a:lnTo>
                  <a:lnTo>
                    <a:pt x="3349405" y="1112538"/>
                  </a:lnTo>
                  <a:lnTo>
                    <a:pt x="3343932" y="1112538"/>
                  </a:lnTo>
                  <a:lnTo>
                    <a:pt x="3343932" y="1112538"/>
                  </a:lnTo>
                  <a:lnTo>
                    <a:pt x="3338460" y="1112538"/>
                  </a:lnTo>
                  <a:lnTo>
                    <a:pt x="3338460" y="1112538"/>
                  </a:lnTo>
                  <a:lnTo>
                    <a:pt x="3332987" y="1112538"/>
                  </a:lnTo>
                  <a:lnTo>
                    <a:pt x="3332987" y="1112538"/>
                  </a:lnTo>
                  <a:lnTo>
                    <a:pt x="3327514" y="1112538"/>
                  </a:lnTo>
                  <a:lnTo>
                    <a:pt x="3327514" y="1112538"/>
                  </a:lnTo>
                  <a:lnTo>
                    <a:pt x="3322041" y="1112538"/>
                  </a:lnTo>
                  <a:lnTo>
                    <a:pt x="3322041" y="1112538"/>
                  </a:lnTo>
                  <a:lnTo>
                    <a:pt x="3316568" y="1112538"/>
                  </a:lnTo>
                  <a:lnTo>
                    <a:pt x="3316568" y="1112538"/>
                  </a:lnTo>
                  <a:lnTo>
                    <a:pt x="3311095" y="1112538"/>
                  </a:lnTo>
                  <a:lnTo>
                    <a:pt x="3311095" y="1112538"/>
                  </a:lnTo>
                  <a:lnTo>
                    <a:pt x="3305622" y="1112538"/>
                  </a:lnTo>
                  <a:lnTo>
                    <a:pt x="3305622" y="1112538"/>
                  </a:lnTo>
                  <a:lnTo>
                    <a:pt x="3300149" y="1112538"/>
                  </a:lnTo>
                  <a:lnTo>
                    <a:pt x="3300149" y="1112538"/>
                  </a:lnTo>
                  <a:lnTo>
                    <a:pt x="3294677" y="1112538"/>
                  </a:lnTo>
                  <a:lnTo>
                    <a:pt x="3294677" y="1112538"/>
                  </a:lnTo>
                  <a:lnTo>
                    <a:pt x="3289204" y="1112538"/>
                  </a:lnTo>
                  <a:lnTo>
                    <a:pt x="3289204" y="1112538"/>
                  </a:lnTo>
                  <a:lnTo>
                    <a:pt x="3283731" y="1112538"/>
                  </a:lnTo>
                  <a:lnTo>
                    <a:pt x="3283731" y="1152600"/>
                  </a:lnTo>
                  <a:lnTo>
                    <a:pt x="3278258" y="1152600"/>
                  </a:lnTo>
                  <a:lnTo>
                    <a:pt x="3278258" y="1152600"/>
                  </a:lnTo>
                  <a:lnTo>
                    <a:pt x="3272785" y="1152600"/>
                  </a:lnTo>
                  <a:lnTo>
                    <a:pt x="3272785" y="1152600"/>
                  </a:lnTo>
                  <a:lnTo>
                    <a:pt x="3267312" y="1152600"/>
                  </a:lnTo>
                  <a:lnTo>
                    <a:pt x="3267312" y="1152600"/>
                  </a:lnTo>
                  <a:lnTo>
                    <a:pt x="3261839" y="1152600"/>
                  </a:lnTo>
                  <a:lnTo>
                    <a:pt x="3261839" y="1152600"/>
                  </a:lnTo>
                  <a:lnTo>
                    <a:pt x="3256366" y="1152600"/>
                  </a:lnTo>
                  <a:lnTo>
                    <a:pt x="3256366" y="1152600"/>
                  </a:lnTo>
                  <a:lnTo>
                    <a:pt x="3250893" y="1152600"/>
                  </a:lnTo>
                  <a:lnTo>
                    <a:pt x="3250893" y="1152600"/>
                  </a:lnTo>
                  <a:lnTo>
                    <a:pt x="3245421" y="1152600"/>
                  </a:lnTo>
                  <a:lnTo>
                    <a:pt x="3245421" y="1152600"/>
                  </a:lnTo>
                  <a:lnTo>
                    <a:pt x="3239948" y="1152600"/>
                  </a:lnTo>
                  <a:lnTo>
                    <a:pt x="3239948" y="1152600"/>
                  </a:lnTo>
                  <a:lnTo>
                    <a:pt x="3234475" y="1152600"/>
                  </a:lnTo>
                  <a:lnTo>
                    <a:pt x="3234475" y="1192017"/>
                  </a:lnTo>
                  <a:lnTo>
                    <a:pt x="3229002" y="1192017"/>
                  </a:lnTo>
                  <a:lnTo>
                    <a:pt x="3229002" y="1192017"/>
                  </a:lnTo>
                  <a:lnTo>
                    <a:pt x="3223529" y="1192017"/>
                  </a:lnTo>
                  <a:lnTo>
                    <a:pt x="3223529" y="1192017"/>
                  </a:lnTo>
                  <a:lnTo>
                    <a:pt x="3218056" y="1192017"/>
                  </a:lnTo>
                  <a:lnTo>
                    <a:pt x="3218056" y="1192017"/>
                  </a:lnTo>
                  <a:lnTo>
                    <a:pt x="3212583" y="1192017"/>
                  </a:lnTo>
                  <a:lnTo>
                    <a:pt x="3212583" y="1192017"/>
                  </a:lnTo>
                  <a:lnTo>
                    <a:pt x="3207110" y="1192017"/>
                  </a:lnTo>
                  <a:lnTo>
                    <a:pt x="3207110" y="1192017"/>
                  </a:lnTo>
                  <a:lnTo>
                    <a:pt x="3201637" y="1192017"/>
                  </a:lnTo>
                  <a:lnTo>
                    <a:pt x="3201637" y="1192017"/>
                  </a:lnTo>
                  <a:lnTo>
                    <a:pt x="3196165" y="1192017"/>
                  </a:lnTo>
                  <a:lnTo>
                    <a:pt x="3196165" y="1192017"/>
                  </a:lnTo>
                  <a:lnTo>
                    <a:pt x="3190692" y="1192017"/>
                  </a:lnTo>
                  <a:lnTo>
                    <a:pt x="3190692" y="1192017"/>
                  </a:lnTo>
                  <a:lnTo>
                    <a:pt x="3185219" y="1192017"/>
                  </a:lnTo>
                  <a:lnTo>
                    <a:pt x="3185219" y="1192017"/>
                  </a:lnTo>
                  <a:lnTo>
                    <a:pt x="3179746" y="1192017"/>
                  </a:lnTo>
                  <a:lnTo>
                    <a:pt x="3179746" y="1192017"/>
                  </a:lnTo>
                  <a:lnTo>
                    <a:pt x="3174273" y="1192017"/>
                  </a:lnTo>
                  <a:lnTo>
                    <a:pt x="3174273" y="1192017"/>
                  </a:lnTo>
                  <a:lnTo>
                    <a:pt x="3168800" y="1192017"/>
                  </a:lnTo>
                  <a:lnTo>
                    <a:pt x="3168800" y="1192017"/>
                  </a:lnTo>
                  <a:lnTo>
                    <a:pt x="3163327" y="1192017"/>
                  </a:lnTo>
                  <a:lnTo>
                    <a:pt x="3163327" y="1192017"/>
                  </a:lnTo>
                  <a:lnTo>
                    <a:pt x="3157854" y="1192017"/>
                  </a:lnTo>
                  <a:lnTo>
                    <a:pt x="3157854" y="1192017"/>
                  </a:lnTo>
                  <a:lnTo>
                    <a:pt x="3152382" y="1192017"/>
                  </a:lnTo>
                  <a:lnTo>
                    <a:pt x="3152382" y="1192017"/>
                  </a:lnTo>
                  <a:lnTo>
                    <a:pt x="3146909" y="1192017"/>
                  </a:lnTo>
                  <a:lnTo>
                    <a:pt x="3146909" y="1192017"/>
                  </a:lnTo>
                  <a:lnTo>
                    <a:pt x="3141436" y="1192017"/>
                  </a:lnTo>
                  <a:lnTo>
                    <a:pt x="3141436" y="1192017"/>
                  </a:lnTo>
                  <a:lnTo>
                    <a:pt x="3135963" y="1192017"/>
                  </a:lnTo>
                  <a:lnTo>
                    <a:pt x="3135963" y="1192017"/>
                  </a:lnTo>
                  <a:lnTo>
                    <a:pt x="3130490" y="1192017"/>
                  </a:lnTo>
                  <a:lnTo>
                    <a:pt x="3130490" y="1192017"/>
                  </a:lnTo>
                  <a:lnTo>
                    <a:pt x="3125017" y="1192017"/>
                  </a:lnTo>
                  <a:lnTo>
                    <a:pt x="3125017" y="1192017"/>
                  </a:lnTo>
                  <a:lnTo>
                    <a:pt x="3119544" y="1192017"/>
                  </a:lnTo>
                  <a:lnTo>
                    <a:pt x="3119544" y="1192017"/>
                  </a:lnTo>
                  <a:lnTo>
                    <a:pt x="3114071" y="1192017"/>
                  </a:lnTo>
                  <a:lnTo>
                    <a:pt x="3114071" y="1192017"/>
                  </a:lnTo>
                  <a:lnTo>
                    <a:pt x="3108598" y="1192017"/>
                  </a:lnTo>
                  <a:lnTo>
                    <a:pt x="3108598" y="1192017"/>
                  </a:lnTo>
                  <a:lnTo>
                    <a:pt x="3103126" y="1192017"/>
                  </a:lnTo>
                  <a:lnTo>
                    <a:pt x="3103126" y="1192017"/>
                  </a:lnTo>
                  <a:lnTo>
                    <a:pt x="3097653" y="1192017"/>
                  </a:lnTo>
                  <a:lnTo>
                    <a:pt x="3097653" y="1192017"/>
                  </a:lnTo>
                  <a:lnTo>
                    <a:pt x="3092180" y="1192017"/>
                  </a:lnTo>
                  <a:lnTo>
                    <a:pt x="3092180" y="1192017"/>
                  </a:lnTo>
                  <a:lnTo>
                    <a:pt x="3086707" y="1192017"/>
                  </a:lnTo>
                  <a:lnTo>
                    <a:pt x="3086707" y="1192017"/>
                  </a:lnTo>
                  <a:lnTo>
                    <a:pt x="3081234" y="1192017"/>
                  </a:lnTo>
                  <a:lnTo>
                    <a:pt x="3081234" y="1192017"/>
                  </a:lnTo>
                  <a:lnTo>
                    <a:pt x="3075761" y="1192017"/>
                  </a:lnTo>
                  <a:lnTo>
                    <a:pt x="3075761" y="1192017"/>
                  </a:lnTo>
                  <a:lnTo>
                    <a:pt x="3070288" y="1192017"/>
                  </a:lnTo>
                  <a:lnTo>
                    <a:pt x="3070288" y="1192017"/>
                  </a:lnTo>
                  <a:lnTo>
                    <a:pt x="3064815" y="1192017"/>
                  </a:lnTo>
                  <a:lnTo>
                    <a:pt x="3064815" y="1192017"/>
                  </a:lnTo>
                  <a:lnTo>
                    <a:pt x="3059342" y="1192017"/>
                  </a:lnTo>
                  <a:lnTo>
                    <a:pt x="3059342" y="1192017"/>
                  </a:lnTo>
                  <a:lnTo>
                    <a:pt x="3053870" y="1192017"/>
                  </a:lnTo>
                  <a:lnTo>
                    <a:pt x="3053870" y="1192017"/>
                  </a:lnTo>
                  <a:lnTo>
                    <a:pt x="3048397" y="1192017"/>
                  </a:lnTo>
                  <a:lnTo>
                    <a:pt x="3048397" y="1192017"/>
                  </a:lnTo>
                  <a:lnTo>
                    <a:pt x="3042924" y="1192017"/>
                  </a:lnTo>
                  <a:lnTo>
                    <a:pt x="3042924" y="1192017"/>
                  </a:lnTo>
                  <a:lnTo>
                    <a:pt x="3037451" y="1192017"/>
                  </a:lnTo>
                  <a:lnTo>
                    <a:pt x="3037451" y="1192017"/>
                  </a:lnTo>
                  <a:lnTo>
                    <a:pt x="3031978" y="1192017"/>
                  </a:lnTo>
                  <a:lnTo>
                    <a:pt x="3031978" y="1192017"/>
                  </a:lnTo>
                  <a:lnTo>
                    <a:pt x="3026505" y="1192017"/>
                  </a:lnTo>
                  <a:lnTo>
                    <a:pt x="3026505" y="1192017"/>
                  </a:lnTo>
                  <a:lnTo>
                    <a:pt x="3021032" y="1192017"/>
                  </a:lnTo>
                  <a:lnTo>
                    <a:pt x="3021032" y="1192017"/>
                  </a:lnTo>
                  <a:lnTo>
                    <a:pt x="3015559" y="1192017"/>
                  </a:lnTo>
                  <a:lnTo>
                    <a:pt x="3015559" y="1192017"/>
                  </a:lnTo>
                  <a:lnTo>
                    <a:pt x="3010086" y="1192017"/>
                  </a:lnTo>
                  <a:lnTo>
                    <a:pt x="3010086" y="1192017"/>
                  </a:lnTo>
                  <a:lnTo>
                    <a:pt x="3004614" y="1192017"/>
                  </a:lnTo>
                  <a:lnTo>
                    <a:pt x="3004614" y="1192017"/>
                  </a:lnTo>
                  <a:lnTo>
                    <a:pt x="2999141" y="1192017"/>
                  </a:lnTo>
                  <a:lnTo>
                    <a:pt x="2999141" y="1192017"/>
                  </a:lnTo>
                  <a:lnTo>
                    <a:pt x="2993668" y="1192017"/>
                  </a:lnTo>
                  <a:lnTo>
                    <a:pt x="2993668" y="1192017"/>
                  </a:lnTo>
                  <a:lnTo>
                    <a:pt x="2988195" y="1192017"/>
                  </a:lnTo>
                  <a:lnTo>
                    <a:pt x="2988195" y="1192017"/>
                  </a:lnTo>
                  <a:lnTo>
                    <a:pt x="2982722" y="1192017"/>
                  </a:lnTo>
                  <a:lnTo>
                    <a:pt x="2982722" y="1192017"/>
                  </a:lnTo>
                  <a:lnTo>
                    <a:pt x="2977249" y="1192017"/>
                  </a:lnTo>
                  <a:lnTo>
                    <a:pt x="2977249" y="1192017"/>
                  </a:lnTo>
                  <a:lnTo>
                    <a:pt x="2971776" y="1192017"/>
                  </a:lnTo>
                  <a:lnTo>
                    <a:pt x="2971776" y="1230250"/>
                  </a:lnTo>
                  <a:lnTo>
                    <a:pt x="2966303" y="1230250"/>
                  </a:lnTo>
                  <a:lnTo>
                    <a:pt x="2966303" y="1230250"/>
                  </a:lnTo>
                  <a:lnTo>
                    <a:pt x="2960831" y="1230250"/>
                  </a:lnTo>
                  <a:lnTo>
                    <a:pt x="2960831" y="1230250"/>
                  </a:lnTo>
                  <a:lnTo>
                    <a:pt x="2955358" y="1230250"/>
                  </a:lnTo>
                  <a:lnTo>
                    <a:pt x="2955358" y="1230250"/>
                  </a:lnTo>
                  <a:lnTo>
                    <a:pt x="2949885" y="1230250"/>
                  </a:lnTo>
                  <a:lnTo>
                    <a:pt x="2949885" y="1230250"/>
                  </a:lnTo>
                  <a:lnTo>
                    <a:pt x="2944412" y="1230250"/>
                  </a:lnTo>
                  <a:lnTo>
                    <a:pt x="2944412" y="1230250"/>
                  </a:lnTo>
                  <a:lnTo>
                    <a:pt x="2938939" y="1230250"/>
                  </a:lnTo>
                  <a:lnTo>
                    <a:pt x="2938939" y="1230250"/>
                  </a:lnTo>
                  <a:lnTo>
                    <a:pt x="2933466" y="1230250"/>
                  </a:lnTo>
                  <a:lnTo>
                    <a:pt x="2933466" y="1230250"/>
                  </a:lnTo>
                  <a:lnTo>
                    <a:pt x="2927993" y="1230250"/>
                  </a:lnTo>
                  <a:lnTo>
                    <a:pt x="2927993" y="1230250"/>
                  </a:lnTo>
                  <a:lnTo>
                    <a:pt x="2922520" y="1230250"/>
                  </a:lnTo>
                  <a:lnTo>
                    <a:pt x="2922520" y="1230250"/>
                  </a:lnTo>
                  <a:lnTo>
                    <a:pt x="2917047" y="1230250"/>
                  </a:lnTo>
                  <a:lnTo>
                    <a:pt x="2917047" y="1230250"/>
                  </a:lnTo>
                  <a:lnTo>
                    <a:pt x="2911575" y="1230250"/>
                  </a:lnTo>
                  <a:lnTo>
                    <a:pt x="2911575" y="1230250"/>
                  </a:lnTo>
                  <a:lnTo>
                    <a:pt x="2906102" y="1230250"/>
                  </a:lnTo>
                  <a:lnTo>
                    <a:pt x="2906102" y="1230250"/>
                  </a:lnTo>
                  <a:lnTo>
                    <a:pt x="2900629" y="1230250"/>
                  </a:lnTo>
                  <a:lnTo>
                    <a:pt x="2900629" y="1230250"/>
                  </a:lnTo>
                  <a:lnTo>
                    <a:pt x="2895156" y="1230250"/>
                  </a:lnTo>
                  <a:lnTo>
                    <a:pt x="2895156" y="1230250"/>
                  </a:lnTo>
                  <a:lnTo>
                    <a:pt x="2889683" y="1230250"/>
                  </a:lnTo>
                  <a:lnTo>
                    <a:pt x="2889683" y="1230250"/>
                  </a:lnTo>
                  <a:lnTo>
                    <a:pt x="2884210" y="1230250"/>
                  </a:lnTo>
                  <a:lnTo>
                    <a:pt x="2884210" y="1230250"/>
                  </a:lnTo>
                  <a:lnTo>
                    <a:pt x="2878737" y="1230250"/>
                  </a:lnTo>
                  <a:lnTo>
                    <a:pt x="2878737" y="1230250"/>
                  </a:lnTo>
                  <a:lnTo>
                    <a:pt x="2873264" y="1230250"/>
                  </a:lnTo>
                  <a:lnTo>
                    <a:pt x="2873264" y="1230250"/>
                  </a:lnTo>
                  <a:lnTo>
                    <a:pt x="2867791" y="1230250"/>
                  </a:lnTo>
                  <a:lnTo>
                    <a:pt x="2867791" y="1230250"/>
                  </a:lnTo>
                  <a:lnTo>
                    <a:pt x="2862319" y="1230250"/>
                  </a:lnTo>
                  <a:lnTo>
                    <a:pt x="2862319" y="1230250"/>
                  </a:lnTo>
                  <a:lnTo>
                    <a:pt x="2856846" y="1230250"/>
                  </a:lnTo>
                  <a:lnTo>
                    <a:pt x="2856846" y="1230250"/>
                  </a:lnTo>
                  <a:lnTo>
                    <a:pt x="2851373" y="1230250"/>
                  </a:lnTo>
                  <a:lnTo>
                    <a:pt x="2851373" y="1267892"/>
                  </a:lnTo>
                  <a:lnTo>
                    <a:pt x="2845900" y="1267892"/>
                  </a:lnTo>
                  <a:lnTo>
                    <a:pt x="2845900" y="1267892"/>
                  </a:lnTo>
                  <a:lnTo>
                    <a:pt x="2840427" y="1267892"/>
                  </a:lnTo>
                  <a:lnTo>
                    <a:pt x="2840427" y="1267892"/>
                  </a:lnTo>
                  <a:lnTo>
                    <a:pt x="2834954" y="1267892"/>
                  </a:lnTo>
                  <a:lnTo>
                    <a:pt x="2834954" y="1267892"/>
                  </a:lnTo>
                  <a:lnTo>
                    <a:pt x="2829481" y="1267892"/>
                  </a:lnTo>
                  <a:lnTo>
                    <a:pt x="2829481" y="1267892"/>
                  </a:lnTo>
                  <a:lnTo>
                    <a:pt x="2824008" y="1267892"/>
                  </a:lnTo>
                  <a:lnTo>
                    <a:pt x="2824008" y="1267892"/>
                  </a:lnTo>
                  <a:lnTo>
                    <a:pt x="2818535" y="1267892"/>
                  </a:lnTo>
                  <a:lnTo>
                    <a:pt x="2818535" y="1267892"/>
                  </a:lnTo>
                  <a:lnTo>
                    <a:pt x="2813063" y="1267892"/>
                  </a:lnTo>
                  <a:lnTo>
                    <a:pt x="2813063" y="1267892"/>
                  </a:lnTo>
                  <a:lnTo>
                    <a:pt x="2807590" y="1267892"/>
                  </a:lnTo>
                  <a:lnTo>
                    <a:pt x="2807590" y="1267892"/>
                  </a:lnTo>
                  <a:lnTo>
                    <a:pt x="2802117" y="1267892"/>
                  </a:lnTo>
                  <a:lnTo>
                    <a:pt x="2802117" y="1267892"/>
                  </a:lnTo>
                  <a:lnTo>
                    <a:pt x="2796644" y="1267892"/>
                  </a:lnTo>
                  <a:lnTo>
                    <a:pt x="2796644" y="1267892"/>
                  </a:lnTo>
                  <a:lnTo>
                    <a:pt x="2791171" y="1267892"/>
                  </a:lnTo>
                  <a:lnTo>
                    <a:pt x="2791171" y="1267892"/>
                  </a:lnTo>
                  <a:lnTo>
                    <a:pt x="2785698" y="1267892"/>
                  </a:lnTo>
                  <a:lnTo>
                    <a:pt x="2785698" y="1267892"/>
                  </a:lnTo>
                  <a:lnTo>
                    <a:pt x="2780225" y="1267892"/>
                  </a:lnTo>
                  <a:lnTo>
                    <a:pt x="2780225" y="1267892"/>
                  </a:lnTo>
                  <a:lnTo>
                    <a:pt x="2774752" y="1267892"/>
                  </a:lnTo>
                  <a:lnTo>
                    <a:pt x="2774752" y="1267892"/>
                  </a:lnTo>
                  <a:lnTo>
                    <a:pt x="2769280" y="1267892"/>
                  </a:lnTo>
                  <a:lnTo>
                    <a:pt x="2769280" y="1267892"/>
                  </a:lnTo>
                  <a:lnTo>
                    <a:pt x="2763807" y="1267892"/>
                  </a:lnTo>
                  <a:lnTo>
                    <a:pt x="2763807" y="1267892"/>
                  </a:lnTo>
                  <a:lnTo>
                    <a:pt x="2758334" y="1267892"/>
                  </a:lnTo>
                  <a:lnTo>
                    <a:pt x="2758334" y="1267892"/>
                  </a:lnTo>
                  <a:lnTo>
                    <a:pt x="2752861" y="1267892"/>
                  </a:lnTo>
                  <a:lnTo>
                    <a:pt x="2752861" y="1267892"/>
                  </a:lnTo>
                  <a:lnTo>
                    <a:pt x="2747388" y="1267892"/>
                  </a:lnTo>
                  <a:lnTo>
                    <a:pt x="2747388" y="1267892"/>
                  </a:lnTo>
                  <a:lnTo>
                    <a:pt x="2741915" y="1267892"/>
                  </a:lnTo>
                  <a:lnTo>
                    <a:pt x="2741915" y="1267892"/>
                  </a:lnTo>
                  <a:lnTo>
                    <a:pt x="2736442" y="1267892"/>
                  </a:lnTo>
                  <a:lnTo>
                    <a:pt x="2736442" y="1267892"/>
                  </a:lnTo>
                  <a:lnTo>
                    <a:pt x="2730969" y="1267892"/>
                  </a:lnTo>
                  <a:lnTo>
                    <a:pt x="2730969" y="1267892"/>
                  </a:lnTo>
                  <a:lnTo>
                    <a:pt x="2725496" y="1267892"/>
                  </a:lnTo>
                  <a:lnTo>
                    <a:pt x="2725496" y="1267892"/>
                  </a:lnTo>
                  <a:lnTo>
                    <a:pt x="2720024" y="1267892"/>
                  </a:lnTo>
                  <a:lnTo>
                    <a:pt x="2720024" y="1304957"/>
                  </a:lnTo>
                  <a:lnTo>
                    <a:pt x="2714551" y="1304957"/>
                  </a:lnTo>
                  <a:lnTo>
                    <a:pt x="2714551" y="1304957"/>
                  </a:lnTo>
                  <a:lnTo>
                    <a:pt x="2709078" y="1304957"/>
                  </a:lnTo>
                  <a:lnTo>
                    <a:pt x="2709078" y="1341795"/>
                  </a:lnTo>
                  <a:lnTo>
                    <a:pt x="2703605" y="1341795"/>
                  </a:lnTo>
                  <a:lnTo>
                    <a:pt x="2703605" y="1341795"/>
                  </a:lnTo>
                  <a:lnTo>
                    <a:pt x="2698132" y="1341795"/>
                  </a:lnTo>
                  <a:lnTo>
                    <a:pt x="2698132" y="1341795"/>
                  </a:lnTo>
                  <a:lnTo>
                    <a:pt x="2692659" y="1341795"/>
                  </a:lnTo>
                  <a:lnTo>
                    <a:pt x="2692659" y="1341795"/>
                  </a:lnTo>
                  <a:lnTo>
                    <a:pt x="2687186" y="1341795"/>
                  </a:lnTo>
                  <a:lnTo>
                    <a:pt x="2687186" y="1341795"/>
                  </a:lnTo>
                  <a:lnTo>
                    <a:pt x="2681713" y="1341795"/>
                  </a:lnTo>
                  <a:lnTo>
                    <a:pt x="2681713" y="1341795"/>
                  </a:lnTo>
                  <a:lnTo>
                    <a:pt x="2676240" y="1341795"/>
                  </a:lnTo>
                  <a:lnTo>
                    <a:pt x="2676240" y="1341795"/>
                  </a:lnTo>
                  <a:lnTo>
                    <a:pt x="2670768" y="1341795"/>
                  </a:lnTo>
                  <a:lnTo>
                    <a:pt x="2670768" y="1341795"/>
                  </a:lnTo>
                  <a:lnTo>
                    <a:pt x="2665295" y="1341795"/>
                  </a:lnTo>
                  <a:lnTo>
                    <a:pt x="2665295" y="1341795"/>
                  </a:lnTo>
                  <a:lnTo>
                    <a:pt x="2659822" y="1341795"/>
                  </a:lnTo>
                  <a:lnTo>
                    <a:pt x="2659822" y="1341795"/>
                  </a:lnTo>
                  <a:lnTo>
                    <a:pt x="2654349" y="1341795"/>
                  </a:lnTo>
                  <a:lnTo>
                    <a:pt x="2654349" y="1341795"/>
                  </a:lnTo>
                  <a:lnTo>
                    <a:pt x="2648876" y="1341795"/>
                  </a:lnTo>
                  <a:lnTo>
                    <a:pt x="2648876" y="1341795"/>
                  </a:lnTo>
                  <a:lnTo>
                    <a:pt x="2643403" y="1341795"/>
                  </a:lnTo>
                  <a:lnTo>
                    <a:pt x="2643403" y="1341795"/>
                  </a:lnTo>
                  <a:lnTo>
                    <a:pt x="2637930" y="1341795"/>
                  </a:lnTo>
                  <a:lnTo>
                    <a:pt x="2637930" y="1341795"/>
                  </a:lnTo>
                  <a:lnTo>
                    <a:pt x="2632457" y="1341795"/>
                  </a:lnTo>
                  <a:lnTo>
                    <a:pt x="2632457" y="1341795"/>
                  </a:lnTo>
                  <a:lnTo>
                    <a:pt x="2626985" y="1341795"/>
                  </a:lnTo>
                  <a:lnTo>
                    <a:pt x="2626985" y="1341795"/>
                  </a:lnTo>
                  <a:lnTo>
                    <a:pt x="2621512" y="1341795"/>
                  </a:lnTo>
                  <a:lnTo>
                    <a:pt x="2621512" y="1341795"/>
                  </a:lnTo>
                  <a:lnTo>
                    <a:pt x="2616039" y="1341795"/>
                  </a:lnTo>
                  <a:lnTo>
                    <a:pt x="2616039" y="1341795"/>
                  </a:lnTo>
                  <a:lnTo>
                    <a:pt x="2610566" y="1341795"/>
                  </a:lnTo>
                  <a:lnTo>
                    <a:pt x="2610566" y="1341795"/>
                  </a:lnTo>
                  <a:lnTo>
                    <a:pt x="2605093" y="1341795"/>
                  </a:lnTo>
                  <a:lnTo>
                    <a:pt x="2605093" y="1341795"/>
                  </a:lnTo>
                  <a:lnTo>
                    <a:pt x="2599620" y="1341795"/>
                  </a:lnTo>
                  <a:lnTo>
                    <a:pt x="2599620" y="1341795"/>
                  </a:lnTo>
                  <a:lnTo>
                    <a:pt x="2594147" y="1341795"/>
                  </a:lnTo>
                  <a:lnTo>
                    <a:pt x="2594147" y="1341795"/>
                  </a:lnTo>
                  <a:lnTo>
                    <a:pt x="2588674" y="1341795"/>
                  </a:lnTo>
                  <a:lnTo>
                    <a:pt x="2588674" y="1341795"/>
                  </a:lnTo>
                  <a:lnTo>
                    <a:pt x="2583201" y="1341795"/>
                  </a:lnTo>
                  <a:lnTo>
                    <a:pt x="2583201" y="1341795"/>
                  </a:lnTo>
                  <a:lnTo>
                    <a:pt x="2577729" y="1341795"/>
                  </a:lnTo>
                  <a:lnTo>
                    <a:pt x="2577729" y="1341795"/>
                  </a:lnTo>
                  <a:lnTo>
                    <a:pt x="2572256" y="1341795"/>
                  </a:lnTo>
                  <a:lnTo>
                    <a:pt x="2572256" y="1341795"/>
                  </a:lnTo>
                  <a:lnTo>
                    <a:pt x="2566783" y="1341795"/>
                  </a:lnTo>
                  <a:lnTo>
                    <a:pt x="2566783" y="1341795"/>
                  </a:lnTo>
                  <a:lnTo>
                    <a:pt x="2561310" y="1341795"/>
                  </a:lnTo>
                  <a:lnTo>
                    <a:pt x="2561310" y="1341795"/>
                  </a:lnTo>
                  <a:lnTo>
                    <a:pt x="2555837" y="1341795"/>
                  </a:lnTo>
                  <a:lnTo>
                    <a:pt x="2555837" y="1341795"/>
                  </a:lnTo>
                  <a:lnTo>
                    <a:pt x="2550364" y="1341795"/>
                  </a:lnTo>
                  <a:lnTo>
                    <a:pt x="2550364" y="1341795"/>
                  </a:lnTo>
                  <a:lnTo>
                    <a:pt x="2544891" y="1341795"/>
                  </a:lnTo>
                  <a:lnTo>
                    <a:pt x="2544891" y="1341795"/>
                  </a:lnTo>
                  <a:lnTo>
                    <a:pt x="2539418" y="1341795"/>
                  </a:lnTo>
                  <a:lnTo>
                    <a:pt x="2539418" y="1341795"/>
                  </a:lnTo>
                  <a:lnTo>
                    <a:pt x="2533945" y="1341795"/>
                  </a:lnTo>
                  <a:lnTo>
                    <a:pt x="2533945" y="1341795"/>
                  </a:lnTo>
                  <a:lnTo>
                    <a:pt x="2528473" y="1341795"/>
                  </a:lnTo>
                  <a:lnTo>
                    <a:pt x="2528473" y="1341795"/>
                  </a:lnTo>
                  <a:lnTo>
                    <a:pt x="2523000" y="1341795"/>
                  </a:lnTo>
                  <a:lnTo>
                    <a:pt x="2523000" y="1341795"/>
                  </a:lnTo>
                  <a:lnTo>
                    <a:pt x="2517527" y="1341795"/>
                  </a:lnTo>
                  <a:lnTo>
                    <a:pt x="2517527" y="1341795"/>
                  </a:lnTo>
                  <a:lnTo>
                    <a:pt x="2512054" y="1341795"/>
                  </a:lnTo>
                  <a:lnTo>
                    <a:pt x="2512054" y="1341795"/>
                  </a:lnTo>
                  <a:lnTo>
                    <a:pt x="2506581" y="1341795"/>
                  </a:lnTo>
                  <a:lnTo>
                    <a:pt x="2506581" y="1341795"/>
                  </a:lnTo>
                  <a:lnTo>
                    <a:pt x="2501108" y="1341795"/>
                  </a:lnTo>
                  <a:lnTo>
                    <a:pt x="2501108" y="1341795"/>
                  </a:lnTo>
                  <a:lnTo>
                    <a:pt x="2495635" y="1341795"/>
                  </a:lnTo>
                  <a:lnTo>
                    <a:pt x="2495635" y="1341795"/>
                  </a:lnTo>
                  <a:lnTo>
                    <a:pt x="2490162" y="1341795"/>
                  </a:lnTo>
                  <a:lnTo>
                    <a:pt x="2490162" y="1341795"/>
                  </a:lnTo>
                  <a:lnTo>
                    <a:pt x="2484689" y="1341795"/>
                  </a:lnTo>
                  <a:lnTo>
                    <a:pt x="2484689" y="1341795"/>
                  </a:lnTo>
                  <a:lnTo>
                    <a:pt x="2479217" y="1341795"/>
                  </a:lnTo>
                  <a:lnTo>
                    <a:pt x="2479217" y="1341795"/>
                  </a:lnTo>
                  <a:lnTo>
                    <a:pt x="2473744" y="1341795"/>
                  </a:lnTo>
                  <a:lnTo>
                    <a:pt x="2473744" y="1341795"/>
                  </a:lnTo>
                  <a:lnTo>
                    <a:pt x="2468271" y="1341795"/>
                  </a:lnTo>
                  <a:lnTo>
                    <a:pt x="2468271" y="1341795"/>
                  </a:lnTo>
                  <a:lnTo>
                    <a:pt x="2462798" y="1341795"/>
                  </a:lnTo>
                  <a:lnTo>
                    <a:pt x="2462798" y="1341795"/>
                  </a:lnTo>
                  <a:lnTo>
                    <a:pt x="2457325" y="1341795"/>
                  </a:lnTo>
                  <a:lnTo>
                    <a:pt x="2457325" y="1341795"/>
                  </a:lnTo>
                  <a:lnTo>
                    <a:pt x="2451852" y="1341795"/>
                  </a:lnTo>
                  <a:lnTo>
                    <a:pt x="2451852" y="1341795"/>
                  </a:lnTo>
                  <a:lnTo>
                    <a:pt x="2446379" y="1341795"/>
                  </a:lnTo>
                  <a:lnTo>
                    <a:pt x="2446379" y="1341795"/>
                  </a:lnTo>
                  <a:lnTo>
                    <a:pt x="2440906" y="1341795"/>
                  </a:lnTo>
                  <a:lnTo>
                    <a:pt x="2440906" y="1341795"/>
                  </a:lnTo>
                  <a:lnTo>
                    <a:pt x="2435434" y="1341795"/>
                  </a:lnTo>
                  <a:lnTo>
                    <a:pt x="2435434" y="1341795"/>
                  </a:lnTo>
                  <a:lnTo>
                    <a:pt x="2429961" y="1341795"/>
                  </a:lnTo>
                  <a:lnTo>
                    <a:pt x="2429961" y="1341795"/>
                  </a:lnTo>
                  <a:lnTo>
                    <a:pt x="2424488" y="1341795"/>
                  </a:lnTo>
                  <a:lnTo>
                    <a:pt x="2424488" y="1378197"/>
                  </a:lnTo>
                  <a:lnTo>
                    <a:pt x="2419015" y="1378197"/>
                  </a:lnTo>
                  <a:lnTo>
                    <a:pt x="2419015" y="1378197"/>
                  </a:lnTo>
                  <a:lnTo>
                    <a:pt x="2413542" y="1378197"/>
                  </a:lnTo>
                  <a:lnTo>
                    <a:pt x="2413542" y="1378197"/>
                  </a:lnTo>
                  <a:lnTo>
                    <a:pt x="2408069" y="1378197"/>
                  </a:lnTo>
                  <a:lnTo>
                    <a:pt x="2408069" y="1378197"/>
                  </a:lnTo>
                  <a:lnTo>
                    <a:pt x="2402596" y="1378197"/>
                  </a:lnTo>
                  <a:lnTo>
                    <a:pt x="2402596" y="1378197"/>
                  </a:lnTo>
                  <a:lnTo>
                    <a:pt x="2397123" y="1378197"/>
                  </a:lnTo>
                  <a:lnTo>
                    <a:pt x="2397123" y="1378197"/>
                  </a:lnTo>
                  <a:lnTo>
                    <a:pt x="2391650" y="1378197"/>
                  </a:lnTo>
                  <a:lnTo>
                    <a:pt x="2391650" y="1378197"/>
                  </a:lnTo>
                  <a:lnTo>
                    <a:pt x="2386178" y="1378197"/>
                  </a:lnTo>
                  <a:lnTo>
                    <a:pt x="2386178" y="1378197"/>
                  </a:lnTo>
                  <a:lnTo>
                    <a:pt x="2380705" y="1378197"/>
                  </a:lnTo>
                  <a:lnTo>
                    <a:pt x="2380705" y="1378197"/>
                  </a:lnTo>
                  <a:lnTo>
                    <a:pt x="2375232" y="1378197"/>
                  </a:lnTo>
                  <a:lnTo>
                    <a:pt x="2375232" y="1378197"/>
                  </a:lnTo>
                  <a:lnTo>
                    <a:pt x="2369759" y="1378197"/>
                  </a:lnTo>
                  <a:lnTo>
                    <a:pt x="2369759" y="1378197"/>
                  </a:lnTo>
                  <a:lnTo>
                    <a:pt x="2364286" y="1378197"/>
                  </a:lnTo>
                  <a:lnTo>
                    <a:pt x="2364286" y="1378197"/>
                  </a:lnTo>
                  <a:lnTo>
                    <a:pt x="2358813" y="1378197"/>
                  </a:lnTo>
                  <a:lnTo>
                    <a:pt x="2358813" y="1378197"/>
                  </a:lnTo>
                  <a:lnTo>
                    <a:pt x="2353340" y="1378197"/>
                  </a:lnTo>
                  <a:lnTo>
                    <a:pt x="2353340" y="1378197"/>
                  </a:lnTo>
                  <a:lnTo>
                    <a:pt x="2347867" y="1378197"/>
                  </a:lnTo>
                  <a:lnTo>
                    <a:pt x="2347867" y="1378197"/>
                  </a:lnTo>
                  <a:lnTo>
                    <a:pt x="2342394" y="1378197"/>
                  </a:lnTo>
                  <a:lnTo>
                    <a:pt x="2342394" y="1378197"/>
                  </a:lnTo>
                  <a:lnTo>
                    <a:pt x="2336922" y="1378197"/>
                  </a:lnTo>
                  <a:lnTo>
                    <a:pt x="2336922" y="1378197"/>
                  </a:lnTo>
                  <a:lnTo>
                    <a:pt x="2331449" y="1378197"/>
                  </a:lnTo>
                  <a:lnTo>
                    <a:pt x="2331449" y="1378197"/>
                  </a:lnTo>
                  <a:lnTo>
                    <a:pt x="2325976" y="1378197"/>
                  </a:lnTo>
                  <a:lnTo>
                    <a:pt x="2325976" y="1378197"/>
                  </a:lnTo>
                  <a:lnTo>
                    <a:pt x="2320503" y="1378197"/>
                  </a:lnTo>
                  <a:lnTo>
                    <a:pt x="2320503" y="1378197"/>
                  </a:lnTo>
                  <a:lnTo>
                    <a:pt x="2315030" y="1378197"/>
                  </a:lnTo>
                  <a:lnTo>
                    <a:pt x="2315030" y="1378197"/>
                  </a:lnTo>
                  <a:lnTo>
                    <a:pt x="2309557" y="1378197"/>
                  </a:lnTo>
                  <a:lnTo>
                    <a:pt x="2309557" y="1378197"/>
                  </a:lnTo>
                  <a:lnTo>
                    <a:pt x="2304084" y="1378197"/>
                  </a:lnTo>
                  <a:lnTo>
                    <a:pt x="2304084" y="1378197"/>
                  </a:lnTo>
                  <a:lnTo>
                    <a:pt x="2298611" y="1378197"/>
                  </a:lnTo>
                  <a:lnTo>
                    <a:pt x="2298611" y="1378197"/>
                  </a:lnTo>
                  <a:lnTo>
                    <a:pt x="2293138" y="1378197"/>
                  </a:lnTo>
                  <a:lnTo>
                    <a:pt x="2293138" y="1378197"/>
                  </a:lnTo>
                  <a:lnTo>
                    <a:pt x="2287666" y="1378197"/>
                  </a:lnTo>
                  <a:lnTo>
                    <a:pt x="2287666" y="1378197"/>
                  </a:lnTo>
                  <a:lnTo>
                    <a:pt x="2282193" y="1378197"/>
                  </a:lnTo>
                  <a:lnTo>
                    <a:pt x="2282193" y="1378197"/>
                  </a:lnTo>
                  <a:lnTo>
                    <a:pt x="2276720" y="1378197"/>
                  </a:lnTo>
                  <a:lnTo>
                    <a:pt x="2276720" y="1378197"/>
                  </a:lnTo>
                  <a:lnTo>
                    <a:pt x="2271247" y="1378197"/>
                  </a:lnTo>
                  <a:lnTo>
                    <a:pt x="2271247" y="1414103"/>
                  </a:lnTo>
                  <a:lnTo>
                    <a:pt x="2265774" y="1414103"/>
                  </a:lnTo>
                  <a:lnTo>
                    <a:pt x="2265774" y="1414103"/>
                  </a:lnTo>
                  <a:lnTo>
                    <a:pt x="2260301" y="1414103"/>
                  </a:lnTo>
                  <a:lnTo>
                    <a:pt x="2260301" y="1414103"/>
                  </a:lnTo>
                  <a:lnTo>
                    <a:pt x="2254828" y="1414103"/>
                  </a:lnTo>
                  <a:lnTo>
                    <a:pt x="2254828" y="1414103"/>
                  </a:lnTo>
                  <a:lnTo>
                    <a:pt x="2249355" y="1414103"/>
                  </a:lnTo>
                  <a:lnTo>
                    <a:pt x="2249355" y="1414103"/>
                  </a:lnTo>
                  <a:lnTo>
                    <a:pt x="2243883" y="1414103"/>
                  </a:lnTo>
                  <a:lnTo>
                    <a:pt x="2243883" y="1414103"/>
                  </a:lnTo>
                  <a:lnTo>
                    <a:pt x="2238410" y="1414103"/>
                  </a:lnTo>
                  <a:lnTo>
                    <a:pt x="2238410" y="1414103"/>
                  </a:lnTo>
                  <a:lnTo>
                    <a:pt x="2232937" y="1414103"/>
                  </a:lnTo>
                  <a:lnTo>
                    <a:pt x="2232937" y="1414103"/>
                  </a:lnTo>
                  <a:lnTo>
                    <a:pt x="2227464" y="1414103"/>
                  </a:lnTo>
                  <a:lnTo>
                    <a:pt x="2227464" y="1414103"/>
                  </a:lnTo>
                  <a:lnTo>
                    <a:pt x="2221991" y="1414103"/>
                  </a:lnTo>
                  <a:lnTo>
                    <a:pt x="2221991" y="1414103"/>
                  </a:lnTo>
                  <a:lnTo>
                    <a:pt x="2216518" y="1414103"/>
                  </a:lnTo>
                  <a:lnTo>
                    <a:pt x="2216518" y="1414103"/>
                  </a:lnTo>
                  <a:lnTo>
                    <a:pt x="2211045" y="1414103"/>
                  </a:lnTo>
                  <a:lnTo>
                    <a:pt x="2211045" y="1414103"/>
                  </a:lnTo>
                  <a:lnTo>
                    <a:pt x="2205572" y="1414103"/>
                  </a:lnTo>
                  <a:lnTo>
                    <a:pt x="2205572" y="1414103"/>
                  </a:lnTo>
                  <a:lnTo>
                    <a:pt x="2200099" y="1414103"/>
                  </a:lnTo>
                  <a:lnTo>
                    <a:pt x="2200099" y="1414103"/>
                  </a:lnTo>
                  <a:lnTo>
                    <a:pt x="2194627" y="1414103"/>
                  </a:lnTo>
                  <a:lnTo>
                    <a:pt x="2194627" y="1414103"/>
                  </a:lnTo>
                  <a:lnTo>
                    <a:pt x="2189154" y="1414103"/>
                  </a:lnTo>
                  <a:lnTo>
                    <a:pt x="2189154" y="1414103"/>
                  </a:lnTo>
                  <a:lnTo>
                    <a:pt x="2183681" y="1414103"/>
                  </a:lnTo>
                  <a:lnTo>
                    <a:pt x="2183681" y="1414103"/>
                  </a:lnTo>
                  <a:lnTo>
                    <a:pt x="2178208" y="1414103"/>
                  </a:lnTo>
                  <a:lnTo>
                    <a:pt x="2178208" y="1414103"/>
                  </a:lnTo>
                  <a:lnTo>
                    <a:pt x="2172735" y="1414103"/>
                  </a:lnTo>
                  <a:lnTo>
                    <a:pt x="2172735" y="1414103"/>
                  </a:lnTo>
                  <a:lnTo>
                    <a:pt x="2167262" y="1414103"/>
                  </a:lnTo>
                  <a:lnTo>
                    <a:pt x="2167262" y="1414103"/>
                  </a:lnTo>
                  <a:lnTo>
                    <a:pt x="2161789" y="1414103"/>
                  </a:lnTo>
                  <a:lnTo>
                    <a:pt x="2161789" y="1414103"/>
                  </a:lnTo>
                  <a:lnTo>
                    <a:pt x="2156316" y="1414103"/>
                  </a:lnTo>
                  <a:lnTo>
                    <a:pt x="2156316" y="1414103"/>
                  </a:lnTo>
                  <a:lnTo>
                    <a:pt x="2150843" y="1414103"/>
                  </a:lnTo>
                  <a:lnTo>
                    <a:pt x="2150843" y="1414103"/>
                  </a:lnTo>
                  <a:lnTo>
                    <a:pt x="2145371" y="1414103"/>
                  </a:lnTo>
                  <a:lnTo>
                    <a:pt x="2145371" y="1414103"/>
                  </a:lnTo>
                  <a:lnTo>
                    <a:pt x="2139898" y="1414103"/>
                  </a:lnTo>
                  <a:lnTo>
                    <a:pt x="2139898" y="1414103"/>
                  </a:lnTo>
                  <a:lnTo>
                    <a:pt x="2134425" y="1414103"/>
                  </a:lnTo>
                  <a:lnTo>
                    <a:pt x="2134425" y="1414103"/>
                  </a:lnTo>
                  <a:lnTo>
                    <a:pt x="2128952" y="1414103"/>
                  </a:lnTo>
                  <a:lnTo>
                    <a:pt x="2128952" y="1414103"/>
                  </a:lnTo>
                  <a:lnTo>
                    <a:pt x="2123479" y="1414103"/>
                  </a:lnTo>
                  <a:lnTo>
                    <a:pt x="2123479" y="1449569"/>
                  </a:lnTo>
                  <a:lnTo>
                    <a:pt x="2118006" y="1449569"/>
                  </a:lnTo>
                  <a:lnTo>
                    <a:pt x="2118006" y="1449569"/>
                  </a:lnTo>
                  <a:lnTo>
                    <a:pt x="2112533" y="1449569"/>
                  </a:lnTo>
                  <a:lnTo>
                    <a:pt x="2112533" y="1449569"/>
                  </a:lnTo>
                  <a:lnTo>
                    <a:pt x="2107060" y="1449569"/>
                  </a:lnTo>
                  <a:lnTo>
                    <a:pt x="2107060" y="1449569"/>
                  </a:lnTo>
                  <a:lnTo>
                    <a:pt x="2101588" y="1449569"/>
                  </a:lnTo>
                  <a:lnTo>
                    <a:pt x="2101588" y="1449569"/>
                  </a:lnTo>
                  <a:lnTo>
                    <a:pt x="2096115" y="1449569"/>
                  </a:lnTo>
                  <a:lnTo>
                    <a:pt x="2096115" y="1449569"/>
                  </a:lnTo>
                  <a:lnTo>
                    <a:pt x="2090642" y="1449569"/>
                  </a:lnTo>
                  <a:lnTo>
                    <a:pt x="2090642" y="1449569"/>
                  </a:lnTo>
                  <a:lnTo>
                    <a:pt x="2085169" y="1449569"/>
                  </a:lnTo>
                  <a:lnTo>
                    <a:pt x="2085169" y="1449569"/>
                  </a:lnTo>
                  <a:lnTo>
                    <a:pt x="2079696" y="1449569"/>
                  </a:lnTo>
                  <a:lnTo>
                    <a:pt x="2079696" y="1449569"/>
                  </a:lnTo>
                  <a:lnTo>
                    <a:pt x="2074223" y="1449569"/>
                  </a:lnTo>
                  <a:lnTo>
                    <a:pt x="2074223" y="1449569"/>
                  </a:lnTo>
                  <a:lnTo>
                    <a:pt x="2068750" y="1449569"/>
                  </a:lnTo>
                  <a:lnTo>
                    <a:pt x="2068750" y="1449569"/>
                  </a:lnTo>
                  <a:lnTo>
                    <a:pt x="2063277" y="1449569"/>
                  </a:lnTo>
                  <a:lnTo>
                    <a:pt x="2063277" y="1449569"/>
                  </a:lnTo>
                  <a:lnTo>
                    <a:pt x="2057804" y="1449569"/>
                  </a:lnTo>
                  <a:lnTo>
                    <a:pt x="2057804" y="1449569"/>
                  </a:lnTo>
                  <a:lnTo>
                    <a:pt x="2052332" y="1449569"/>
                  </a:lnTo>
                  <a:lnTo>
                    <a:pt x="2052332" y="1449569"/>
                  </a:lnTo>
                  <a:lnTo>
                    <a:pt x="2046859" y="1449569"/>
                  </a:lnTo>
                  <a:lnTo>
                    <a:pt x="2046859" y="1449569"/>
                  </a:lnTo>
                  <a:lnTo>
                    <a:pt x="2041386" y="1449569"/>
                  </a:lnTo>
                  <a:lnTo>
                    <a:pt x="2041386" y="1449569"/>
                  </a:lnTo>
                  <a:lnTo>
                    <a:pt x="2035913" y="1449569"/>
                  </a:lnTo>
                  <a:lnTo>
                    <a:pt x="2035913" y="1449569"/>
                  </a:lnTo>
                  <a:lnTo>
                    <a:pt x="2030440" y="1449569"/>
                  </a:lnTo>
                  <a:lnTo>
                    <a:pt x="2030440" y="1449569"/>
                  </a:lnTo>
                  <a:lnTo>
                    <a:pt x="2024967" y="1449569"/>
                  </a:lnTo>
                  <a:lnTo>
                    <a:pt x="2024967" y="1449569"/>
                  </a:lnTo>
                  <a:lnTo>
                    <a:pt x="2019494" y="1449569"/>
                  </a:lnTo>
                  <a:lnTo>
                    <a:pt x="2019494" y="1449569"/>
                  </a:lnTo>
                  <a:lnTo>
                    <a:pt x="2014021" y="1449569"/>
                  </a:lnTo>
                  <a:lnTo>
                    <a:pt x="2014021" y="1449569"/>
                  </a:lnTo>
                  <a:lnTo>
                    <a:pt x="2008548" y="1449569"/>
                  </a:lnTo>
                  <a:lnTo>
                    <a:pt x="2008548" y="1449569"/>
                  </a:lnTo>
                  <a:lnTo>
                    <a:pt x="2003076" y="1449569"/>
                  </a:lnTo>
                  <a:lnTo>
                    <a:pt x="2003076" y="1449569"/>
                  </a:lnTo>
                  <a:lnTo>
                    <a:pt x="1997603" y="1449569"/>
                  </a:lnTo>
                  <a:lnTo>
                    <a:pt x="1997603" y="1449569"/>
                  </a:lnTo>
                  <a:lnTo>
                    <a:pt x="1992130" y="1449569"/>
                  </a:lnTo>
                  <a:lnTo>
                    <a:pt x="1992130" y="1449569"/>
                  </a:lnTo>
                  <a:lnTo>
                    <a:pt x="1986657" y="1449569"/>
                  </a:lnTo>
                  <a:lnTo>
                    <a:pt x="1986657" y="1449569"/>
                  </a:lnTo>
                  <a:lnTo>
                    <a:pt x="1981184" y="1449569"/>
                  </a:lnTo>
                  <a:lnTo>
                    <a:pt x="1981184" y="1449569"/>
                  </a:lnTo>
                  <a:lnTo>
                    <a:pt x="1975711" y="1449569"/>
                  </a:lnTo>
                  <a:lnTo>
                    <a:pt x="1975711" y="1449569"/>
                  </a:lnTo>
                  <a:lnTo>
                    <a:pt x="1970238" y="1449569"/>
                  </a:lnTo>
                  <a:lnTo>
                    <a:pt x="1970238" y="1449569"/>
                  </a:lnTo>
                  <a:lnTo>
                    <a:pt x="1964765" y="1449569"/>
                  </a:lnTo>
                  <a:lnTo>
                    <a:pt x="1964765" y="1449569"/>
                  </a:lnTo>
                  <a:lnTo>
                    <a:pt x="1959292" y="1449569"/>
                  </a:lnTo>
                  <a:lnTo>
                    <a:pt x="1959292" y="1449569"/>
                  </a:lnTo>
                  <a:lnTo>
                    <a:pt x="1953820" y="1449569"/>
                  </a:lnTo>
                  <a:lnTo>
                    <a:pt x="1953820" y="1449569"/>
                  </a:lnTo>
                  <a:lnTo>
                    <a:pt x="1948347" y="1449569"/>
                  </a:lnTo>
                  <a:lnTo>
                    <a:pt x="1948347" y="1449569"/>
                  </a:lnTo>
                  <a:lnTo>
                    <a:pt x="1942874" y="1449569"/>
                  </a:lnTo>
                  <a:lnTo>
                    <a:pt x="1942874" y="1449569"/>
                  </a:lnTo>
                  <a:lnTo>
                    <a:pt x="1937401" y="1449569"/>
                  </a:lnTo>
                  <a:lnTo>
                    <a:pt x="1937401" y="1449569"/>
                  </a:lnTo>
                  <a:lnTo>
                    <a:pt x="1931928" y="1449569"/>
                  </a:lnTo>
                  <a:lnTo>
                    <a:pt x="1931928" y="1449569"/>
                  </a:lnTo>
                  <a:lnTo>
                    <a:pt x="1926455" y="1449569"/>
                  </a:lnTo>
                  <a:lnTo>
                    <a:pt x="1926455" y="1484592"/>
                  </a:lnTo>
                  <a:lnTo>
                    <a:pt x="1920982" y="1484592"/>
                  </a:lnTo>
                  <a:lnTo>
                    <a:pt x="1920982" y="1484592"/>
                  </a:lnTo>
                  <a:lnTo>
                    <a:pt x="1915509" y="1484592"/>
                  </a:lnTo>
                  <a:lnTo>
                    <a:pt x="1915509" y="1484592"/>
                  </a:lnTo>
                  <a:lnTo>
                    <a:pt x="1910037" y="1484592"/>
                  </a:lnTo>
                  <a:lnTo>
                    <a:pt x="1910037" y="1484592"/>
                  </a:lnTo>
                  <a:lnTo>
                    <a:pt x="1904564" y="1484592"/>
                  </a:lnTo>
                  <a:lnTo>
                    <a:pt x="1904564" y="1484592"/>
                  </a:lnTo>
                  <a:lnTo>
                    <a:pt x="1899091" y="1484592"/>
                  </a:lnTo>
                  <a:lnTo>
                    <a:pt x="1899091" y="1484592"/>
                  </a:lnTo>
                  <a:lnTo>
                    <a:pt x="1893618" y="1484592"/>
                  </a:lnTo>
                  <a:lnTo>
                    <a:pt x="1893618" y="1484592"/>
                  </a:lnTo>
                  <a:lnTo>
                    <a:pt x="1888145" y="1484592"/>
                  </a:lnTo>
                  <a:lnTo>
                    <a:pt x="1888145" y="1484592"/>
                  </a:lnTo>
                  <a:lnTo>
                    <a:pt x="1882672" y="1484592"/>
                  </a:lnTo>
                  <a:lnTo>
                    <a:pt x="1882672" y="1484592"/>
                  </a:lnTo>
                  <a:lnTo>
                    <a:pt x="1877199" y="1484592"/>
                  </a:lnTo>
                  <a:lnTo>
                    <a:pt x="1877199" y="1484592"/>
                  </a:lnTo>
                  <a:lnTo>
                    <a:pt x="1871726" y="1484592"/>
                  </a:lnTo>
                  <a:lnTo>
                    <a:pt x="1871726" y="1519265"/>
                  </a:lnTo>
                  <a:lnTo>
                    <a:pt x="1866253" y="1519265"/>
                  </a:lnTo>
                  <a:lnTo>
                    <a:pt x="1866253" y="1519265"/>
                  </a:lnTo>
                  <a:lnTo>
                    <a:pt x="1860781" y="1519265"/>
                  </a:lnTo>
                  <a:lnTo>
                    <a:pt x="1860781" y="1519265"/>
                  </a:lnTo>
                  <a:lnTo>
                    <a:pt x="1855308" y="1519265"/>
                  </a:lnTo>
                  <a:lnTo>
                    <a:pt x="1855308" y="1519265"/>
                  </a:lnTo>
                  <a:lnTo>
                    <a:pt x="1849835" y="1519265"/>
                  </a:lnTo>
                  <a:lnTo>
                    <a:pt x="1849835" y="1519265"/>
                  </a:lnTo>
                  <a:lnTo>
                    <a:pt x="1844362" y="1519265"/>
                  </a:lnTo>
                  <a:lnTo>
                    <a:pt x="1844362" y="1519265"/>
                  </a:lnTo>
                  <a:lnTo>
                    <a:pt x="1838889" y="1519265"/>
                  </a:lnTo>
                  <a:lnTo>
                    <a:pt x="1838889" y="1519265"/>
                  </a:lnTo>
                  <a:lnTo>
                    <a:pt x="1833416" y="1519265"/>
                  </a:lnTo>
                  <a:lnTo>
                    <a:pt x="1833416" y="1519265"/>
                  </a:lnTo>
                  <a:lnTo>
                    <a:pt x="1827943" y="1519265"/>
                  </a:lnTo>
                  <a:lnTo>
                    <a:pt x="1827943" y="1519265"/>
                  </a:lnTo>
                  <a:lnTo>
                    <a:pt x="1822470" y="1519265"/>
                  </a:lnTo>
                  <a:lnTo>
                    <a:pt x="1822470" y="1519265"/>
                  </a:lnTo>
                  <a:lnTo>
                    <a:pt x="1816997" y="1519265"/>
                  </a:lnTo>
                  <a:lnTo>
                    <a:pt x="1816997" y="1519265"/>
                  </a:lnTo>
                  <a:lnTo>
                    <a:pt x="1811525" y="1519265"/>
                  </a:lnTo>
                  <a:lnTo>
                    <a:pt x="1811525" y="1519265"/>
                  </a:lnTo>
                  <a:lnTo>
                    <a:pt x="1806052" y="1519265"/>
                  </a:lnTo>
                  <a:lnTo>
                    <a:pt x="1806052" y="1519265"/>
                  </a:lnTo>
                  <a:lnTo>
                    <a:pt x="1800579" y="1519265"/>
                  </a:lnTo>
                  <a:lnTo>
                    <a:pt x="1800579" y="1519265"/>
                  </a:lnTo>
                  <a:lnTo>
                    <a:pt x="1795106" y="1519265"/>
                  </a:lnTo>
                  <a:lnTo>
                    <a:pt x="1795106" y="1519265"/>
                  </a:lnTo>
                  <a:lnTo>
                    <a:pt x="1789633" y="1519265"/>
                  </a:lnTo>
                  <a:lnTo>
                    <a:pt x="1789633" y="1519265"/>
                  </a:lnTo>
                  <a:lnTo>
                    <a:pt x="1784160" y="1519265"/>
                  </a:lnTo>
                  <a:lnTo>
                    <a:pt x="1784160" y="1519265"/>
                  </a:lnTo>
                  <a:lnTo>
                    <a:pt x="1778687" y="1519265"/>
                  </a:lnTo>
                  <a:lnTo>
                    <a:pt x="1778687" y="1519265"/>
                  </a:lnTo>
                  <a:lnTo>
                    <a:pt x="1773214" y="1519265"/>
                  </a:lnTo>
                  <a:lnTo>
                    <a:pt x="1773214" y="1519265"/>
                  </a:lnTo>
                  <a:lnTo>
                    <a:pt x="1767741" y="1519265"/>
                  </a:lnTo>
                  <a:lnTo>
                    <a:pt x="1767741" y="1519265"/>
                  </a:lnTo>
                  <a:lnTo>
                    <a:pt x="1762269" y="1519265"/>
                  </a:lnTo>
                  <a:lnTo>
                    <a:pt x="1762269" y="1519265"/>
                  </a:lnTo>
                  <a:lnTo>
                    <a:pt x="1756796" y="1519265"/>
                  </a:lnTo>
                  <a:lnTo>
                    <a:pt x="1756796" y="1519265"/>
                  </a:lnTo>
                  <a:lnTo>
                    <a:pt x="1751323" y="1519265"/>
                  </a:lnTo>
                  <a:lnTo>
                    <a:pt x="1751323" y="1519265"/>
                  </a:lnTo>
                  <a:lnTo>
                    <a:pt x="1745850" y="1519265"/>
                  </a:lnTo>
                  <a:lnTo>
                    <a:pt x="1745850" y="1519265"/>
                  </a:lnTo>
                  <a:lnTo>
                    <a:pt x="1740377" y="1519265"/>
                  </a:lnTo>
                  <a:lnTo>
                    <a:pt x="1740377" y="1519265"/>
                  </a:lnTo>
                  <a:lnTo>
                    <a:pt x="1734904" y="1519265"/>
                  </a:lnTo>
                  <a:lnTo>
                    <a:pt x="1734904" y="1519265"/>
                  </a:lnTo>
                  <a:lnTo>
                    <a:pt x="1729431" y="1519265"/>
                  </a:lnTo>
                  <a:lnTo>
                    <a:pt x="1729431" y="1519265"/>
                  </a:lnTo>
                  <a:lnTo>
                    <a:pt x="1723958" y="1519265"/>
                  </a:lnTo>
                  <a:lnTo>
                    <a:pt x="1723958" y="1519265"/>
                  </a:lnTo>
                  <a:lnTo>
                    <a:pt x="1718486" y="1519265"/>
                  </a:lnTo>
                  <a:lnTo>
                    <a:pt x="1718486" y="1519265"/>
                  </a:lnTo>
                  <a:lnTo>
                    <a:pt x="1713013" y="1519265"/>
                  </a:lnTo>
                  <a:lnTo>
                    <a:pt x="1713013" y="1519265"/>
                  </a:lnTo>
                  <a:lnTo>
                    <a:pt x="1707540" y="1519265"/>
                  </a:lnTo>
                  <a:lnTo>
                    <a:pt x="1707540" y="1519265"/>
                  </a:lnTo>
                  <a:lnTo>
                    <a:pt x="1702067" y="1519265"/>
                  </a:lnTo>
                  <a:lnTo>
                    <a:pt x="1702067" y="1519265"/>
                  </a:lnTo>
                  <a:lnTo>
                    <a:pt x="1696594" y="1519265"/>
                  </a:lnTo>
                  <a:lnTo>
                    <a:pt x="1696594" y="1519265"/>
                  </a:lnTo>
                  <a:lnTo>
                    <a:pt x="1691121" y="1519265"/>
                  </a:lnTo>
                  <a:lnTo>
                    <a:pt x="1691121" y="1519265"/>
                  </a:lnTo>
                  <a:lnTo>
                    <a:pt x="1685648" y="1519265"/>
                  </a:lnTo>
                  <a:lnTo>
                    <a:pt x="1685648" y="1519265"/>
                  </a:lnTo>
                  <a:lnTo>
                    <a:pt x="1680175" y="1519265"/>
                  </a:lnTo>
                  <a:lnTo>
                    <a:pt x="1680175" y="1519265"/>
                  </a:lnTo>
                  <a:lnTo>
                    <a:pt x="1674702" y="1519265"/>
                  </a:lnTo>
                  <a:lnTo>
                    <a:pt x="1674702" y="1519265"/>
                  </a:lnTo>
                  <a:lnTo>
                    <a:pt x="1669230" y="1519265"/>
                  </a:lnTo>
                  <a:lnTo>
                    <a:pt x="1669230" y="1519265"/>
                  </a:lnTo>
                  <a:lnTo>
                    <a:pt x="1663757" y="1519265"/>
                  </a:lnTo>
                  <a:lnTo>
                    <a:pt x="1663757" y="1519265"/>
                  </a:lnTo>
                  <a:lnTo>
                    <a:pt x="1658284" y="1519265"/>
                  </a:lnTo>
                  <a:lnTo>
                    <a:pt x="1658284" y="1519265"/>
                  </a:lnTo>
                  <a:lnTo>
                    <a:pt x="1652811" y="1519265"/>
                  </a:lnTo>
                  <a:lnTo>
                    <a:pt x="1652811" y="1519265"/>
                  </a:lnTo>
                  <a:lnTo>
                    <a:pt x="1647338" y="1519265"/>
                  </a:lnTo>
                  <a:lnTo>
                    <a:pt x="1647338" y="1519265"/>
                  </a:lnTo>
                  <a:lnTo>
                    <a:pt x="1641865" y="1519265"/>
                  </a:lnTo>
                  <a:lnTo>
                    <a:pt x="1641865" y="1519265"/>
                  </a:lnTo>
                  <a:lnTo>
                    <a:pt x="1636392" y="1519265"/>
                  </a:lnTo>
                  <a:lnTo>
                    <a:pt x="1636392" y="1519265"/>
                  </a:lnTo>
                  <a:lnTo>
                    <a:pt x="1630919" y="1519265"/>
                  </a:lnTo>
                  <a:lnTo>
                    <a:pt x="1630919" y="1519265"/>
                  </a:lnTo>
                  <a:lnTo>
                    <a:pt x="1625446" y="1519265"/>
                  </a:lnTo>
                  <a:lnTo>
                    <a:pt x="1625446" y="1519265"/>
                  </a:lnTo>
                  <a:lnTo>
                    <a:pt x="1619974" y="1519265"/>
                  </a:lnTo>
                  <a:lnTo>
                    <a:pt x="1619974" y="1553468"/>
                  </a:lnTo>
                  <a:lnTo>
                    <a:pt x="1614501" y="1553468"/>
                  </a:lnTo>
                  <a:lnTo>
                    <a:pt x="1614501" y="1553468"/>
                  </a:lnTo>
                  <a:lnTo>
                    <a:pt x="1609028" y="1553468"/>
                  </a:lnTo>
                  <a:lnTo>
                    <a:pt x="1609028" y="1553468"/>
                  </a:lnTo>
                  <a:lnTo>
                    <a:pt x="1603555" y="1553468"/>
                  </a:lnTo>
                  <a:lnTo>
                    <a:pt x="1603555" y="1553468"/>
                  </a:lnTo>
                  <a:lnTo>
                    <a:pt x="1598082" y="1553468"/>
                  </a:lnTo>
                  <a:lnTo>
                    <a:pt x="1598082" y="1553468"/>
                  </a:lnTo>
                  <a:lnTo>
                    <a:pt x="1592609" y="1553468"/>
                  </a:lnTo>
                  <a:lnTo>
                    <a:pt x="1592609" y="1553468"/>
                  </a:lnTo>
                  <a:lnTo>
                    <a:pt x="1587136" y="1553468"/>
                  </a:lnTo>
                  <a:lnTo>
                    <a:pt x="1587136" y="1553468"/>
                  </a:lnTo>
                  <a:lnTo>
                    <a:pt x="1581663" y="1553468"/>
                  </a:lnTo>
                  <a:lnTo>
                    <a:pt x="1581663" y="1553468"/>
                  </a:lnTo>
                  <a:lnTo>
                    <a:pt x="1576191" y="1553468"/>
                  </a:lnTo>
                  <a:lnTo>
                    <a:pt x="1576191" y="1553468"/>
                  </a:lnTo>
                  <a:lnTo>
                    <a:pt x="1570718" y="1553468"/>
                  </a:lnTo>
                  <a:lnTo>
                    <a:pt x="1570718" y="1553468"/>
                  </a:lnTo>
                  <a:lnTo>
                    <a:pt x="1565245" y="1553468"/>
                  </a:lnTo>
                  <a:lnTo>
                    <a:pt x="1565245" y="1553468"/>
                  </a:lnTo>
                  <a:lnTo>
                    <a:pt x="1559772" y="1553468"/>
                  </a:lnTo>
                  <a:lnTo>
                    <a:pt x="1559772" y="1553468"/>
                  </a:lnTo>
                  <a:lnTo>
                    <a:pt x="1554299" y="1553468"/>
                  </a:lnTo>
                  <a:lnTo>
                    <a:pt x="1554299" y="1553468"/>
                  </a:lnTo>
                  <a:lnTo>
                    <a:pt x="1548826" y="1553468"/>
                  </a:lnTo>
                  <a:lnTo>
                    <a:pt x="1548826" y="1553468"/>
                  </a:lnTo>
                  <a:lnTo>
                    <a:pt x="1543353" y="1553468"/>
                  </a:lnTo>
                  <a:lnTo>
                    <a:pt x="1543353" y="1553468"/>
                  </a:lnTo>
                  <a:lnTo>
                    <a:pt x="1537880" y="1553468"/>
                  </a:lnTo>
                  <a:lnTo>
                    <a:pt x="1537880" y="1553468"/>
                  </a:lnTo>
                  <a:lnTo>
                    <a:pt x="1532407" y="1553468"/>
                  </a:lnTo>
                  <a:lnTo>
                    <a:pt x="1532407" y="1553468"/>
                  </a:lnTo>
                  <a:lnTo>
                    <a:pt x="1526935" y="1553468"/>
                  </a:lnTo>
                  <a:lnTo>
                    <a:pt x="1526935" y="1553468"/>
                  </a:lnTo>
                  <a:lnTo>
                    <a:pt x="1521462" y="1553468"/>
                  </a:lnTo>
                  <a:lnTo>
                    <a:pt x="1521462" y="1553468"/>
                  </a:lnTo>
                  <a:lnTo>
                    <a:pt x="1515989" y="1553468"/>
                  </a:lnTo>
                  <a:lnTo>
                    <a:pt x="1515989" y="1553468"/>
                  </a:lnTo>
                  <a:lnTo>
                    <a:pt x="1510516" y="1553468"/>
                  </a:lnTo>
                  <a:lnTo>
                    <a:pt x="1510516" y="1553468"/>
                  </a:lnTo>
                  <a:lnTo>
                    <a:pt x="1505043" y="1553468"/>
                  </a:lnTo>
                  <a:lnTo>
                    <a:pt x="1505043" y="1553468"/>
                  </a:lnTo>
                  <a:lnTo>
                    <a:pt x="1499570" y="1553468"/>
                  </a:lnTo>
                  <a:lnTo>
                    <a:pt x="1499570" y="1553468"/>
                  </a:lnTo>
                  <a:lnTo>
                    <a:pt x="1494097" y="1553468"/>
                  </a:lnTo>
                  <a:lnTo>
                    <a:pt x="1494097" y="1553468"/>
                  </a:lnTo>
                  <a:lnTo>
                    <a:pt x="1488624" y="1553468"/>
                  </a:lnTo>
                  <a:lnTo>
                    <a:pt x="1488624" y="1553468"/>
                  </a:lnTo>
                  <a:lnTo>
                    <a:pt x="1483151" y="1553468"/>
                  </a:lnTo>
                  <a:lnTo>
                    <a:pt x="1483151" y="1553468"/>
                  </a:lnTo>
                  <a:lnTo>
                    <a:pt x="1477679" y="1553468"/>
                  </a:lnTo>
                  <a:lnTo>
                    <a:pt x="1477679" y="1553468"/>
                  </a:lnTo>
                  <a:lnTo>
                    <a:pt x="1472206" y="1553468"/>
                  </a:lnTo>
                  <a:lnTo>
                    <a:pt x="1472206" y="1553468"/>
                  </a:lnTo>
                  <a:lnTo>
                    <a:pt x="1466733" y="1553468"/>
                  </a:lnTo>
                  <a:lnTo>
                    <a:pt x="1466733" y="1553468"/>
                  </a:lnTo>
                  <a:lnTo>
                    <a:pt x="1461260" y="1553468"/>
                  </a:lnTo>
                  <a:lnTo>
                    <a:pt x="1461260" y="1553468"/>
                  </a:lnTo>
                  <a:lnTo>
                    <a:pt x="1455787" y="1553468"/>
                  </a:lnTo>
                  <a:lnTo>
                    <a:pt x="1455787" y="1553468"/>
                  </a:lnTo>
                  <a:lnTo>
                    <a:pt x="1450314" y="1553468"/>
                  </a:lnTo>
                  <a:lnTo>
                    <a:pt x="1450314" y="1553468"/>
                  </a:lnTo>
                  <a:lnTo>
                    <a:pt x="1444841" y="1553468"/>
                  </a:lnTo>
                  <a:lnTo>
                    <a:pt x="1444841" y="1587192"/>
                  </a:lnTo>
                  <a:lnTo>
                    <a:pt x="1439368" y="1587192"/>
                  </a:lnTo>
                  <a:lnTo>
                    <a:pt x="1439368" y="1587192"/>
                  </a:lnTo>
                  <a:lnTo>
                    <a:pt x="1433895" y="1587192"/>
                  </a:lnTo>
                  <a:lnTo>
                    <a:pt x="1433895" y="1587192"/>
                  </a:lnTo>
                  <a:lnTo>
                    <a:pt x="1428423" y="1587192"/>
                  </a:lnTo>
                  <a:lnTo>
                    <a:pt x="1428423" y="1587192"/>
                  </a:lnTo>
                  <a:lnTo>
                    <a:pt x="1422950" y="1587192"/>
                  </a:lnTo>
                  <a:lnTo>
                    <a:pt x="1422950" y="1587192"/>
                  </a:lnTo>
                  <a:lnTo>
                    <a:pt x="1417477" y="1587192"/>
                  </a:lnTo>
                  <a:lnTo>
                    <a:pt x="1417477" y="1587192"/>
                  </a:lnTo>
                  <a:lnTo>
                    <a:pt x="1412004" y="1587192"/>
                  </a:lnTo>
                  <a:lnTo>
                    <a:pt x="1412004" y="1587192"/>
                  </a:lnTo>
                  <a:lnTo>
                    <a:pt x="1406531" y="1587192"/>
                  </a:lnTo>
                  <a:lnTo>
                    <a:pt x="1406531" y="1587192"/>
                  </a:lnTo>
                  <a:lnTo>
                    <a:pt x="1401058" y="1587192"/>
                  </a:lnTo>
                  <a:lnTo>
                    <a:pt x="1401058" y="1587192"/>
                  </a:lnTo>
                  <a:lnTo>
                    <a:pt x="1395585" y="1587192"/>
                  </a:lnTo>
                  <a:lnTo>
                    <a:pt x="1395585" y="1587192"/>
                  </a:lnTo>
                  <a:lnTo>
                    <a:pt x="1390112" y="1587192"/>
                  </a:lnTo>
                  <a:lnTo>
                    <a:pt x="1390112" y="1587192"/>
                  </a:lnTo>
                  <a:lnTo>
                    <a:pt x="1384640" y="1587192"/>
                  </a:lnTo>
                  <a:lnTo>
                    <a:pt x="1384640" y="1587192"/>
                  </a:lnTo>
                  <a:lnTo>
                    <a:pt x="1379167" y="1587192"/>
                  </a:lnTo>
                  <a:lnTo>
                    <a:pt x="1379167" y="1587192"/>
                  </a:lnTo>
                  <a:lnTo>
                    <a:pt x="1373694" y="1587192"/>
                  </a:lnTo>
                  <a:lnTo>
                    <a:pt x="1373694" y="1587192"/>
                  </a:lnTo>
                  <a:lnTo>
                    <a:pt x="1368221" y="1587192"/>
                  </a:lnTo>
                  <a:lnTo>
                    <a:pt x="1368221" y="1587192"/>
                  </a:lnTo>
                  <a:lnTo>
                    <a:pt x="1362748" y="1587192"/>
                  </a:lnTo>
                  <a:lnTo>
                    <a:pt x="1362748" y="1587192"/>
                  </a:lnTo>
                  <a:lnTo>
                    <a:pt x="1357275" y="1587192"/>
                  </a:lnTo>
                  <a:lnTo>
                    <a:pt x="1357275" y="1587192"/>
                  </a:lnTo>
                  <a:lnTo>
                    <a:pt x="1351802" y="1587192"/>
                  </a:lnTo>
                  <a:lnTo>
                    <a:pt x="1351802" y="1587192"/>
                  </a:lnTo>
                  <a:lnTo>
                    <a:pt x="1346329" y="1587192"/>
                  </a:lnTo>
                  <a:lnTo>
                    <a:pt x="1346329" y="1587192"/>
                  </a:lnTo>
                  <a:lnTo>
                    <a:pt x="1340856" y="1587192"/>
                  </a:lnTo>
                  <a:lnTo>
                    <a:pt x="1340856" y="1587192"/>
                  </a:lnTo>
                  <a:lnTo>
                    <a:pt x="1335384" y="1587192"/>
                  </a:lnTo>
                  <a:lnTo>
                    <a:pt x="1335384" y="1587192"/>
                  </a:lnTo>
                  <a:lnTo>
                    <a:pt x="1329911" y="1587192"/>
                  </a:lnTo>
                  <a:lnTo>
                    <a:pt x="1329911" y="1620328"/>
                  </a:lnTo>
                  <a:lnTo>
                    <a:pt x="1324438" y="1620328"/>
                  </a:lnTo>
                  <a:lnTo>
                    <a:pt x="1324438" y="1653071"/>
                  </a:lnTo>
                  <a:lnTo>
                    <a:pt x="1318965" y="1653071"/>
                  </a:lnTo>
                  <a:lnTo>
                    <a:pt x="1318965" y="1653071"/>
                  </a:lnTo>
                  <a:lnTo>
                    <a:pt x="1313492" y="1653071"/>
                  </a:lnTo>
                  <a:lnTo>
                    <a:pt x="1313492" y="1653071"/>
                  </a:lnTo>
                  <a:lnTo>
                    <a:pt x="1308019" y="1653071"/>
                  </a:lnTo>
                  <a:lnTo>
                    <a:pt x="1308019" y="1653071"/>
                  </a:lnTo>
                  <a:lnTo>
                    <a:pt x="1302546" y="1653071"/>
                  </a:lnTo>
                  <a:lnTo>
                    <a:pt x="1302546" y="1653071"/>
                  </a:lnTo>
                  <a:lnTo>
                    <a:pt x="1297073" y="1653071"/>
                  </a:lnTo>
                  <a:lnTo>
                    <a:pt x="1297073" y="1653071"/>
                  </a:lnTo>
                  <a:lnTo>
                    <a:pt x="1291600" y="1653071"/>
                  </a:lnTo>
                  <a:lnTo>
                    <a:pt x="1291600" y="1653071"/>
                  </a:lnTo>
                  <a:lnTo>
                    <a:pt x="1286128" y="1653071"/>
                  </a:lnTo>
                  <a:lnTo>
                    <a:pt x="1286128" y="1653071"/>
                  </a:lnTo>
                  <a:lnTo>
                    <a:pt x="1280655" y="1653071"/>
                  </a:lnTo>
                  <a:lnTo>
                    <a:pt x="1280655" y="1653071"/>
                  </a:lnTo>
                  <a:lnTo>
                    <a:pt x="1275182" y="1653071"/>
                  </a:lnTo>
                  <a:lnTo>
                    <a:pt x="1275182" y="1653071"/>
                  </a:lnTo>
                  <a:lnTo>
                    <a:pt x="1269709" y="1653071"/>
                  </a:lnTo>
                  <a:lnTo>
                    <a:pt x="1269709" y="1653071"/>
                  </a:lnTo>
                  <a:lnTo>
                    <a:pt x="1264236" y="1653071"/>
                  </a:lnTo>
                  <a:lnTo>
                    <a:pt x="1264236" y="1653071"/>
                  </a:lnTo>
                  <a:lnTo>
                    <a:pt x="1258763" y="1653071"/>
                  </a:lnTo>
                  <a:lnTo>
                    <a:pt x="1258763" y="1653071"/>
                  </a:lnTo>
                  <a:lnTo>
                    <a:pt x="1253290" y="1653071"/>
                  </a:lnTo>
                  <a:lnTo>
                    <a:pt x="1253290" y="1653071"/>
                  </a:lnTo>
                  <a:lnTo>
                    <a:pt x="1247817" y="1653071"/>
                  </a:lnTo>
                  <a:lnTo>
                    <a:pt x="1247817" y="1653071"/>
                  </a:lnTo>
                  <a:lnTo>
                    <a:pt x="1242344" y="1653071"/>
                  </a:lnTo>
                  <a:lnTo>
                    <a:pt x="1242344" y="1653071"/>
                  </a:lnTo>
                  <a:lnTo>
                    <a:pt x="1236872" y="1653071"/>
                  </a:lnTo>
                  <a:lnTo>
                    <a:pt x="1236872" y="1653071"/>
                  </a:lnTo>
                  <a:lnTo>
                    <a:pt x="1231399" y="1653071"/>
                  </a:lnTo>
                  <a:lnTo>
                    <a:pt x="1231399" y="1653071"/>
                  </a:lnTo>
                  <a:lnTo>
                    <a:pt x="1225926" y="1653071"/>
                  </a:lnTo>
                  <a:lnTo>
                    <a:pt x="1225926" y="1653071"/>
                  </a:lnTo>
                  <a:lnTo>
                    <a:pt x="1220453" y="1653071"/>
                  </a:lnTo>
                  <a:lnTo>
                    <a:pt x="1220453" y="1653071"/>
                  </a:lnTo>
                  <a:lnTo>
                    <a:pt x="1214980" y="1653071"/>
                  </a:lnTo>
                  <a:lnTo>
                    <a:pt x="1214980" y="1653071"/>
                  </a:lnTo>
                  <a:lnTo>
                    <a:pt x="1209507" y="1653071"/>
                  </a:lnTo>
                  <a:lnTo>
                    <a:pt x="1209507" y="1653071"/>
                  </a:lnTo>
                  <a:lnTo>
                    <a:pt x="1204034" y="1653071"/>
                  </a:lnTo>
                  <a:lnTo>
                    <a:pt x="1204034" y="1653071"/>
                  </a:lnTo>
                  <a:lnTo>
                    <a:pt x="1198561" y="1653071"/>
                  </a:lnTo>
                  <a:lnTo>
                    <a:pt x="1198561" y="1653071"/>
                  </a:lnTo>
                  <a:lnTo>
                    <a:pt x="1193089" y="1653071"/>
                  </a:lnTo>
                  <a:lnTo>
                    <a:pt x="1193089" y="1653071"/>
                  </a:lnTo>
                  <a:lnTo>
                    <a:pt x="1187616" y="1653071"/>
                  </a:lnTo>
                  <a:lnTo>
                    <a:pt x="1187616" y="1653071"/>
                  </a:lnTo>
                  <a:lnTo>
                    <a:pt x="1182143" y="1653071"/>
                  </a:lnTo>
                  <a:lnTo>
                    <a:pt x="1182143" y="1653071"/>
                  </a:lnTo>
                  <a:lnTo>
                    <a:pt x="1176670" y="1653071"/>
                  </a:lnTo>
                  <a:lnTo>
                    <a:pt x="1176670" y="1653071"/>
                  </a:lnTo>
                  <a:lnTo>
                    <a:pt x="1171197" y="1653071"/>
                  </a:lnTo>
                  <a:lnTo>
                    <a:pt x="1171197" y="1653071"/>
                  </a:lnTo>
                  <a:lnTo>
                    <a:pt x="1165724" y="1653071"/>
                  </a:lnTo>
                  <a:lnTo>
                    <a:pt x="1165724" y="1653071"/>
                  </a:lnTo>
                  <a:lnTo>
                    <a:pt x="1160251" y="1653071"/>
                  </a:lnTo>
                  <a:lnTo>
                    <a:pt x="1160251" y="1653071"/>
                  </a:lnTo>
                  <a:lnTo>
                    <a:pt x="1154778" y="1653071"/>
                  </a:lnTo>
                  <a:lnTo>
                    <a:pt x="1154778" y="1653071"/>
                  </a:lnTo>
                  <a:lnTo>
                    <a:pt x="1149305" y="1653071"/>
                  </a:lnTo>
                  <a:lnTo>
                    <a:pt x="1149305" y="1653071"/>
                  </a:lnTo>
                  <a:lnTo>
                    <a:pt x="1143833" y="1653071"/>
                  </a:lnTo>
                  <a:lnTo>
                    <a:pt x="1143833" y="1653071"/>
                  </a:lnTo>
                  <a:lnTo>
                    <a:pt x="1138360" y="1653071"/>
                  </a:lnTo>
                  <a:lnTo>
                    <a:pt x="1138360" y="1653071"/>
                  </a:lnTo>
                  <a:lnTo>
                    <a:pt x="1132887" y="1653071"/>
                  </a:lnTo>
                  <a:lnTo>
                    <a:pt x="1132887" y="1653071"/>
                  </a:lnTo>
                  <a:lnTo>
                    <a:pt x="1127414" y="1653071"/>
                  </a:lnTo>
                  <a:lnTo>
                    <a:pt x="1127414" y="1653071"/>
                  </a:lnTo>
                  <a:lnTo>
                    <a:pt x="1121941" y="1653071"/>
                  </a:lnTo>
                  <a:lnTo>
                    <a:pt x="1121941" y="1653071"/>
                  </a:lnTo>
                  <a:lnTo>
                    <a:pt x="1116468" y="1653071"/>
                  </a:lnTo>
                  <a:lnTo>
                    <a:pt x="1116468" y="1653071"/>
                  </a:lnTo>
                  <a:lnTo>
                    <a:pt x="1110995" y="1653071"/>
                  </a:lnTo>
                  <a:lnTo>
                    <a:pt x="1110995" y="1653071"/>
                  </a:lnTo>
                  <a:lnTo>
                    <a:pt x="1105522" y="1653071"/>
                  </a:lnTo>
                  <a:lnTo>
                    <a:pt x="1105522" y="1653071"/>
                  </a:lnTo>
                  <a:lnTo>
                    <a:pt x="1100049" y="1653071"/>
                  </a:lnTo>
                  <a:lnTo>
                    <a:pt x="1100049" y="1653071"/>
                  </a:lnTo>
                  <a:lnTo>
                    <a:pt x="1094577" y="1653071"/>
                  </a:lnTo>
                  <a:lnTo>
                    <a:pt x="1094577" y="1653071"/>
                  </a:lnTo>
                  <a:lnTo>
                    <a:pt x="1089104" y="1653071"/>
                  </a:lnTo>
                  <a:lnTo>
                    <a:pt x="1089104" y="1653071"/>
                  </a:lnTo>
                  <a:lnTo>
                    <a:pt x="1083631" y="1653071"/>
                  </a:lnTo>
                  <a:lnTo>
                    <a:pt x="1083631" y="1653071"/>
                  </a:lnTo>
                  <a:lnTo>
                    <a:pt x="1078158" y="1653071"/>
                  </a:lnTo>
                  <a:lnTo>
                    <a:pt x="1078158" y="1653071"/>
                  </a:lnTo>
                  <a:lnTo>
                    <a:pt x="1072685" y="1653071"/>
                  </a:lnTo>
                  <a:lnTo>
                    <a:pt x="1072685" y="1685030"/>
                  </a:lnTo>
                  <a:lnTo>
                    <a:pt x="1067212" y="1685030"/>
                  </a:lnTo>
                  <a:lnTo>
                    <a:pt x="1067212" y="1685030"/>
                  </a:lnTo>
                  <a:lnTo>
                    <a:pt x="1061739" y="1685030"/>
                  </a:lnTo>
                  <a:lnTo>
                    <a:pt x="1061739" y="1685030"/>
                  </a:lnTo>
                  <a:lnTo>
                    <a:pt x="1056266" y="1685030"/>
                  </a:lnTo>
                  <a:lnTo>
                    <a:pt x="1056266" y="1685030"/>
                  </a:lnTo>
                  <a:lnTo>
                    <a:pt x="1050794" y="1685030"/>
                  </a:lnTo>
                  <a:lnTo>
                    <a:pt x="1050794" y="1685030"/>
                  </a:lnTo>
                  <a:lnTo>
                    <a:pt x="1045321" y="1685030"/>
                  </a:lnTo>
                  <a:lnTo>
                    <a:pt x="1045321" y="1685030"/>
                  </a:lnTo>
                  <a:lnTo>
                    <a:pt x="1039848" y="1685030"/>
                  </a:lnTo>
                  <a:lnTo>
                    <a:pt x="1039848" y="1685030"/>
                  </a:lnTo>
                  <a:lnTo>
                    <a:pt x="1034375" y="1685030"/>
                  </a:lnTo>
                  <a:lnTo>
                    <a:pt x="1034375" y="1685030"/>
                  </a:lnTo>
                  <a:lnTo>
                    <a:pt x="1028902" y="1685030"/>
                  </a:lnTo>
                  <a:lnTo>
                    <a:pt x="1028902" y="1685030"/>
                  </a:lnTo>
                  <a:lnTo>
                    <a:pt x="1023429" y="1685030"/>
                  </a:lnTo>
                  <a:lnTo>
                    <a:pt x="1023429" y="1685030"/>
                  </a:lnTo>
                  <a:lnTo>
                    <a:pt x="1017956" y="1685030"/>
                  </a:lnTo>
                  <a:lnTo>
                    <a:pt x="1017956" y="1685030"/>
                  </a:lnTo>
                  <a:lnTo>
                    <a:pt x="1012483" y="1685030"/>
                  </a:lnTo>
                  <a:lnTo>
                    <a:pt x="1012483" y="1685030"/>
                  </a:lnTo>
                  <a:lnTo>
                    <a:pt x="1007010" y="1685030"/>
                  </a:lnTo>
                  <a:lnTo>
                    <a:pt x="1007010" y="1685030"/>
                  </a:lnTo>
                  <a:lnTo>
                    <a:pt x="1001538" y="1685030"/>
                  </a:lnTo>
                  <a:lnTo>
                    <a:pt x="1001538" y="1685030"/>
                  </a:lnTo>
                  <a:lnTo>
                    <a:pt x="996065" y="1685030"/>
                  </a:lnTo>
                  <a:lnTo>
                    <a:pt x="996065" y="1716452"/>
                  </a:lnTo>
                  <a:lnTo>
                    <a:pt x="990592" y="1716452"/>
                  </a:lnTo>
                  <a:lnTo>
                    <a:pt x="990592" y="1716452"/>
                  </a:lnTo>
                  <a:lnTo>
                    <a:pt x="985119" y="1716452"/>
                  </a:lnTo>
                  <a:lnTo>
                    <a:pt x="985119" y="1716452"/>
                  </a:lnTo>
                  <a:lnTo>
                    <a:pt x="979646" y="1716452"/>
                  </a:lnTo>
                  <a:lnTo>
                    <a:pt x="979646" y="1716452"/>
                  </a:lnTo>
                  <a:lnTo>
                    <a:pt x="974173" y="1716452"/>
                  </a:lnTo>
                  <a:lnTo>
                    <a:pt x="974173" y="1716452"/>
                  </a:lnTo>
                  <a:lnTo>
                    <a:pt x="968700" y="1716452"/>
                  </a:lnTo>
                  <a:lnTo>
                    <a:pt x="968700" y="1777610"/>
                  </a:lnTo>
                  <a:lnTo>
                    <a:pt x="963227" y="1777610"/>
                  </a:lnTo>
                  <a:lnTo>
                    <a:pt x="963227" y="1777610"/>
                  </a:lnTo>
                  <a:lnTo>
                    <a:pt x="957754" y="1777610"/>
                  </a:lnTo>
                  <a:lnTo>
                    <a:pt x="957754" y="1777610"/>
                  </a:lnTo>
                  <a:lnTo>
                    <a:pt x="952282" y="1777610"/>
                  </a:lnTo>
                  <a:lnTo>
                    <a:pt x="952282" y="1777610"/>
                  </a:lnTo>
                  <a:lnTo>
                    <a:pt x="946809" y="1777610"/>
                  </a:lnTo>
                  <a:lnTo>
                    <a:pt x="946809" y="1777610"/>
                  </a:lnTo>
                  <a:lnTo>
                    <a:pt x="941336" y="1777610"/>
                  </a:lnTo>
                  <a:lnTo>
                    <a:pt x="941336" y="1777610"/>
                  </a:lnTo>
                  <a:lnTo>
                    <a:pt x="935863" y="1777610"/>
                  </a:lnTo>
                  <a:lnTo>
                    <a:pt x="935863" y="1777610"/>
                  </a:lnTo>
                  <a:lnTo>
                    <a:pt x="930390" y="1777610"/>
                  </a:lnTo>
                  <a:lnTo>
                    <a:pt x="930390" y="1777610"/>
                  </a:lnTo>
                  <a:lnTo>
                    <a:pt x="924917" y="1777610"/>
                  </a:lnTo>
                  <a:lnTo>
                    <a:pt x="924917" y="1777610"/>
                  </a:lnTo>
                  <a:lnTo>
                    <a:pt x="919444" y="1777610"/>
                  </a:lnTo>
                  <a:lnTo>
                    <a:pt x="919444" y="1777610"/>
                  </a:lnTo>
                  <a:lnTo>
                    <a:pt x="913971" y="1777610"/>
                  </a:lnTo>
                  <a:lnTo>
                    <a:pt x="913971" y="1777610"/>
                  </a:lnTo>
                  <a:lnTo>
                    <a:pt x="908498" y="1777610"/>
                  </a:lnTo>
                  <a:lnTo>
                    <a:pt x="908498" y="1777610"/>
                  </a:lnTo>
                  <a:lnTo>
                    <a:pt x="903026" y="1777610"/>
                  </a:lnTo>
                  <a:lnTo>
                    <a:pt x="903026" y="1777610"/>
                  </a:lnTo>
                  <a:lnTo>
                    <a:pt x="897553" y="1777610"/>
                  </a:lnTo>
                  <a:lnTo>
                    <a:pt x="897553" y="1777610"/>
                  </a:lnTo>
                  <a:lnTo>
                    <a:pt x="892080" y="1777610"/>
                  </a:lnTo>
                  <a:lnTo>
                    <a:pt x="892080" y="1777610"/>
                  </a:lnTo>
                  <a:lnTo>
                    <a:pt x="886607" y="1777610"/>
                  </a:lnTo>
                  <a:lnTo>
                    <a:pt x="886607" y="1777610"/>
                  </a:lnTo>
                  <a:lnTo>
                    <a:pt x="881134" y="1777610"/>
                  </a:lnTo>
                  <a:lnTo>
                    <a:pt x="881134" y="1777610"/>
                  </a:lnTo>
                  <a:lnTo>
                    <a:pt x="875661" y="1777610"/>
                  </a:lnTo>
                  <a:lnTo>
                    <a:pt x="875661" y="1777610"/>
                  </a:lnTo>
                  <a:lnTo>
                    <a:pt x="870188" y="1777610"/>
                  </a:lnTo>
                  <a:lnTo>
                    <a:pt x="870188" y="1777610"/>
                  </a:lnTo>
                  <a:lnTo>
                    <a:pt x="864715" y="1777610"/>
                  </a:lnTo>
                  <a:lnTo>
                    <a:pt x="864715" y="1777610"/>
                  </a:lnTo>
                  <a:lnTo>
                    <a:pt x="859243" y="1777610"/>
                  </a:lnTo>
                  <a:lnTo>
                    <a:pt x="859243" y="1777610"/>
                  </a:lnTo>
                  <a:lnTo>
                    <a:pt x="853770" y="1777610"/>
                  </a:lnTo>
                  <a:lnTo>
                    <a:pt x="853770" y="1777610"/>
                  </a:lnTo>
                  <a:lnTo>
                    <a:pt x="848297" y="1777610"/>
                  </a:lnTo>
                  <a:lnTo>
                    <a:pt x="848297" y="1777610"/>
                  </a:lnTo>
                  <a:lnTo>
                    <a:pt x="842824" y="1777610"/>
                  </a:lnTo>
                  <a:lnTo>
                    <a:pt x="842824" y="1777610"/>
                  </a:lnTo>
                  <a:lnTo>
                    <a:pt x="837351" y="1777610"/>
                  </a:lnTo>
                  <a:lnTo>
                    <a:pt x="837351" y="1777610"/>
                  </a:lnTo>
                  <a:lnTo>
                    <a:pt x="831878" y="1777610"/>
                  </a:lnTo>
                  <a:lnTo>
                    <a:pt x="831878" y="1777610"/>
                  </a:lnTo>
                  <a:lnTo>
                    <a:pt x="826405" y="1777610"/>
                  </a:lnTo>
                  <a:lnTo>
                    <a:pt x="826405" y="1777610"/>
                  </a:lnTo>
                  <a:lnTo>
                    <a:pt x="820932" y="1777610"/>
                  </a:lnTo>
                  <a:lnTo>
                    <a:pt x="820932" y="1777610"/>
                  </a:lnTo>
                  <a:lnTo>
                    <a:pt x="815459" y="1777610"/>
                  </a:lnTo>
                  <a:lnTo>
                    <a:pt x="815459" y="1777610"/>
                  </a:lnTo>
                  <a:lnTo>
                    <a:pt x="809987" y="1777610"/>
                  </a:lnTo>
                  <a:lnTo>
                    <a:pt x="809987" y="1777610"/>
                  </a:lnTo>
                  <a:lnTo>
                    <a:pt x="804514" y="1777610"/>
                  </a:lnTo>
                  <a:lnTo>
                    <a:pt x="804514" y="1777610"/>
                  </a:lnTo>
                  <a:lnTo>
                    <a:pt x="799041" y="1777610"/>
                  </a:lnTo>
                  <a:lnTo>
                    <a:pt x="799041" y="1777610"/>
                  </a:lnTo>
                  <a:lnTo>
                    <a:pt x="793568" y="1777610"/>
                  </a:lnTo>
                  <a:lnTo>
                    <a:pt x="793568" y="1807075"/>
                  </a:lnTo>
                  <a:lnTo>
                    <a:pt x="788095" y="1807075"/>
                  </a:lnTo>
                  <a:lnTo>
                    <a:pt x="788095" y="1807075"/>
                  </a:lnTo>
                  <a:lnTo>
                    <a:pt x="782622" y="1807075"/>
                  </a:lnTo>
                  <a:lnTo>
                    <a:pt x="782622" y="1807075"/>
                  </a:lnTo>
                  <a:lnTo>
                    <a:pt x="777149" y="1807075"/>
                  </a:lnTo>
                  <a:lnTo>
                    <a:pt x="777149" y="1835781"/>
                  </a:lnTo>
                  <a:lnTo>
                    <a:pt x="771676" y="1835781"/>
                  </a:lnTo>
                  <a:lnTo>
                    <a:pt x="771676" y="1835781"/>
                  </a:lnTo>
                  <a:lnTo>
                    <a:pt x="766203" y="1835781"/>
                  </a:lnTo>
                  <a:lnTo>
                    <a:pt x="766203" y="1835781"/>
                  </a:lnTo>
                  <a:lnTo>
                    <a:pt x="760731" y="1835781"/>
                  </a:lnTo>
                  <a:lnTo>
                    <a:pt x="760731" y="1835781"/>
                  </a:lnTo>
                  <a:lnTo>
                    <a:pt x="755258" y="1835781"/>
                  </a:lnTo>
                  <a:lnTo>
                    <a:pt x="755258" y="1835781"/>
                  </a:lnTo>
                  <a:lnTo>
                    <a:pt x="749785" y="1835781"/>
                  </a:lnTo>
                  <a:lnTo>
                    <a:pt x="749785" y="1835781"/>
                  </a:lnTo>
                  <a:lnTo>
                    <a:pt x="744312" y="1835781"/>
                  </a:lnTo>
                  <a:lnTo>
                    <a:pt x="744312" y="1835781"/>
                  </a:lnTo>
                  <a:lnTo>
                    <a:pt x="738839" y="1835781"/>
                  </a:lnTo>
                  <a:lnTo>
                    <a:pt x="738839" y="1863509"/>
                  </a:lnTo>
                  <a:lnTo>
                    <a:pt x="733366" y="1863509"/>
                  </a:lnTo>
                  <a:lnTo>
                    <a:pt x="733366" y="1863509"/>
                  </a:lnTo>
                  <a:lnTo>
                    <a:pt x="727893" y="1863509"/>
                  </a:lnTo>
                  <a:lnTo>
                    <a:pt x="727893" y="1863509"/>
                  </a:lnTo>
                  <a:lnTo>
                    <a:pt x="722420" y="1863509"/>
                  </a:lnTo>
                  <a:lnTo>
                    <a:pt x="722420" y="1863509"/>
                  </a:lnTo>
                  <a:lnTo>
                    <a:pt x="716947" y="1863509"/>
                  </a:lnTo>
                  <a:lnTo>
                    <a:pt x="716947" y="1863509"/>
                  </a:lnTo>
                  <a:lnTo>
                    <a:pt x="711475" y="1863509"/>
                  </a:lnTo>
                  <a:lnTo>
                    <a:pt x="711475" y="1863509"/>
                  </a:lnTo>
                  <a:lnTo>
                    <a:pt x="706002" y="1863509"/>
                  </a:lnTo>
                  <a:lnTo>
                    <a:pt x="706002" y="1863509"/>
                  </a:lnTo>
                  <a:lnTo>
                    <a:pt x="700529" y="1863509"/>
                  </a:lnTo>
                  <a:lnTo>
                    <a:pt x="700529" y="1863509"/>
                  </a:lnTo>
                  <a:lnTo>
                    <a:pt x="695056" y="1863509"/>
                  </a:lnTo>
                  <a:lnTo>
                    <a:pt x="695056" y="1863509"/>
                  </a:lnTo>
                  <a:lnTo>
                    <a:pt x="689583" y="1863509"/>
                  </a:lnTo>
                  <a:lnTo>
                    <a:pt x="689583" y="1863509"/>
                  </a:lnTo>
                  <a:lnTo>
                    <a:pt x="684110" y="1863509"/>
                  </a:lnTo>
                  <a:lnTo>
                    <a:pt x="684110" y="1863509"/>
                  </a:lnTo>
                  <a:lnTo>
                    <a:pt x="678637" y="1863509"/>
                  </a:lnTo>
                  <a:lnTo>
                    <a:pt x="678637" y="1863509"/>
                  </a:lnTo>
                  <a:lnTo>
                    <a:pt x="673164" y="1863509"/>
                  </a:lnTo>
                  <a:lnTo>
                    <a:pt x="673164" y="1863509"/>
                  </a:lnTo>
                  <a:lnTo>
                    <a:pt x="667692" y="1863509"/>
                  </a:lnTo>
                  <a:lnTo>
                    <a:pt x="667692" y="1863509"/>
                  </a:lnTo>
                  <a:lnTo>
                    <a:pt x="662219" y="1863509"/>
                  </a:lnTo>
                  <a:lnTo>
                    <a:pt x="662219" y="1863509"/>
                  </a:lnTo>
                  <a:lnTo>
                    <a:pt x="656746" y="1863509"/>
                  </a:lnTo>
                  <a:lnTo>
                    <a:pt x="656746" y="1863509"/>
                  </a:lnTo>
                  <a:lnTo>
                    <a:pt x="651273" y="1863509"/>
                  </a:lnTo>
                  <a:lnTo>
                    <a:pt x="651273" y="1863509"/>
                  </a:lnTo>
                  <a:lnTo>
                    <a:pt x="645800" y="1863509"/>
                  </a:lnTo>
                  <a:lnTo>
                    <a:pt x="645800" y="1863509"/>
                  </a:lnTo>
                  <a:lnTo>
                    <a:pt x="640327" y="1863509"/>
                  </a:lnTo>
                  <a:lnTo>
                    <a:pt x="640327" y="1863509"/>
                  </a:lnTo>
                  <a:lnTo>
                    <a:pt x="634854" y="1863509"/>
                  </a:lnTo>
                  <a:lnTo>
                    <a:pt x="634854" y="1863509"/>
                  </a:lnTo>
                  <a:lnTo>
                    <a:pt x="629381" y="1863509"/>
                  </a:lnTo>
                  <a:lnTo>
                    <a:pt x="629381" y="1863509"/>
                  </a:lnTo>
                  <a:lnTo>
                    <a:pt x="623908" y="1863509"/>
                  </a:lnTo>
                  <a:lnTo>
                    <a:pt x="623908" y="1915378"/>
                  </a:lnTo>
                  <a:lnTo>
                    <a:pt x="618436" y="1915378"/>
                  </a:lnTo>
                  <a:lnTo>
                    <a:pt x="618436" y="1915378"/>
                  </a:lnTo>
                  <a:lnTo>
                    <a:pt x="612963" y="1915378"/>
                  </a:lnTo>
                  <a:lnTo>
                    <a:pt x="612963" y="1915378"/>
                  </a:lnTo>
                  <a:lnTo>
                    <a:pt x="607490" y="1915378"/>
                  </a:lnTo>
                  <a:lnTo>
                    <a:pt x="607490" y="1915378"/>
                  </a:lnTo>
                  <a:lnTo>
                    <a:pt x="602017" y="1915378"/>
                  </a:lnTo>
                  <a:lnTo>
                    <a:pt x="602017" y="1915378"/>
                  </a:lnTo>
                  <a:lnTo>
                    <a:pt x="596544" y="1915378"/>
                  </a:lnTo>
                  <a:lnTo>
                    <a:pt x="596544" y="1915378"/>
                  </a:lnTo>
                  <a:lnTo>
                    <a:pt x="591071" y="1915378"/>
                  </a:lnTo>
                  <a:lnTo>
                    <a:pt x="591071" y="1915378"/>
                  </a:lnTo>
                  <a:lnTo>
                    <a:pt x="585598" y="1915378"/>
                  </a:lnTo>
                  <a:lnTo>
                    <a:pt x="585598" y="1915378"/>
                  </a:lnTo>
                  <a:lnTo>
                    <a:pt x="580125" y="1915378"/>
                  </a:lnTo>
                  <a:lnTo>
                    <a:pt x="580125" y="1915378"/>
                  </a:lnTo>
                  <a:lnTo>
                    <a:pt x="574652" y="1915378"/>
                  </a:lnTo>
                  <a:lnTo>
                    <a:pt x="574652" y="1915378"/>
                  </a:lnTo>
                  <a:lnTo>
                    <a:pt x="569180" y="1915378"/>
                  </a:lnTo>
                  <a:lnTo>
                    <a:pt x="569180" y="1938970"/>
                  </a:lnTo>
                  <a:lnTo>
                    <a:pt x="563707" y="1938970"/>
                  </a:lnTo>
                  <a:lnTo>
                    <a:pt x="563707" y="1938970"/>
                  </a:lnTo>
                  <a:lnTo>
                    <a:pt x="558234" y="1938970"/>
                  </a:lnTo>
                  <a:lnTo>
                    <a:pt x="558234" y="1938970"/>
                  </a:lnTo>
                  <a:lnTo>
                    <a:pt x="552761" y="1938970"/>
                  </a:lnTo>
                  <a:lnTo>
                    <a:pt x="552761" y="1938970"/>
                  </a:lnTo>
                  <a:lnTo>
                    <a:pt x="547288" y="1938970"/>
                  </a:lnTo>
                  <a:lnTo>
                    <a:pt x="547288" y="1938970"/>
                  </a:lnTo>
                  <a:lnTo>
                    <a:pt x="541815" y="1938970"/>
                  </a:lnTo>
                  <a:lnTo>
                    <a:pt x="541815" y="1938970"/>
                  </a:lnTo>
                  <a:lnTo>
                    <a:pt x="536342" y="1938970"/>
                  </a:lnTo>
                  <a:lnTo>
                    <a:pt x="536342" y="1938970"/>
                  </a:lnTo>
                  <a:lnTo>
                    <a:pt x="530869" y="1938970"/>
                  </a:lnTo>
                  <a:lnTo>
                    <a:pt x="530869" y="1938970"/>
                  </a:lnTo>
                  <a:lnTo>
                    <a:pt x="525397" y="1938970"/>
                  </a:lnTo>
                  <a:lnTo>
                    <a:pt x="525397" y="1938970"/>
                  </a:lnTo>
                  <a:lnTo>
                    <a:pt x="519924" y="1938970"/>
                  </a:lnTo>
                  <a:lnTo>
                    <a:pt x="519924" y="1938970"/>
                  </a:lnTo>
                  <a:lnTo>
                    <a:pt x="514451" y="1938970"/>
                  </a:lnTo>
                  <a:lnTo>
                    <a:pt x="514451" y="1938970"/>
                  </a:lnTo>
                  <a:lnTo>
                    <a:pt x="508978" y="1938970"/>
                  </a:lnTo>
                  <a:lnTo>
                    <a:pt x="508978" y="1938970"/>
                  </a:lnTo>
                  <a:lnTo>
                    <a:pt x="503505" y="1938970"/>
                  </a:lnTo>
                  <a:lnTo>
                    <a:pt x="503505" y="1938970"/>
                  </a:lnTo>
                  <a:lnTo>
                    <a:pt x="498032" y="1938970"/>
                  </a:lnTo>
                  <a:lnTo>
                    <a:pt x="498032" y="1938970"/>
                  </a:lnTo>
                  <a:lnTo>
                    <a:pt x="492559" y="1938970"/>
                  </a:lnTo>
                  <a:lnTo>
                    <a:pt x="492559" y="1938970"/>
                  </a:lnTo>
                  <a:lnTo>
                    <a:pt x="487086" y="1938970"/>
                  </a:lnTo>
                  <a:lnTo>
                    <a:pt x="487086" y="1938970"/>
                  </a:lnTo>
                  <a:lnTo>
                    <a:pt x="481613" y="1938970"/>
                  </a:lnTo>
                  <a:lnTo>
                    <a:pt x="481613" y="1938970"/>
                  </a:lnTo>
                  <a:lnTo>
                    <a:pt x="476141" y="1938970"/>
                  </a:lnTo>
                  <a:lnTo>
                    <a:pt x="476141" y="1938970"/>
                  </a:lnTo>
                  <a:lnTo>
                    <a:pt x="470668" y="1938970"/>
                  </a:lnTo>
                  <a:lnTo>
                    <a:pt x="470668" y="1938970"/>
                  </a:lnTo>
                  <a:lnTo>
                    <a:pt x="465195" y="1938970"/>
                  </a:lnTo>
                  <a:lnTo>
                    <a:pt x="465195" y="1938970"/>
                  </a:lnTo>
                  <a:lnTo>
                    <a:pt x="459722" y="1938970"/>
                  </a:lnTo>
                  <a:lnTo>
                    <a:pt x="459722" y="1938970"/>
                  </a:lnTo>
                  <a:lnTo>
                    <a:pt x="454249" y="1938970"/>
                  </a:lnTo>
                  <a:lnTo>
                    <a:pt x="454249" y="1938970"/>
                  </a:lnTo>
                  <a:lnTo>
                    <a:pt x="448776" y="1938970"/>
                  </a:lnTo>
                  <a:lnTo>
                    <a:pt x="448776" y="1938970"/>
                  </a:lnTo>
                  <a:lnTo>
                    <a:pt x="443303" y="1938970"/>
                  </a:lnTo>
                  <a:lnTo>
                    <a:pt x="443303" y="1938970"/>
                  </a:lnTo>
                  <a:lnTo>
                    <a:pt x="437830" y="1938970"/>
                  </a:lnTo>
                  <a:lnTo>
                    <a:pt x="437830" y="1938970"/>
                  </a:lnTo>
                  <a:lnTo>
                    <a:pt x="432357" y="1938970"/>
                  </a:lnTo>
                  <a:lnTo>
                    <a:pt x="432357" y="1938970"/>
                  </a:lnTo>
                  <a:lnTo>
                    <a:pt x="426885" y="1938970"/>
                  </a:lnTo>
                  <a:lnTo>
                    <a:pt x="426885" y="1938970"/>
                  </a:lnTo>
                  <a:lnTo>
                    <a:pt x="421412" y="1938970"/>
                  </a:lnTo>
                  <a:lnTo>
                    <a:pt x="421412" y="1938970"/>
                  </a:lnTo>
                  <a:lnTo>
                    <a:pt x="415939" y="1938970"/>
                  </a:lnTo>
                  <a:lnTo>
                    <a:pt x="415939" y="1938970"/>
                  </a:lnTo>
                  <a:lnTo>
                    <a:pt x="410466" y="1938970"/>
                  </a:lnTo>
                  <a:lnTo>
                    <a:pt x="410466" y="1938970"/>
                  </a:lnTo>
                  <a:lnTo>
                    <a:pt x="404993" y="1938970"/>
                  </a:lnTo>
                  <a:lnTo>
                    <a:pt x="404993" y="1938970"/>
                  </a:lnTo>
                  <a:lnTo>
                    <a:pt x="399520" y="1938970"/>
                  </a:lnTo>
                  <a:lnTo>
                    <a:pt x="399520" y="1938970"/>
                  </a:lnTo>
                  <a:lnTo>
                    <a:pt x="394047" y="1938970"/>
                  </a:lnTo>
                  <a:lnTo>
                    <a:pt x="394047" y="1938970"/>
                  </a:lnTo>
                  <a:lnTo>
                    <a:pt x="388574" y="1938970"/>
                  </a:lnTo>
                  <a:lnTo>
                    <a:pt x="388574" y="1938970"/>
                  </a:lnTo>
                  <a:lnTo>
                    <a:pt x="383101" y="1938970"/>
                  </a:lnTo>
                  <a:lnTo>
                    <a:pt x="383101" y="1938970"/>
                  </a:lnTo>
                  <a:lnTo>
                    <a:pt x="377629" y="1938970"/>
                  </a:lnTo>
                  <a:lnTo>
                    <a:pt x="377629" y="1938970"/>
                  </a:lnTo>
                  <a:lnTo>
                    <a:pt x="372156" y="1938970"/>
                  </a:lnTo>
                  <a:lnTo>
                    <a:pt x="372156" y="1938970"/>
                  </a:lnTo>
                  <a:lnTo>
                    <a:pt x="366683" y="1938970"/>
                  </a:lnTo>
                  <a:lnTo>
                    <a:pt x="366683" y="1938970"/>
                  </a:lnTo>
                  <a:lnTo>
                    <a:pt x="361210" y="1938970"/>
                  </a:lnTo>
                  <a:lnTo>
                    <a:pt x="361210" y="1938970"/>
                  </a:lnTo>
                  <a:lnTo>
                    <a:pt x="355737" y="1938970"/>
                  </a:lnTo>
                  <a:lnTo>
                    <a:pt x="355737" y="1938970"/>
                  </a:lnTo>
                  <a:lnTo>
                    <a:pt x="350264" y="1938970"/>
                  </a:lnTo>
                  <a:lnTo>
                    <a:pt x="350264" y="1938970"/>
                  </a:lnTo>
                  <a:lnTo>
                    <a:pt x="344791" y="1938970"/>
                  </a:lnTo>
                  <a:lnTo>
                    <a:pt x="344791" y="1938970"/>
                  </a:lnTo>
                  <a:lnTo>
                    <a:pt x="339318" y="1938970"/>
                  </a:lnTo>
                  <a:lnTo>
                    <a:pt x="339318" y="1938970"/>
                  </a:lnTo>
                  <a:lnTo>
                    <a:pt x="333846" y="1938970"/>
                  </a:lnTo>
                  <a:lnTo>
                    <a:pt x="333846" y="1938970"/>
                  </a:lnTo>
                  <a:lnTo>
                    <a:pt x="328373" y="1938970"/>
                  </a:lnTo>
                  <a:lnTo>
                    <a:pt x="328373" y="1938970"/>
                  </a:lnTo>
                  <a:lnTo>
                    <a:pt x="322900" y="1938970"/>
                  </a:lnTo>
                  <a:lnTo>
                    <a:pt x="322900" y="1938970"/>
                  </a:lnTo>
                  <a:lnTo>
                    <a:pt x="317427" y="1938970"/>
                  </a:lnTo>
                  <a:lnTo>
                    <a:pt x="317427" y="1938970"/>
                  </a:lnTo>
                  <a:lnTo>
                    <a:pt x="311954" y="1938970"/>
                  </a:lnTo>
                  <a:lnTo>
                    <a:pt x="311954" y="1938970"/>
                  </a:lnTo>
                  <a:lnTo>
                    <a:pt x="306481" y="1938970"/>
                  </a:lnTo>
                  <a:lnTo>
                    <a:pt x="306481" y="1938970"/>
                  </a:lnTo>
                  <a:lnTo>
                    <a:pt x="301008" y="1938970"/>
                  </a:lnTo>
                  <a:lnTo>
                    <a:pt x="301008" y="1938970"/>
                  </a:lnTo>
                  <a:lnTo>
                    <a:pt x="295535" y="1938970"/>
                  </a:lnTo>
                  <a:lnTo>
                    <a:pt x="295535" y="1938970"/>
                  </a:lnTo>
                  <a:lnTo>
                    <a:pt x="290062" y="1938970"/>
                  </a:lnTo>
                  <a:lnTo>
                    <a:pt x="290062" y="1938970"/>
                  </a:lnTo>
                  <a:lnTo>
                    <a:pt x="284590" y="1938970"/>
                  </a:lnTo>
                  <a:lnTo>
                    <a:pt x="284590" y="1938970"/>
                  </a:lnTo>
                  <a:lnTo>
                    <a:pt x="279117" y="1938970"/>
                  </a:lnTo>
                  <a:lnTo>
                    <a:pt x="279117" y="1938970"/>
                  </a:lnTo>
                  <a:lnTo>
                    <a:pt x="273644" y="1938970"/>
                  </a:lnTo>
                  <a:lnTo>
                    <a:pt x="273644" y="1938970"/>
                  </a:lnTo>
                  <a:lnTo>
                    <a:pt x="268171" y="1938970"/>
                  </a:lnTo>
                  <a:lnTo>
                    <a:pt x="268171" y="1938970"/>
                  </a:lnTo>
                  <a:lnTo>
                    <a:pt x="262698" y="1938970"/>
                  </a:lnTo>
                  <a:lnTo>
                    <a:pt x="262698" y="1938970"/>
                  </a:lnTo>
                  <a:lnTo>
                    <a:pt x="257225" y="1938970"/>
                  </a:lnTo>
                  <a:lnTo>
                    <a:pt x="257225" y="1938970"/>
                  </a:lnTo>
                  <a:lnTo>
                    <a:pt x="251752" y="1938970"/>
                  </a:lnTo>
                  <a:lnTo>
                    <a:pt x="251752" y="1938970"/>
                  </a:lnTo>
                  <a:lnTo>
                    <a:pt x="246279" y="1938970"/>
                  </a:lnTo>
                  <a:lnTo>
                    <a:pt x="246279" y="1938970"/>
                  </a:lnTo>
                  <a:lnTo>
                    <a:pt x="240806" y="1938970"/>
                  </a:lnTo>
                  <a:lnTo>
                    <a:pt x="240806" y="1959981"/>
                  </a:lnTo>
                  <a:lnTo>
                    <a:pt x="235334" y="1959981"/>
                  </a:lnTo>
                  <a:lnTo>
                    <a:pt x="235334" y="1959981"/>
                  </a:lnTo>
                  <a:lnTo>
                    <a:pt x="229861" y="1959981"/>
                  </a:lnTo>
                  <a:lnTo>
                    <a:pt x="229861" y="1959981"/>
                  </a:lnTo>
                  <a:lnTo>
                    <a:pt x="224388" y="1959981"/>
                  </a:lnTo>
                  <a:lnTo>
                    <a:pt x="224388" y="1959981"/>
                  </a:lnTo>
                  <a:lnTo>
                    <a:pt x="218915" y="1959981"/>
                  </a:lnTo>
                  <a:lnTo>
                    <a:pt x="218915" y="1959981"/>
                  </a:lnTo>
                  <a:lnTo>
                    <a:pt x="213442" y="1959981"/>
                  </a:lnTo>
                  <a:lnTo>
                    <a:pt x="213442" y="1959981"/>
                  </a:lnTo>
                  <a:lnTo>
                    <a:pt x="207969" y="1959981"/>
                  </a:lnTo>
                  <a:lnTo>
                    <a:pt x="207969" y="1959981"/>
                  </a:lnTo>
                  <a:lnTo>
                    <a:pt x="202496" y="1959981"/>
                  </a:lnTo>
                  <a:lnTo>
                    <a:pt x="202496" y="1959981"/>
                  </a:lnTo>
                  <a:lnTo>
                    <a:pt x="197023" y="1959981"/>
                  </a:lnTo>
                  <a:lnTo>
                    <a:pt x="197023" y="1959981"/>
                  </a:lnTo>
                  <a:lnTo>
                    <a:pt x="191550" y="1959981"/>
                  </a:lnTo>
                  <a:lnTo>
                    <a:pt x="191550" y="1959981"/>
                  </a:lnTo>
                  <a:lnTo>
                    <a:pt x="186078" y="1959981"/>
                  </a:lnTo>
                  <a:lnTo>
                    <a:pt x="186078" y="1959981"/>
                  </a:lnTo>
                  <a:lnTo>
                    <a:pt x="180605" y="1959981"/>
                  </a:lnTo>
                  <a:lnTo>
                    <a:pt x="180605" y="1959981"/>
                  </a:lnTo>
                  <a:lnTo>
                    <a:pt x="175132" y="1959981"/>
                  </a:lnTo>
                  <a:lnTo>
                    <a:pt x="175132" y="1959981"/>
                  </a:lnTo>
                  <a:lnTo>
                    <a:pt x="169659" y="1959981"/>
                  </a:lnTo>
                  <a:lnTo>
                    <a:pt x="169659" y="1959981"/>
                  </a:lnTo>
                  <a:lnTo>
                    <a:pt x="164186" y="1959981"/>
                  </a:lnTo>
                  <a:lnTo>
                    <a:pt x="164186" y="1977941"/>
                  </a:lnTo>
                  <a:lnTo>
                    <a:pt x="158713" y="1977941"/>
                  </a:lnTo>
                  <a:lnTo>
                    <a:pt x="158713" y="1977941"/>
                  </a:lnTo>
                  <a:lnTo>
                    <a:pt x="153240" y="1977941"/>
                  </a:lnTo>
                  <a:lnTo>
                    <a:pt x="153240" y="1977941"/>
                  </a:lnTo>
                  <a:lnTo>
                    <a:pt x="147767" y="1977941"/>
                  </a:lnTo>
                  <a:lnTo>
                    <a:pt x="147767" y="1990989"/>
                  </a:lnTo>
                  <a:lnTo>
                    <a:pt x="142295" y="1990989"/>
                  </a:lnTo>
                  <a:lnTo>
                    <a:pt x="142295" y="1990989"/>
                  </a:lnTo>
                  <a:lnTo>
                    <a:pt x="136822" y="1990989"/>
                  </a:lnTo>
                  <a:lnTo>
                    <a:pt x="136822" y="1990989"/>
                  </a:lnTo>
                  <a:lnTo>
                    <a:pt x="131349" y="1990989"/>
                  </a:lnTo>
                  <a:lnTo>
                    <a:pt x="131349" y="1990989"/>
                  </a:lnTo>
                  <a:lnTo>
                    <a:pt x="125876" y="1990989"/>
                  </a:lnTo>
                  <a:lnTo>
                    <a:pt x="125876" y="1990989"/>
                  </a:lnTo>
                  <a:lnTo>
                    <a:pt x="120403" y="1990989"/>
                  </a:lnTo>
                  <a:lnTo>
                    <a:pt x="120403" y="1990989"/>
                  </a:lnTo>
                  <a:lnTo>
                    <a:pt x="114930" y="1990989"/>
                  </a:lnTo>
                  <a:lnTo>
                    <a:pt x="114930" y="1990989"/>
                  </a:lnTo>
                  <a:lnTo>
                    <a:pt x="109457" y="1990989"/>
                  </a:lnTo>
                  <a:lnTo>
                    <a:pt x="109457" y="1990989"/>
                  </a:lnTo>
                  <a:lnTo>
                    <a:pt x="103984" y="1990989"/>
                  </a:lnTo>
                  <a:lnTo>
                    <a:pt x="103984" y="1990989"/>
                  </a:lnTo>
                  <a:lnTo>
                    <a:pt x="98511" y="1990989"/>
                  </a:lnTo>
                  <a:lnTo>
                    <a:pt x="98511" y="1990989"/>
                  </a:lnTo>
                  <a:lnTo>
                    <a:pt x="93039" y="1990989"/>
                  </a:lnTo>
                  <a:lnTo>
                    <a:pt x="93039" y="1990989"/>
                  </a:lnTo>
                  <a:lnTo>
                    <a:pt x="87566" y="1990989"/>
                  </a:lnTo>
                  <a:lnTo>
                    <a:pt x="87566" y="1990989"/>
                  </a:lnTo>
                  <a:lnTo>
                    <a:pt x="82093" y="1990989"/>
                  </a:lnTo>
                  <a:lnTo>
                    <a:pt x="82093" y="1990989"/>
                  </a:lnTo>
                  <a:lnTo>
                    <a:pt x="76620" y="1990989"/>
                  </a:lnTo>
                  <a:lnTo>
                    <a:pt x="76620" y="1990989"/>
                  </a:lnTo>
                  <a:lnTo>
                    <a:pt x="71147" y="1990989"/>
                  </a:lnTo>
                  <a:lnTo>
                    <a:pt x="71147" y="1990989"/>
                  </a:lnTo>
                  <a:lnTo>
                    <a:pt x="65674" y="1990989"/>
                  </a:lnTo>
                  <a:lnTo>
                    <a:pt x="65674" y="1990989"/>
                  </a:lnTo>
                  <a:lnTo>
                    <a:pt x="60201" y="1990989"/>
                  </a:lnTo>
                  <a:lnTo>
                    <a:pt x="60201" y="1990989"/>
                  </a:lnTo>
                  <a:lnTo>
                    <a:pt x="54728" y="1990989"/>
                  </a:lnTo>
                  <a:lnTo>
                    <a:pt x="54728" y="1990989"/>
                  </a:lnTo>
                  <a:lnTo>
                    <a:pt x="49255" y="1990989"/>
                  </a:lnTo>
                  <a:lnTo>
                    <a:pt x="49255" y="1990989"/>
                  </a:lnTo>
                  <a:lnTo>
                    <a:pt x="43783" y="1990989"/>
                  </a:lnTo>
                  <a:lnTo>
                    <a:pt x="43783" y="1990989"/>
                  </a:lnTo>
                  <a:lnTo>
                    <a:pt x="38310" y="1990989"/>
                  </a:lnTo>
                  <a:lnTo>
                    <a:pt x="38310" y="1990989"/>
                  </a:lnTo>
                  <a:lnTo>
                    <a:pt x="32837" y="1990989"/>
                  </a:lnTo>
                  <a:lnTo>
                    <a:pt x="32837" y="1990989"/>
                  </a:lnTo>
                  <a:lnTo>
                    <a:pt x="27364" y="1990989"/>
                  </a:lnTo>
                  <a:lnTo>
                    <a:pt x="27364" y="1990989"/>
                  </a:lnTo>
                  <a:lnTo>
                    <a:pt x="21891" y="1990989"/>
                  </a:lnTo>
                  <a:lnTo>
                    <a:pt x="21891" y="1990989"/>
                  </a:lnTo>
                  <a:lnTo>
                    <a:pt x="16418" y="1990989"/>
                  </a:lnTo>
                  <a:lnTo>
                    <a:pt x="16418" y="1990989"/>
                  </a:lnTo>
                  <a:lnTo>
                    <a:pt x="10945" y="1990989"/>
                  </a:lnTo>
                  <a:lnTo>
                    <a:pt x="10945" y="1990989"/>
                  </a:lnTo>
                  <a:lnTo>
                    <a:pt x="5472" y="1990989"/>
                  </a:lnTo>
                  <a:lnTo>
                    <a:pt x="5472" y="1990989"/>
                  </a:lnTo>
                  <a:lnTo>
                    <a:pt x="0" y="19909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993290" y="2797601"/>
              <a:ext cx="9938759" cy="3298977"/>
            </a:xfrm>
            <a:custGeom>
              <a:avLst/>
              <a:pathLst>
                <a:path w="9938759" h="3298977">
                  <a:moveTo>
                    <a:pt x="0" y="3223442"/>
                  </a:moveTo>
                  <a:lnTo>
                    <a:pt x="5472" y="3223442"/>
                  </a:lnTo>
                  <a:lnTo>
                    <a:pt x="10945" y="3223442"/>
                  </a:lnTo>
                  <a:lnTo>
                    <a:pt x="16418" y="3223442"/>
                  </a:lnTo>
                  <a:lnTo>
                    <a:pt x="21891" y="3223442"/>
                  </a:lnTo>
                  <a:lnTo>
                    <a:pt x="27364" y="3223442"/>
                  </a:lnTo>
                  <a:lnTo>
                    <a:pt x="32837" y="3223442"/>
                  </a:lnTo>
                  <a:lnTo>
                    <a:pt x="38310" y="3223442"/>
                  </a:lnTo>
                  <a:lnTo>
                    <a:pt x="43783" y="3223442"/>
                  </a:lnTo>
                  <a:lnTo>
                    <a:pt x="49255" y="3223442"/>
                  </a:lnTo>
                  <a:lnTo>
                    <a:pt x="54728" y="3223442"/>
                  </a:lnTo>
                  <a:lnTo>
                    <a:pt x="60201" y="3223442"/>
                  </a:lnTo>
                  <a:lnTo>
                    <a:pt x="65674" y="3223442"/>
                  </a:lnTo>
                  <a:lnTo>
                    <a:pt x="65674" y="3204604"/>
                  </a:lnTo>
                  <a:lnTo>
                    <a:pt x="71147" y="3204604"/>
                  </a:lnTo>
                  <a:lnTo>
                    <a:pt x="76620" y="3204604"/>
                  </a:lnTo>
                  <a:lnTo>
                    <a:pt x="82093" y="3204604"/>
                  </a:lnTo>
                  <a:lnTo>
                    <a:pt x="87566" y="3204604"/>
                  </a:lnTo>
                  <a:lnTo>
                    <a:pt x="93039" y="3204604"/>
                  </a:lnTo>
                  <a:lnTo>
                    <a:pt x="98511" y="3204604"/>
                  </a:lnTo>
                  <a:lnTo>
                    <a:pt x="103984" y="3204604"/>
                  </a:lnTo>
                  <a:lnTo>
                    <a:pt x="109457" y="3204604"/>
                  </a:lnTo>
                  <a:lnTo>
                    <a:pt x="114930" y="3204604"/>
                  </a:lnTo>
                  <a:lnTo>
                    <a:pt x="120403" y="3204604"/>
                  </a:lnTo>
                  <a:lnTo>
                    <a:pt x="125876" y="3204604"/>
                  </a:lnTo>
                  <a:lnTo>
                    <a:pt x="131349" y="3204604"/>
                  </a:lnTo>
                  <a:lnTo>
                    <a:pt x="136822" y="3204604"/>
                  </a:lnTo>
                  <a:lnTo>
                    <a:pt x="142295" y="3204604"/>
                  </a:lnTo>
                  <a:lnTo>
                    <a:pt x="142295" y="3184694"/>
                  </a:lnTo>
                  <a:lnTo>
                    <a:pt x="147767" y="3184694"/>
                  </a:lnTo>
                  <a:lnTo>
                    <a:pt x="153240" y="3184694"/>
                  </a:lnTo>
                  <a:lnTo>
                    <a:pt x="158713" y="3184694"/>
                  </a:lnTo>
                  <a:lnTo>
                    <a:pt x="164186" y="3184694"/>
                  </a:lnTo>
                  <a:lnTo>
                    <a:pt x="169659" y="3184694"/>
                  </a:lnTo>
                  <a:lnTo>
                    <a:pt x="175132" y="3184694"/>
                  </a:lnTo>
                  <a:lnTo>
                    <a:pt x="175132" y="3165088"/>
                  </a:lnTo>
                  <a:lnTo>
                    <a:pt x="180605" y="3165088"/>
                  </a:lnTo>
                  <a:lnTo>
                    <a:pt x="180605" y="3127171"/>
                  </a:lnTo>
                  <a:lnTo>
                    <a:pt x="186078" y="3127171"/>
                  </a:lnTo>
                  <a:lnTo>
                    <a:pt x="191550" y="3127171"/>
                  </a:lnTo>
                  <a:lnTo>
                    <a:pt x="197023" y="3127171"/>
                  </a:lnTo>
                  <a:lnTo>
                    <a:pt x="202496" y="3127171"/>
                  </a:lnTo>
                  <a:lnTo>
                    <a:pt x="207969" y="3127171"/>
                  </a:lnTo>
                  <a:lnTo>
                    <a:pt x="213442" y="3127171"/>
                  </a:lnTo>
                  <a:lnTo>
                    <a:pt x="213442" y="3108701"/>
                  </a:lnTo>
                  <a:lnTo>
                    <a:pt x="218915" y="3108701"/>
                  </a:lnTo>
                  <a:lnTo>
                    <a:pt x="224388" y="3108701"/>
                  </a:lnTo>
                  <a:lnTo>
                    <a:pt x="229861" y="3108701"/>
                  </a:lnTo>
                  <a:lnTo>
                    <a:pt x="235334" y="3108701"/>
                  </a:lnTo>
                  <a:lnTo>
                    <a:pt x="240806" y="3108701"/>
                  </a:lnTo>
                  <a:lnTo>
                    <a:pt x="246279" y="3108701"/>
                  </a:lnTo>
                  <a:lnTo>
                    <a:pt x="251752" y="3108701"/>
                  </a:lnTo>
                  <a:lnTo>
                    <a:pt x="257225" y="3108701"/>
                  </a:lnTo>
                  <a:lnTo>
                    <a:pt x="262698" y="3108701"/>
                  </a:lnTo>
                  <a:lnTo>
                    <a:pt x="268171" y="3108701"/>
                  </a:lnTo>
                  <a:lnTo>
                    <a:pt x="273644" y="3108701"/>
                  </a:lnTo>
                  <a:lnTo>
                    <a:pt x="279117" y="3108701"/>
                  </a:lnTo>
                  <a:lnTo>
                    <a:pt x="284590" y="3108701"/>
                  </a:lnTo>
                  <a:lnTo>
                    <a:pt x="290062" y="3108701"/>
                  </a:lnTo>
                  <a:lnTo>
                    <a:pt x="290062" y="3090386"/>
                  </a:lnTo>
                  <a:lnTo>
                    <a:pt x="295535" y="3090386"/>
                  </a:lnTo>
                  <a:lnTo>
                    <a:pt x="295535" y="3072316"/>
                  </a:lnTo>
                  <a:lnTo>
                    <a:pt x="301008" y="3072316"/>
                  </a:lnTo>
                  <a:lnTo>
                    <a:pt x="306481" y="3072316"/>
                  </a:lnTo>
                  <a:lnTo>
                    <a:pt x="311954" y="3072316"/>
                  </a:lnTo>
                  <a:lnTo>
                    <a:pt x="317427" y="3072316"/>
                  </a:lnTo>
                  <a:lnTo>
                    <a:pt x="322900" y="3072316"/>
                  </a:lnTo>
                  <a:lnTo>
                    <a:pt x="328373" y="3072316"/>
                  </a:lnTo>
                  <a:lnTo>
                    <a:pt x="333846" y="3072316"/>
                  </a:lnTo>
                  <a:lnTo>
                    <a:pt x="339318" y="3072316"/>
                  </a:lnTo>
                  <a:lnTo>
                    <a:pt x="344791" y="3072316"/>
                  </a:lnTo>
                  <a:lnTo>
                    <a:pt x="350264" y="3072316"/>
                  </a:lnTo>
                  <a:lnTo>
                    <a:pt x="355737" y="3072316"/>
                  </a:lnTo>
                  <a:lnTo>
                    <a:pt x="361210" y="3072316"/>
                  </a:lnTo>
                  <a:lnTo>
                    <a:pt x="366683" y="3072316"/>
                  </a:lnTo>
                  <a:lnTo>
                    <a:pt x="366683" y="3054329"/>
                  </a:lnTo>
                  <a:lnTo>
                    <a:pt x="372156" y="3054329"/>
                  </a:lnTo>
                  <a:lnTo>
                    <a:pt x="377629" y="3054329"/>
                  </a:lnTo>
                  <a:lnTo>
                    <a:pt x="383101" y="3054329"/>
                  </a:lnTo>
                  <a:lnTo>
                    <a:pt x="388574" y="3054329"/>
                  </a:lnTo>
                  <a:lnTo>
                    <a:pt x="394047" y="3054329"/>
                  </a:lnTo>
                  <a:lnTo>
                    <a:pt x="399520" y="3054329"/>
                  </a:lnTo>
                  <a:lnTo>
                    <a:pt x="404993" y="3054329"/>
                  </a:lnTo>
                  <a:lnTo>
                    <a:pt x="410466" y="3054329"/>
                  </a:lnTo>
                  <a:lnTo>
                    <a:pt x="415939" y="3054329"/>
                  </a:lnTo>
                  <a:lnTo>
                    <a:pt x="421412" y="3054329"/>
                  </a:lnTo>
                  <a:lnTo>
                    <a:pt x="426885" y="3054329"/>
                  </a:lnTo>
                  <a:lnTo>
                    <a:pt x="432357" y="3054329"/>
                  </a:lnTo>
                  <a:lnTo>
                    <a:pt x="437830" y="3054329"/>
                  </a:lnTo>
                  <a:lnTo>
                    <a:pt x="443303" y="3054329"/>
                  </a:lnTo>
                  <a:lnTo>
                    <a:pt x="448776" y="3054329"/>
                  </a:lnTo>
                  <a:lnTo>
                    <a:pt x="454249" y="3054329"/>
                  </a:lnTo>
                  <a:lnTo>
                    <a:pt x="459722" y="3054329"/>
                  </a:lnTo>
                  <a:lnTo>
                    <a:pt x="465195" y="3054329"/>
                  </a:lnTo>
                  <a:lnTo>
                    <a:pt x="470668" y="3054329"/>
                  </a:lnTo>
                  <a:lnTo>
                    <a:pt x="476141" y="3054329"/>
                  </a:lnTo>
                  <a:lnTo>
                    <a:pt x="481613" y="3054329"/>
                  </a:lnTo>
                  <a:lnTo>
                    <a:pt x="487086" y="3054329"/>
                  </a:lnTo>
                  <a:lnTo>
                    <a:pt x="487086" y="3036393"/>
                  </a:lnTo>
                  <a:lnTo>
                    <a:pt x="492559" y="3036393"/>
                  </a:lnTo>
                  <a:lnTo>
                    <a:pt x="498032" y="3036393"/>
                  </a:lnTo>
                  <a:lnTo>
                    <a:pt x="503505" y="3036393"/>
                  </a:lnTo>
                  <a:lnTo>
                    <a:pt x="508978" y="3036393"/>
                  </a:lnTo>
                  <a:lnTo>
                    <a:pt x="514451" y="3036393"/>
                  </a:lnTo>
                  <a:lnTo>
                    <a:pt x="514451" y="3018620"/>
                  </a:lnTo>
                  <a:lnTo>
                    <a:pt x="519924" y="3018620"/>
                  </a:lnTo>
                  <a:lnTo>
                    <a:pt x="525397" y="3018620"/>
                  </a:lnTo>
                  <a:lnTo>
                    <a:pt x="525397" y="3001001"/>
                  </a:lnTo>
                  <a:lnTo>
                    <a:pt x="530869" y="3001001"/>
                  </a:lnTo>
                  <a:lnTo>
                    <a:pt x="536342" y="3001001"/>
                  </a:lnTo>
                  <a:lnTo>
                    <a:pt x="541815" y="3001001"/>
                  </a:lnTo>
                  <a:lnTo>
                    <a:pt x="547288" y="3001001"/>
                  </a:lnTo>
                  <a:lnTo>
                    <a:pt x="552761" y="3001001"/>
                  </a:lnTo>
                  <a:lnTo>
                    <a:pt x="558234" y="3001001"/>
                  </a:lnTo>
                  <a:lnTo>
                    <a:pt x="563707" y="3001001"/>
                  </a:lnTo>
                  <a:lnTo>
                    <a:pt x="569180" y="3001001"/>
                  </a:lnTo>
                  <a:lnTo>
                    <a:pt x="574652" y="3001001"/>
                  </a:lnTo>
                  <a:lnTo>
                    <a:pt x="574652" y="2983461"/>
                  </a:lnTo>
                  <a:lnTo>
                    <a:pt x="580125" y="2983461"/>
                  </a:lnTo>
                  <a:lnTo>
                    <a:pt x="585598" y="2983461"/>
                  </a:lnTo>
                  <a:lnTo>
                    <a:pt x="591071" y="2983461"/>
                  </a:lnTo>
                  <a:lnTo>
                    <a:pt x="596544" y="2983461"/>
                  </a:lnTo>
                  <a:lnTo>
                    <a:pt x="602017" y="2983461"/>
                  </a:lnTo>
                  <a:lnTo>
                    <a:pt x="607490" y="2983461"/>
                  </a:lnTo>
                  <a:lnTo>
                    <a:pt x="612963" y="2983461"/>
                  </a:lnTo>
                  <a:lnTo>
                    <a:pt x="618436" y="2983461"/>
                  </a:lnTo>
                  <a:lnTo>
                    <a:pt x="623908" y="2983461"/>
                  </a:lnTo>
                  <a:lnTo>
                    <a:pt x="629381" y="2983461"/>
                  </a:lnTo>
                  <a:lnTo>
                    <a:pt x="634854" y="2983461"/>
                  </a:lnTo>
                  <a:lnTo>
                    <a:pt x="640327" y="2983461"/>
                  </a:lnTo>
                  <a:lnTo>
                    <a:pt x="645800" y="2983461"/>
                  </a:lnTo>
                  <a:lnTo>
                    <a:pt x="645800" y="2965998"/>
                  </a:lnTo>
                  <a:lnTo>
                    <a:pt x="651273" y="2965998"/>
                  </a:lnTo>
                  <a:lnTo>
                    <a:pt x="656746" y="2965998"/>
                  </a:lnTo>
                  <a:lnTo>
                    <a:pt x="662219" y="2965998"/>
                  </a:lnTo>
                  <a:lnTo>
                    <a:pt x="667692" y="2965998"/>
                  </a:lnTo>
                  <a:lnTo>
                    <a:pt x="673164" y="2965998"/>
                  </a:lnTo>
                  <a:lnTo>
                    <a:pt x="678637" y="2965998"/>
                  </a:lnTo>
                  <a:lnTo>
                    <a:pt x="684110" y="2965998"/>
                  </a:lnTo>
                  <a:lnTo>
                    <a:pt x="684110" y="2948610"/>
                  </a:lnTo>
                  <a:lnTo>
                    <a:pt x="689583" y="2948610"/>
                  </a:lnTo>
                  <a:lnTo>
                    <a:pt x="695056" y="2948610"/>
                  </a:lnTo>
                  <a:lnTo>
                    <a:pt x="700529" y="2948610"/>
                  </a:lnTo>
                  <a:lnTo>
                    <a:pt x="706002" y="2948610"/>
                  </a:lnTo>
                  <a:lnTo>
                    <a:pt x="711475" y="2948610"/>
                  </a:lnTo>
                  <a:lnTo>
                    <a:pt x="711475" y="2914141"/>
                  </a:lnTo>
                  <a:lnTo>
                    <a:pt x="716947" y="2914141"/>
                  </a:lnTo>
                  <a:lnTo>
                    <a:pt x="722420" y="2914141"/>
                  </a:lnTo>
                  <a:lnTo>
                    <a:pt x="727893" y="2914141"/>
                  </a:lnTo>
                  <a:lnTo>
                    <a:pt x="733366" y="2914141"/>
                  </a:lnTo>
                  <a:lnTo>
                    <a:pt x="738839" y="2914141"/>
                  </a:lnTo>
                  <a:lnTo>
                    <a:pt x="738839" y="2896995"/>
                  </a:lnTo>
                  <a:lnTo>
                    <a:pt x="744312" y="2896995"/>
                  </a:lnTo>
                  <a:lnTo>
                    <a:pt x="749785" y="2896995"/>
                  </a:lnTo>
                  <a:lnTo>
                    <a:pt x="755258" y="2896995"/>
                  </a:lnTo>
                  <a:lnTo>
                    <a:pt x="760731" y="2896995"/>
                  </a:lnTo>
                  <a:lnTo>
                    <a:pt x="766203" y="2896995"/>
                  </a:lnTo>
                  <a:lnTo>
                    <a:pt x="771676" y="2896995"/>
                  </a:lnTo>
                  <a:lnTo>
                    <a:pt x="777149" y="2896995"/>
                  </a:lnTo>
                  <a:lnTo>
                    <a:pt x="782622" y="2896995"/>
                  </a:lnTo>
                  <a:lnTo>
                    <a:pt x="788095" y="2896995"/>
                  </a:lnTo>
                  <a:lnTo>
                    <a:pt x="793568" y="2896995"/>
                  </a:lnTo>
                  <a:lnTo>
                    <a:pt x="799041" y="2896995"/>
                  </a:lnTo>
                  <a:lnTo>
                    <a:pt x="804514" y="2896995"/>
                  </a:lnTo>
                  <a:lnTo>
                    <a:pt x="809987" y="2896995"/>
                  </a:lnTo>
                  <a:lnTo>
                    <a:pt x="815459" y="2896995"/>
                  </a:lnTo>
                  <a:lnTo>
                    <a:pt x="820932" y="2896995"/>
                  </a:lnTo>
                  <a:lnTo>
                    <a:pt x="826405" y="2896995"/>
                  </a:lnTo>
                  <a:lnTo>
                    <a:pt x="831878" y="2896995"/>
                  </a:lnTo>
                  <a:lnTo>
                    <a:pt x="837351" y="2896995"/>
                  </a:lnTo>
                  <a:lnTo>
                    <a:pt x="842824" y="2896995"/>
                  </a:lnTo>
                  <a:lnTo>
                    <a:pt x="848297" y="2896995"/>
                  </a:lnTo>
                  <a:lnTo>
                    <a:pt x="853770" y="2896995"/>
                  </a:lnTo>
                  <a:lnTo>
                    <a:pt x="859243" y="2896995"/>
                  </a:lnTo>
                  <a:lnTo>
                    <a:pt x="864715" y="2896995"/>
                  </a:lnTo>
                  <a:lnTo>
                    <a:pt x="870188" y="2896995"/>
                  </a:lnTo>
                  <a:lnTo>
                    <a:pt x="870188" y="2862815"/>
                  </a:lnTo>
                  <a:lnTo>
                    <a:pt x="875661" y="2862815"/>
                  </a:lnTo>
                  <a:lnTo>
                    <a:pt x="881134" y="2862815"/>
                  </a:lnTo>
                  <a:lnTo>
                    <a:pt x="886607" y="2862815"/>
                  </a:lnTo>
                  <a:lnTo>
                    <a:pt x="892080" y="2862815"/>
                  </a:lnTo>
                  <a:lnTo>
                    <a:pt x="897553" y="2862815"/>
                  </a:lnTo>
                  <a:lnTo>
                    <a:pt x="903026" y="2862815"/>
                  </a:lnTo>
                  <a:lnTo>
                    <a:pt x="908498" y="2862815"/>
                  </a:lnTo>
                  <a:lnTo>
                    <a:pt x="913971" y="2862815"/>
                  </a:lnTo>
                  <a:lnTo>
                    <a:pt x="919444" y="2862815"/>
                  </a:lnTo>
                  <a:lnTo>
                    <a:pt x="924917" y="2862815"/>
                  </a:lnTo>
                  <a:lnTo>
                    <a:pt x="930390" y="2862815"/>
                  </a:lnTo>
                  <a:lnTo>
                    <a:pt x="935863" y="2862815"/>
                  </a:lnTo>
                  <a:lnTo>
                    <a:pt x="941336" y="2862815"/>
                  </a:lnTo>
                  <a:lnTo>
                    <a:pt x="946809" y="2862815"/>
                  </a:lnTo>
                  <a:lnTo>
                    <a:pt x="952282" y="2862815"/>
                  </a:lnTo>
                  <a:lnTo>
                    <a:pt x="957754" y="2862815"/>
                  </a:lnTo>
                  <a:lnTo>
                    <a:pt x="963227" y="2862815"/>
                  </a:lnTo>
                  <a:lnTo>
                    <a:pt x="968700" y="2862815"/>
                  </a:lnTo>
                  <a:lnTo>
                    <a:pt x="974173" y="2862815"/>
                  </a:lnTo>
                  <a:lnTo>
                    <a:pt x="979646" y="2862815"/>
                  </a:lnTo>
                  <a:lnTo>
                    <a:pt x="985119" y="2862815"/>
                  </a:lnTo>
                  <a:lnTo>
                    <a:pt x="990592" y="2862815"/>
                  </a:lnTo>
                  <a:lnTo>
                    <a:pt x="996065" y="2862815"/>
                  </a:lnTo>
                  <a:lnTo>
                    <a:pt x="1001538" y="2862815"/>
                  </a:lnTo>
                  <a:lnTo>
                    <a:pt x="1007010" y="2862815"/>
                  </a:lnTo>
                  <a:lnTo>
                    <a:pt x="1012483" y="2862815"/>
                  </a:lnTo>
                  <a:lnTo>
                    <a:pt x="1017956" y="2862815"/>
                  </a:lnTo>
                  <a:lnTo>
                    <a:pt x="1023429" y="2862815"/>
                  </a:lnTo>
                  <a:lnTo>
                    <a:pt x="1023429" y="2845694"/>
                  </a:lnTo>
                  <a:lnTo>
                    <a:pt x="1028902" y="2845694"/>
                  </a:lnTo>
                  <a:lnTo>
                    <a:pt x="1034375" y="2845694"/>
                  </a:lnTo>
                  <a:lnTo>
                    <a:pt x="1039848" y="2845694"/>
                  </a:lnTo>
                  <a:lnTo>
                    <a:pt x="1045321" y="2845694"/>
                  </a:lnTo>
                  <a:lnTo>
                    <a:pt x="1050794" y="2845694"/>
                  </a:lnTo>
                  <a:lnTo>
                    <a:pt x="1056266" y="2845694"/>
                  </a:lnTo>
                  <a:lnTo>
                    <a:pt x="1061739" y="2845694"/>
                  </a:lnTo>
                  <a:lnTo>
                    <a:pt x="1067212" y="2845694"/>
                  </a:lnTo>
                  <a:lnTo>
                    <a:pt x="1072685" y="2845694"/>
                  </a:lnTo>
                  <a:lnTo>
                    <a:pt x="1078158" y="2845694"/>
                  </a:lnTo>
                  <a:lnTo>
                    <a:pt x="1083631" y="2845694"/>
                  </a:lnTo>
                  <a:lnTo>
                    <a:pt x="1089104" y="2845694"/>
                  </a:lnTo>
                  <a:lnTo>
                    <a:pt x="1094577" y="2845694"/>
                  </a:lnTo>
                  <a:lnTo>
                    <a:pt x="1100049" y="2845694"/>
                  </a:lnTo>
                  <a:lnTo>
                    <a:pt x="1105522" y="2845694"/>
                  </a:lnTo>
                  <a:lnTo>
                    <a:pt x="1110995" y="2845694"/>
                  </a:lnTo>
                  <a:lnTo>
                    <a:pt x="1116468" y="2845694"/>
                  </a:lnTo>
                  <a:lnTo>
                    <a:pt x="1121941" y="2845694"/>
                  </a:lnTo>
                  <a:lnTo>
                    <a:pt x="1127414" y="2845694"/>
                  </a:lnTo>
                  <a:lnTo>
                    <a:pt x="1132887" y="2845694"/>
                  </a:lnTo>
                  <a:lnTo>
                    <a:pt x="1138360" y="2845694"/>
                  </a:lnTo>
                  <a:lnTo>
                    <a:pt x="1143833" y="2845694"/>
                  </a:lnTo>
                  <a:lnTo>
                    <a:pt x="1149305" y="2845694"/>
                  </a:lnTo>
                  <a:lnTo>
                    <a:pt x="1154778" y="2845694"/>
                  </a:lnTo>
                  <a:lnTo>
                    <a:pt x="1160251" y="2845694"/>
                  </a:lnTo>
                  <a:lnTo>
                    <a:pt x="1165724" y="2845694"/>
                  </a:lnTo>
                  <a:lnTo>
                    <a:pt x="1171197" y="2845694"/>
                  </a:lnTo>
                  <a:lnTo>
                    <a:pt x="1176670" y="2845694"/>
                  </a:lnTo>
                  <a:lnTo>
                    <a:pt x="1182143" y="2845694"/>
                  </a:lnTo>
                  <a:lnTo>
                    <a:pt x="1187616" y="2845694"/>
                  </a:lnTo>
                  <a:lnTo>
                    <a:pt x="1187616" y="2828535"/>
                  </a:lnTo>
                  <a:lnTo>
                    <a:pt x="1193089" y="2828535"/>
                  </a:lnTo>
                  <a:lnTo>
                    <a:pt x="1198561" y="2828535"/>
                  </a:lnTo>
                  <a:lnTo>
                    <a:pt x="1204034" y="2828535"/>
                  </a:lnTo>
                  <a:lnTo>
                    <a:pt x="1209507" y="2828535"/>
                  </a:lnTo>
                  <a:lnTo>
                    <a:pt x="1209507" y="2811443"/>
                  </a:lnTo>
                  <a:lnTo>
                    <a:pt x="1214980" y="2811443"/>
                  </a:lnTo>
                  <a:lnTo>
                    <a:pt x="1214980" y="2794414"/>
                  </a:lnTo>
                  <a:lnTo>
                    <a:pt x="1220453" y="2794414"/>
                  </a:lnTo>
                  <a:lnTo>
                    <a:pt x="1225926" y="2794414"/>
                  </a:lnTo>
                  <a:lnTo>
                    <a:pt x="1231399" y="2794414"/>
                  </a:lnTo>
                  <a:lnTo>
                    <a:pt x="1236872" y="2794414"/>
                  </a:lnTo>
                  <a:lnTo>
                    <a:pt x="1242344" y="2794414"/>
                  </a:lnTo>
                  <a:lnTo>
                    <a:pt x="1242344" y="2777434"/>
                  </a:lnTo>
                  <a:lnTo>
                    <a:pt x="1247817" y="2777434"/>
                  </a:lnTo>
                  <a:lnTo>
                    <a:pt x="1247817" y="2760510"/>
                  </a:lnTo>
                  <a:lnTo>
                    <a:pt x="1253290" y="2760510"/>
                  </a:lnTo>
                  <a:lnTo>
                    <a:pt x="1253290" y="2743637"/>
                  </a:lnTo>
                  <a:lnTo>
                    <a:pt x="1258763" y="2743637"/>
                  </a:lnTo>
                  <a:lnTo>
                    <a:pt x="1264236" y="2743637"/>
                  </a:lnTo>
                  <a:lnTo>
                    <a:pt x="1269709" y="2743637"/>
                  </a:lnTo>
                  <a:lnTo>
                    <a:pt x="1275182" y="2743637"/>
                  </a:lnTo>
                  <a:lnTo>
                    <a:pt x="1280655" y="2743637"/>
                  </a:lnTo>
                  <a:lnTo>
                    <a:pt x="1286128" y="2743637"/>
                  </a:lnTo>
                  <a:lnTo>
                    <a:pt x="1291600" y="2743637"/>
                  </a:lnTo>
                  <a:lnTo>
                    <a:pt x="1297073" y="2743637"/>
                  </a:lnTo>
                  <a:lnTo>
                    <a:pt x="1302546" y="2743637"/>
                  </a:lnTo>
                  <a:lnTo>
                    <a:pt x="1308019" y="2743637"/>
                  </a:lnTo>
                  <a:lnTo>
                    <a:pt x="1313492" y="2743637"/>
                  </a:lnTo>
                  <a:lnTo>
                    <a:pt x="1318965" y="2743637"/>
                  </a:lnTo>
                  <a:lnTo>
                    <a:pt x="1324438" y="2743637"/>
                  </a:lnTo>
                  <a:lnTo>
                    <a:pt x="1329911" y="2743637"/>
                  </a:lnTo>
                  <a:lnTo>
                    <a:pt x="1335384" y="2743637"/>
                  </a:lnTo>
                  <a:lnTo>
                    <a:pt x="1340856" y="2743637"/>
                  </a:lnTo>
                  <a:lnTo>
                    <a:pt x="1346329" y="2743637"/>
                  </a:lnTo>
                  <a:lnTo>
                    <a:pt x="1346329" y="2726689"/>
                  </a:lnTo>
                  <a:lnTo>
                    <a:pt x="1351802" y="2726689"/>
                  </a:lnTo>
                  <a:lnTo>
                    <a:pt x="1357275" y="2726689"/>
                  </a:lnTo>
                  <a:lnTo>
                    <a:pt x="1362748" y="2726689"/>
                  </a:lnTo>
                  <a:lnTo>
                    <a:pt x="1368221" y="2726689"/>
                  </a:lnTo>
                  <a:lnTo>
                    <a:pt x="1368221" y="2709769"/>
                  </a:lnTo>
                  <a:lnTo>
                    <a:pt x="1373694" y="2709769"/>
                  </a:lnTo>
                  <a:lnTo>
                    <a:pt x="1379167" y="2709769"/>
                  </a:lnTo>
                  <a:lnTo>
                    <a:pt x="1384640" y="2709769"/>
                  </a:lnTo>
                  <a:lnTo>
                    <a:pt x="1390112" y="2709769"/>
                  </a:lnTo>
                  <a:lnTo>
                    <a:pt x="1395585" y="2709769"/>
                  </a:lnTo>
                  <a:lnTo>
                    <a:pt x="1401058" y="2709769"/>
                  </a:lnTo>
                  <a:lnTo>
                    <a:pt x="1406531" y="2709769"/>
                  </a:lnTo>
                  <a:lnTo>
                    <a:pt x="1406531" y="2692886"/>
                  </a:lnTo>
                  <a:lnTo>
                    <a:pt x="1412004" y="2692886"/>
                  </a:lnTo>
                  <a:lnTo>
                    <a:pt x="1417477" y="2692886"/>
                  </a:lnTo>
                  <a:lnTo>
                    <a:pt x="1422950" y="2692886"/>
                  </a:lnTo>
                  <a:lnTo>
                    <a:pt x="1428423" y="2692886"/>
                  </a:lnTo>
                  <a:lnTo>
                    <a:pt x="1433895" y="2692886"/>
                  </a:lnTo>
                  <a:lnTo>
                    <a:pt x="1439368" y="2692886"/>
                  </a:lnTo>
                  <a:lnTo>
                    <a:pt x="1444841" y="2692886"/>
                  </a:lnTo>
                  <a:lnTo>
                    <a:pt x="1444841" y="2676008"/>
                  </a:lnTo>
                  <a:lnTo>
                    <a:pt x="1450314" y="2676008"/>
                  </a:lnTo>
                  <a:lnTo>
                    <a:pt x="1455787" y="2676008"/>
                  </a:lnTo>
                  <a:lnTo>
                    <a:pt x="1461260" y="2676008"/>
                  </a:lnTo>
                  <a:lnTo>
                    <a:pt x="1466733" y="2676008"/>
                  </a:lnTo>
                  <a:lnTo>
                    <a:pt x="1472206" y="2676008"/>
                  </a:lnTo>
                  <a:lnTo>
                    <a:pt x="1477679" y="2676008"/>
                  </a:lnTo>
                  <a:lnTo>
                    <a:pt x="1477679" y="2659153"/>
                  </a:lnTo>
                  <a:lnTo>
                    <a:pt x="1483151" y="2659153"/>
                  </a:lnTo>
                  <a:lnTo>
                    <a:pt x="1488624" y="2659153"/>
                  </a:lnTo>
                  <a:lnTo>
                    <a:pt x="1494097" y="2659153"/>
                  </a:lnTo>
                  <a:lnTo>
                    <a:pt x="1499570" y="2659153"/>
                  </a:lnTo>
                  <a:lnTo>
                    <a:pt x="1505043" y="2659153"/>
                  </a:lnTo>
                  <a:lnTo>
                    <a:pt x="1510516" y="2659153"/>
                  </a:lnTo>
                  <a:lnTo>
                    <a:pt x="1515989" y="2659153"/>
                  </a:lnTo>
                  <a:lnTo>
                    <a:pt x="1521462" y="2659153"/>
                  </a:lnTo>
                  <a:lnTo>
                    <a:pt x="1521462" y="2625503"/>
                  </a:lnTo>
                  <a:lnTo>
                    <a:pt x="1526935" y="2625503"/>
                  </a:lnTo>
                  <a:lnTo>
                    <a:pt x="1532407" y="2625503"/>
                  </a:lnTo>
                  <a:lnTo>
                    <a:pt x="1537880" y="2625503"/>
                  </a:lnTo>
                  <a:lnTo>
                    <a:pt x="1543353" y="2625503"/>
                  </a:lnTo>
                  <a:lnTo>
                    <a:pt x="1548826" y="2625503"/>
                  </a:lnTo>
                  <a:lnTo>
                    <a:pt x="1554299" y="2625503"/>
                  </a:lnTo>
                  <a:lnTo>
                    <a:pt x="1559772" y="2625503"/>
                  </a:lnTo>
                  <a:lnTo>
                    <a:pt x="1565245" y="2625503"/>
                  </a:lnTo>
                  <a:lnTo>
                    <a:pt x="1565245" y="2608715"/>
                  </a:lnTo>
                  <a:lnTo>
                    <a:pt x="1570718" y="2608715"/>
                  </a:lnTo>
                  <a:lnTo>
                    <a:pt x="1576191" y="2608715"/>
                  </a:lnTo>
                  <a:lnTo>
                    <a:pt x="1581663" y="2608715"/>
                  </a:lnTo>
                  <a:lnTo>
                    <a:pt x="1587136" y="2608715"/>
                  </a:lnTo>
                  <a:lnTo>
                    <a:pt x="1592609" y="2608715"/>
                  </a:lnTo>
                  <a:lnTo>
                    <a:pt x="1598082" y="2608715"/>
                  </a:lnTo>
                  <a:lnTo>
                    <a:pt x="1603555" y="2608715"/>
                  </a:lnTo>
                  <a:lnTo>
                    <a:pt x="1609028" y="2608715"/>
                  </a:lnTo>
                  <a:lnTo>
                    <a:pt x="1614501" y="2608715"/>
                  </a:lnTo>
                  <a:lnTo>
                    <a:pt x="1614501" y="2591924"/>
                  </a:lnTo>
                  <a:lnTo>
                    <a:pt x="1619974" y="2591924"/>
                  </a:lnTo>
                  <a:lnTo>
                    <a:pt x="1625446" y="2591924"/>
                  </a:lnTo>
                  <a:lnTo>
                    <a:pt x="1630919" y="2591924"/>
                  </a:lnTo>
                  <a:lnTo>
                    <a:pt x="1636392" y="2591924"/>
                  </a:lnTo>
                  <a:lnTo>
                    <a:pt x="1641865" y="2591924"/>
                  </a:lnTo>
                  <a:lnTo>
                    <a:pt x="1641865" y="2575157"/>
                  </a:lnTo>
                  <a:lnTo>
                    <a:pt x="1647338" y="2575157"/>
                  </a:lnTo>
                  <a:lnTo>
                    <a:pt x="1652811" y="2575157"/>
                  </a:lnTo>
                  <a:lnTo>
                    <a:pt x="1658284" y="2575157"/>
                  </a:lnTo>
                  <a:lnTo>
                    <a:pt x="1663757" y="2575157"/>
                  </a:lnTo>
                  <a:lnTo>
                    <a:pt x="1669230" y="2575157"/>
                  </a:lnTo>
                  <a:lnTo>
                    <a:pt x="1674702" y="2575157"/>
                  </a:lnTo>
                  <a:lnTo>
                    <a:pt x="1674702" y="2541682"/>
                  </a:lnTo>
                  <a:lnTo>
                    <a:pt x="1680175" y="2541682"/>
                  </a:lnTo>
                  <a:lnTo>
                    <a:pt x="1685648" y="2541682"/>
                  </a:lnTo>
                  <a:lnTo>
                    <a:pt x="1691121" y="2541682"/>
                  </a:lnTo>
                  <a:lnTo>
                    <a:pt x="1691121" y="2524982"/>
                  </a:lnTo>
                  <a:lnTo>
                    <a:pt x="1696594" y="2524982"/>
                  </a:lnTo>
                  <a:lnTo>
                    <a:pt x="1702067" y="2524982"/>
                  </a:lnTo>
                  <a:lnTo>
                    <a:pt x="1707540" y="2524982"/>
                  </a:lnTo>
                  <a:lnTo>
                    <a:pt x="1713013" y="2524982"/>
                  </a:lnTo>
                  <a:lnTo>
                    <a:pt x="1718486" y="2524982"/>
                  </a:lnTo>
                  <a:lnTo>
                    <a:pt x="1723958" y="2524982"/>
                  </a:lnTo>
                  <a:lnTo>
                    <a:pt x="1729431" y="2524982"/>
                  </a:lnTo>
                  <a:lnTo>
                    <a:pt x="1734904" y="2524982"/>
                  </a:lnTo>
                  <a:lnTo>
                    <a:pt x="1740377" y="2524982"/>
                  </a:lnTo>
                  <a:lnTo>
                    <a:pt x="1745850" y="2524982"/>
                  </a:lnTo>
                  <a:lnTo>
                    <a:pt x="1751323" y="2524982"/>
                  </a:lnTo>
                  <a:lnTo>
                    <a:pt x="1756796" y="2524982"/>
                  </a:lnTo>
                  <a:lnTo>
                    <a:pt x="1762269" y="2524982"/>
                  </a:lnTo>
                  <a:lnTo>
                    <a:pt x="1767741" y="2524982"/>
                  </a:lnTo>
                  <a:lnTo>
                    <a:pt x="1773214" y="2524982"/>
                  </a:lnTo>
                  <a:lnTo>
                    <a:pt x="1773214" y="2508272"/>
                  </a:lnTo>
                  <a:lnTo>
                    <a:pt x="1778687" y="2508272"/>
                  </a:lnTo>
                  <a:lnTo>
                    <a:pt x="1784160" y="2508272"/>
                  </a:lnTo>
                  <a:lnTo>
                    <a:pt x="1789633" y="2508272"/>
                  </a:lnTo>
                  <a:lnTo>
                    <a:pt x="1795106" y="2508272"/>
                  </a:lnTo>
                  <a:lnTo>
                    <a:pt x="1800579" y="2508272"/>
                  </a:lnTo>
                  <a:lnTo>
                    <a:pt x="1806052" y="2508272"/>
                  </a:lnTo>
                  <a:lnTo>
                    <a:pt x="1811525" y="2508272"/>
                  </a:lnTo>
                  <a:lnTo>
                    <a:pt x="1816997" y="2508272"/>
                  </a:lnTo>
                  <a:lnTo>
                    <a:pt x="1816997" y="2491541"/>
                  </a:lnTo>
                  <a:lnTo>
                    <a:pt x="1822470" y="2491541"/>
                  </a:lnTo>
                  <a:lnTo>
                    <a:pt x="1827943" y="2491541"/>
                  </a:lnTo>
                  <a:lnTo>
                    <a:pt x="1833416" y="2491541"/>
                  </a:lnTo>
                  <a:lnTo>
                    <a:pt x="1838889" y="2491541"/>
                  </a:lnTo>
                  <a:lnTo>
                    <a:pt x="1844362" y="2491541"/>
                  </a:lnTo>
                  <a:lnTo>
                    <a:pt x="1849835" y="2491541"/>
                  </a:lnTo>
                  <a:lnTo>
                    <a:pt x="1855308" y="2491541"/>
                  </a:lnTo>
                  <a:lnTo>
                    <a:pt x="1860781" y="2491541"/>
                  </a:lnTo>
                  <a:lnTo>
                    <a:pt x="1866253" y="2491541"/>
                  </a:lnTo>
                  <a:lnTo>
                    <a:pt x="1866253" y="2474828"/>
                  </a:lnTo>
                  <a:lnTo>
                    <a:pt x="1871726" y="2474828"/>
                  </a:lnTo>
                  <a:lnTo>
                    <a:pt x="1877199" y="2474828"/>
                  </a:lnTo>
                  <a:lnTo>
                    <a:pt x="1877199" y="2458113"/>
                  </a:lnTo>
                  <a:lnTo>
                    <a:pt x="1882672" y="2458113"/>
                  </a:lnTo>
                  <a:lnTo>
                    <a:pt x="1888145" y="2458113"/>
                  </a:lnTo>
                  <a:lnTo>
                    <a:pt x="1893618" y="2458113"/>
                  </a:lnTo>
                  <a:lnTo>
                    <a:pt x="1899091" y="2458113"/>
                  </a:lnTo>
                  <a:lnTo>
                    <a:pt x="1899091" y="2441394"/>
                  </a:lnTo>
                  <a:lnTo>
                    <a:pt x="1904564" y="2441394"/>
                  </a:lnTo>
                  <a:lnTo>
                    <a:pt x="1910037" y="2441394"/>
                  </a:lnTo>
                  <a:lnTo>
                    <a:pt x="1915509" y="2441394"/>
                  </a:lnTo>
                  <a:lnTo>
                    <a:pt x="1920982" y="2441394"/>
                  </a:lnTo>
                  <a:lnTo>
                    <a:pt x="1926455" y="2441394"/>
                  </a:lnTo>
                  <a:lnTo>
                    <a:pt x="1931928" y="2441394"/>
                  </a:lnTo>
                  <a:lnTo>
                    <a:pt x="1937401" y="2441394"/>
                  </a:lnTo>
                  <a:lnTo>
                    <a:pt x="1942874" y="2441394"/>
                  </a:lnTo>
                  <a:lnTo>
                    <a:pt x="1948347" y="2441394"/>
                  </a:lnTo>
                  <a:lnTo>
                    <a:pt x="1953820" y="2441394"/>
                  </a:lnTo>
                  <a:lnTo>
                    <a:pt x="1959292" y="2441394"/>
                  </a:lnTo>
                  <a:lnTo>
                    <a:pt x="1964765" y="2441394"/>
                  </a:lnTo>
                  <a:lnTo>
                    <a:pt x="1970238" y="2441394"/>
                  </a:lnTo>
                  <a:lnTo>
                    <a:pt x="1975711" y="2441394"/>
                  </a:lnTo>
                  <a:lnTo>
                    <a:pt x="1981184" y="2441394"/>
                  </a:lnTo>
                  <a:lnTo>
                    <a:pt x="1981184" y="2424630"/>
                  </a:lnTo>
                  <a:lnTo>
                    <a:pt x="1986657" y="2424630"/>
                  </a:lnTo>
                  <a:lnTo>
                    <a:pt x="1992130" y="2424630"/>
                  </a:lnTo>
                  <a:lnTo>
                    <a:pt x="1997603" y="2424630"/>
                  </a:lnTo>
                  <a:lnTo>
                    <a:pt x="2003076" y="2424630"/>
                  </a:lnTo>
                  <a:lnTo>
                    <a:pt x="2008548" y="2424630"/>
                  </a:lnTo>
                  <a:lnTo>
                    <a:pt x="2014021" y="2424630"/>
                  </a:lnTo>
                  <a:lnTo>
                    <a:pt x="2019494" y="2424630"/>
                  </a:lnTo>
                  <a:lnTo>
                    <a:pt x="2019494" y="2407881"/>
                  </a:lnTo>
                  <a:lnTo>
                    <a:pt x="2024967" y="2407881"/>
                  </a:lnTo>
                  <a:lnTo>
                    <a:pt x="2030440" y="2407881"/>
                  </a:lnTo>
                  <a:lnTo>
                    <a:pt x="2035913" y="2407881"/>
                  </a:lnTo>
                  <a:lnTo>
                    <a:pt x="2041386" y="2407881"/>
                  </a:lnTo>
                  <a:lnTo>
                    <a:pt x="2046859" y="2407881"/>
                  </a:lnTo>
                  <a:lnTo>
                    <a:pt x="2046859" y="2391147"/>
                  </a:lnTo>
                  <a:lnTo>
                    <a:pt x="2052332" y="2391147"/>
                  </a:lnTo>
                  <a:lnTo>
                    <a:pt x="2057804" y="2391147"/>
                  </a:lnTo>
                  <a:lnTo>
                    <a:pt x="2063277" y="2391147"/>
                  </a:lnTo>
                  <a:lnTo>
                    <a:pt x="2068750" y="2391147"/>
                  </a:lnTo>
                  <a:lnTo>
                    <a:pt x="2074223" y="2391147"/>
                  </a:lnTo>
                  <a:lnTo>
                    <a:pt x="2079696" y="2391147"/>
                  </a:lnTo>
                  <a:lnTo>
                    <a:pt x="2085169" y="2391147"/>
                  </a:lnTo>
                  <a:lnTo>
                    <a:pt x="2090642" y="2391147"/>
                  </a:lnTo>
                  <a:lnTo>
                    <a:pt x="2096115" y="2391147"/>
                  </a:lnTo>
                  <a:lnTo>
                    <a:pt x="2096115" y="2374375"/>
                  </a:lnTo>
                  <a:lnTo>
                    <a:pt x="2101588" y="2374375"/>
                  </a:lnTo>
                  <a:lnTo>
                    <a:pt x="2107060" y="2374375"/>
                  </a:lnTo>
                  <a:lnTo>
                    <a:pt x="2112533" y="2374375"/>
                  </a:lnTo>
                  <a:lnTo>
                    <a:pt x="2118006" y="2374375"/>
                  </a:lnTo>
                  <a:lnTo>
                    <a:pt x="2123479" y="2374375"/>
                  </a:lnTo>
                  <a:lnTo>
                    <a:pt x="2128952" y="2374375"/>
                  </a:lnTo>
                  <a:lnTo>
                    <a:pt x="2134425" y="2374375"/>
                  </a:lnTo>
                  <a:lnTo>
                    <a:pt x="2139898" y="2374375"/>
                  </a:lnTo>
                  <a:lnTo>
                    <a:pt x="2145371" y="2374375"/>
                  </a:lnTo>
                  <a:lnTo>
                    <a:pt x="2145371" y="2357586"/>
                  </a:lnTo>
                  <a:lnTo>
                    <a:pt x="2150843" y="2357586"/>
                  </a:lnTo>
                  <a:lnTo>
                    <a:pt x="2156316" y="2357586"/>
                  </a:lnTo>
                  <a:lnTo>
                    <a:pt x="2161789" y="2357586"/>
                  </a:lnTo>
                  <a:lnTo>
                    <a:pt x="2167262" y="2357586"/>
                  </a:lnTo>
                  <a:lnTo>
                    <a:pt x="2172735" y="2357586"/>
                  </a:lnTo>
                  <a:lnTo>
                    <a:pt x="2178208" y="2357586"/>
                  </a:lnTo>
                  <a:lnTo>
                    <a:pt x="2183681" y="2357586"/>
                  </a:lnTo>
                  <a:lnTo>
                    <a:pt x="2189154" y="2357586"/>
                  </a:lnTo>
                  <a:lnTo>
                    <a:pt x="2194627" y="2357586"/>
                  </a:lnTo>
                  <a:lnTo>
                    <a:pt x="2200099" y="2357586"/>
                  </a:lnTo>
                  <a:lnTo>
                    <a:pt x="2200099" y="2340757"/>
                  </a:lnTo>
                  <a:lnTo>
                    <a:pt x="2205572" y="2340757"/>
                  </a:lnTo>
                  <a:lnTo>
                    <a:pt x="2211045" y="2340757"/>
                  </a:lnTo>
                  <a:lnTo>
                    <a:pt x="2211045" y="2323950"/>
                  </a:lnTo>
                  <a:lnTo>
                    <a:pt x="2216518" y="2323950"/>
                  </a:lnTo>
                  <a:lnTo>
                    <a:pt x="2221991" y="2323950"/>
                  </a:lnTo>
                  <a:lnTo>
                    <a:pt x="2221991" y="2307155"/>
                  </a:lnTo>
                  <a:lnTo>
                    <a:pt x="2227464" y="2307155"/>
                  </a:lnTo>
                  <a:lnTo>
                    <a:pt x="2232937" y="2307155"/>
                  </a:lnTo>
                  <a:lnTo>
                    <a:pt x="2238410" y="2307155"/>
                  </a:lnTo>
                  <a:lnTo>
                    <a:pt x="2243883" y="2307155"/>
                  </a:lnTo>
                  <a:lnTo>
                    <a:pt x="2249355" y="2307155"/>
                  </a:lnTo>
                  <a:lnTo>
                    <a:pt x="2249355" y="2290371"/>
                  </a:lnTo>
                  <a:lnTo>
                    <a:pt x="2254828" y="2290371"/>
                  </a:lnTo>
                  <a:lnTo>
                    <a:pt x="2254828" y="2273607"/>
                  </a:lnTo>
                  <a:lnTo>
                    <a:pt x="2260301" y="2273607"/>
                  </a:lnTo>
                  <a:lnTo>
                    <a:pt x="2265774" y="2273607"/>
                  </a:lnTo>
                  <a:lnTo>
                    <a:pt x="2271247" y="2273607"/>
                  </a:lnTo>
                  <a:lnTo>
                    <a:pt x="2271247" y="2256863"/>
                  </a:lnTo>
                  <a:lnTo>
                    <a:pt x="2276720" y="2256863"/>
                  </a:lnTo>
                  <a:lnTo>
                    <a:pt x="2282193" y="2256863"/>
                  </a:lnTo>
                  <a:lnTo>
                    <a:pt x="2287666" y="2256863"/>
                  </a:lnTo>
                  <a:lnTo>
                    <a:pt x="2287666" y="2240139"/>
                  </a:lnTo>
                  <a:lnTo>
                    <a:pt x="2293138" y="2240139"/>
                  </a:lnTo>
                  <a:lnTo>
                    <a:pt x="2298611" y="2240139"/>
                  </a:lnTo>
                  <a:lnTo>
                    <a:pt x="2298611" y="2223413"/>
                  </a:lnTo>
                  <a:lnTo>
                    <a:pt x="2304084" y="2223413"/>
                  </a:lnTo>
                  <a:lnTo>
                    <a:pt x="2309557" y="2223413"/>
                  </a:lnTo>
                  <a:lnTo>
                    <a:pt x="2309557" y="2190016"/>
                  </a:lnTo>
                  <a:lnTo>
                    <a:pt x="2315030" y="2190016"/>
                  </a:lnTo>
                  <a:lnTo>
                    <a:pt x="2320503" y="2190016"/>
                  </a:lnTo>
                  <a:lnTo>
                    <a:pt x="2320503" y="2173344"/>
                  </a:lnTo>
                  <a:lnTo>
                    <a:pt x="2325976" y="2173344"/>
                  </a:lnTo>
                  <a:lnTo>
                    <a:pt x="2325976" y="2156689"/>
                  </a:lnTo>
                  <a:lnTo>
                    <a:pt x="2331449" y="2156689"/>
                  </a:lnTo>
                  <a:lnTo>
                    <a:pt x="2336922" y="2156689"/>
                  </a:lnTo>
                  <a:lnTo>
                    <a:pt x="2342394" y="2156689"/>
                  </a:lnTo>
                  <a:lnTo>
                    <a:pt x="2347867" y="2156689"/>
                  </a:lnTo>
                  <a:lnTo>
                    <a:pt x="2353340" y="2156689"/>
                  </a:lnTo>
                  <a:lnTo>
                    <a:pt x="2353340" y="2140030"/>
                  </a:lnTo>
                  <a:lnTo>
                    <a:pt x="2358813" y="2140030"/>
                  </a:lnTo>
                  <a:lnTo>
                    <a:pt x="2358813" y="2123388"/>
                  </a:lnTo>
                  <a:lnTo>
                    <a:pt x="2364286" y="2123388"/>
                  </a:lnTo>
                  <a:lnTo>
                    <a:pt x="2364286" y="2106761"/>
                  </a:lnTo>
                  <a:lnTo>
                    <a:pt x="2369759" y="2106761"/>
                  </a:lnTo>
                  <a:lnTo>
                    <a:pt x="2369759" y="2090119"/>
                  </a:lnTo>
                  <a:lnTo>
                    <a:pt x="2375232" y="2090119"/>
                  </a:lnTo>
                  <a:lnTo>
                    <a:pt x="2380705" y="2090119"/>
                  </a:lnTo>
                  <a:lnTo>
                    <a:pt x="2386178" y="2090119"/>
                  </a:lnTo>
                  <a:lnTo>
                    <a:pt x="2391650" y="2090119"/>
                  </a:lnTo>
                  <a:lnTo>
                    <a:pt x="2397123" y="2090119"/>
                  </a:lnTo>
                  <a:lnTo>
                    <a:pt x="2402596" y="2090119"/>
                  </a:lnTo>
                  <a:lnTo>
                    <a:pt x="2402596" y="2073481"/>
                  </a:lnTo>
                  <a:lnTo>
                    <a:pt x="2408069" y="2073481"/>
                  </a:lnTo>
                  <a:lnTo>
                    <a:pt x="2408069" y="2056849"/>
                  </a:lnTo>
                  <a:lnTo>
                    <a:pt x="2413542" y="2056849"/>
                  </a:lnTo>
                  <a:lnTo>
                    <a:pt x="2419015" y="2056849"/>
                  </a:lnTo>
                  <a:lnTo>
                    <a:pt x="2424488" y="2056849"/>
                  </a:lnTo>
                  <a:lnTo>
                    <a:pt x="2429961" y="2056849"/>
                  </a:lnTo>
                  <a:lnTo>
                    <a:pt x="2435434" y="2056849"/>
                  </a:lnTo>
                  <a:lnTo>
                    <a:pt x="2440906" y="2056849"/>
                  </a:lnTo>
                  <a:lnTo>
                    <a:pt x="2446379" y="2056849"/>
                  </a:lnTo>
                  <a:lnTo>
                    <a:pt x="2451852" y="2056849"/>
                  </a:lnTo>
                  <a:lnTo>
                    <a:pt x="2457325" y="2056849"/>
                  </a:lnTo>
                  <a:lnTo>
                    <a:pt x="2462798" y="2056849"/>
                  </a:lnTo>
                  <a:lnTo>
                    <a:pt x="2468271" y="2056849"/>
                  </a:lnTo>
                  <a:lnTo>
                    <a:pt x="2473744" y="2056849"/>
                  </a:lnTo>
                  <a:lnTo>
                    <a:pt x="2479217" y="2056849"/>
                  </a:lnTo>
                  <a:lnTo>
                    <a:pt x="2484689" y="2056849"/>
                  </a:lnTo>
                  <a:lnTo>
                    <a:pt x="2490162" y="2056849"/>
                  </a:lnTo>
                  <a:lnTo>
                    <a:pt x="2495635" y="2056849"/>
                  </a:lnTo>
                  <a:lnTo>
                    <a:pt x="2501108" y="2056849"/>
                  </a:lnTo>
                  <a:lnTo>
                    <a:pt x="2506581" y="2056849"/>
                  </a:lnTo>
                  <a:lnTo>
                    <a:pt x="2512054" y="2056849"/>
                  </a:lnTo>
                  <a:lnTo>
                    <a:pt x="2517527" y="2056849"/>
                  </a:lnTo>
                  <a:lnTo>
                    <a:pt x="2523000" y="2056849"/>
                  </a:lnTo>
                  <a:lnTo>
                    <a:pt x="2528473" y="2056849"/>
                  </a:lnTo>
                  <a:lnTo>
                    <a:pt x="2533945" y="2056849"/>
                  </a:lnTo>
                  <a:lnTo>
                    <a:pt x="2539418" y="2056849"/>
                  </a:lnTo>
                  <a:lnTo>
                    <a:pt x="2544891" y="2056849"/>
                  </a:lnTo>
                  <a:lnTo>
                    <a:pt x="2550364" y="2056849"/>
                  </a:lnTo>
                  <a:lnTo>
                    <a:pt x="2555837" y="2056849"/>
                  </a:lnTo>
                  <a:lnTo>
                    <a:pt x="2555837" y="2040135"/>
                  </a:lnTo>
                  <a:lnTo>
                    <a:pt x="2561310" y="2040135"/>
                  </a:lnTo>
                  <a:lnTo>
                    <a:pt x="2566783" y="2040135"/>
                  </a:lnTo>
                  <a:lnTo>
                    <a:pt x="2572256" y="2040135"/>
                  </a:lnTo>
                  <a:lnTo>
                    <a:pt x="2577729" y="2040135"/>
                  </a:lnTo>
                  <a:lnTo>
                    <a:pt x="2583201" y="2040135"/>
                  </a:lnTo>
                  <a:lnTo>
                    <a:pt x="2588674" y="2040135"/>
                  </a:lnTo>
                  <a:lnTo>
                    <a:pt x="2588674" y="2023426"/>
                  </a:lnTo>
                  <a:lnTo>
                    <a:pt x="2594147" y="2023426"/>
                  </a:lnTo>
                  <a:lnTo>
                    <a:pt x="2599620" y="2023426"/>
                  </a:lnTo>
                  <a:lnTo>
                    <a:pt x="2605093" y="2023426"/>
                  </a:lnTo>
                  <a:lnTo>
                    <a:pt x="2610566" y="2023426"/>
                  </a:lnTo>
                  <a:lnTo>
                    <a:pt x="2616039" y="2023426"/>
                  </a:lnTo>
                  <a:lnTo>
                    <a:pt x="2616039" y="2006721"/>
                  </a:lnTo>
                  <a:lnTo>
                    <a:pt x="2621512" y="2006721"/>
                  </a:lnTo>
                  <a:lnTo>
                    <a:pt x="2626985" y="2006721"/>
                  </a:lnTo>
                  <a:lnTo>
                    <a:pt x="2632457" y="2006721"/>
                  </a:lnTo>
                  <a:lnTo>
                    <a:pt x="2632457" y="1990019"/>
                  </a:lnTo>
                  <a:lnTo>
                    <a:pt x="2637930" y="1990019"/>
                  </a:lnTo>
                  <a:lnTo>
                    <a:pt x="2643403" y="1990019"/>
                  </a:lnTo>
                  <a:lnTo>
                    <a:pt x="2648876" y="1990019"/>
                  </a:lnTo>
                  <a:lnTo>
                    <a:pt x="2654349" y="1990019"/>
                  </a:lnTo>
                  <a:lnTo>
                    <a:pt x="2659822" y="1990019"/>
                  </a:lnTo>
                  <a:lnTo>
                    <a:pt x="2665295" y="1990019"/>
                  </a:lnTo>
                  <a:lnTo>
                    <a:pt x="2670768" y="1990019"/>
                  </a:lnTo>
                  <a:lnTo>
                    <a:pt x="2676240" y="1990019"/>
                  </a:lnTo>
                  <a:lnTo>
                    <a:pt x="2681713" y="1990019"/>
                  </a:lnTo>
                  <a:lnTo>
                    <a:pt x="2687186" y="1990019"/>
                  </a:lnTo>
                  <a:lnTo>
                    <a:pt x="2687186" y="1973287"/>
                  </a:lnTo>
                  <a:lnTo>
                    <a:pt x="2692659" y="1973287"/>
                  </a:lnTo>
                  <a:lnTo>
                    <a:pt x="2698132" y="1973287"/>
                  </a:lnTo>
                  <a:lnTo>
                    <a:pt x="2703605" y="1973287"/>
                  </a:lnTo>
                  <a:lnTo>
                    <a:pt x="2709078" y="1973287"/>
                  </a:lnTo>
                  <a:lnTo>
                    <a:pt x="2714551" y="1973287"/>
                  </a:lnTo>
                  <a:lnTo>
                    <a:pt x="2720024" y="1973287"/>
                  </a:lnTo>
                  <a:lnTo>
                    <a:pt x="2725496" y="1973287"/>
                  </a:lnTo>
                  <a:lnTo>
                    <a:pt x="2730969" y="1973287"/>
                  </a:lnTo>
                  <a:lnTo>
                    <a:pt x="2736442" y="1973287"/>
                  </a:lnTo>
                  <a:lnTo>
                    <a:pt x="2741915" y="1973287"/>
                  </a:lnTo>
                  <a:lnTo>
                    <a:pt x="2747388" y="1973287"/>
                  </a:lnTo>
                  <a:lnTo>
                    <a:pt x="2752861" y="1973287"/>
                  </a:lnTo>
                  <a:lnTo>
                    <a:pt x="2758334" y="1973287"/>
                  </a:lnTo>
                  <a:lnTo>
                    <a:pt x="2763807" y="1973287"/>
                  </a:lnTo>
                  <a:lnTo>
                    <a:pt x="2769280" y="1973287"/>
                  </a:lnTo>
                  <a:lnTo>
                    <a:pt x="2774752" y="1973287"/>
                  </a:lnTo>
                  <a:lnTo>
                    <a:pt x="2774752" y="1956504"/>
                  </a:lnTo>
                  <a:lnTo>
                    <a:pt x="2780225" y="1956504"/>
                  </a:lnTo>
                  <a:lnTo>
                    <a:pt x="2785698" y="1956504"/>
                  </a:lnTo>
                  <a:lnTo>
                    <a:pt x="2791171" y="1956504"/>
                  </a:lnTo>
                  <a:lnTo>
                    <a:pt x="2791171" y="1939712"/>
                  </a:lnTo>
                  <a:lnTo>
                    <a:pt x="2796644" y="1939712"/>
                  </a:lnTo>
                  <a:lnTo>
                    <a:pt x="2802117" y="1939712"/>
                  </a:lnTo>
                  <a:lnTo>
                    <a:pt x="2807590" y="1939712"/>
                  </a:lnTo>
                  <a:lnTo>
                    <a:pt x="2813063" y="1939712"/>
                  </a:lnTo>
                  <a:lnTo>
                    <a:pt x="2813063" y="1922911"/>
                  </a:lnTo>
                  <a:lnTo>
                    <a:pt x="2818535" y="1922911"/>
                  </a:lnTo>
                  <a:lnTo>
                    <a:pt x="2824008" y="1922911"/>
                  </a:lnTo>
                  <a:lnTo>
                    <a:pt x="2829481" y="1922911"/>
                  </a:lnTo>
                  <a:lnTo>
                    <a:pt x="2834954" y="1922911"/>
                  </a:lnTo>
                  <a:lnTo>
                    <a:pt x="2840427" y="1922911"/>
                  </a:lnTo>
                  <a:lnTo>
                    <a:pt x="2845900" y="1922911"/>
                  </a:lnTo>
                  <a:lnTo>
                    <a:pt x="2851373" y="1922911"/>
                  </a:lnTo>
                  <a:lnTo>
                    <a:pt x="2856846" y="1922911"/>
                  </a:lnTo>
                  <a:lnTo>
                    <a:pt x="2862319" y="1922911"/>
                  </a:lnTo>
                  <a:lnTo>
                    <a:pt x="2867791" y="1922911"/>
                  </a:lnTo>
                  <a:lnTo>
                    <a:pt x="2873264" y="1922911"/>
                  </a:lnTo>
                  <a:lnTo>
                    <a:pt x="2878737" y="1922911"/>
                  </a:lnTo>
                  <a:lnTo>
                    <a:pt x="2884210" y="1922911"/>
                  </a:lnTo>
                  <a:lnTo>
                    <a:pt x="2889683" y="1922911"/>
                  </a:lnTo>
                  <a:lnTo>
                    <a:pt x="2895156" y="1922911"/>
                  </a:lnTo>
                  <a:lnTo>
                    <a:pt x="2900629" y="1922911"/>
                  </a:lnTo>
                  <a:lnTo>
                    <a:pt x="2906102" y="1922911"/>
                  </a:lnTo>
                  <a:lnTo>
                    <a:pt x="2911575" y="1922911"/>
                  </a:lnTo>
                  <a:lnTo>
                    <a:pt x="2917047" y="1922911"/>
                  </a:lnTo>
                  <a:lnTo>
                    <a:pt x="2922520" y="1922911"/>
                  </a:lnTo>
                  <a:lnTo>
                    <a:pt x="2927993" y="1922911"/>
                  </a:lnTo>
                  <a:lnTo>
                    <a:pt x="2933466" y="1922911"/>
                  </a:lnTo>
                  <a:lnTo>
                    <a:pt x="2938939" y="1922911"/>
                  </a:lnTo>
                  <a:lnTo>
                    <a:pt x="2944412" y="1922911"/>
                  </a:lnTo>
                  <a:lnTo>
                    <a:pt x="2949885" y="1922911"/>
                  </a:lnTo>
                  <a:lnTo>
                    <a:pt x="2955358" y="1922911"/>
                  </a:lnTo>
                  <a:lnTo>
                    <a:pt x="2960831" y="1922911"/>
                  </a:lnTo>
                  <a:lnTo>
                    <a:pt x="2966303" y="1922911"/>
                  </a:lnTo>
                  <a:lnTo>
                    <a:pt x="2971776" y="1922911"/>
                  </a:lnTo>
                  <a:lnTo>
                    <a:pt x="2977249" y="1922911"/>
                  </a:lnTo>
                  <a:lnTo>
                    <a:pt x="2982722" y="1922911"/>
                  </a:lnTo>
                  <a:lnTo>
                    <a:pt x="2988195" y="1922911"/>
                  </a:lnTo>
                  <a:lnTo>
                    <a:pt x="2993668" y="1922911"/>
                  </a:lnTo>
                  <a:lnTo>
                    <a:pt x="2993668" y="1905829"/>
                  </a:lnTo>
                  <a:lnTo>
                    <a:pt x="2999141" y="1905829"/>
                  </a:lnTo>
                  <a:lnTo>
                    <a:pt x="2999141" y="1888760"/>
                  </a:lnTo>
                  <a:lnTo>
                    <a:pt x="3004614" y="1888760"/>
                  </a:lnTo>
                  <a:lnTo>
                    <a:pt x="3010086" y="1888760"/>
                  </a:lnTo>
                  <a:lnTo>
                    <a:pt x="3015559" y="1888760"/>
                  </a:lnTo>
                  <a:lnTo>
                    <a:pt x="3021032" y="1888760"/>
                  </a:lnTo>
                  <a:lnTo>
                    <a:pt x="3026505" y="1888760"/>
                  </a:lnTo>
                  <a:lnTo>
                    <a:pt x="3031978" y="1888760"/>
                  </a:lnTo>
                  <a:lnTo>
                    <a:pt x="3037451" y="1888760"/>
                  </a:lnTo>
                  <a:lnTo>
                    <a:pt x="3042924" y="1888760"/>
                  </a:lnTo>
                  <a:lnTo>
                    <a:pt x="3048397" y="1888760"/>
                  </a:lnTo>
                  <a:lnTo>
                    <a:pt x="3053870" y="1888760"/>
                  </a:lnTo>
                  <a:lnTo>
                    <a:pt x="3059342" y="1888760"/>
                  </a:lnTo>
                  <a:lnTo>
                    <a:pt x="3064815" y="1888760"/>
                  </a:lnTo>
                  <a:lnTo>
                    <a:pt x="3070288" y="1888760"/>
                  </a:lnTo>
                  <a:lnTo>
                    <a:pt x="3075761" y="1888760"/>
                  </a:lnTo>
                  <a:lnTo>
                    <a:pt x="3081234" y="1888760"/>
                  </a:lnTo>
                  <a:lnTo>
                    <a:pt x="3086707" y="1888760"/>
                  </a:lnTo>
                  <a:lnTo>
                    <a:pt x="3092180" y="1888760"/>
                  </a:lnTo>
                  <a:lnTo>
                    <a:pt x="3097653" y="1888760"/>
                  </a:lnTo>
                  <a:lnTo>
                    <a:pt x="3103126" y="1888760"/>
                  </a:lnTo>
                  <a:lnTo>
                    <a:pt x="3108598" y="1888760"/>
                  </a:lnTo>
                  <a:lnTo>
                    <a:pt x="3114071" y="1888760"/>
                  </a:lnTo>
                  <a:lnTo>
                    <a:pt x="3119544" y="1888760"/>
                  </a:lnTo>
                  <a:lnTo>
                    <a:pt x="3125017" y="1888760"/>
                  </a:lnTo>
                  <a:lnTo>
                    <a:pt x="3130490" y="1888760"/>
                  </a:lnTo>
                  <a:lnTo>
                    <a:pt x="3135963" y="1888760"/>
                  </a:lnTo>
                  <a:lnTo>
                    <a:pt x="3141436" y="1888760"/>
                  </a:lnTo>
                  <a:lnTo>
                    <a:pt x="3146909" y="1888760"/>
                  </a:lnTo>
                  <a:lnTo>
                    <a:pt x="3152382" y="1888760"/>
                  </a:lnTo>
                  <a:lnTo>
                    <a:pt x="3157854" y="1888760"/>
                  </a:lnTo>
                  <a:lnTo>
                    <a:pt x="3163327" y="1888760"/>
                  </a:lnTo>
                  <a:lnTo>
                    <a:pt x="3168800" y="1888760"/>
                  </a:lnTo>
                  <a:lnTo>
                    <a:pt x="3168800" y="1854359"/>
                  </a:lnTo>
                  <a:lnTo>
                    <a:pt x="3174273" y="1854359"/>
                  </a:lnTo>
                  <a:lnTo>
                    <a:pt x="3179746" y="1854359"/>
                  </a:lnTo>
                  <a:lnTo>
                    <a:pt x="3185219" y="1854359"/>
                  </a:lnTo>
                  <a:lnTo>
                    <a:pt x="3190692" y="1854359"/>
                  </a:lnTo>
                  <a:lnTo>
                    <a:pt x="3196165" y="1854359"/>
                  </a:lnTo>
                  <a:lnTo>
                    <a:pt x="3201637" y="1854359"/>
                  </a:lnTo>
                  <a:lnTo>
                    <a:pt x="3207110" y="1854359"/>
                  </a:lnTo>
                  <a:lnTo>
                    <a:pt x="3212583" y="1854359"/>
                  </a:lnTo>
                  <a:lnTo>
                    <a:pt x="3218056" y="1854359"/>
                  </a:lnTo>
                  <a:lnTo>
                    <a:pt x="3223529" y="1854359"/>
                  </a:lnTo>
                  <a:lnTo>
                    <a:pt x="3229002" y="1854359"/>
                  </a:lnTo>
                  <a:lnTo>
                    <a:pt x="3234475" y="1854359"/>
                  </a:lnTo>
                  <a:lnTo>
                    <a:pt x="3239948" y="1854359"/>
                  </a:lnTo>
                  <a:lnTo>
                    <a:pt x="3245421" y="1854359"/>
                  </a:lnTo>
                  <a:lnTo>
                    <a:pt x="3245421" y="1836974"/>
                  </a:lnTo>
                  <a:lnTo>
                    <a:pt x="3250893" y="1836974"/>
                  </a:lnTo>
                  <a:lnTo>
                    <a:pt x="3256366" y="1836974"/>
                  </a:lnTo>
                  <a:lnTo>
                    <a:pt x="3261839" y="1836974"/>
                  </a:lnTo>
                  <a:lnTo>
                    <a:pt x="3267312" y="1836974"/>
                  </a:lnTo>
                  <a:lnTo>
                    <a:pt x="3272785" y="1836974"/>
                  </a:lnTo>
                  <a:lnTo>
                    <a:pt x="3278258" y="1836974"/>
                  </a:lnTo>
                  <a:lnTo>
                    <a:pt x="3283731" y="1836974"/>
                  </a:lnTo>
                  <a:lnTo>
                    <a:pt x="3283731" y="1802001"/>
                  </a:lnTo>
                  <a:lnTo>
                    <a:pt x="3289204" y="1802001"/>
                  </a:lnTo>
                  <a:lnTo>
                    <a:pt x="3294677" y="1802001"/>
                  </a:lnTo>
                  <a:lnTo>
                    <a:pt x="3300149" y="1802001"/>
                  </a:lnTo>
                  <a:lnTo>
                    <a:pt x="3305622" y="1802001"/>
                  </a:lnTo>
                  <a:lnTo>
                    <a:pt x="3311095" y="1802001"/>
                  </a:lnTo>
                  <a:lnTo>
                    <a:pt x="3316568" y="1802001"/>
                  </a:lnTo>
                  <a:lnTo>
                    <a:pt x="3322041" y="1802001"/>
                  </a:lnTo>
                  <a:lnTo>
                    <a:pt x="3327514" y="1802001"/>
                  </a:lnTo>
                  <a:lnTo>
                    <a:pt x="3332987" y="1802001"/>
                  </a:lnTo>
                  <a:lnTo>
                    <a:pt x="3338460" y="1802001"/>
                  </a:lnTo>
                  <a:lnTo>
                    <a:pt x="3343932" y="1802001"/>
                  </a:lnTo>
                  <a:lnTo>
                    <a:pt x="3349405" y="1802001"/>
                  </a:lnTo>
                  <a:lnTo>
                    <a:pt x="3354878" y="1802001"/>
                  </a:lnTo>
                  <a:lnTo>
                    <a:pt x="3360351" y="1802001"/>
                  </a:lnTo>
                  <a:lnTo>
                    <a:pt x="3365824" y="1802001"/>
                  </a:lnTo>
                  <a:lnTo>
                    <a:pt x="3371297" y="1802001"/>
                  </a:lnTo>
                  <a:lnTo>
                    <a:pt x="3376770" y="1802001"/>
                  </a:lnTo>
                  <a:lnTo>
                    <a:pt x="3382243" y="1802001"/>
                  </a:lnTo>
                  <a:lnTo>
                    <a:pt x="3387716" y="1802001"/>
                  </a:lnTo>
                  <a:lnTo>
                    <a:pt x="3393188" y="1802001"/>
                  </a:lnTo>
                  <a:lnTo>
                    <a:pt x="3398661" y="1802001"/>
                  </a:lnTo>
                  <a:lnTo>
                    <a:pt x="3404134" y="1802001"/>
                  </a:lnTo>
                  <a:lnTo>
                    <a:pt x="3409607" y="1802001"/>
                  </a:lnTo>
                  <a:lnTo>
                    <a:pt x="3415080" y="1802001"/>
                  </a:lnTo>
                  <a:lnTo>
                    <a:pt x="3420553" y="1802001"/>
                  </a:lnTo>
                  <a:lnTo>
                    <a:pt x="3426026" y="1802001"/>
                  </a:lnTo>
                  <a:lnTo>
                    <a:pt x="3431499" y="1802001"/>
                  </a:lnTo>
                  <a:lnTo>
                    <a:pt x="3436972" y="1802001"/>
                  </a:lnTo>
                  <a:lnTo>
                    <a:pt x="3442444" y="1802001"/>
                  </a:lnTo>
                  <a:lnTo>
                    <a:pt x="3447917" y="1802001"/>
                  </a:lnTo>
                  <a:lnTo>
                    <a:pt x="3453390" y="1802001"/>
                  </a:lnTo>
                  <a:lnTo>
                    <a:pt x="3458863" y="1802001"/>
                  </a:lnTo>
                  <a:lnTo>
                    <a:pt x="3458863" y="1784178"/>
                  </a:lnTo>
                  <a:lnTo>
                    <a:pt x="3464336" y="1784178"/>
                  </a:lnTo>
                  <a:lnTo>
                    <a:pt x="3464336" y="1766357"/>
                  </a:lnTo>
                  <a:lnTo>
                    <a:pt x="3469809" y="1766357"/>
                  </a:lnTo>
                  <a:lnTo>
                    <a:pt x="3475282" y="1766357"/>
                  </a:lnTo>
                  <a:lnTo>
                    <a:pt x="3480755" y="1766357"/>
                  </a:lnTo>
                  <a:lnTo>
                    <a:pt x="3486228" y="1766357"/>
                  </a:lnTo>
                  <a:lnTo>
                    <a:pt x="3491700" y="1766357"/>
                  </a:lnTo>
                  <a:lnTo>
                    <a:pt x="3497173" y="1766357"/>
                  </a:lnTo>
                  <a:lnTo>
                    <a:pt x="3502646" y="1766357"/>
                  </a:lnTo>
                  <a:lnTo>
                    <a:pt x="3508119" y="1766357"/>
                  </a:lnTo>
                  <a:lnTo>
                    <a:pt x="3513592" y="1766357"/>
                  </a:lnTo>
                  <a:lnTo>
                    <a:pt x="3513592" y="1748458"/>
                  </a:lnTo>
                  <a:lnTo>
                    <a:pt x="3519065" y="1748458"/>
                  </a:lnTo>
                  <a:lnTo>
                    <a:pt x="3524538" y="1748458"/>
                  </a:lnTo>
                  <a:lnTo>
                    <a:pt x="3524538" y="1730533"/>
                  </a:lnTo>
                  <a:lnTo>
                    <a:pt x="3530011" y="1730533"/>
                  </a:lnTo>
                  <a:lnTo>
                    <a:pt x="3535483" y="1730533"/>
                  </a:lnTo>
                  <a:lnTo>
                    <a:pt x="3540956" y="1730533"/>
                  </a:lnTo>
                  <a:lnTo>
                    <a:pt x="3546429" y="1730533"/>
                  </a:lnTo>
                  <a:lnTo>
                    <a:pt x="3551902" y="1730533"/>
                  </a:lnTo>
                  <a:lnTo>
                    <a:pt x="3557375" y="1730533"/>
                  </a:lnTo>
                  <a:lnTo>
                    <a:pt x="3562848" y="1730533"/>
                  </a:lnTo>
                  <a:lnTo>
                    <a:pt x="3568321" y="1730533"/>
                  </a:lnTo>
                  <a:lnTo>
                    <a:pt x="3573794" y="1730533"/>
                  </a:lnTo>
                  <a:lnTo>
                    <a:pt x="3579267" y="1730533"/>
                  </a:lnTo>
                  <a:lnTo>
                    <a:pt x="3579267" y="1712515"/>
                  </a:lnTo>
                  <a:lnTo>
                    <a:pt x="3584739" y="1712515"/>
                  </a:lnTo>
                  <a:lnTo>
                    <a:pt x="3590212" y="1712515"/>
                  </a:lnTo>
                  <a:lnTo>
                    <a:pt x="3590212" y="1694458"/>
                  </a:lnTo>
                  <a:lnTo>
                    <a:pt x="3595685" y="1694458"/>
                  </a:lnTo>
                  <a:lnTo>
                    <a:pt x="3601158" y="1694458"/>
                  </a:lnTo>
                  <a:lnTo>
                    <a:pt x="3606631" y="1694458"/>
                  </a:lnTo>
                  <a:lnTo>
                    <a:pt x="3606631" y="1676387"/>
                  </a:lnTo>
                  <a:lnTo>
                    <a:pt x="3612104" y="1676387"/>
                  </a:lnTo>
                  <a:lnTo>
                    <a:pt x="3617577" y="1676387"/>
                  </a:lnTo>
                  <a:lnTo>
                    <a:pt x="3623050" y="1676387"/>
                  </a:lnTo>
                  <a:lnTo>
                    <a:pt x="3628523" y="1676387"/>
                  </a:lnTo>
                  <a:lnTo>
                    <a:pt x="3633995" y="1676387"/>
                  </a:lnTo>
                  <a:lnTo>
                    <a:pt x="3639468" y="1676387"/>
                  </a:lnTo>
                  <a:lnTo>
                    <a:pt x="3644941" y="1676387"/>
                  </a:lnTo>
                  <a:lnTo>
                    <a:pt x="3644941" y="1658235"/>
                  </a:lnTo>
                  <a:lnTo>
                    <a:pt x="3650414" y="1658235"/>
                  </a:lnTo>
                  <a:lnTo>
                    <a:pt x="3655887" y="1658235"/>
                  </a:lnTo>
                  <a:lnTo>
                    <a:pt x="3661360" y="1658235"/>
                  </a:lnTo>
                  <a:lnTo>
                    <a:pt x="3666833" y="1658235"/>
                  </a:lnTo>
                  <a:lnTo>
                    <a:pt x="3672306" y="1658235"/>
                  </a:lnTo>
                  <a:lnTo>
                    <a:pt x="3677779" y="1658235"/>
                  </a:lnTo>
                  <a:lnTo>
                    <a:pt x="3683251" y="1658235"/>
                  </a:lnTo>
                  <a:lnTo>
                    <a:pt x="3688724" y="1658235"/>
                  </a:lnTo>
                  <a:lnTo>
                    <a:pt x="3694197" y="1658235"/>
                  </a:lnTo>
                  <a:lnTo>
                    <a:pt x="3699670" y="1658235"/>
                  </a:lnTo>
                  <a:lnTo>
                    <a:pt x="3705143" y="1658235"/>
                  </a:lnTo>
                  <a:lnTo>
                    <a:pt x="3705143" y="1640041"/>
                  </a:lnTo>
                  <a:lnTo>
                    <a:pt x="3710616" y="1640041"/>
                  </a:lnTo>
                  <a:lnTo>
                    <a:pt x="3716089" y="1640041"/>
                  </a:lnTo>
                  <a:lnTo>
                    <a:pt x="3716089" y="1621819"/>
                  </a:lnTo>
                  <a:lnTo>
                    <a:pt x="3721562" y="1621819"/>
                  </a:lnTo>
                  <a:lnTo>
                    <a:pt x="3727034" y="1621819"/>
                  </a:lnTo>
                  <a:lnTo>
                    <a:pt x="3732507" y="1621819"/>
                  </a:lnTo>
                  <a:lnTo>
                    <a:pt x="3737980" y="1621819"/>
                  </a:lnTo>
                  <a:lnTo>
                    <a:pt x="3743453" y="1621819"/>
                  </a:lnTo>
                  <a:lnTo>
                    <a:pt x="3748926" y="1621819"/>
                  </a:lnTo>
                  <a:lnTo>
                    <a:pt x="3754399" y="1621819"/>
                  </a:lnTo>
                  <a:lnTo>
                    <a:pt x="3759872" y="1621819"/>
                  </a:lnTo>
                  <a:lnTo>
                    <a:pt x="3765345" y="1621819"/>
                  </a:lnTo>
                  <a:lnTo>
                    <a:pt x="3770818" y="1621819"/>
                  </a:lnTo>
                  <a:lnTo>
                    <a:pt x="3776290" y="1621819"/>
                  </a:lnTo>
                  <a:lnTo>
                    <a:pt x="3781763" y="1621819"/>
                  </a:lnTo>
                  <a:lnTo>
                    <a:pt x="3787236" y="1621819"/>
                  </a:lnTo>
                  <a:lnTo>
                    <a:pt x="3792709" y="1621819"/>
                  </a:lnTo>
                  <a:lnTo>
                    <a:pt x="3798182" y="1621819"/>
                  </a:lnTo>
                  <a:lnTo>
                    <a:pt x="3803655" y="1621819"/>
                  </a:lnTo>
                  <a:lnTo>
                    <a:pt x="3809128" y="1621819"/>
                  </a:lnTo>
                  <a:lnTo>
                    <a:pt x="3814601" y="1621819"/>
                  </a:lnTo>
                  <a:lnTo>
                    <a:pt x="3820074" y="1621819"/>
                  </a:lnTo>
                  <a:lnTo>
                    <a:pt x="3825546" y="1621819"/>
                  </a:lnTo>
                  <a:lnTo>
                    <a:pt x="3831019" y="1621819"/>
                  </a:lnTo>
                  <a:lnTo>
                    <a:pt x="3836492" y="1621819"/>
                  </a:lnTo>
                  <a:lnTo>
                    <a:pt x="3841965" y="1621819"/>
                  </a:lnTo>
                  <a:lnTo>
                    <a:pt x="3847438" y="1621819"/>
                  </a:lnTo>
                  <a:lnTo>
                    <a:pt x="3852911" y="1621819"/>
                  </a:lnTo>
                  <a:lnTo>
                    <a:pt x="3858384" y="1621819"/>
                  </a:lnTo>
                  <a:lnTo>
                    <a:pt x="3863857" y="1621819"/>
                  </a:lnTo>
                  <a:lnTo>
                    <a:pt x="3869329" y="1621819"/>
                  </a:lnTo>
                  <a:lnTo>
                    <a:pt x="3874802" y="1621819"/>
                  </a:lnTo>
                  <a:lnTo>
                    <a:pt x="3880275" y="1621819"/>
                  </a:lnTo>
                  <a:lnTo>
                    <a:pt x="3885748" y="1621819"/>
                  </a:lnTo>
                  <a:lnTo>
                    <a:pt x="3891221" y="1621819"/>
                  </a:lnTo>
                  <a:lnTo>
                    <a:pt x="3891221" y="1603121"/>
                  </a:lnTo>
                  <a:lnTo>
                    <a:pt x="3896694" y="1603121"/>
                  </a:lnTo>
                  <a:lnTo>
                    <a:pt x="3902167" y="1603121"/>
                  </a:lnTo>
                  <a:lnTo>
                    <a:pt x="3902167" y="1584408"/>
                  </a:lnTo>
                  <a:lnTo>
                    <a:pt x="3907640" y="1584408"/>
                  </a:lnTo>
                  <a:lnTo>
                    <a:pt x="3913113" y="1584408"/>
                  </a:lnTo>
                  <a:lnTo>
                    <a:pt x="3913113" y="1565665"/>
                  </a:lnTo>
                  <a:lnTo>
                    <a:pt x="3918585" y="1565665"/>
                  </a:lnTo>
                  <a:lnTo>
                    <a:pt x="3924058" y="1565665"/>
                  </a:lnTo>
                  <a:lnTo>
                    <a:pt x="3929531" y="1565665"/>
                  </a:lnTo>
                  <a:lnTo>
                    <a:pt x="3929531" y="1546937"/>
                  </a:lnTo>
                  <a:lnTo>
                    <a:pt x="3935004" y="1546937"/>
                  </a:lnTo>
                  <a:lnTo>
                    <a:pt x="3935004" y="1528223"/>
                  </a:lnTo>
                  <a:lnTo>
                    <a:pt x="3940477" y="1528223"/>
                  </a:lnTo>
                  <a:lnTo>
                    <a:pt x="3945950" y="1528223"/>
                  </a:lnTo>
                  <a:lnTo>
                    <a:pt x="3951423" y="1528223"/>
                  </a:lnTo>
                  <a:lnTo>
                    <a:pt x="3956896" y="1528223"/>
                  </a:lnTo>
                  <a:lnTo>
                    <a:pt x="3962369" y="1528223"/>
                  </a:lnTo>
                  <a:lnTo>
                    <a:pt x="3967841" y="1528223"/>
                  </a:lnTo>
                  <a:lnTo>
                    <a:pt x="3973314" y="1528223"/>
                  </a:lnTo>
                  <a:lnTo>
                    <a:pt x="3973314" y="1490776"/>
                  </a:lnTo>
                  <a:lnTo>
                    <a:pt x="3978787" y="1490776"/>
                  </a:lnTo>
                  <a:lnTo>
                    <a:pt x="3984260" y="1490776"/>
                  </a:lnTo>
                  <a:lnTo>
                    <a:pt x="3989733" y="1490776"/>
                  </a:lnTo>
                  <a:lnTo>
                    <a:pt x="3995206" y="1490776"/>
                  </a:lnTo>
                  <a:lnTo>
                    <a:pt x="4000679" y="1490776"/>
                  </a:lnTo>
                  <a:lnTo>
                    <a:pt x="4006152" y="1490776"/>
                  </a:lnTo>
                  <a:lnTo>
                    <a:pt x="4011625" y="1490776"/>
                  </a:lnTo>
                  <a:lnTo>
                    <a:pt x="4017097" y="1490776"/>
                  </a:lnTo>
                  <a:lnTo>
                    <a:pt x="4022570" y="1490776"/>
                  </a:lnTo>
                  <a:lnTo>
                    <a:pt x="4028043" y="1490776"/>
                  </a:lnTo>
                  <a:lnTo>
                    <a:pt x="4033516" y="1490776"/>
                  </a:lnTo>
                  <a:lnTo>
                    <a:pt x="4038989" y="1490776"/>
                  </a:lnTo>
                  <a:lnTo>
                    <a:pt x="4044462" y="1490776"/>
                  </a:lnTo>
                  <a:lnTo>
                    <a:pt x="4049935" y="1490776"/>
                  </a:lnTo>
                  <a:lnTo>
                    <a:pt x="4055408" y="1490776"/>
                  </a:lnTo>
                  <a:lnTo>
                    <a:pt x="4060880" y="1490776"/>
                  </a:lnTo>
                  <a:lnTo>
                    <a:pt x="4066353" y="1490776"/>
                  </a:lnTo>
                  <a:lnTo>
                    <a:pt x="4071826" y="1490776"/>
                  </a:lnTo>
                  <a:lnTo>
                    <a:pt x="4077299" y="1490776"/>
                  </a:lnTo>
                  <a:lnTo>
                    <a:pt x="4077299" y="1471922"/>
                  </a:lnTo>
                  <a:lnTo>
                    <a:pt x="4082772" y="1471922"/>
                  </a:lnTo>
                  <a:lnTo>
                    <a:pt x="4088245" y="1471922"/>
                  </a:lnTo>
                  <a:lnTo>
                    <a:pt x="4088245" y="1453050"/>
                  </a:lnTo>
                  <a:lnTo>
                    <a:pt x="4093718" y="1453050"/>
                  </a:lnTo>
                  <a:lnTo>
                    <a:pt x="4099191" y="1453050"/>
                  </a:lnTo>
                  <a:lnTo>
                    <a:pt x="4099191" y="1434177"/>
                  </a:lnTo>
                  <a:lnTo>
                    <a:pt x="4104664" y="1434177"/>
                  </a:lnTo>
                  <a:lnTo>
                    <a:pt x="4110136" y="1434177"/>
                  </a:lnTo>
                  <a:lnTo>
                    <a:pt x="4115609" y="1434177"/>
                  </a:lnTo>
                  <a:lnTo>
                    <a:pt x="4121082" y="1434177"/>
                  </a:lnTo>
                  <a:lnTo>
                    <a:pt x="4126555" y="1434177"/>
                  </a:lnTo>
                  <a:lnTo>
                    <a:pt x="4132028" y="1434177"/>
                  </a:lnTo>
                  <a:lnTo>
                    <a:pt x="4137501" y="1434177"/>
                  </a:lnTo>
                  <a:lnTo>
                    <a:pt x="4142974" y="1434177"/>
                  </a:lnTo>
                  <a:lnTo>
                    <a:pt x="4142974" y="1415255"/>
                  </a:lnTo>
                  <a:lnTo>
                    <a:pt x="4148447" y="1415255"/>
                  </a:lnTo>
                  <a:lnTo>
                    <a:pt x="4153920" y="1415255"/>
                  </a:lnTo>
                  <a:lnTo>
                    <a:pt x="4159392" y="1415255"/>
                  </a:lnTo>
                  <a:lnTo>
                    <a:pt x="4164865" y="1415255"/>
                  </a:lnTo>
                  <a:lnTo>
                    <a:pt x="4170338" y="1415255"/>
                  </a:lnTo>
                  <a:lnTo>
                    <a:pt x="4175811" y="1415255"/>
                  </a:lnTo>
                  <a:lnTo>
                    <a:pt x="4181284" y="1415255"/>
                  </a:lnTo>
                  <a:lnTo>
                    <a:pt x="4186757" y="1415255"/>
                  </a:lnTo>
                  <a:lnTo>
                    <a:pt x="4186757" y="1377294"/>
                  </a:lnTo>
                  <a:lnTo>
                    <a:pt x="4192230" y="1377294"/>
                  </a:lnTo>
                  <a:lnTo>
                    <a:pt x="4197703" y="1377294"/>
                  </a:lnTo>
                  <a:lnTo>
                    <a:pt x="4197703" y="1358302"/>
                  </a:lnTo>
                  <a:lnTo>
                    <a:pt x="4203176" y="1358302"/>
                  </a:lnTo>
                  <a:lnTo>
                    <a:pt x="4203176" y="1339323"/>
                  </a:lnTo>
                  <a:lnTo>
                    <a:pt x="4208648" y="1339323"/>
                  </a:lnTo>
                  <a:lnTo>
                    <a:pt x="4214121" y="1339323"/>
                  </a:lnTo>
                  <a:lnTo>
                    <a:pt x="4219594" y="1339323"/>
                  </a:lnTo>
                  <a:lnTo>
                    <a:pt x="4225067" y="1339323"/>
                  </a:lnTo>
                  <a:lnTo>
                    <a:pt x="4230540" y="1339323"/>
                  </a:lnTo>
                  <a:lnTo>
                    <a:pt x="4236013" y="1339323"/>
                  </a:lnTo>
                  <a:lnTo>
                    <a:pt x="4241486" y="1339323"/>
                  </a:lnTo>
                  <a:lnTo>
                    <a:pt x="4246959" y="1339323"/>
                  </a:lnTo>
                  <a:lnTo>
                    <a:pt x="4252431" y="1339323"/>
                  </a:lnTo>
                  <a:lnTo>
                    <a:pt x="4257904" y="1339323"/>
                  </a:lnTo>
                  <a:lnTo>
                    <a:pt x="4263377" y="1339323"/>
                  </a:lnTo>
                  <a:lnTo>
                    <a:pt x="4268850" y="1339323"/>
                  </a:lnTo>
                  <a:lnTo>
                    <a:pt x="4274323" y="1339323"/>
                  </a:lnTo>
                  <a:lnTo>
                    <a:pt x="4274323" y="1320229"/>
                  </a:lnTo>
                  <a:lnTo>
                    <a:pt x="4279796" y="1320229"/>
                  </a:lnTo>
                  <a:lnTo>
                    <a:pt x="4279796" y="1301148"/>
                  </a:lnTo>
                  <a:lnTo>
                    <a:pt x="4285269" y="1301148"/>
                  </a:lnTo>
                  <a:lnTo>
                    <a:pt x="4290742" y="1301148"/>
                  </a:lnTo>
                  <a:lnTo>
                    <a:pt x="4296215" y="1301148"/>
                  </a:lnTo>
                  <a:lnTo>
                    <a:pt x="4301687" y="1301148"/>
                  </a:lnTo>
                  <a:lnTo>
                    <a:pt x="4307160" y="1301148"/>
                  </a:lnTo>
                  <a:lnTo>
                    <a:pt x="4312633" y="1301148"/>
                  </a:lnTo>
                  <a:lnTo>
                    <a:pt x="4318106" y="1301148"/>
                  </a:lnTo>
                  <a:lnTo>
                    <a:pt x="4323579" y="1301148"/>
                  </a:lnTo>
                  <a:lnTo>
                    <a:pt x="4329052" y="1301148"/>
                  </a:lnTo>
                  <a:lnTo>
                    <a:pt x="4334525" y="1301148"/>
                  </a:lnTo>
                  <a:lnTo>
                    <a:pt x="4339998" y="1301148"/>
                  </a:lnTo>
                  <a:lnTo>
                    <a:pt x="4345471" y="1301148"/>
                  </a:lnTo>
                  <a:lnTo>
                    <a:pt x="4350943" y="1301148"/>
                  </a:lnTo>
                  <a:lnTo>
                    <a:pt x="4356416" y="1301148"/>
                  </a:lnTo>
                  <a:lnTo>
                    <a:pt x="4361889" y="1301148"/>
                  </a:lnTo>
                  <a:lnTo>
                    <a:pt x="4367362" y="1301148"/>
                  </a:lnTo>
                  <a:lnTo>
                    <a:pt x="4372835" y="1301148"/>
                  </a:lnTo>
                  <a:lnTo>
                    <a:pt x="4378308" y="1301148"/>
                  </a:lnTo>
                  <a:lnTo>
                    <a:pt x="4383781" y="1301148"/>
                  </a:lnTo>
                  <a:lnTo>
                    <a:pt x="4389254" y="1301148"/>
                  </a:lnTo>
                  <a:lnTo>
                    <a:pt x="4394726" y="1301148"/>
                  </a:lnTo>
                  <a:lnTo>
                    <a:pt x="4400199" y="1301148"/>
                  </a:lnTo>
                  <a:lnTo>
                    <a:pt x="4405672" y="1301148"/>
                  </a:lnTo>
                  <a:lnTo>
                    <a:pt x="4411145" y="1301148"/>
                  </a:lnTo>
                  <a:lnTo>
                    <a:pt x="4416618" y="1301148"/>
                  </a:lnTo>
                  <a:lnTo>
                    <a:pt x="4422091" y="1301148"/>
                  </a:lnTo>
                  <a:lnTo>
                    <a:pt x="4427564" y="1301148"/>
                  </a:lnTo>
                  <a:lnTo>
                    <a:pt x="4433037" y="1301148"/>
                  </a:lnTo>
                  <a:lnTo>
                    <a:pt x="4438510" y="1301148"/>
                  </a:lnTo>
                  <a:lnTo>
                    <a:pt x="4443982" y="1301148"/>
                  </a:lnTo>
                  <a:lnTo>
                    <a:pt x="4449455" y="1301148"/>
                  </a:lnTo>
                  <a:lnTo>
                    <a:pt x="4454928" y="1301148"/>
                  </a:lnTo>
                  <a:lnTo>
                    <a:pt x="4460401" y="1301148"/>
                  </a:lnTo>
                  <a:lnTo>
                    <a:pt x="4465874" y="1301148"/>
                  </a:lnTo>
                  <a:lnTo>
                    <a:pt x="4471347" y="1301148"/>
                  </a:lnTo>
                  <a:lnTo>
                    <a:pt x="4476820" y="1301148"/>
                  </a:lnTo>
                  <a:lnTo>
                    <a:pt x="4482293" y="1301148"/>
                  </a:lnTo>
                  <a:lnTo>
                    <a:pt x="4487766" y="1301148"/>
                  </a:lnTo>
                  <a:lnTo>
                    <a:pt x="4493238" y="1301148"/>
                  </a:lnTo>
                  <a:lnTo>
                    <a:pt x="4493238" y="1281634"/>
                  </a:lnTo>
                  <a:lnTo>
                    <a:pt x="4498711" y="1281634"/>
                  </a:lnTo>
                  <a:lnTo>
                    <a:pt x="4498711" y="1262116"/>
                  </a:lnTo>
                  <a:lnTo>
                    <a:pt x="4504184" y="1262116"/>
                  </a:lnTo>
                  <a:lnTo>
                    <a:pt x="4509657" y="1262116"/>
                  </a:lnTo>
                  <a:lnTo>
                    <a:pt x="4515130" y="1262116"/>
                  </a:lnTo>
                  <a:lnTo>
                    <a:pt x="4520603" y="1262116"/>
                  </a:lnTo>
                  <a:lnTo>
                    <a:pt x="4526076" y="1262116"/>
                  </a:lnTo>
                  <a:lnTo>
                    <a:pt x="4531549" y="1262116"/>
                  </a:lnTo>
                  <a:lnTo>
                    <a:pt x="4537022" y="1262116"/>
                  </a:lnTo>
                  <a:lnTo>
                    <a:pt x="4542494" y="1262116"/>
                  </a:lnTo>
                  <a:lnTo>
                    <a:pt x="4547967" y="1262116"/>
                  </a:lnTo>
                  <a:lnTo>
                    <a:pt x="4547967" y="1242561"/>
                  </a:lnTo>
                  <a:lnTo>
                    <a:pt x="4553440" y="1242561"/>
                  </a:lnTo>
                  <a:lnTo>
                    <a:pt x="4553440" y="1222984"/>
                  </a:lnTo>
                  <a:lnTo>
                    <a:pt x="4558913" y="1222984"/>
                  </a:lnTo>
                  <a:lnTo>
                    <a:pt x="4564386" y="1222984"/>
                  </a:lnTo>
                  <a:lnTo>
                    <a:pt x="4569859" y="1222984"/>
                  </a:lnTo>
                  <a:lnTo>
                    <a:pt x="4575332" y="1222984"/>
                  </a:lnTo>
                  <a:lnTo>
                    <a:pt x="4580805" y="1222984"/>
                  </a:lnTo>
                  <a:lnTo>
                    <a:pt x="4580805" y="1203403"/>
                  </a:lnTo>
                  <a:lnTo>
                    <a:pt x="4586277" y="1203403"/>
                  </a:lnTo>
                  <a:lnTo>
                    <a:pt x="4591750" y="1203403"/>
                  </a:lnTo>
                  <a:lnTo>
                    <a:pt x="4597223" y="1203403"/>
                  </a:lnTo>
                  <a:lnTo>
                    <a:pt x="4602696" y="1203403"/>
                  </a:lnTo>
                  <a:lnTo>
                    <a:pt x="4608169" y="1203403"/>
                  </a:lnTo>
                  <a:lnTo>
                    <a:pt x="4613642" y="1203403"/>
                  </a:lnTo>
                  <a:lnTo>
                    <a:pt x="4613642" y="1183712"/>
                  </a:lnTo>
                  <a:lnTo>
                    <a:pt x="4619115" y="1183712"/>
                  </a:lnTo>
                  <a:lnTo>
                    <a:pt x="4624588" y="1183712"/>
                  </a:lnTo>
                  <a:lnTo>
                    <a:pt x="4630061" y="1183712"/>
                  </a:lnTo>
                  <a:lnTo>
                    <a:pt x="4635533" y="1183712"/>
                  </a:lnTo>
                  <a:lnTo>
                    <a:pt x="4641006" y="1183712"/>
                  </a:lnTo>
                  <a:lnTo>
                    <a:pt x="4646479" y="1183712"/>
                  </a:lnTo>
                  <a:lnTo>
                    <a:pt x="4651952" y="1183712"/>
                  </a:lnTo>
                  <a:lnTo>
                    <a:pt x="4657425" y="1183712"/>
                  </a:lnTo>
                  <a:lnTo>
                    <a:pt x="4662898" y="1183712"/>
                  </a:lnTo>
                  <a:lnTo>
                    <a:pt x="4668371" y="1183712"/>
                  </a:lnTo>
                  <a:lnTo>
                    <a:pt x="4673844" y="1183712"/>
                  </a:lnTo>
                  <a:lnTo>
                    <a:pt x="4679317" y="1183712"/>
                  </a:lnTo>
                  <a:lnTo>
                    <a:pt x="4684789" y="1183712"/>
                  </a:lnTo>
                  <a:lnTo>
                    <a:pt x="4690262" y="1183712"/>
                  </a:lnTo>
                  <a:lnTo>
                    <a:pt x="4695735" y="1183712"/>
                  </a:lnTo>
                  <a:lnTo>
                    <a:pt x="4695735" y="1163965"/>
                  </a:lnTo>
                  <a:lnTo>
                    <a:pt x="4701208" y="1163965"/>
                  </a:lnTo>
                  <a:lnTo>
                    <a:pt x="4706681" y="1163965"/>
                  </a:lnTo>
                  <a:lnTo>
                    <a:pt x="4712154" y="1163965"/>
                  </a:lnTo>
                  <a:lnTo>
                    <a:pt x="4712154" y="1144177"/>
                  </a:lnTo>
                  <a:lnTo>
                    <a:pt x="4717627" y="1144177"/>
                  </a:lnTo>
                  <a:lnTo>
                    <a:pt x="4723100" y="1144177"/>
                  </a:lnTo>
                  <a:lnTo>
                    <a:pt x="4728573" y="1144177"/>
                  </a:lnTo>
                  <a:lnTo>
                    <a:pt x="4734045" y="1144177"/>
                  </a:lnTo>
                  <a:lnTo>
                    <a:pt x="4739518" y="1144177"/>
                  </a:lnTo>
                  <a:lnTo>
                    <a:pt x="4744991" y="1144177"/>
                  </a:lnTo>
                  <a:lnTo>
                    <a:pt x="4750464" y="1144177"/>
                  </a:lnTo>
                  <a:lnTo>
                    <a:pt x="4755937" y="1144177"/>
                  </a:lnTo>
                  <a:lnTo>
                    <a:pt x="4761410" y="1144177"/>
                  </a:lnTo>
                  <a:lnTo>
                    <a:pt x="4766883" y="1144177"/>
                  </a:lnTo>
                  <a:lnTo>
                    <a:pt x="4772356" y="1144177"/>
                  </a:lnTo>
                  <a:lnTo>
                    <a:pt x="4777828" y="1144177"/>
                  </a:lnTo>
                  <a:lnTo>
                    <a:pt x="4777828" y="1124205"/>
                  </a:lnTo>
                  <a:lnTo>
                    <a:pt x="4783301" y="1124205"/>
                  </a:lnTo>
                  <a:lnTo>
                    <a:pt x="4788774" y="1124205"/>
                  </a:lnTo>
                  <a:lnTo>
                    <a:pt x="4794247" y="1124205"/>
                  </a:lnTo>
                  <a:lnTo>
                    <a:pt x="4799720" y="1124205"/>
                  </a:lnTo>
                  <a:lnTo>
                    <a:pt x="4805193" y="1124205"/>
                  </a:lnTo>
                  <a:lnTo>
                    <a:pt x="4810666" y="1124205"/>
                  </a:lnTo>
                  <a:lnTo>
                    <a:pt x="4816139" y="1124205"/>
                  </a:lnTo>
                  <a:lnTo>
                    <a:pt x="4821612" y="1124205"/>
                  </a:lnTo>
                  <a:lnTo>
                    <a:pt x="4827084" y="1124205"/>
                  </a:lnTo>
                  <a:lnTo>
                    <a:pt x="4832557" y="1124205"/>
                  </a:lnTo>
                  <a:lnTo>
                    <a:pt x="4838030" y="1124205"/>
                  </a:lnTo>
                  <a:lnTo>
                    <a:pt x="4843503" y="1124205"/>
                  </a:lnTo>
                  <a:lnTo>
                    <a:pt x="4848976" y="1124205"/>
                  </a:lnTo>
                  <a:lnTo>
                    <a:pt x="4854449" y="1124205"/>
                  </a:lnTo>
                  <a:lnTo>
                    <a:pt x="4859922" y="1124205"/>
                  </a:lnTo>
                  <a:lnTo>
                    <a:pt x="4865395" y="1124205"/>
                  </a:lnTo>
                  <a:lnTo>
                    <a:pt x="4870868" y="1124205"/>
                  </a:lnTo>
                  <a:lnTo>
                    <a:pt x="4876340" y="1124205"/>
                  </a:lnTo>
                  <a:lnTo>
                    <a:pt x="4881813" y="1124205"/>
                  </a:lnTo>
                  <a:lnTo>
                    <a:pt x="4887286" y="1124205"/>
                  </a:lnTo>
                  <a:lnTo>
                    <a:pt x="4892759" y="1124205"/>
                  </a:lnTo>
                  <a:lnTo>
                    <a:pt x="4898232" y="1124205"/>
                  </a:lnTo>
                  <a:lnTo>
                    <a:pt x="4903705" y="1124205"/>
                  </a:lnTo>
                  <a:lnTo>
                    <a:pt x="4909178" y="1124205"/>
                  </a:lnTo>
                  <a:lnTo>
                    <a:pt x="4914651" y="1124205"/>
                  </a:lnTo>
                  <a:lnTo>
                    <a:pt x="4920123" y="1124205"/>
                  </a:lnTo>
                  <a:lnTo>
                    <a:pt x="4925596" y="1124205"/>
                  </a:lnTo>
                  <a:lnTo>
                    <a:pt x="4925596" y="1103800"/>
                  </a:lnTo>
                  <a:lnTo>
                    <a:pt x="4931069" y="1103800"/>
                  </a:lnTo>
                  <a:lnTo>
                    <a:pt x="4936542" y="1103800"/>
                  </a:lnTo>
                  <a:lnTo>
                    <a:pt x="4942015" y="1103800"/>
                  </a:lnTo>
                  <a:lnTo>
                    <a:pt x="4947488" y="1103800"/>
                  </a:lnTo>
                  <a:lnTo>
                    <a:pt x="4952961" y="1103800"/>
                  </a:lnTo>
                  <a:lnTo>
                    <a:pt x="4958434" y="1103800"/>
                  </a:lnTo>
                  <a:lnTo>
                    <a:pt x="4963907" y="1103800"/>
                  </a:lnTo>
                  <a:lnTo>
                    <a:pt x="4969379" y="1103800"/>
                  </a:lnTo>
                  <a:lnTo>
                    <a:pt x="4974852" y="1103800"/>
                  </a:lnTo>
                  <a:lnTo>
                    <a:pt x="4980325" y="1103800"/>
                  </a:lnTo>
                  <a:lnTo>
                    <a:pt x="4985798" y="1103800"/>
                  </a:lnTo>
                  <a:lnTo>
                    <a:pt x="4991271" y="1103800"/>
                  </a:lnTo>
                  <a:lnTo>
                    <a:pt x="4996744" y="1103800"/>
                  </a:lnTo>
                  <a:lnTo>
                    <a:pt x="5002217" y="1103800"/>
                  </a:lnTo>
                  <a:lnTo>
                    <a:pt x="5007690" y="1103800"/>
                  </a:lnTo>
                  <a:lnTo>
                    <a:pt x="5013163" y="1103800"/>
                  </a:lnTo>
                  <a:lnTo>
                    <a:pt x="5018635" y="1103800"/>
                  </a:lnTo>
                  <a:lnTo>
                    <a:pt x="5024108" y="1103800"/>
                  </a:lnTo>
                  <a:lnTo>
                    <a:pt x="5029581" y="1103800"/>
                  </a:lnTo>
                  <a:lnTo>
                    <a:pt x="5035054" y="1103800"/>
                  </a:lnTo>
                  <a:lnTo>
                    <a:pt x="5040527" y="1103800"/>
                  </a:lnTo>
                  <a:lnTo>
                    <a:pt x="5046000" y="1103800"/>
                  </a:lnTo>
                  <a:lnTo>
                    <a:pt x="5046000" y="1083138"/>
                  </a:lnTo>
                  <a:lnTo>
                    <a:pt x="5051473" y="1083138"/>
                  </a:lnTo>
                  <a:lnTo>
                    <a:pt x="5056946" y="1083138"/>
                  </a:lnTo>
                  <a:lnTo>
                    <a:pt x="5062419" y="1083138"/>
                  </a:lnTo>
                  <a:lnTo>
                    <a:pt x="5067891" y="1083138"/>
                  </a:lnTo>
                  <a:lnTo>
                    <a:pt x="5073364" y="1083138"/>
                  </a:lnTo>
                  <a:lnTo>
                    <a:pt x="5078837" y="1083138"/>
                  </a:lnTo>
                  <a:lnTo>
                    <a:pt x="5084310" y="1083138"/>
                  </a:lnTo>
                  <a:lnTo>
                    <a:pt x="5089783" y="1083138"/>
                  </a:lnTo>
                  <a:lnTo>
                    <a:pt x="5095256" y="1083138"/>
                  </a:lnTo>
                  <a:lnTo>
                    <a:pt x="5100729" y="1083138"/>
                  </a:lnTo>
                  <a:lnTo>
                    <a:pt x="5106202" y="1083138"/>
                  </a:lnTo>
                  <a:lnTo>
                    <a:pt x="5111674" y="1083138"/>
                  </a:lnTo>
                  <a:lnTo>
                    <a:pt x="5117147" y="1083138"/>
                  </a:lnTo>
                  <a:lnTo>
                    <a:pt x="5122620" y="1083138"/>
                  </a:lnTo>
                  <a:lnTo>
                    <a:pt x="5128093" y="1083138"/>
                  </a:lnTo>
                  <a:lnTo>
                    <a:pt x="5133566" y="1083138"/>
                  </a:lnTo>
                  <a:lnTo>
                    <a:pt x="5139039" y="1083138"/>
                  </a:lnTo>
                  <a:lnTo>
                    <a:pt x="5144512" y="1083138"/>
                  </a:lnTo>
                  <a:lnTo>
                    <a:pt x="5149985" y="1083138"/>
                  </a:lnTo>
                  <a:lnTo>
                    <a:pt x="5155458" y="1083138"/>
                  </a:lnTo>
                  <a:lnTo>
                    <a:pt x="5160930" y="1083138"/>
                  </a:lnTo>
                  <a:lnTo>
                    <a:pt x="5166403" y="1083138"/>
                  </a:lnTo>
                  <a:lnTo>
                    <a:pt x="5171876" y="1083138"/>
                  </a:lnTo>
                  <a:lnTo>
                    <a:pt x="5171876" y="1062149"/>
                  </a:lnTo>
                  <a:lnTo>
                    <a:pt x="5177349" y="1062149"/>
                  </a:lnTo>
                  <a:lnTo>
                    <a:pt x="5182822" y="1062149"/>
                  </a:lnTo>
                  <a:lnTo>
                    <a:pt x="5188295" y="1062149"/>
                  </a:lnTo>
                  <a:lnTo>
                    <a:pt x="5193768" y="1062149"/>
                  </a:lnTo>
                  <a:lnTo>
                    <a:pt x="5199241" y="1062149"/>
                  </a:lnTo>
                  <a:lnTo>
                    <a:pt x="5204714" y="1062149"/>
                  </a:lnTo>
                  <a:lnTo>
                    <a:pt x="5210186" y="1062149"/>
                  </a:lnTo>
                  <a:lnTo>
                    <a:pt x="5215659" y="1062149"/>
                  </a:lnTo>
                  <a:lnTo>
                    <a:pt x="5221132" y="1062149"/>
                  </a:lnTo>
                  <a:lnTo>
                    <a:pt x="5226605" y="1062149"/>
                  </a:lnTo>
                  <a:lnTo>
                    <a:pt x="5232078" y="1062149"/>
                  </a:lnTo>
                  <a:lnTo>
                    <a:pt x="5237551" y="1062149"/>
                  </a:lnTo>
                  <a:lnTo>
                    <a:pt x="5243024" y="1062149"/>
                  </a:lnTo>
                  <a:lnTo>
                    <a:pt x="5248497" y="1062149"/>
                  </a:lnTo>
                  <a:lnTo>
                    <a:pt x="5253970" y="1062149"/>
                  </a:lnTo>
                  <a:lnTo>
                    <a:pt x="5259442" y="1062149"/>
                  </a:lnTo>
                  <a:lnTo>
                    <a:pt x="5264915" y="1062149"/>
                  </a:lnTo>
                  <a:lnTo>
                    <a:pt x="5270388" y="1062149"/>
                  </a:lnTo>
                  <a:lnTo>
                    <a:pt x="5275861" y="1062149"/>
                  </a:lnTo>
                  <a:lnTo>
                    <a:pt x="5275861" y="1040904"/>
                  </a:lnTo>
                  <a:lnTo>
                    <a:pt x="5281334" y="1040904"/>
                  </a:lnTo>
                  <a:lnTo>
                    <a:pt x="5286807" y="1040904"/>
                  </a:lnTo>
                  <a:lnTo>
                    <a:pt x="5286807" y="1019654"/>
                  </a:lnTo>
                  <a:lnTo>
                    <a:pt x="5292280" y="1019654"/>
                  </a:lnTo>
                  <a:lnTo>
                    <a:pt x="5297753" y="1019654"/>
                  </a:lnTo>
                  <a:lnTo>
                    <a:pt x="5303225" y="1019654"/>
                  </a:lnTo>
                  <a:lnTo>
                    <a:pt x="5308698" y="1019654"/>
                  </a:lnTo>
                  <a:lnTo>
                    <a:pt x="5314171" y="1019654"/>
                  </a:lnTo>
                  <a:lnTo>
                    <a:pt x="5319644" y="1019654"/>
                  </a:lnTo>
                  <a:lnTo>
                    <a:pt x="5325117" y="1019654"/>
                  </a:lnTo>
                  <a:lnTo>
                    <a:pt x="5330590" y="1019654"/>
                  </a:lnTo>
                  <a:lnTo>
                    <a:pt x="5336063" y="1019654"/>
                  </a:lnTo>
                  <a:lnTo>
                    <a:pt x="5341536" y="1019654"/>
                  </a:lnTo>
                  <a:lnTo>
                    <a:pt x="5347009" y="1019654"/>
                  </a:lnTo>
                  <a:lnTo>
                    <a:pt x="5352481" y="1019654"/>
                  </a:lnTo>
                  <a:lnTo>
                    <a:pt x="5352481" y="998270"/>
                  </a:lnTo>
                  <a:lnTo>
                    <a:pt x="5357954" y="998270"/>
                  </a:lnTo>
                  <a:lnTo>
                    <a:pt x="5363427" y="998270"/>
                  </a:lnTo>
                  <a:lnTo>
                    <a:pt x="5368900" y="998270"/>
                  </a:lnTo>
                  <a:lnTo>
                    <a:pt x="5374373" y="998270"/>
                  </a:lnTo>
                  <a:lnTo>
                    <a:pt x="5379846" y="998270"/>
                  </a:lnTo>
                  <a:lnTo>
                    <a:pt x="5385319" y="998270"/>
                  </a:lnTo>
                  <a:lnTo>
                    <a:pt x="5390792" y="998270"/>
                  </a:lnTo>
                  <a:lnTo>
                    <a:pt x="5396265" y="998270"/>
                  </a:lnTo>
                  <a:lnTo>
                    <a:pt x="5401737" y="998270"/>
                  </a:lnTo>
                  <a:lnTo>
                    <a:pt x="5407210" y="998270"/>
                  </a:lnTo>
                  <a:lnTo>
                    <a:pt x="5412683" y="998270"/>
                  </a:lnTo>
                  <a:lnTo>
                    <a:pt x="5418156" y="998270"/>
                  </a:lnTo>
                  <a:lnTo>
                    <a:pt x="5423629" y="998270"/>
                  </a:lnTo>
                  <a:lnTo>
                    <a:pt x="5429102" y="998270"/>
                  </a:lnTo>
                  <a:lnTo>
                    <a:pt x="5434575" y="998270"/>
                  </a:lnTo>
                  <a:lnTo>
                    <a:pt x="5440048" y="998270"/>
                  </a:lnTo>
                  <a:lnTo>
                    <a:pt x="5440048" y="976575"/>
                  </a:lnTo>
                  <a:lnTo>
                    <a:pt x="5445520" y="976575"/>
                  </a:lnTo>
                  <a:lnTo>
                    <a:pt x="5445520" y="954895"/>
                  </a:lnTo>
                  <a:lnTo>
                    <a:pt x="5450993" y="954895"/>
                  </a:lnTo>
                  <a:lnTo>
                    <a:pt x="5456466" y="954895"/>
                  </a:lnTo>
                  <a:lnTo>
                    <a:pt x="5461939" y="954895"/>
                  </a:lnTo>
                  <a:lnTo>
                    <a:pt x="5461939" y="933186"/>
                  </a:lnTo>
                  <a:lnTo>
                    <a:pt x="5467412" y="933186"/>
                  </a:lnTo>
                  <a:lnTo>
                    <a:pt x="5472885" y="933186"/>
                  </a:lnTo>
                  <a:lnTo>
                    <a:pt x="5478358" y="933186"/>
                  </a:lnTo>
                  <a:lnTo>
                    <a:pt x="5483831" y="933186"/>
                  </a:lnTo>
                  <a:lnTo>
                    <a:pt x="5489304" y="933186"/>
                  </a:lnTo>
                  <a:lnTo>
                    <a:pt x="5494776" y="933186"/>
                  </a:lnTo>
                  <a:lnTo>
                    <a:pt x="5500249" y="933186"/>
                  </a:lnTo>
                  <a:lnTo>
                    <a:pt x="5505722" y="933186"/>
                  </a:lnTo>
                  <a:lnTo>
                    <a:pt x="5511195" y="933186"/>
                  </a:lnTo>
                  <a:lnTo>
                    <a:pt x="5516668" y="933186"/>
                  </a:lnTo>
                  <a:lnTo>
                    <a:pt x="5522141" y="933186"/>
                  </a:lnTo>
                  <a:lnTo>
                    <a:pt x="5527614" y="933186"/>
                  </a:lnTo>
                  <a:lnTo>
                    <a:pt x="5533087" y="933186"/>
                  </a:lnTo>
                  <a:lnTo>
                    <a:pt x="5538560" y="933186"/>
                  </a:lnTo>
                  <a:lnTo>
                    <a:pt x="5544032" y="933186"/>
                  </a:lnTo>
                  <a:lnTo>
                    <a:pt x="5549505" y="933186"/>
                  </a:lnTo>
                  <a:lnTo>
                    <a:pt x="5554978" y="933186"/>
                  </a:lnTo>
                  <a:lnTo>
                    <a:pt x="5560451" y="933186"/>
                  </a:lnTo>
                  <a:lnTo>
                    <a:pt x="5565924" y="933186"/>
                  </a:lnTo>
                  <a:lnTo>
                    <a:pt x="5571397" y="933186"/>
                  </a:lnTo>
                  <a:lnTo>
                    <a:pt x="5576870" y="933186"/>
                  </a:lnTo>
                  <a:lnTo>
                    <a:pt x="5582343" y="933186"/>
                  </a:lnTo>
                  <a:lnTo>
                    <a:pt x="5587816" y="933186"/>
                  </a:lnTo>
                  <a:lnTo>
                    <a:pt x="5593288" y="933186"/>
                  </a:lnTo>
                  <a:lnTo>
                    <a:pt x="5598761" y="933186"/>
                  </a:lnTo>
                  <a:lnTo>
                    <a:pt x="5604234" y="933186"/>
                  </a:lnTo>
                  <a:lnTo>
                    <a:pt x="5609707" y="933186"/>
                  </a:lnTo>
                  <a:lnTo>
                    <a:pt x="5615180" y="933186"/>
                  </a:lnTo>
                  <a:lnTo>
                    <a:pt x="5620653" y="933186"/>
                  </a:lnTo>
                  <a:lnTo>
                    <a:pt x="5626126" y="933186"/>
                  </a:lnTo>
                  <a:lnTo>
                    <a:pt x="5631599" y="933186"/>
                  </a:lnTo>
                  <a:lnTo>
                    <a:pt x="5637071" y="933186"/>
                  </a:lnTo>
                  <a:lnTo>
                    <a:pt x="5642544" y="933186"/>
                  </a:lnTo>
                  <a:lnTo>
                    <a:pt x="5648017" y="933186"/>
                  </a:lnTo>
                  <a:lnTo>
                    <a:pt x="5653490" y="933186"/>
                  </a:lnTo>
                  <a:lnTo>
                    <a:pt x="5658963" y="933186"/>
                  </a:lnTo>
                  <a:lnTo>
                    <a:pt x="5664436" y="933186"/>
                  </a:lnTo>
                  <a:lnTo>
                    <a:pt x="5669909" y="933186"/>
                  </a:lnTo>
                  <a:lnTo>
                    <a:pt x="5675382" y="933186"/>
                  </a:lnTo>
                  <a:lnTo>
                    <a:pt x="5680855" y="933186"/>
                  </a:lnTo>
                  <a:lnTo>
                    <a:pt x="5686327" y="933186"/>
                  </a:lnTo>
                  <a:lnTo>
                    <a:pt x="5686327" y="910847"/>
                  </a:lnTo>
                  <a:lnTo>
                    <a:pt x="5691800" y="910847"/>
                  </a:lnTo>
                  <a:lnTo>
                    <a:pt x="5697273" y="910847"/>
                  </a:lnTo>
                  <a:lnTo>
                    <a:pt x="5702746" y="910847"/>
                  </a:lnTo>
                  <a:lnTo>
                    <a:pt x="5708219" y="910847"/>
                  </a:lnTo>
                  <a:lnTo>
                    <a:pt x="5713692" y="910847"/>
                  </a:lnTo>
                  <a:lnTo>
                    <a:pt x="5719165" y="910847"/>
                  </a:lnTo>
                  <a:lnTo>
                    <a:pt x="5724638" y="910847"/>
                  </a:lnTo>
                  <a:lnTo>
                    <a:pt x="5730111" y="910847"/>
                  </a:lnTo>
                  <a:lnTo>
                    <a:pt x="5735583" y="910847"/>
                  </a:lnTo>
                  <a:lnTo>
                    <a:pt x="5735583" y="888356"/>
                  </a:lnTo>
                  <a:lnTo>
                    <a:pt x="5741056" y="888356"/>
                  </a:lnTo>
                  <a:lnTo>
                    <a:pt x="5746529" y="888356"/>
                  </a:lnTo>
                  <a:lnTo>
                    <a:pt x="5752002" y="888356"/>
                  </a:lnTo>
                  <a:lnTo>
                    <a:pt x="5757475" y="888356"/>
                  </a:lnTo>
                  <a:lnTo>
                    <a:pt x="5762948" y="888356"/>
                  </a:lnTo>
                  <a:lnTo>
                    <a:pt x="5762948" y="865810"/>
                  </a:lnTo>
                  <a:lnTo>
                    <a:pt x="5768421" y="865810"/>
                  </a:lnTo>
                  <a:lnTo>
                    <a:pt x="5773894" y="865810"/>
                  </a:lnTo>
                  <a:lnTo>
                    <a:pt x="5779367" y="865810"/>
                  </a:lnTo>
                  <a:lnTo>
                    <a:pt x="5784839" y="865810"/>
                  </a:lnTo>
                  <a:lnTo>
                    <a:pt x="5790312" y="865810"/>
                  </a:lnTo>
                  <a:lnTo>
                    <a:pt x="5795785" y="865810"/>
                  </a:lnTo>
                  <a:lnTo>
                    <a:pt x="5801258" y="865810"/>
                  </a:lnTo>
                  <a:lnTo>
                    <a:pt x="5806731" y="865810"/>
                  </a:lnTo>
                  <a:lnTo>
                    <a:pt x="5812204" y="865810"/>
                  </a:lnTo>
                  <a:lnTo>
                    <a:pt x="5817677" y="865810"/>
                  </a:lnTo>
                  <a:lnTo>
                    <a:pt x="5823150" y="865810"/>
                  </a:lnTo>
                  <a:lnTo>
                    <a:pt x="5828622" y="865810"/>
                  </a:lnTo>
                  <a:lnTo>
                    <a:pt x="5834095" y="865810"/>
                  </a:lnTo>
                  <a:lnTo>
                    <a:pt x="5839568" y="865810"/>
                  </a:lnTo>
                  <a:lnTo>
                    <a:pt x="5845041" y="865810"/>
                  </a:lnTo>
                  <a:lnTo>
                    <a:pt x="5850514" y="865810"/>
                  </a:lnTo>
                  <a:lnTo>
                    <a:pt x="5855987" y="865810"/>
                  </a:lnTo>
                  <a:lnTo>
                    <a:pt x="5861460" y="865810"/>
                  </a:lnTo>
                  <a:lnTo>
                    <a:pt x="5866933" y="865810"/>
                  </a:lnTo>
                  <a:lnTo>
                    <a:pt x="5872406" y="865810"/>
                  </a:lnTo>
                  <a:lnTo>
                    <a:pt x="5877878" y="865810"/>
                  </a:lnTo>
                  <a:lnTo>
                    <a:pt x="5883351" y="865810"/>
                  </a:lnTo>
                  <a:lnTo>
                    <a:pt x="5888824" y="865810"/>
                  </a:lnTo>
                  <a:lnTo>
                    <a:pt x="5894297" y="865810"/>
                  </a:lnTo>
                  <a:lnTo>
                    <a:pt x="5899770" y="865810"/>
                  </a:lnTo>
                  <a:lnTo>
                    <a:pt x="5905243" y="865810"/>
                  </a:lnTo>
                  <a:lnTo>
                    <a:pt x="5910716" y="865810"/>
                  </a:lnTo>
                  <a:lnTo>
                    <a:pt x="5916189" y="865810"/>
                  </a:lnTo>
                  <a:lnTo>
                    <a:pt x="5921662" y="865810"/>
                  </a:lnTo>
                  <a:lnTo>
                    <a:pt x="5927134" y="865810"/>
                  </a:lnTo>
                  <a:lnTo>
                    <a:pt x="5932607" y="865810"/>
                  </a:lnTo>
                  <a:lnTo>
                    <a:pt x="5938080" y="865810"/>
                  </a:lnTo>
                  <a:lnTo>
                    <a:pt x="5943553" y="865810"/>
                  </a:lnTo>
                  <a:lnTo>
                    <a:pt x="5949026" y="865810"/>
                  </a:lnTo>
                  <a:lnTo>
                    <a:pt x="5954499" y="865810"/>
                  </a:lnTo>
                  <a:lnTo>
                    <a:pt x="5959972" y="865810"/>
                  </a:lnTo>
                  <a:lnTo>
                    <a:pt x="5965445" y="865810"/>
                  </a:lnTo>
                  <a:lnTo>
                    <a:pt x="5970918" y="865810"/>
                  </a:lnTo>
                  <a:lnTo>
                    <a:pt x="5976390" y="865810"/>
                  </a:lnTo>
                  <a:lnTo>
                    <a:pt x="5981863" y="865810"/>
                  </a:lnTo>
                  <a:lnTo>
                    <a:pt x="5987336" y="865810"/>
                  </a:lnTo>
                  <a:lnTo>
                    <a:pt x="5992809" y="865810"/>
                  </a:lnTo>
                  <a:lnTo>
                    <a:pt x="5998282" y="865810"/>
                  </a:lnTo>
                  <a:lnTo>
                    <a:pt x="6003755" y="865810"/>
                  </a:lnTo>
                  <a:lnTo>
                    <a:pt x="6009228" y="865810"/>
                  </a:lnTo>
                  <a:lnTo>
                    <a:pt x="6014701" y="865810"/>
                  </a:lnTo>
                  <a:lnTo>
                    <a:pt x="6020173" y="865810"/>
                  </a:lnTo>
                  <a:lnTo>
                    <a:pt x="6025646" y="865810"/>
                  </a:lnTo>
                  <a:lnTo>
                    <a:pt x="6031119" y="865810"/>
                  </a:lnTo>
                  <a:lnTo>
                    <a:pt x="6036592" y="865810"/>
                  </a:lnTo>
                  <a:lnTo>
                    <a:pt x="6042065" y="865810"/>
                  </a:lnTo>
                  <a:lnTo>
                    <a:pt x="6047538" y="865810"/>
                  </a:lnTo>
                  <a:lnTo>
                    <a:pt x="6047538" y="842546"/>
                  </a:lnTo>
                  <a:lnTo>
                    <a:pt x="6053011" y="842546"/>
                  </a:lnTo>
                  <a:lnTo>
                    <a:pt x="6053011" y="819300"/>
                  </a:lnTo>
                  <a:lnTo>
                    <a:pt x="6058484" y="819300"/>
                  </a:lnTo>
                  <a:lnTo>
                    <a:pt x="6063957" y="819300"/>
                  </a:lnTo>
                  <a:lnTo>
                    <a:pt x="6069429" y="819300"/>
                  </a:lnTo>
                  <a:lnTo>
                    <a:pt x="6069429" y="796074"/>
                  </a:lnTo>
                  <a:lnTo>
                    <a:pt x="6074902" y="796074"/>
                  </a:lnTo>
                  <a:lnTo>
                    <a:pt x="6080375" y="796074"/>
                  </a:lnTo>
                  <a:lnTo>
                    <a:pt x="6085848" y="796074"/>
                  </a:lnTo>
                  <a:lnTo>
                    <a:pt x="6091321" y="796074"/>
                  </a:lnTo>
                  <a:lnTo>
                    <a:pt x="6096794" y="796074"/>
                  </a:lnTo>
                  <a:lnTo>
                    <a:pt x="6102267" y="796074"/>
                  </a:lnTo>
                  <a:lnTo>
                    <a:pt x="6107740" y="796074"/>
                  </a:lnTo>
                  <a:lnTo>
                    <a:pt x="6107740" y="772652"/>
                  </a:lnTo>
                  <a:lnTo>
                    <a:pt x="6113213" y="772652"/>
                  </a:lnTo>
                  <a:lnTo>
                    <a:pt x="6118685" y="772652"/>
                  </a:lnTo>
                  <a:lnTo>
                    <a:pt x="6124158" y="772652"/>
                  </a:lnTo>
                  <a:lnTo>
                    <a:pt x="6129631" y="772652"/>
                  </a:lnTo>
                  <a:lnTo>
                    <a:pt x="6135104" y="772652"/>
                  </a:lnTo>
                  <a:lnTo>
                    <a:pt x="6140577" y="772652"/>
                  </a:lnTo>
                  <a:lnTo>
                    <a:pt x="6146050" y="772652"/>
                  </a:lnTo>
                  <a:lnTo>
                    <a:pt x="6151523" y="772652"/>
                  </a:lnTo>
                  <a:lnTo>
                    <a:pt x="6151523" y="749057"/>
                  </a:lnTo>
                  <a:lnTo>
                    <a:pt x="6156996" y="749057"/>
                  </a:lnTo>
                  <a:lnTo>
                    <a:pt x="6162468" y="749057"/>
                  </a:lnTo>
                  <a:lnTo>
                    <a:pt x="6167941" y="749057"/>
                  </a:lnTo>
                  <a:lnTo>
                    <a:pt x="6173414" y="749057"/>
                  </a:lnTo>
                  <a:lnTo>
                    <a:pt x="6178887" y="749057"/>
                  </a:lnTo>
                  <a:lnTo>
                    <a:pt x="6184360" y="749057"/>
                  </a:lnTo>
                  <a:lnTo>
                    <a:pt x="6189833" y="749057"/>
                  </a:lnTo>
                  <a:lnTo>
                    <a:pt x="6195306" y="749057"/>
                  </a:lnTo>
                  <a:lnTo>
                    <a:pt x="6195306" y="701536"/>
                  </a:lnTo>
                  <a:lnTo>
                    <a:pt x="6200779" y="701536"/>
                  </a:lnTo>
                  <a:lnTo>
                    <a:pt x="6206252" y="701536"/>
                  </a:lnTo>
                  <a:lnTo>
                    <a:pt x="6211724" y="701536"/>
                  </a:lnTo>
                  <a:lnTo>
                    <a:pt x="6217197" y="701536"/>
                  </a:lnTo>
                  <a:lnTo>
                    <a:pt x="6222670" y="701536"/>
                  </a:lnTo>
                  <a:lnTo>
                    <a:pt x="6228143" y="701536"/>
                  </a:lnTo>
                  <a:lnTo>
                    <a:pt x="6233616" y="701536"/>
                  </a:lnTo>
                  <a:lnTo>
                    <a:pt x="6239089" y="701536"/>
                  </a:lnTo>
                  <a:lnTo>
                    <a:pt x="6250035" y="701536"/>
                  </a:lnTo>
                  <a:lnTo>
                    <a:pt x="6255508" y="701536"/>
                  </a:lnTo>
                  <a:lnTo>
                    <a:pt x="6260980" y="701536"/>
                  </a:lnTo>
                  <a:lnTo>
                    <a:pt x="6266453" y="701536"/>
                  </a:lnTo>
                  <a:lnTo>
                    <a:pt x="6271926" y="701536"/>
                  </a:lnTo>
                  <a:lnTo>
                    <a:pt x="6277399" y="701536"/>
                  </a:lnTo>
                  <a:lnTo>
                    <a:pt x="6282872" y="701536"/>
                  </a:lnTo>
                  <a:lnTo>
                    <a:pt x="6288345" y="701536"/>
                  </a:lnTo>
                  <a:lnTo>
                    <a:pt x="6293818" y="701536"/>
                  </a:lnTo>
                  <a:lnTo>
                    <a:pt x="6299291" y="701536"/>
                  </a:lnTo>
                  <a:lnTo>
                    <a:pt x="6304764" y="701536"/>
                  </a:lnTo>
                  <a:lnTo>
                    <a:pt x="6304764" y="677492"/>
                  </a:lnTo>
                  <a:lnTo>
                    <a:pt x="6310236" y="677492"/>
                  </a:lnTo>
                  <a:lnTo>
                    <a:pt x="6315709" y="677492"/>
                  </a:lnTo>
                  <a:lnTo>
                    <a:pt x="6321182" y="677492"/>
                  </a:lnTo>
                  <a:lnTo>
                    <a:pt x="6326655" y="677492"/>
                  </a:lnTo>
                  <a:lnTo>
                    <a:pt x="6332128" y="677492"/>
                  </a:lnTo>
                  <a:lnTo>
                    <a:pt x="6343074" y="677492"/>
                  </a:lnTo>
                  <a:lnTo>
                    <a:pt x="6348547" y="677492"/>
                  </a:lnTo>
                  <a:lnTo>
                    <a:pt x="6354019" y="677492"/>
                  </a:lnTo>
                  <a:lnTo>
                    <a:pt x="6359492" y="677492"/>
                  </a:lnTo>
                  <a:lnTo>
                    <a:pt x="6364965" y="677492"/>
                  </a:lnTo>
                  <a:lnTo>
                    <a:pt x="6370438" y="677492"/>
                  </a:lnTo>
                  <a:lnTo>
                    <a:pt x="6375911" y="677492"/>
                  </a:lnTo>
                  <a:lnTo>
                    <a:pt x="6381384" y="677492"/>
                  </a:lnTo>
                  <a:lnTo>
                    <a:pt x="6386857" y="677492"/>
                  </a:lnTo>
                  <a:lnTo>
                    <a:pt x="6392330" y="677492"/>
                  </a:lnTo>
                  <a:lnTo>
                    <a:pt x="6397803" y="677492"/>
                  </a:lnTo>
                  <a:lnTo>
                    <a:pt x="6403275" y="677492"/>
                  </a:lnTo>
                  <a:lnTo>
                    <a:pt x="6408748" y="677492"/>
                  </a:lnTo>
                  <a:lnTo>
                    <a:pt x="6414221" y="677492"/>
                  </a:lnTo>
                  <a:lnTo>
                    <a:pt x="6419694" y="677492"/>
                  </a:lnTo>
                  <a:lnTo>
                    <a:pt x="6419694" y="653292"/>
                  </a:lnTo>
                  <a:lnTo>
                    <a:pt x="6425167" y="653292"/>
                  </a:lnTo>
                  <a:lnTo>
                    <a:pt x="6430640" y="653292"/>
                  </a:lnTo>
                  <a:lnTo>
                    <a:pt x="6436113" y="653292"/>
                  </a:lnTo>
                  <a:lnTo>
                    <a:pt x="6441586" y="653292"/>
                  </a:lnTo>
                  <a:lnTo>
                    <a:pt x="6447059" y="653292"/>
                  </a:lnTo>
                  <a:lnTo>
                    <a:pt x="6452531" y="653292"/>
                  </a:lnTo>
                  <a:lnTo>
                    <a:pt x="6458004" y="653292"/>
                  </a:lnTo>
                  <a:lnTo>
                    <a:pt x="6463477" y="653292"/>
                  </a:lnTo>
                  <a:lnTo>
                    <a:pt x="6468950" y="653292"/>
                  </a:lnTo>
                  <a:lnTo>
                    <a:pt x="6474423" y="653292"/>
                  </a:lnTo>
                  <a:lnTo>
                    <a:pt x="6479896" y="653292"/>
                  </a:lnTo>
                  <a:lnTo>
                    <a:pt x="6485369" y="653292"/>
                  </a:lnTo>
                  <a:lnTo>
                    <a:pt x="6490842" y="653292"/>
                  </a:lnTo>
                  <a:lnTo>
                    <a:pt x="6496315" y="653292"/>
                  </a:lnTo>
                  <a:lnTo>
                    <a:pt x="6501787" y="653292"/>
                  </a:lnTo>
                  <a:lnTo>
                    <a:pt x="6507260" y="653292"/>
                  </a:lnTo>
                  <a:lnTo>
                    <a:pt x="6512733" y="653292"/>
                  </a:lnTo>
                  <a:lnTo>
                    <a:pt x="6518206" y="653292"/>
                  </a:lnTo>
                  <a:lnTo>
                    <a:pt x="6529152" y="653292"/>
                  </a:lnTo>
                  <a:lnTo>
                    <a:pt x="6540098" y="653292"/>
                  </a:lnTo>
                  <a:lnTo>
                    <a:pt x="6545570" y="653292"/>
                  </a:lnTo>
                  <a:lnTo>
                    <a:pt x="6551043" y="653292"/>
                  </a:lnTo>
                  <a:lnTo>
                    <a:pt x="6556516" y="653292"/>
                  </a:lnTo>
                  <a:lnTo>
                    <a:pt x="6561989" y="653292"/>
                  </a:lnTo>
                  <a:lnTo>
                    <a:pt x="6567462" y="653292"/>
                  </a:lnTo>
                  <a:lnTo>
                    <a:pt x="6572935" y="653292"/>
                  </a:lnTo>
                  <a:lnTo>
                    <a:pt x="6578408" y="653292"/>
                  </a:lnTo>
                  <a:lnTo>
                    <a:pt x="6583881" y="653292"/>
                  </a:lnTo>
                  <a:lnTo>
                    <a:pt x="6589354" y="653292"/>
                  </a:lnTo>
                  <a:lnTo>
                    <a:pt x="6594826" y="653292"/>
                  </a:lnTo>
                  <a:lnTo>
                    <a:pt x="6600299" y="653292"/>
                  </a:lnTo>
                  <a:lnTo>
                    <a:pt x="6605772" y="653292"/>
                  </a:lnTo>
                  <a:lnTo>
                    <a:pt x="6611245" y="653292"/>
                  </a:lnTo>
                  <a:lnTo>
                    <a:pt x="6616718" y="653292"/>
                  </a:lnTo>
                  <a:lnTo>
                    <a:pt x="6622191" y="653292"/>
                  </a:lnTo>
                  <a:lnTo>
                    <a:pt x="6627664" y="653292"/>
                  </a:lnTo>
                  <a:lnTo>
                    <a:pt x="6633137" y="653292"/>
                  </a:lnTo>
                  <a:lnTo>
                    <a:pt x="6638610" y="653292"/>
                  </a:lnTo>
                  <a:lnTo>
                    <a:pt x="6644082" y="653292"/>
                  </a:lnTo>
                  <a:lnTo>
                    <a:pt x="6649555" y="653292"/>
                  </a:lnTo>
                  <a:lnTo>
                    <a:pt x="6655028" y="653292"/>
                  </a:lnTo>
                  <a:lnTo>
                    <a:pt x="6660501" y="653292"/>
                  </a:lnTo>
                  <a:lnTo>
                    <a:pt x="6665974" y="653292"/>
                  </a:lnTo>
                  <a:lnTo>
                    <a:pt x="6671447" y="653292"/>
                  </a:lnTo>
                  <a:lnTo>
                    <a:pt x="6676920" y="653292"/>
                  </a:lnTo>
                  <a:lnTo>
                    <a:pt x="6682393" y="653292"/>
                  </a:lnTo>
                  <a:lnTo>
                    <a:pt x="6687865" y="653292"/>
                  </a:lnTo>
                  <a:lnTo>
                    <a:pt x="6693338" y="653292"/>
                  </a:lnTo>
                  <a:lnTo>
                    <a:pt x="6698811" y="653292"/>
                  </a:lnTo>
                  <a:lnTo>
                    <a:pt x="6704284" y="653292"/>
                  </a:lnTo>
                  <a:lnTo>
                    <a:pt x="6709757" y="653292"/>
                  </a:lnTo>
                  <a:lnTo>
                    <a:pt x="6715230" y="653292"/>
                  </a:lnTo>
                  <a:lnTo>
                    <a:pt x="6720703" y="653292"/>
                  </a:lnTo>
                  <a:lnTo>
                    <a:pt x="6726176" y="653292"/>
                  </a:lnTo>
                  <a:lnTo>
                    <a:pt x="6731649" y="653292"/>
                  </a:lnTo>
                  <a:lnTo>
                    <a:pt x="6737121" y="653292"/>
                  </a:lnTo>
                  <a:lnTo>
                    <a:pt x="6742594" y="653292"/>
                  </a:lnTo>
                  <a:lnTo>
                    <a:pt x="6748067" y="653292"/>
                  </a:lnTo>
                  <a:lnTo>
                    <a:pt x="6753540" y="653292"/>
                  </a:lnTo>
                  <a:lnTo>
                    <a:pt x="6759013" y="653292"/>
                  </a:lnTo>
                  <a:lnTo>
                    <a:pt x="6764486" y="653292"/>
                  </a:lnTo>
                  <a:lnTo>
                    <a:pt x="6769959" y="653292"/>
                  </a:lnTo>
                  <a:lnTo>
                    <a:pt x="6775432" y="653292"/>
                  </a:lnTo>
                  <a:lnTo>
                    <a:pt x="6780905" y="653292"/>
                  </a:lnTo>
                  <a:lnTo>
                    <a:pt x="6786377" y="653292"/>
                  </a:lnTo>
                  <a:lnTo>
                    <a:pt x="6797323" y="653292"/>
                  </a:lnTo>
                  <a:lnTo>
                    <a:pt x="6802796" y="653292"/>
                  </a:lnTo>
                  <a:lnTo>
                    <a:pt x="6808269" y="653292"/>
                  </a:lnTo>
                  <a:lnTo>
                    <a:pt x="6813742" y="653292"/>
                  </a:lnTo>
                  <a:lnTo>
                    <a:pt x="6819215" y="653292"/>
                  </a:lnTo>
                  <a:lnTo>
                    <a:pt x="6824688" y="653292"/>
                  </a:lnTo>
                  <a:lnTo>
                    <a:pt x="6830161" y="653292"/>
                  </a:lnTo>
                  <a:lnTo>
                    <a:pt x="6835633" y="653292"/>
                  </a:lnTo>
                  <a:lnTo>
                    <a:pt x="6835633" y="628226"/>
                  </a:lnTo>
                  <a:lnTo>
                    <a:pt x="6841106" y="628226"/>
                  </a:lnTo>
                  <a:lnTo>
                    <a:pt x="6846579" y="628226"/>
                  </a:lnTo>
                  <a:lnTo>
                    <a:pt x="6852052" y="628226"/>
                  </a:lnTo>
                  <a:lnTo>
                    <a:pt x="6857525" y="628226"/>
                  </a:lnTo>
                  <a:lnTo>
                    <a:pt x="6862998" y="628226"/>
                  </a:lnTo>
                  <a:lnTo>
                    <a:pt x="6868471" y="628226"/>
                  </a:lnTo>
                  <a:lnTo>
                    <a:pt x="6873944" y="628226"/>
                  </a:lnTo>
                  <a:lnTo>
                    <a:pt x="6879416" y="628226"/>
                  </a:lnTo>
                  <a:lnTo>
                    <a:pt x="6884889" y="628226"/>
                  </a:lnTo>
                  <a:lnTo>
                    <a:pt x="6890362" y="628226"/>
                  </a:lnTo>
                  <a:lnTo>
                    <a:pt x="6895835" y="628226"/>
                  </a:lnTo>
                  <a:lnTo>
                    <a:pt x="6901308" y="628226"/>
                  </a:lnTo>
                  <a:lnTo>
                    <a:pt x="6906781" y="628226"/>
                  </a:lnTo>
                  <a:lnTo>
                    <a:pt x="6912254" y="628226"/>
                  </a:lnTo>
                  <a:lnTo>
                    <a:pt x="6917727" y="628226"/>
                  </a:lnTo>
                  <a:lnTo>
                    <a:pt x="6917727" y="602988"/>
                  </a:lnTo>
                  <a:lnTo>
                    <a:pt x="6923200" y="602988"/>
                  </a:lnTo>
                  <a:lnTo>
                    <a:pt x="6928672" y="602988"/>
                  </a:lnTo>
                  <a:lnTo>
                    <a:pt x="6934145" y="602988"/>
                  </a:lnTo>
                  <a:lnTo>
                    <a:pt x="6939618" y="602988"/>
                  </a:lnTo>
                  <a:lnTo>
                    <a:pt x="6945091" y="602988"/>
                  </a:lnTo>
                  <a:lnTo>
                    <a:pt x="6950564" y="602988"/>
                  </a:lnTo>
                  <a:lnTo>
                    <a:pt x="6956037" y="602988"/>
                  </a:lnTo>
                  <a:lnTo>
                    <a:pt x="6961510" y="602988"/>
                  </a:lnTo>
                  <a:lnTo>
                    <a:pt x="6966983" y="602988"/>
                  </a:lnTo>
                  <a:lnTo>
                    <a:pt x="6972456" y="602988"/>
                  </a:lnTo>
                  <a:lnTo>
                    <a:pt x="6977928" y="602988"/>
                  </a:lnTo>
                  <a:lnTo>
                    <a:pt x="6983401" y="602988"/>
                  </a:lnTo>
                  <a:lnTo>
                    <a:pt x="6988874" y="602988"/>
                  </a:lnTo>
                  <a:lnTo>
                    <a:pt x="6994347" y="602988"/>
                  </a:lnTo>
                  <a:lnTo>
                    <a:pt x="6999820" y="602988"/>
                  </a:lnTo>
                  <a:lnTo>
                    <a:pt x="7005293" y="602988"/>
                  </a:lnTo>
                  <a:lnTo>
                    <a:pt x="7010766" y="602988"/>
                  </a:lnTo>
                  <a:lnTo>
                    <a:pt x="7016239" y="602988"/>
                  </a:lnTo>
                  <a:lnTo>
                    <a:pt x="7021712" y="602988"/>
                  </a:lnTo>
                  <a:lnTo>
                    <a:pt x="7027184" y="602988"/>
                  </a:lnTo>
                  <a:lnTo>
                    <a:pt x="7032657" y="602988"/>
                  </a:lnTo>
                  <a:lnTo>
                    <a:pt x="7038130" y="602988"/>
                  </a:lnTo>
                  <a:lnTo>
                    <a:pt x="7043603" y="602988"/>
                  </a:lnTo>
                  <a:lnTo>
                    <a:pt x="7049076" y="602988"/>
                  </a:lnTo>
                  <a:lnTo>
                    <a:pt x="7054549" y="602988"/>
                  </a:lnTo>
                  <a:lnTo>
                    <a:pt x="7060022" y="602988"/>
                  </a:lnTo>
                  <a:lnTo>
                    <a:pt x="7070967" y="602988"/>
                  </a:lnTo>
                  <a:lnTo>
                    <a:pt x="7076440" y="602988"/>
                  </a:lnTo>
                  <a:lnTo>
                    <a:pt x="7081913" y="602988"/>
                  </a:lnTo>
                  <a:lnTo>
                    <a:pt x="7087386" y="602988"/>
                  </a:lnTo>
                  <a:lnTo>
                    <a:pt x="7087386" y="577306"/>
                  </a:lnTo>
                  <a:lnTo>
                    <a:pt x="7092859" y="577306"/>
                  </a:lnTo>
                  <a:lnTo>
                    <a:pt x="7098332" y="577306"/>
                  </a:lnTo>
                  <a:lnTo>
                    <a:pt x="7103805" y="577306"/>
                  </a:lnTo>
                  <a:lnTo>
                    <a:pt x="7109278" y="577306"/>
                  </a:lnTo>
                  <a:lnTo>
                    <a:pt x="7114751" y="577306"/>
                  </a:lnTo>
                  <a:lnTo>
                    <a:pt x="7120223" y="577306"/>
                  </a:lnTo>
                  <a:lnTo>
                    <a:pt x="7125696" y="577306"/>
                  </a:lnTo>
                  <a:lnTo>
                    <a:pt x="7131169" y="577306"/>
                  </a:lnTo>
                  <a:lnTo>
                    <a:pt x="7136642" y="577306"/>
                  </a:lnTo>
                  <a:lnTo>
                    <a:pt x="7142115" y="577306"/>
                  </a:lnTo>
                  <a:lnTo>
                    <a:pt x="7147588" y="577306"/>
                  </a:lnTo>
                  <a:lnTo>
                    <a:pt x="7153061" y="577306"/>
                  </a:lnTo>
                  <a:lnTo>
                    <a:pt x="7158534" y="577306"/>
                  </a:lnTo>
                  <a:lnTo>
                    <a:pt x="7164007" y="577306"/>
                  </a:lnTo>
                  <a:lnTo>
                    <a:pt x="7169479" y="577306"/>
                  </a:lnTo>
                  <a:lnTo>
                    <a:pt x="7174952" y="577306"/>
                  </a:lnTo>
                  <a:lnTo>
                    <a:pt x="7180425" y="577306"/>
                  </a:lnTo>
                  <a:lnTo>
                    <a:pt x="7185898" y="577306"/>
                  </a:lnTo>
                  <a:lnTo>
                    <a:pt x="7191371" y="577306"/>
                  </a:lnTo>
                  <a:lnTo>
                    <a:pt x="7196844" y="577306"/>
                  </a:lnTo>
                  <a:lnTo>
                    <a:pt x="7202317" y="577306"/>
                  </a:lnTo>
                  <a:lnTo>
                    <a:pt x="7207790" y="577306"/>
                  </a:lnTo>
                  <a:lnTo>
                    <a:pt x="7213262" y="577306"/>
                  </a:lnTo>
                  <a:lnTo>
                    <a:pt x="7218735" y="577306"/>
                  </a:lnTo>
                  <a:lnTo>
                    <a:pt x="7229681" y="577306"/>
                  </a:lnTo>
                  <a:lnTo>
                    <a:pt x="7235154" y="577306"/>
                  </a:lnTo>
                  <a:lnTo>
                    <a:pt x="7240627" y="577306"/>
                  </a:lnTo>
                  <a:lnTo>
                    <a:pt x="7246100" y="577306"/>
                  </a:lnTo>
                  <a:lnTo>
                    <a:pt x="7251573" y="577306"/>
                  </a:lnTo>
                  <a:lnTo>
                    <a:pt x="7257046" y="577306"/>
                  </a:lnTo>
                  <a:lnTo>
                    <a:pt x="7262518" y="577306"/>
                  </a:lnTo>
                  <a:lnTo>
                    <a:pt x="7267991" y="577306"/>
                  </a:lnTo>
                  <a:lnTo>
                    <a:pt x="7273464" y="577306"/>
                  </a:lnTo>
                  <a:lnTo>
                    <a:pt x="7278937" y="577306"/>
                  </a:lnTo>
                  <a:lnTo>
                    <a:pt x="7284410" y="577306"/>
                  </a:lnTo>
                  <a:lnTo>
                    <a:pt x="7289883" y="577306"/>
                  </a:lnTo>
                  <a:lnTo>
                    <a:pt x="7295356" y="577306"/>
                  </a:lnTo>
                  <a:lnTo>
                    <a:pt x="7300829" y="577306"/>
                  </a:lnTo>
                  <a:lnTo>
                    <a:pt x="7306302" y="577306"/>
                  </a:lnTo>
                  <a:lnTo>
                    <a:pt x="7311774" y="577306"/>
                  </a:lnTo>
                  <a:lnTo>
                    <a:pt x="7317247" y="577306"/>
                  </a:lnTo>
                  <a:lnTo>
                    <a:pt x="7322720" y="577306"/>
                  </a:lnTo>
                  <a:lnTo>
                    <a:pt x="7328193" y="577306"/>
                  </a:lnTo>
                  <a:lnTo>
                    <a:pt x="7333666" y="577306"/>
                  </a:lnTo>
                  <a:lnTo>
                    <a:pt x="7339139" y="577306"/>
                  </a:lnTo>
                  <a:lnTo>
                    <a:pt x="7344612" y="577306"/>
                  </a:lnTo>
                  <a:lnTo>
                    <a:pt x="7350085" y="577306"/>
                  </a:lnTo>
                  <a:lnTo>
                    <a:pt x="7355558" y="577306"/>
                  </a:lnTo>
                  <a:lnTo>
                    <a:pt x="7355558" y="550837"/>
                  </a:lnTo>
                  <a:lnTo>
                    <a:pt x="7361030" y="550837"/>
                  </a:lnTo>
                  <a:lnTo>
                    <a:pt x="7366503" y="550837"/>
                  </a:lnTo>
                  <a:lnTo>
                    <a:pt x="7371976" y="550837"/>
                  </a:lnTo>
                  <a:lnTo>
                    <a:pt x="7371976" y="524393"/>
                  </a:lnTo>
                  <a:lnTo>
                    <a:pt x="7377449" y="524393"/>
                  </a:lnTo>
                  <a:lnTo>
                    <a:pt x="7377449" y="497937"/>
                  </a:lnTo>
                  <a:lnTo>
                    <a:pt x="7382922" y="497937"/>
                  </a:lnTo>
                  <a:lnTo>
                    <a:pt x="7388395" y="497937"/>
                  </a:lnTo>
                  <a:lnTo>
                    <a:pt x="7393868" y="497937"/>
                  </a:lnTo>
                  <a:lnTo>
                    <a:pt x="7399341" y="497937"/>
                  </a:lnTo>
                  <a:lnTo>
                    <a:pt x="7404813" y="497937"/>
                  </a:lnTo>
                  <a:lnTo>
                    <a:pt x="7410286" y="497937"/>
                  </a:lnTo>
                  <a:lnTo>
                    <a:pt x="7415759" y="497937"/>
                  </a:lnTo>
                  <a:lnTo>
                    <a:pt x="7421232" y="497937"/>
                  </a:lnTo>
                  <a:lnTo>
                    <a:pt x="7426705" y="497937"/>
                  </a:lnTo>
                  <a:lnTo>
                    <a:pt x="7432178" y="497937"/>
                  </a:lnTo>
                  <a:lnTo>
                    <a:pt x="7437651" y="497937"/>
                  </a:lnTo>
                  <a:lnTo>
                    <a:pt x="7443124" y="497937"/>
                  </a:lnTo>
                  <a:lnTo>
                    <a:pt x="7448597" y="497937"/>
                  </a:lnTo>
                  <a:lnTo>
                    <a:pt x="7454069" y="497937"/>
                  </a:lnTo>
                  <a:lnTo>
                    <a:pt x="7459542" y="497937"/>
                  </a:lnTo>
                  <a:lnTo>
                    <a:pt x="7465015" y="497937"/>
                  </a:lnTo>
                  <a:lnTo>
                    <a:pt x="7470488" y="497937"/>
                  </a:lnTo>
                  <a:lnTo>
                    <a:pt x="7475961" y="497937"/>
                  </a:lnTo>
                  <a:lnTo>
                    <a:pt x="7481434" y="497937"/>
                  </a:lnTo>
                  <a:lnTo>
                    <a:pt x="7492380" y="497937"/>
                  </a:lnTo>
                  <a:lnTo>
                    <a:pt x="7497853" y="497937"/>
                  </a:lnTo>
                  <a:lnTo>
                    <a:pt x="7503325" y="497937"/>
                  </a:lnTo>
                  <a:lnTo>
                    <a:pt x="7508798" y="497937"/>
                  </a:lnTo>
                  <a:lnTo>
                    <a:pt x="7514271" y="497937"/>
                  </a:lnTo>
                  <a:lnTo>
                    <a:pt x="7519744" y="497937"/>
                  </a:lnTo>
                  <a:lnTo>
                    <a:pt x="7525217" y="497937"/>
                  </a:lnTo>
                  <a:lnTo>
                    <a:pt x="7530690" y="497937"/>
                  </a:lnTo>
                  <a:lnTo>
                    <a:pt x="7536163" y="497937"/>
                  </a:lnTo>
                  <a:lnTo>
                    <a:pt x="7547109" y="497937"/>
                  </a:lnTo>
                  <a:lnTo>
                    <a:pt x="7552581" y="497937"/>
                  </a:lnTo>
                  <a:lnTo>
                    <a:pt x="7558054" y="497937"/>
                  </a:lnTo>
                  <a:lnTo>
                    <a:pt x="7569000" y="497937"/>
                  </a:lnTo>
                  <a:lnTo>
                    <a:pt x="7574473" y="497937"/>
                  </a:lnTo>
                  <a:lnTo>
                    <a:pt x="7579946" y="497937"/>
                  </a:lnTo>
                  <a:lnTo>
                    <a:pt x="7579946" y="470865"/>
                  </a:lnTo>
                  <a:lnTo>
                    <a:pt x="7590892" y="470865"/>
                  </a:lnTo>
                  <a:lnTo>
                    <a:pt x="7596364" y="470865"/>
                  </a:lnTo>
                  <a:lnTo>
                    <a:pt x="7601837" y="470865"/>
                  </a:lnTo>
                  <a:lnTo>
                    <a:pt x="7607310" y="470865"/>
                  </a:lnTo>
                  <a:lnTo>
                    <a:pt x="7612783" y="470865"/>
                  </a:lnTo>
                  <a:lnTo>
                    <a:pt x="7618256" y="470865"/>
                  </a:lnTo>
                  <a:lnTo>
                    <a:pt x="7623729" y="470865"/>
                  </a:lnTo>
                  <a:lnTo>
                    <a:pt x="7629202" y="470865"/>
                  </a:lnTo>
                  <a:lnTo>
                    <a:pt x="7634675" y="470865"/>
                  </a:lnTo>
                  <a:lnTo>
                    <a:pt x="7640148" y="470865"/>
                  </a:lnTo>
                  <a:lnTo>
                    <a:pt x="7645620" y="470865"/>
                  </a:lnTo>
                  <a:lnTo>
                    <a:pt x="7651093" y="470865"/>
                  </a:lnTo>
                  <a:lnTo>
                    <a:pt x="7656566" y="470865"/>
                  </a:lnTo>
                  <a:lnTo>
                    <a:pt x="7662039" y="470865"/>
                  </a:lnTo>
                  <a:lnTo>
                    <a:pt x="7667512" y="470865"/>
                  </a:lnTo>
                  <a:lnTo>
                    <a:pt x="7672985" y="470865"/>
                  </a:lnTo>
                  <a:lnTo>
                    <a:pt x="7678458" y="470865"/>
                  </a:lnTo>
                  <a:lnTo>
                    <a:pt x="7683931" y="470865"/>
                  </a:lnTo>
                  <a:lnTo>
                    <a:pt x="7689404" y="470865"/>
                  </a:lnTo>
                  <a:lnTo>
                    <a:pt x="7689404" y="443463"/>
                  </a:lnTo>
                  <a:lnTo>
                    <a:pt x="7694876" y="443463"/>
                  </a:lnTo>
                  <a:lnTo>
                    <a:pt x="7700349" y="443463"/>
                  </a:lnTo>
                  <a:lnTo>
                    <a:pt x="7705822" y="443463"/>
                  </a:lnTo>
                  <a:lnTo>
                    <a:pt x="7711295" y="443463"/>
                  </a:lnTo>
                  <a:lnTo>
                    <a:pt x="7716768" y="443463"/>
                  </a:lnTo>
                  <a:lnTo>
                    <a:pt x="7716768" y="415967"/>
                  </a:lnTo>
                  <a:lnTo>
                    <a:pt x="7722241" y="415967"/>
                  </a:lnTo>
                  <a:lnTo>
                    <a:pt x="7727714" y="415967"/>
                  </a:lnTo>
                  <a:lnTo>
                    <a:pt x="7733187" y="415967"/>
                  </a:lnTo>
                  <a:lnTo>
                    <a:pt x="7738659" y="415967"/>
                  </a:lnTo>
                  <a:lnTo>
                    <a:pt x="7744132" y="415967"/>
                  </a:lnTo>
                  <a:lnTo>
                    <a:pt x="7749605" y="415967"/>
                  </a:lnTo>
                  <a:lnTo>
                    <a:pt x="7755078" y="415967"/>
                  </a:lnTo>
                  <a:lnTo>
                    <a:pt x="7760551" y="415967"/>
                  </a:lnTo>
                  <a:lnTo>
                    <a:pt x="7776970" y="415967"/>
                  </a:lnTo>
                  <a:lnTo>
                    <a:pt x="7782443" y="415967"/>
                  </a:lnTo>
                  <a:lnTo>
                    <a:pt x="7787915" y="415967"/>
                  </a:lnTo>
                  <a:lnTo>
                    <a:pt x="7793388" y="415967"/>
                  </a:lnTo>
                  <a:lnTo>
                    <a:pt x="7798861" y="415967"/>
                  </a:lnTo>
                  <a:lnTo>
                    <a:pt x="7804334" y="415967"/>
                  </a:lnTo>
                  <a:lnTo>
                    <a:pt x="7809807" y="415967"/>
                  </a:lnTo>
                  <a:lnTo>
                    <a:pt x="7809807" y="388336"/>
                  </a:lnTo>
                  <a:lnTo>
                    <a:pt x="7815280" y="388336"/>
                  </a:lnTo>
                  <a:lnTo>
                    <a:pt x="7815280" y="360730"/>
                  </a:lnTo>
                  <a:lnTo>
                    <a:pt x="7820753" y="360730"/>
                  </a:lnTo>
                  <a:lnTo>
                    <a:pt x="7831699" y="360730"/>
                  </a:lnTo>
                  <a:lnTo>
                    <a:pt x="7837171" y="360730"/>
                  </a:lnTo>
                  <a:lnTo>
                    <a:pt x="7842644" y="360730"/>
                  </a:lnTo>
                  <a:lnTo>
                    <a:pt x="7848117" y="360730"/>
                  </a:lnTo>
                  <a:lnTo>
                    <a:pt x="7853590" y="360730"/>
                  </a:lnTo>
                  <a:lnTo>
                    <a:pt x="7859063" y="360730"/>
                  </a:lnTo>
                  <a:lnTo>
                    <a:pt x="7864536" y="360730"/>
                  </a:lnTo>
                  <a:lnTo>
                    <a:pt x="7870009" y="360730"/>
                  </a:lnTo>
                  <a:lnTo>
                    <a:pt x="7875482" y="360730"/>
                  </a:lnTo>
                  <a:lnTo>
                    <a:pt x="7880955" y="360730"/>
                  </a:lnTo>
                  <a:lnTo>
                    <a:pt x="7886427" y="360730"/>
                  </a:lnTo>
                  <a:lnTo>
                    <a:pt x="7891900" y="360730"/>
                  </a:lnTo>
                  <a:lnTo>
                    <a:pt x="7897373" y="360730"/>
                  </a:lnTo>
                  <a:lnTo>
                    <a:pt x="7902846" y="360730"/>
                  </a:lnTo>
                  <a:lnTo>
                    <a:pt x="7908319" y="360730"/>
                  </a:lnTo>
                  <a:lnTo>
                    <a:pt x="7913792" y="360730"/>
                  </a:lnTo>
                  <a:lnTo>
                    <a:pt x="7919265" y="360730"/>
                  </a:lnTo>
                  <a:lnTo>
                    <a:pt x="7924738" y="360730"/>
                  </a:lnTo>
                  <a:lnTo>
                    <a:pt x="7930210" y="360730"/>
                  </a:lnTo>
                  <a:lnTo>
                    <a:pt x="7935683" y="360730"/>
                  </a:lnTo>
                  <a:lnTo>
                    <a:pt x="7941156" y="360730"/>
                  </a:lnTo>
                  <a:lnTo>
                    <a:pt x="7946629" y="360730"/>
                  </a:lnTo>
                  <a:lnTo>
                    <a:pt x="7957575" y="360730"/>
                  </a:lnTo>
                  <a:lnTo>
                    <a:pt x="7963048" y="360730"/>
                  </a:lnTo>
                  <a:lnTo>
                    <a:pt x="7968521" y="360730"/>
                  </a:lnTo>
                  <a:lnTo>
                    <a:pt x="7973994" y="360730"/>
                  </a:lnTo>
                  <a:lnTo>
                    <a:pt x="7984939" y="360730"/>
                  </a:lnTo>
                  <a:lnTo>
                    <a:pt x="7990412" y="360730"/>
                  </a:lnTo>
                  <a:lnTo>
                    <a:pt x="7995885" y="360730"/>
                  </a:lnTo>
                  <a:lnTo>
                    <a:pt x="8001358" y="360730"/>
                  </a:lnTo>
                  <a:lnTo>
                    <a:pt x="8006831" y="360730"/>
                  </a:lnTo>
                  <a:lnTo>
                    <a:pt x="8012304" y="360730"/>
                  </a:lnTo>
                  <a:lnTo>
                    <a:pt x="8023250" y="360730"/>
                  </a:lnTo>
                  <a:lnTo>
                    <a:pt x="8028722" y="360730"/>
                  </a:lnTo>
                  <a:lnTo>
                    <a:pt x="8034195" y="360730"/>
                  </a:lnTo>
                  <a:lnTo>
                    <a:pt x="8034195" y="304764"/>
                  </a:lnTo>
                  <a:lnTo>
                    <a:pt x="8039668" y="304764"/>
                  </a:lnTo>
                  <a:lnTo>
                    <a:pt x="8045141" y="304764"/>
                  </a:lnTo>
                  <a:lnTo>
                    <a:pt x="8050614" y="304764"/>
                  </a:lnTo>
                  <a:lnTo>
                    <a:pt x="8056087" y="304764"/>
                  </a:lnTo>
                  <a:lnTo>
                    <a:pt x="8061560" y="304764"/>
                  </a:lnTo>
                  <a:lnTo>
                    <a:pt x="8067033" y="304764"/>
                  </a:lnTo>
                  <a:lnTo>
                    <a:pt x="8072506" y="304764"/>
                  </a:lnTo>
                  <a:lnTo>
                    <a:pt x="8077978" y="304764"/>
                  </a:lnTo>
                  <a:lnTo>
                    <a:pt x="8083451" y="304764"/>
                  </a:lnTo>
                  <a:lnTo>
                    <a:pt x="8088924" y="304764"/>
                  </a:lnTo>
                  <a:lnTo>
                    <a:pt x="8105343" y="304764"/>
                  </a:lnTo>
                  <a:lnTo>
                    <a:pt x="8110816" y="304764"/>
                  </a:lnTo>
                  <a:lnTo>
                    <a:pt x="8110816" y="276607"/>
                  </a:lnTo>
                  <a:lnTo>
                    <a:pt x="8121761" y="276607"/>
                  </a:lnTo>
                  <a:lnTo>
                    <a:pt x="8127234" y="276607"/>
                  </a:lnTo>
                  <a:lnTo>
                    <a:pt x="8132707" y="276607"/>
                  </a:lnTo>
                  <a:lnTo>
                    <a:pt x="8138180" y="276607"/>
                  </a:lnTo>
                  <a:lnTo>
                    <a:pt x="8143653" y="276607"/>
                  </a:lnTo>
                  <a:lnTo>
                    <a:pt x="8149126" y="276607"/>
                  </a:lnTo>
                  <a:lnTo>
                    <a:pt x="8154599" y="276607"/>
                  </a:lnTo>
                  <a:lnTo>
                    <a:pt x="8160072" y="276607"/>
                  </a:lnTo>
                  <a:lnTo>
                    <a:pt x="8165545" y="276607"/>
                  </a:lnTo>
                  <a:lnTo>
                    <a:pt x="8171017" y="276607"/>
                  </a:lnTo>
                  <a:lnTo>
                    <a:pt x="8176490" y="276607"/>
                  </a:lnTo>
                  <a:lnTo>
                    <a:pt x="8181963" y="276607"/>
                  </a:lnTo>
                  <a:lnTo>
                    <a:pt x="8187436" y="276607"/>
                  </a:lnTo>
                  <a:lnTo>
                    <a:pt x="8187436" y="248303"/>
                  </a:lnTo>
                  <a:lnTo>
                    <a:pt x="8192909" y="248303"/>
                  </a:lnTo>
                  <a:lnTo>
                    <a:pt x="8198382" y="248303"/>
                  </a:lnTo>
                  <a:lnTo>
                    <a:pt x="8203855" y="248303"/>
                  </a:lnTo>
                  <a:lnTo>
                    <a:pt x="8209328" y="248303"/>
                  </a:lnTo>
                  <a:lnTo>
                    <a:pt x="8214801" y="248303"/>
                  </a:lnTo>
                  <a:lnTo>
                    <a:pt x="8220273" y="248303"/>
                  </a:lnTo>
                  <a:lnTo>
                    <a:pt x="8225746" y="248303"/>
                  </a:lnTo>
                  <a:lnTo>
                    <a:pt x="8231219" y="248303"/>
                  </a:lnTo>
                  <a:lnTo>
                    <a:pt x="8236692" y="248303"/>
                  </a:lnTo>
                  <a:lnTo>
                    <a:pt x="8242165" y="248303"/>
                  </a:lnTo>
                  <a:lnTo>
                    <a:pt x="8247638" y="248303"/>
                  </a:lnTo>
                  <a:lnTo>
                    <a:pt x="8258584" y="248303"/>
                  </a:lnTo>
                  <a:lnTo>
                    <a:pt x="8264056" y="248303"/>
                  </a:lnTo>
                  <a:lnTo>
                    <a:pt x="8269529" y="248303"/>
                  </a:lnTo>
                  <a:lnTo>
                    <a:pt x="8275002" y="248303"/>
                  </a:lnTo>
                  <a:lnTo>
                    <a:pt x="8280475" y="248303"/>
                  </a:lnTo>
                  <a:lnTo>
                    <a:pt x="8285948" y="248303"/>
                  </a:lnTo>
                  <a:lnTo>
                    <a:pt x="8291421" y="248303"/>
                  </a:lnTo>
                  <a:lnTo>
                    <a:pt x="8296894" y="248303"/>
                  </a:lnTo>
                  <a:lnTo>
                    <a:pt x="8302367" y="248303"/>
                  </a:lnTo>
                  <a:lnTo>
                    <a:pt x="8307840" y="248303"/>
                  </a:lnTo>
                  <a:lnTo>
                    <a:pt x="8313312" y="248303"/>
                  </a:lnTo>
                  <a:lnTo>
                    <a:pt x="8318785" y="248303"/>
                  </a:lnTo>
                  <a:lnTo>
                    <a:pt x="8324258" y="248303"/>
                  </a:lnTo>
                  <a:lnTo>
                    <a:pt x="8329731" y="248303"/>
                  </a:lnTo>
                  <a:lnTo>
                    <a:pt x="8335204" y="248303"/>
                  </a:lnTo>
                  <a:lnTo>
                    <a:pt x="8340677" y="248303"/>
                  </a:lnTo>
                  <a:lnTo>
                    <a:pt x="8351623" y="248303"/>
                  </a:lnTo>
                  <a:lnTo>
                    <a:pt x="8357096" y="248303"/>
                  </a:lnTo>
                  <a:lnTo>
                    <a:pt x="8362568" y="248303"/>
                  </a:lnTo>
                  <a:lnTo>
                    <a:pt x="8368041" y="248303"/>
                  </a:lnTo>
                  <a:lnTo>
                    <a:pt x="8373514" y="248303"/>
                  </a:lnTo>
                  <a:lnTo>
                    <a:pt x="8378987" y="248303"/>
                  </a:lnTo>
                  <a:lnTo>
                    <a:pt x="8384460" y="248303"/>
                  </a:lnTo>
                  <a:lnTo>
                    <a:pt x="8389933" y="248303"/>
                  </a:lnTo>
                  <a:lnTo>
                    <a:pt x="8395406" y="248303"/>
                  </a:lnTo>
                  <a:lnTo>
                    <a:pt x="8400879" y="248303"/>
                  </a:lnTo>
                  <a:lnTo>
                    <a:pt x="8406352" y="248303"/>
                  </a:lnTo>
                  <a:lnTo>
                    <a:pt x="8411824" y="248303"/>
                  </a:lnTo>
                  <a:lnTo>
                    <a:pt x="8417297" y="248303"/>
                  </a:lnTo>
                  <a:lnTo>
                    <a:pt x="8422770" y="248303"/>
                  </a:lnTo>
                  <a:lnTo>
                    <a:pt x="8433716" y="248303"/>
                  </a:lnTo>
                  <a:lnTo>
                    <a:pt x="8439189" y="248303"/>
                  </a:lnTo>
                  <a:lnTo>
                    <a:pt x="8439189" y="219213"/>
                  </a:lnTo>
                  <a:lnTo>
                    <a:pt x="8444662" y="219213"/>
                  </a:lnTo>
                  <a:lnTo>
                    <a:pt x="8450135" y="219213"/>
                  </a:lnTo>
                  <a:lnTo>
                    <a:pt x="8455607" y="219213"/>
                  </a:lnTo>
                  <a:lnTo>
                    <a:pt x="8461080" y="219213"/>
                  </a:lnTo>
                  <a:lnTo>
                    <a:pt x="8466553" y="219213"/>
                  </a:lnTo>
                  <a:lnTo>
                    <a:pt x="8477499" y="219213"/>
                  </a:lnTo>
                  <a:lnTo>
                    <a:pt x="8482972" y="219213"/>
                  </a:lnTo>
                  <a:lnTo>
                    <a:pt x="8488445" y="219213"/>
                  </a:lnTo>
                  <a:lnTo>
                    <a:pt x="8493918" y="219213"/>
                  </a:lnTo>
                  <a:lnTo>
                    <a:pt x="8499391" y="219213"/>
                  </a:lnTo>
                  <a:lnTo>
                    <a:pt x="8504863" y="219213"/>
                  </a:lnTo>
                  <a:lnTo>
                    <a:pt x="8510336" y="219213"/>
                  </a:lnTo>
                  <a:lnTo>
                    <a:pt x="8515809" y="219213"/>
                  </a:lnTo>
                  <a:lnTo>
                    <a:pt x="8521282" y="219213"/>
                  </a:lnTo>
                  <a:lnTo>
                    <a:pt x="8526755" y="219213"/>
                  </a:lnTo>
                  <a:lnTo>
                    <a:pt x="8532228" y="219213"/>
                  </a:lnTo>
                  <a:lnTo>
                    <a:pt x="8537701" y="219213"/>
                  </a:lnTo>
                  <a:lnTo>
                    <a:pt x="8543174" y="219213"/>
                  </a:lnTo>
                  <a:lnTo>
                    <a:pt x="8548647" y="219213"/>
                  </a:lnTo>
                  <a:lnTo>
                    <a:pt x="8554119" y="219213"/>
                  </a:lnTo>
                  <a:lnTo>
                    <a:pt x="8565065" y="219213"/>
                  </a:lnTo>
                  <a:lnTo>
                    <a:pt x="8570538" y="219213"/>
                  </a:lnTo>
                  <a:lnTo>
                    <a:pt x="8576011" y="219213"/>
                  </a:lnTo>
                  <a:lnTo>
                    <a:pt x="8581484" y="219213"/>
                  </a:lnTo>
                  <a:lnTo>
                    <a:pt x="8592430" y="219213"/>
                  </a:lnTo>
                  <a:lnTo>
                    <a:pt x="8597903" y="219213"/>
                  </a:lnTo>
                  <a:lnTo>
                    <a:pt x="8603375" y="219213"/>
                  </a:lnTo>
                  <a:lnTo>
                    <a:pt x="8608848" y="219213"/>
                  </a:lnTo>
                  <a:lnTo>
                    <a:pt x="8619794" y="219213"/>
                  </a:lnTo>
                  <a:lnTo>
                    <a:pt x="8625267" y="219213"/>
                  </a:lnTo>
                  <a:lnTo>
                    <a:pt x="8630740" y="219213"/>
                  </a:lnTo>
                  <a:lnTo>
                    <a:pt x="8636213" y="219213"/>
                  </a:lnTo>
                  <a:lnTo>
                    <a:pt x="8641686" y="219213"/>
                  </a:lnTo>
                  <a:lnTo>
                    <a:pt x="8647158" y="219213"/>
                  </a:lnTo>
                  <a:lnTo>
                    <a:pt x="8658104" y="219213"/>
                  </a:lnTo>
                  <a:lnTo>
                    <a:pt x="8663577" y="219213"/>
                  </a:lnTo>
                  <a:lnTo>
                    <a:pt x="8674523" y="219213"/>
                  </a:lnTo>
                  <a:lnTo>
                    <a:pt x="8679996" y="219213"/>
                  </a:lnTo>
                  <a:lnTo>
                    <a:pt x="8685469" y="219213"/>
                  </a:lnTo>
                  <a:lnTo>
                    <a:pt x="8690942" y="219213"/>
                  </a:lnTo>
                  <a:lnTo>
                    <a:pt x="8696414" y="219213"/>
                  </a:lnTo>
                  <a:lnTo>
                    <a:pt x="8701887" y="219213"/>
                  </a:lnTo>
                  <a:lnTo>
                    <a:pt x="8707360" y="219213"/>
                  </a:lnTo>
                  <a:lnTo>
                    <a:pt x="8718306" y="219213"/>
                  </a:lnTo>
                  <a:lnTo>
                    <a:pt x="8723779" y="219213"/>
                  </a:lnTo>
                  <a:lnTo>
                    <a:pt x="8729252" y="219213"/>
                  </a:lnTo>
                  <a:lnTo>
                    <a:pt x="8734725" y="219213"/>
                  </a:lnTo>
                  <a:lnTo>
                    <a:pt x="8740198" y="219213"/>
                  </a:lnTo>
                  <a:lnTo>
                    <a:pt x="8745670" y="219213"/>
                  </a:lnTo>
                  <a:lnTo>
                    <a:pt x="8751143" y="219213"/>
                  </a:lnTo>
                  <a:lnTo>
                    <a:pt x="8756616" y="219213"/>
                  </a:lnTo>
                  <a:lnTo>
                    <a:pt x="8762089" y="219213"/>
                  </a:lnTo>
                  <a:lnTo>
                    <a:pt x="8767562" y="219213"/>
                  </a:lnTo>
                  <a:lnTo>
                    <a:pt x="8773035" y="219213"/>
                  </a:lnTo>
                  <a:lnTo>
                    <a:pt x="8778508" y="219213"/>
                  </a:lnTo>
                  <a:lnTo>
                    <a:pt x="8783981" y="219213"/>
                  </a:lnTo>
                  <a:lnTo>
                    <a:pt x="8789453" y="219213"/>
                  </a:lnTo>
                  <a:lnTo>
                    <a:pt x="8800399" y="219213"/>
                  </a:lnTo>
                  <a:lnTo>
                    <a:pt x="8805872" y="219213"/>
                  </a:lnTo>
                  <a:lnTo>
                    <a:pt x="8816818" y="219213"/>
                  </a:lnTo>
                  <a:lnTo>
                    <a:pt x="8822291" y="219213"/>
                  </a:lnTo>
                  <a:lnTo>
                    <a:pt x="8827764" y="219213"/>
                  </a:lnTo>
                  <a:lnTo>
                    <a:pt x="8833237" y="219213"/>
                  </a:lnTo>
                  <a:lnTo>
                    <a:pt x="8838709" y="219213"/>
                  </a:lnTo>
                  <a:lnTo>
                    <a:pt x="8844182" y="219213"/>
                  </a:lnTo>
                  <a:lnTo>
                    <a:pt x="8855128" y="219213"/>
                  </a:lnTo>
                  <a:lnTo>
                    <a:pt x="8860601" y="219213"/>
                  </a:lnTo>
                  <a:lnTo>
                    <a:pt x="8866074" y="219213"/>
                  </a:lnTo>
                  <a:lnTo>
                    <a:pt x="8877020" y="219213"/>
                  </a:lnTo>
                  <a:lnTo>
                    <a:pt x="8882493" y="219213"/>
                  </a:lnTo>
                  <a:lnTo>
                    <a:pt x="8887965" y="219213"/>
                  </a:lnTo>
                  <a:lnTo>
                    <a:pt x="8893438" y="219213"/>
                  </a:lnTo>
                  <a:lnTo>
                    <a:pt x="8898911" y="219213"/>
                  </a:lnTo>
                  <a:lnTo>
                    <a:pt x="8909857" y="219213"/>
                  </a:lnTo>
                  <a:lnTo>
                    <a:pt x="8915330" y="219213"/>
                  </a:lnTo>
                  <a:lnTo>
                    <a:pt x="8920803" y="219213"/>
                  </a:lnTo>
                  <a:lnTo>
                    <a:pt x="8931749" y="219213"/>
                  </a:lnTo>
                  <a:lnTo>
                    <a:pt x="8937221" y="219213"/>
                  </a:lnTo>
                  <a:lnTo>
                    <a:pt x="8948167" y="219213"/>
                  </a:lnTo>
                  <a:lnTo>
                    <a:pt x="8953640" y="219213"/>
                  </a:lnTo>
                  <a:lnTo>
                    <a:pt x="8953640" y="188671"/>
                  </a:lnTo>
                  <a:lnTo>
                    <a:pt x="8959113" y="188671"/>
                  </a:lnTo>
                  <a:lnTo>
                    <a:pt x="8964586" y="188671"/>
                  </a:lnTo>
                  <a:lnTo>
                    <a:pt x="8975532" y="188671"/>
                  </a:lnTo>
                  <a:lnTo>
                    <a:pt x="8981004" y="188671"/>
                  </a:lnTo>
                  <a:lnTo>
                    <a:pt x="8986477" y="188671"/>
                  </a:lnTo>
                  <a:lnTo>
                    <a:pt x="8986477" y="158057"/>
                  </a:lnTo>
                  <a:lnTo>
                    <a:pt x="8991950" y="158057"/>
                  </a:lnTo>
                  <a:lnTo>
                    <a:pt x="8997423" y="158057"/>
                  </a:lnTo>
                  <a:lnTo>
                    <a:pt x="9002896" y="158057"/>
                  </a:lnTo>
                  <a:lnTo>
                    <a:pt x="9008369" y="158057"/>
                  </a:lnTo>
                  <a:lnTo>
                    <a:pt x="9013842" y="158057"/>
                  </a:lnTo>
                  <a:lnTo>
                    <a:pt x="9024788" y="158057"/>
                  </a:lnTo>
                  <a:lnTo>
                    <a:pt x="9030260" y="158057"/>
                  </a:lnTo>
                  <a:lnTo>
                    <a:pt x="9035733" y="158057"/>
                  </a:lnTo>
                  <a:lnTo>
                    <a:pt x="9041206" y="158057"/>
                  </a:lnTo>
                  <a:lnTo>
                    <a:pt x="9046679" y="158057"/>
                  </a:lnTo>
                  <a:lnTo>
                    <a:pt x="9052152" y="158057"/>
                  </a:lnTo>
                  <a:lnTo>
                    <a:pt x="9057625" y="158057"/>
                  </a:lnTo>
                  <a:lnTo>
                    <a:pt x="9068571" y="158057"/>
                  </a:lnTo>
                  <a:lnTo>
                    <a:pt x="9074044" y="158057"/>
                  </a:lnTo>
                  <a:lnTo>
                    <a:pt x="9079516" y="158057"/>
                  </a:lnTo>
                  <a:lnTo>
                    <a:pt x="9084989" y="158057"/>
                  </a:lnTo>
                  <a:lnTo>
                    <a:pt x="9090462" y="158057"/>
                  </a:lnTo>
                  <a:lnTo>
                    <a:pt x="9095935" y="158057"/>
                  </a:lnTo>
                  <a:lnTo>
                    <a:pt x="9106881" y="158057"/>
                  </a:lnTo>
                  <a:lnTo>
                    <a:pt x="9112354" y="158057"/>
                  </a:lnTo>
                  <a:lnTo>
                    <a:pt x="9117827" y="158057"/>
                  </a:lnTo>
                  <a:lnTo>
                    <a:pt x="9123300" y="158057"/>
                  </a:lnTo>
                  <a:lnTo>
                    <a:pt x="9128772" y="158057"/>
                  </a:lnTo>
                  <a:lnTo>
                    <a:pt x="9134245" y="158057"/>
                  </a:lnTo>
                  <a:lnTo>
                    <a:pt x="9139718" y="158057"/>
                  </a:lnTo>
                  <a:lnTo>
                    <a:pt x="9145191" y="158057"/>
                  </a:lnTo>
                  <a:lnTo>
                    <a:pt x="9150664" y="158057"/>
                  </a:lnTo>
                  <a:lnTo>
                    <a:pt x="9156137" y="158057"/>
                  </a:lnTo>
                  <a:lnTo>
                    <a:pt x="9167083" y="158057"/>
                  </a:lnTo>
                  <a:lnTo>
                    <a:pt x="9172555" y="158057"/>
                  </a:lnTo>
                  <a:lnTo>
                    <a:pt x="9183501" y="158057"/>
                  </a:lnTo>
                  <a:lnTo>
                    <a:pt x="9188974" y="158057"/>
                  </a:lnTo>
                  <a:lnTo>
                    <a:pt x="9194447" y="158057"/>
                  </a:lnTo>
                  <a:lnTo>
                    <a:pt x="9194447" y="126880"/>
                  </a:lnTo>
                  <a:lnTo>
                    <a:pt x="9199920" y="126880"/>
                  </a:lnTo>
                  <a:lnTo>
                    <a:pt x="9205393" y="126880"/>
                  </a:lnTo>
                  <a:lnTo>
                    <a:pt x="9210866" y="126880"/>
                  </a:lnTo>
                  <a:lnTo>
                    <a:pt x="9216339" y="126880"/>
                  </a:lnTo>
                  <a:lnTo>
                    <a:pt x="9221811" y="126880"/>
                  </a:lnTo>
                  <a:lnTo>
                    <a:pt x="9227284" y="126880"/>
                  </a:lnTo>
                  <a:lnTo>
                    <a:pt x="9238230" y="126880"/>
                  </a:lnTo>
                  <a:lnTo>
                    <a:pt x="9238230" y="95682"/>
                  </a:lnTo>
                  <a:lnTo>
                    <a:pt x="9243703" y="95682"/>
                  </a:lnTo>
                  <a:lnTo>
                    <a:pt x="9249176" y="95682"/>
                  </a:lnTo>
                  <a:lnTo>
                    <a:pt x="9254649" y="95682"/>
                  </a:lnTo>
                  <a:lnTo>
                    <a:pt x="9260122" y="95682"/>
                  </a:lnTo>
                  <a:lnTo>
                    <a:pt x="9265595" y="95682"/>
                  </a:lnTo>
                  <a:lnTo>
                    <a:pt x="9271067" y="95682"/>
                  </a:lnTo>
                  <a:lnTo>
                    <a:pt x="9276540" y="95682"/>
                  </a:lnTo>
                  <a:lnTo>
                    <a:pt x="9287486" y="95682"/>
                  </a:lnTo>
                  <a:lnTo>
                    <a:pt x="9292959" y="95682"/>
                  </a:lnTo>
                  <a:lnTo>
                    <a:pt x="9298432" y="95682"/>
                  </a:lnTo>
                  <a:lnTo>
                    <a:pt x="9303905" y="95682"/>
                  </a:lnTo>
                  <a:lnTo>
                    <a:pt x="9314850" y="95682"/>
                  </a:lnTo>
                  <a:lnTo>
                    <a:pt x="9325796" y="95682"/>
                  </a:lnTo>
                  <a:lnTo>
                    <a:pt x="9331269" y="95682"/>
                  </a:lnTo>
                  <a:lnTo>
                    <a:pt x="9336742" y="95682"/>
                  </a:lnTo>
                  <a:lnTo>
                    <a:pt x="9342215" y="95682"/>
                  </a:lnTo>
                  <a:lnTo>
                    <a:pt x="9347688" y="95682"/>
                  </a:lnTo>
                  <a:lnTo>
                    <a:pt x="9353161" y="95682"/>
                  </a:lnTo>
                  <a:lnTo>
                    <a:pt x="9358634" y="95682"/>
                  </a:lnTo>
                  <a:lnTo>
                    <a:pt x="9369579" y="95682"/>
                  </a:lnTo>
                  <a:lnTo>
                    <a:pt x="9375052" y="95682"/>
                  </a:lnTo>
                  <a:lnTo>
                    <a:pt x="9380525" y="95682"/>
                  </a:lnTo>
                  <a:lnTo>
                    <a:pt x="9385998" y="95682"/>
                  </a:lnTo>
                  <a:lnTo>
                    <a:pt x="9391471" y="95682"/>
                  </a:lnTo>
                  <a:lnTo>
                    <a:pt x="9413362" y="95682"/>
                  </a:lnTo>
                  <a:lnTo>
                    <a:pt x="9413362" y="63947"/>
                  </a:lnTo>
                  <a:lnTo>
                    <a:pt x="9418835" y="63947"/>
                  </a:lnTo>
                  <a:lnTo>
                    <a:pt x="9429781" y="63947"/>
                  </a:lnTo>
                  <a:lnTo>
                    <a:pt x="9435254" y="63947"/>
                  </a:lnTo>
                  <a:lnTo>
                    <a:pt x="9440727" y="63947"/>
                  </a:lnTo>
                  <a:lnTo>
                    <a:pt x="9440727" y="32074"/>
                  </a:lnTo>
                  <a:lnTo>
                    <a:pt x="9446200" y="32074"/>
                  </a:lnTo>
                  <a:lnTo>
                    <a:pt x="9451673" y="32074"/>
                  </a:lnTo>
                  <a:lnTo>
                    <a:pt x="9457146" y="32074"/>
                  </a:lnTo>
                  <a:lnTo>
                    <a:pt x="9462618" y="32074"/>
                  </a:lnTo>
                  <a:lnTo>
                    <a:pt x="9468091" y="32074"/>
                  </a:lnTo>
                  <a:lnTo>
                    <a:pt x="9473564" y="32074"/>
                  </a:lnTo>
                  <a:lnTo>
                    <a:pt x="9479037" y="32074"/>
                  </a:lnTo>
                  <a:lnTo>
                    <a:pt x="9484510" y="32074"/>
                  </a:lnTo>
                  <a:lnTo>
                    <a:pt x="9489983" y="32074"/>
                  </a:lnTo>
                  <a:lnTo>
                    <a:pt x="9495456" y="32074"/>
                  </a:lnTo>
                  <a:lnTo>
                    <a:pt x="9500929" y="32074"/>
                  </a:lnTo>
                  <a:lnTo>
                    <a:pt x="9506401" y="32074"/>
                  </a:lnTo>
                  <a:lnTo>
                    <a:pt x="9511874" y="32074"/>
                  </a:lnTo>
                  <a:lnTo>
                    <a:pt x="9511874" y="0"/>
                  </a:lnTo>
                  <a:lnTo>
                    <a:pt x="9517347" y="0"/>
                  </a:lnTo>
                  <a:lnTo>
                    <a:pt x="9522820" y="0"/>
                  </a:lnTo>
                  <a:lnTo>
                    <a:pt x="9528293" y="0"/>
                  </a:lnTo>
                  <a:lnTo>
                    <a:pt x="9533766" y="0"/>
                  </a:lnTo>
                  <a:lnTo>
                    <a:pt x="9544712" y="0"/>
                  </a:lnTo>
                  <a:lnTo>
                    <a:pt x="9561130" y="0"/>
                  </a:lnTo>
                  <a:lnTo>
                    <a:pt x="9566603" y="0"/>
                  </a:lnTo>
                  <a:lnTo>
                    <a:pt x="9572076" y="0"/>
                  </a:lnTo>
                  <a:lnTo>
                    <a:pt x="9577549" y="0"/>
                  </a:lnTo>
                  <a:lnTo>
                    <a:pt x="9583022" y="0"/>
                  </a:lnTo>
                  <a:lnTo>
                    <a:pt x="9588495" y="0"/>
                  </a:lnTo>
                  <a:lnTo>
                    <a:pt x="9593968" y="0"/>
                  </a:lnTo>
                  <a:lnTo>
                    <a:pt x="9599441" y="0"/>
                  </a:lnTo>
                  <a:lnTo>
                    <a:pt x="9604913" y="0"/>
                  </a:lnTo>
                  <a:lnTo>
                    <a:pt x="9615859" y="0"/>
                  </a:lnTo>
                  <a:lnTo>
                    <a:pt x="9632278" y="0"/>
                  </a:lnTo>
                  <a:lnTo>
                    <a:pt x="9637751" y="0"/>
                  </a:lnTo>
                  <a:lnTo>
                    <a:pt x="9643224" y="0"/>
                  </a:lnTo>
                  <a:lnTo>
                    <a:pt x="9659642" y="0"/>
                  </a:lnTo>
                  <a:lnTo>
                    <a:pt x="9665115" y="0"/>
                  </a:lnTo>
                  <a:lnTo>
                    <a:pt x="9670588" y="0"/>
                  </a:lnTo>
                  <a:lnTo>
                    <a:pt x="9676061" y="0"/>
                  </a:lnTo>
                  <a:lnTo>
                    <a:pt x="9681534" y="0"/>
                  </a:lnTo>
                  <a:lnTo>
                    <a:pt x="9692480" y="0"/>
                  </a:lnTo>
                  <a:lnTo>
                    <a:pt x="9697952" y="0"/>
                  </a:lnTo>
                  <a:lnTo>
                    <a:pt x="9703425" y="0"/>
                  </a:lnTo>
                  <a:lnTo>
                    <a:pt x="9708898" y="0"/>
                  </a:lnTo>
                  <a:lnTo>
                    <a:pt x="9714371" y="0"/>
                  </a:lnTo>
                  <a:lnTo>
                    <a:pt x="9719844" y="0"/>
                  </a:lnTo>
                  <a:lnTo>
                    <a:pt x="9725317" y="0"/>
                  </a:lnTo>
                  <a:lnTo>
                    <a:pt x="9741736" y="0"/>
                  </a:lnTo>
                  <a:lnTo>
                    <a:pt x="9747208" y="0"/>
                  </a:lnTo>
                  <a:lnTo>
                    <a:pt x="9752681" y="0"/>
                  </a:lnTo>
                  <a:lnTo>
                    <a:pt x="9758154" y="0"/>
                  </a:lnTo>
                  <a:lnTo>
                    <a:pt x="9763627" y="0"/>
                  </a:lnTo>
                  <a:lnTo>
                    <a:pt x="9769100" y="0"/>
                  </a:lnTo>
                  <a:lnTo>
                    <a:pt x="9780046" y="0"/>
                  </a:lnTo>
                  <a:lnTo>
                    <a:pt x="9785519" y="0"/>
                  </a:lnTo>
                  <a:lnTo>
                    <a:pt x="9790992" y="0"/>
                  </a:lnTo>
                  <a:lnTo>
                    <a:pt x="9796464" y="0"/>
                  </a:lnTo>
                  <a:lnTo>
                    <a:pt x="9801937" y="0"/>
                  </a:lnTo>
                  <a:lnTo>
                    <a:pt x="9807410" y="0"/>
                  </a:lnTo>
                  <a:lnTo>
                    <a:pt x="9812883" y="0"/>
                  </a:lnTo>
                  <a:lnTo>
                    <a:pt x="9818356" y="0"/>
                  </a:lnTo>
                  <a:lnTo>
                    <a:pt x="9823829" y="0"/>
                  </a:lnTo>
                  <a:lnTo>
                    <a:pt x="9834775" y="0"/>
                  </a:lnTo>
                  <a:lnTo>
                    <a:pt x="9840247" y="0"/>
                  </a:lnTo>
                  <a:lnTo>
                    <a:pt x="9856666" y="0"/>
                  </a:lnTo>
                  <a:lnTo>
                    <a:pt x="9862139" y="0"/>
                  </a:lnTo>
                  <a:lnTo>
                    <a:pt x="9867612" y="0"/>
                  </a:lnTo>
                  <a:lnTo>
                    <a:pt x="9878558" y="0"/>
                  </a:lnTo>
                  <a:lnTo>
                    <a:pt x="9884031" y="0"/>
                  </a:lnTo>
                  <a:lnTo>
                    <a:pt x="9889503" y="0"/>
                  </a:lnTo>
                  <a:lnTo>
                    <a:pt x="9900449" y="0"/>
                  </a:lnTo>
                  <a:lnTo>
                    <a:pt x="9905922" y="0"/>
                  </a:lnTo>
                  <a:lnTo>
                    <a:pt x="9911395" y="0"/>
                  </a:lnTo>
                  <a:lnTo>
                    <a:pt x="9916868" y="0"/>
                  </a:lnTo>
                  <a:lnTo>
                    <a:pt x="9927814" y="0"/>
                  </a:lnTo>
                  <a:lnTo>
                    <a:pt x="9938759" y="0"/>
                  </a:lnTo>
                  <a:lnTo>
                    <a:pt x="9938759" y="862395"/>
                  </a:lnTo>
                  <a:lnTo>
                    <a:pt x="9927814" y="862395"/>
                  </a:lnTo>
                  <a:lnTo>
                    <a:pt x="9916868" y="862395"/>
                  </a:lnTo>
                  <a:lnTo>
                    <a:pt x="9911395" y="862395"/>
                  </a:lnTo>
                  <a:lnTo>
                    <a:pt x="9905922" y="862395"/>
                  </a:lnTo>
                  <a:lnTo>
                    <a:pt x="9900449" y="862395"/>
                  </a:lnTo>
                  <a:lnTo>
                    <a:pt x="9889503" y="862395"/>
                  </a:lnTo>
                  <a:lnTo>
                    <a:pt x="9884031" y="862395"/>
                  </a:lnTo>
                  <a:lnTo>
                    <a:pt x="9878558" y="862395"/>
                  </a:lnTo>
                  <a:lnTo>
                    <a:pt x="9867612" y="862395"/>
                  </a:lnTo>
                  <a:lnTo>
                    <a:pt x="9862139" y="862395"/>
                  </a:lnTo>
                  <a:lnTo>
                    <a:pt x="9856666" y="862395"/>
                  </a:lnTo>
                  <a:lnTo>
                    <a:pt x="9840247" y="862395"/>
                  </a:lnTo>
                  <a:lnTo>
                    <a:pt x="9834775" y="862395"/>
                  </a:lnTo>
                  <a:lnTo>
                    <a:pt x="9823829" y="862395"/>
                  </a:lnTo>
                  <a:lnTo>
                    <a:pt x="9818356" y="862395"/>
                  </a:lnTo>
                  <a:lnTo>
                    <a:pt x="9812883" y="862395"/>
                  </a:lnTo>
                  <a:lnTo>
                    <a:pt x="9807410" y="862395"/>
                  </a:lnTo>
                  <a:lnTo>
                    <a:pt x="9801937" y="862395"/>
                  </a:lnTo>
                  <a:lnTo>
                    <a:pt x="9796464" y="862395"/>
                  </a:lnTo>
                  <a:lnTo>
                    <a:pt x="9790992" y="862395"/>
                  </a:lnTo>
                  <a:lnTo>
                    <a:pt x="9785519" y="862395"/>
                  </a:lnTo>
                  <a:lnTo>
                    <a:pt x="9780046" y="862395"/>
                  </a:lnTo>
                  <a:lnTo>
                    <a:pt x="9769100" y="862395"/>
                  </a:lnTo>
                  <a:lnTo>
                    <a:pt x="9763627" y="862395"/>
                  </a:lnTo>
                  <a:lnTo>
                    <a:pt x="9758154" y="862395"/>
                  </a:lnTo>
                  <a:lnTo>
                    <a:pt x="9752681" y="862395"/>
                  </a:lnTo>
                  <a:lnTo>
                    <a:pt x="9747208" y="862395"/>
                  </a:lnTo>
                  <a:lnTo>
                    <a:pt x="9741736" y="862395"/>
                  </a:lnTo>
                  <a:lnTo>
                    <a:pt x="9725317" y="862395"/>
                  </a:lnTo>
                  <a:lnTo>
                    <a:pt x="9719844" y="862395"/>
                  </a:lnTo>
                  <a:lnTo>
                    <a:pt x="9714371" y="862395"/>
                  </a:lnTo>
                  <a:lnTo>
                    <a:pt x="9708898" y="862395"/>
                  </a:lnTo>
                  <a:lnTo>
                    <a:pt x="9703425" y="862395"/>
                  </a:lnTo>
                  <a:lnTo>
                    <a:pt x="9697952" y="862395"/>
                  </a:lnTo>
                  <a:lnTo>
                    <a:pt x="9692480" y="862395"/>
                  </a:lnTo>
                  <a:lnTo>
                    <a:pt x="9681534" y="862395"/>
                  </a:lnTo>
                  <a:lnTo>
                    <a:pt x="9676061" y="862395"/>
                  </a:lnTo>
                  <a:lnTo>
                    <a:pt x="9670588" y="862395"/>
                  </a:lnTo>
                  <a:lnTo>
                    <a:pt x="9665115" y="862395"/>
                  </a:lnTo>
                  <a:lnTo>
                    <a:pt x="9659642" y="862395"/>
                  </a:lnTo>
                  <a:lnTo>
                    <a:pt x="9643224" y="862395"/>
                  </a:lnTo>
                  <a:lnTo>
                    <a:pt x="9637751" y="862395"/>
                  </a:lnTo>
                  <a:lnTo>
                    <a:pt x="9632278" y="862395"/>
                  </a:lnTo>
                  <a:lnTo>
                    <a:pt x="9615859" y="862395"/>
                  </a:lnTo>
                  <a:lnTo>
                    <a:pt x="9604913" y="862395"/>
                  </a:lnTo>
                  <a:lnTo>
                    <a:pt x="9599441" y="862395"/>
                  </a:lnTo>
                  <a:lnTo>
                    <a:pt x="9593968" y="862395"/>
                  </a:lnTo>
                  <a:lnTo>
                    <a:pt x="9588495" y="862395"/>
                  </a:lnTo>
                  <a:lnTo>
                    <a:pt x="9583022" y="862395"/>
                  </a:lnTo>
                  <a:lnTo>
                    <a:pt x="9577549" y="862395"/>
                  </a:lnTo>
                  <a:lnTo>
                    <a:pt x="9572076" y="862395"/>
                  </a:lnTo>
                  <a:lnTo>
                    <a:pt x="9566603" y="862395"/>
                  </a:lnTo>
                  <a:lnTo>
                    <a:pt x="9561130" y="862395"/>
                  </a:lnTo>
                  <a:lnTo>
                    <a:pt x="9544712" y="862395"/>
                  </a:lnTo>
                  <a:lnTo>
                    <a:pt x="9533766" y="862395"/>
                  </a:lnTo>
                  <a:lnTo>
                    <a:pt x="9528293" y="862395"/>
                  </a:lnTo>
                  <a:lnTo>
                    <a:pt x="9522820" y="862395"/>
                  </a:lnTo>
                  <a:lnTo>
                    <a:pt x="9517347" y="862395"/>
                  </a:lnTo>
                  <a:lnTo>
                    <a:pt x="9511874" y="862395"/>
                  </a:lnTo>
                  <a:lnTo>
                    <a:pt x="9511874" y="887899"/>
                  </a:lnTo>
                  <a:lnTo>
                    <a:pt x="9506401" y="887899"/>
                  </a:lnTo>
                  <a:lnTo>
                    <a:pt x="9500929" y="887899"/>
                  </a:lnTo>
                  <a:lnTo>
                    <a:pt x="9495456" y="887899"/>
                  </a:lnTo>
                  <a:lnTo>
                    <a:pt x="9489983" y="887899"/>
                  </a:lnTo>
                  <a:lnTo>
                    <a:pt x="9484510" y="887899"/>
                  </a:lnTo>
                  <a:lnTo>
                    <a:pt x="9479037" y="887899"/>
                  </a:lnTo>
                  <a:lnTo>
                    <a:pt x="9473564" y="887899"/>
                  </a:lnTo>
                  <a:lnTo>
                    <a:pt x="9468091" y="887899"/>
                  </a:lnTo>
                  <a:lnTo>
                    <a:pt x="9462618" y="887899"/>
                  </a:lnTo>
                  <a:lnTo>
                    <a:pt x="9457146" y="887899"/>
                  </a:lnTo>
                  <a:lnTo>
                    <a:pt x="9451673" y="887899"/>
                  </a:lnTo>
                  <a:lnTo>
                    <a:pt x="9446200" y="887899"/>
                  </a:lnTo>
                  <a:lnTo>
                    <a:pt x="9440727" y="887899"/>
                  </a:lnTo>
                  <a:lnTo>
                    <a:pt x="9440727" y="913227"/>
                  </a:lnTo>
                  <a:lnTo>
                    <a:pt x="9435254" y="913227"/>
                  </a:lnTo>
                  <a:lnTo>
                    <a:pt x="9429781" y="913227"/>
                  </a:lnTo>
                  <a:lnTo>
                    <a:pt x="9418835" y="913227"/>
                  </a:lnTo>
                  <a:lnTo>
                    <a:pt x="9413362" y="913227"/>
                  </a:lnTo>
                  <a:lnTo>
                    <a:pt x="9413362" y="938417"/>
                  </a:lnTo>
                  <a:lnTo>
                    <a:pt x="9391471" y="938417"/>
                  </a:lnTo>
                  <a:lnTo>
                    <a:pt x="9385998" y="938417"/>
                  </a:lnTo>
                  <a:lnTo>
                    <a:pt x="9380525" y="938417"/>
                  </a:lnTo>
                  <a:lnTo>
                    <a:pt x="9375052" y="938417"/>
                  </a:lnTo>
                  <a:lnTo>
                    <a:pt x="9369579" y="938417"/>
                  </a:lnTo>
                  <a:lnTo>
                    <a:pt x="9358634" y="938417"/>
                  </a:lnTo>
                  <a:lnTo>
                    <a:pt x="9353161" y="938417"/>
                  </a:lnTo>
                  <a:lnTo>
                    <a:pt x="9347688" y="938417"/>
                  </a:lnTo>
                  <a:lnTo>
                    <a:pt x="9342215" y="938417"/>
                  </a:lnTo>
                  <a:lnTo>
                    <a:pt x="9336742" y="938417"/>
                  </a:lnTo>
                  <a:lnTo>
                    <a:pt x="9331269" y="938417"/>
                  </a:lnTo>
                  <a:lnTo>
                    <a:pt x="9325796" y="938417"/>
                  </a:lnTo>
                  <a:lnTo>
                    <a:pt x="9314850" y="938417"/>
                  </a:lnTo>
                  <a:lnTo>
                    <a:pt x="9303905" y="938417"/>
                  </a:lnTo>
                  <a:lnTo>
                    <a:pt x="9298432" y="938417"/>
                  </a:lnTo>
                  <a:lnTo>
                    <a:pt x="9292959" y="938417"/>
                  </a:lnTo>
                  <a:lnTo>
                    <a:pt x="9287486" y="938417"/>
                  </a:lnTo>
                  <a:lnTo>
                    <a:pt x="9276540" y="938417"/>
                  </a:lnTo>
                  <a:lnTo>
                    <a:pt x="9271067" y="938417"/>
                  </a:lnTo>
                  <a:lnTo>
                    <a:pt x="9265595" y="938417"/>
                  </a:lnTo>
                  <a:lnTo>
                    <a:pt x="9260122" y="938417"/>
                  </a:lnTo>
                  <a:lnTo>
                    <a:pt x="9254649" y="938417"/>
                  </a:lnTo>
                  <a:lnTo>
                    <a:pt x="9249176" y="938417"/>
                  </a:lnTo>
                  <a:lnTo>
                    <a:pt x="9243703" y="938417"/>
                  </a:lnTo>
                  <a:lnTo>
                    <a:pt x="9238230" y="938417"/>
                  </a:lnTo>
                  <a:lnTo>
                    <a:pt x="9238230" y="963228"/>
                  </a:lnTo>
                  <a:lnTo>
                    <a:pt x="9227284" y="963228"/>
                  </a:lnTo>
                  <a:lnTo>
                    <a:pt x="9221811" y="963228"/>
                  </a:lnTo>
                  <a:lnTo>
                    <a:pt x="9216339" y="963228"/>
                  </a:lnTo>
                  <a:lnTo>
                    <a:pt x="9210866" y="963228"/>
                  </a:lnTo>
                  <a:lnTo>
                    <a:pt x="9205393" y="963228"/>
                  </a:lnTo>
                  <a:lnTo>
                    <a:pt x="9199920" y="963228"/>
                  </a:lnTo>
                  <a:lnTo>
                    <a:pt x="9194447" y="963228"/>
                  </a:lnTo>
                  <a:lnTo>
                    <a:pt x="9194447" y="987976"/>
                  </a:lnTo>
                  <a:lnTo>
                    <a:pt x="9188974" y="987976"/>
                  </a:lnTo>
                  <a:lnTo>
                    <a:pt x="9183501" y="987976"/>
                  </a:lnTo>
                  <a:lnTo>
                    <a:pt x="9172555" y="987976"/>
                  </a:lnTo>
                  <a:lnTo>
                    <a:pt x="9167083" y="987976"/>
                  </a:lnTo>
                  <a:lnTo>
                    <a:pt x="9156137" y="987976"/>
                  </a:lnTo>
                  <a:lnTo>
                    <a:pt x="9150664" y="987976"/>
                  </a:lnTo>
                  <a:lnTo>
                    <a:pt x="9145191" y="987976"/>
                  </a:lnTo>
                  <a:lnTo>
                    <a:pt x="9139718" y="987976"/>
                  </a:lnTo>
                  <a:lnTo>
                    <a:pt x="9134245" y="987976"/>
                  </a:lnTo>
                  <a:lnTo>
                    <a:pt x="9128772" y="987976"/>
                  </a:lnTo>
                  <a:lnTo>
                    <a:pt x="9123300" y="987976"/>
                  </a:lnTo>
                  <a:lnTo>
                    <a:pt x="9117827" y="987976"/>
                  </a:lnTo>
                  <a:lnTo>
                    <a:pt x="9112354" y="987976"/>
                  </a:lnTo>
                  <a:lnTo>
                    <a:pt x="9106881" y="987976"/>
                  </a:lnTo>
                  <a:lnTo>
                    <a:pt x="9095935" y="987976"/>
                  </a:lnTo>
                  <a:lnTo>
                    <a:pt x="9090462" y="987976"/>
                  </a:lnTo>
                  <a:lnTo>
                    <a:pt x="9084989" y="987976"/>
                  </a:lnTo>
                  <a:lnTo>
                    <a:pt x="9079516" y="987976"/>
                  </a:lnTo>
                  <a:lnTo>
                    <a:pt x="9074044" y="987976"/>
                  </a:lnTo>
                  <a:lnTo>
                    <a:pt x="9068571" y="987976"/>
                  </a:lnTo>
                  <a:lnTo>
                    <a:pt x="9057625" y="987976"/>
                  </a:lnTo>
                  <a:lnTo>
                    <a:pt x="9052152" y="987976"/>
                  </a:lnTo>
                  <a:lnTo>
                    <a:pt x="9046679" y="987976"/>
                  </a:lnTo>
                  <a:lnTo>
                    <a:pt x="9041206" y="987976"/>
                  </a:lnTo>
                  <a:lnTo>
                    <a:pt x="9035733" y="987976"/>
                  </a:lnTo>
                  <a:lnTo>
                    <a:pt x="9030260" y="987976"/>
                  </a:lnTo>
                  <a:lnTo>
                    <a:pt x="9024788" y="987976"/>
                  </a:lnTo>
                  <a:lnTo>
                    <a:pt x="9013842" y="987976"/>
                  </a:lnTo>
                  <a:lnTo>
                    <a:pt x="9008369" y="987976"/>
                  </a:lnTo>
                  <a:lnTo>
                    <a:pt x="9002896" y="987976"/>
                  </a:lnTo>
                  <a:lnTo>
                    <a:pt x="8997423" y="987976"/>
                  </a:lnTo>
                  <a:lnTo>
                    <a:pt x="8991950" y="987976"/>
                  </a:lnTo>
                  <a:lnTo>
                    <a:pt x="8986477" y="987976"/>
                  </a:lnTo>
                  <a:lnTo>
                    <a:pt x="8986477" y="1012329"/>
                  </a:lnTo>
                  <a:lnTo>
                    <a:pt x="8981004" y="1012329"/>
                  </a:lnTo>
                  <a:lnTo>
                    <a:pt x="8975532" y="1012329"/>
                  </a:lnTo>
                  <a:lnTo>
                    <a:pt x="8964586" y="1012329"/>
                  </a:lnTo>
                  <a:lnTo>
                    <a:pt x="8959113" y="1012329"/>
                  </a:lnTo>
                  <a:lnTo>
                    <a:pt x="8953640" y="1012329"/>
                  </a:lnTo>
                  <a:lnTo>
                    <a:pt x="8953640" y="1036588"/>
                  </a:lnTo>
                  <a:lnTo>
                    <a:pt x="8948167" y="1036588"/>
                  </a:lnTo>
                  <a:lnTo>
                    <a:pt x="8937221" y="1036588"/>
                  </a:lnTo>
                  <a:lnTo>
                    <a:pt x="8931749" y="1036588"/>
                  </a:lnTo>
                  <a:lnTo>
                    <a:pt x="8920803" y="1036588"/>
                  </a:lnTo>
                  <a:lnTo>
                    <a:pt x="8915330" y="1036588"/>
                  </a:lnTo>
                  <a:lnTo>
                    <a:pt x="8909857" y="1036588"/>
                  </a:lnTo>
                  <a:lnTo>
                    <a:pt x="8898911" y="1036588"/>
                  </a:lnTo>
                  <a:lnTo>
                    <a:pt x="8893438" y="1036588"/>
                  </a:lnTo>
                  <a:lnTo>
                    <a:pt x="8887965" y="1036588"/>
                  </a:lnTo>
                  <a:lnTo>
                    <a:pt x="8882493" y="1036588"/>
                  </a:lnTo>
                  <a:lnTo>
                    <a:pt x="8877020" y="1036588"/>
                  </a:lnTo>
                  <a:lnTo>
                    <a:pt x="8866074" y="1036588"/>
                  </a:lnTo>
                  <a:lnTo>
                    <a:pt x="8860601" y="1036588"/>
                  </a:lnTo>
                  <a:lnTo>
                    <a:pt x="8855128" y="1036588"/>
                  </a:lnTo>
                  <a:lnTo>
                    <a:pt x="8844182" y="1036588"/>
                  </a:lnTo>
                  <a:lnTo>
                    <a:pt x="8838709" y="1036588"/>
                  </a:lnTo>
                  <a:lnTo>
                    <a:pt x="8833237" y="1036588"/>
                  </a:lnTo>
                  <a:lnTo>
                    <a:pt x="8827764" y="1036588"/>
                  </a:lnTo>
                  <a:lnTo>
                    <a:pt x="8822291" y="1036588"/>
                  </a:lnTo>
                  <a:lnTo>
                    <a:pt x="8816818" y="1036588"/>
                  </a:lnTo>
                  <a:lnTo>
                    <a:pt x="8805872" y="1036588"/>
                  </a:lnTo>
                  <a:lnTo>
                    <a:pt x="8800399" y="1036588"/>
                  </a:lnTo>
                  <a:lnTo>
                    <a:pt x="8789453" y="1036588"/>
                  </a:lnTo>
                  <a:lnTo>
                    <a:pt x="8783981" y="1036588"/>
                  </a:lnTo>
                  <a:lnTo>
                    <a:pt x="8778508" y="1036588"/>
                  </a:lnTo>
                  <a:lnTo>
                    <a:pt x="8773035" y="1036588"/>
                  </a:lnTo>
                  <a:lnTo>
                    <a:pt x="8767562" y="1036588"/>
                  </a:lnTo>
                  <a:lnTo>
                    <a:pt x="8762089" y="1036588"/>
                  </a:lnTo>
                  <a:lnTo>
                    <a:pt x="8756616" y="1036588"/>
                  </a:lnTo>
                  <a:lnTo>
                    <a:pt x="8751143" y="1036588"/>
                  </a:lnTo>
                  <a:lnTo>
                    <a:pt x="8745670" y="1036588"/>
                  </a:lnTo>
                  <a:lnTo>
                    <a:pt x="8740198" y="1036588"/>
                  </a:lnTo>
                  <a:lnTo>
                    <a:pt x="8734725" y="1036588"/>
                  </a:lnTo>
                  <a:lnTo>
                    <a:pt x="8729252" y="1036588"/>
                  </a:lnTo>
                  <a:lnTo>
                    <a:pt x="8723779" y="1036588"/>
                  </a:lnTo>
                  <a:lnTo>
                    <a:pt x="8718306" y="1036588"/>
                  </a:lnTo>
                  <a:lnTo>
                    <a:pt x="8707360" y="1036588"/>
                  </a:lnTo>
                  <a:lnTo>
                    <a:pt x="8701887" y="1036588"/>
                  </a:lnTo>
                  <a:lnTo>
                    <a:pt x="8696414" y="1036588"/>
                  </a:lnTo>
                  <a:lnTo>
                    <a:pt x="8690942" y="1036588"/>
                  </a:lnTo>
                  <a:lnTo>
                    <a:pt x="8685469" y="1036588"/>
                  </a:lnTo>
                  <a:lnTo>
                    <a:pt x="8679996" y="1036588"/>
                  </a:lnTo>
                  <a:lnTo>
                    <a:pt x="8674523" y="1036588"/>
                  </a:lnTo>
                  <a:lnTo>
                    <a:pt x="8663577" y="1036588"/>
                  </a:lnTo>
                  <a:lnTo>
                    <a:pt x="8658104" y="1036588"/>
                  </a:lnTo>
                  <a:lnTo>
                    <a:pt x="8647158" y="1036588"/>
                  </a:lnTo>
                  <a:lnTo>
                    <a:pt x="8641686" y="1036588"/>
                  </a:lnTo>
                  <a:lnTo>
                    <a:pt x="8636213" y="1036588"/>
                  </a:lnTo>
                  <a:lnTo>
                    <a:pt x="8630740" y="1036588"/>
                  </a:lnTo>
                  <a:lnTo>
                    <a:pt x="8625267" y="1036588"/>
                  </a:lnTo>
                  <a:lnTo>
                    <a:pt x="8619794" y="1036588"/>
                  </a:lnTo>
                  <a:lnTo>
                    <a:pt x="8608848" y="1036588"/>
                  </a:lnTo>
                  <a:lnTo>
                    <a:pt x="8603375" y="1036588"/>
                  </a:lnTo>
                  <a:lnTo>
                    <a:pt x="8597903" y="1036588"/>
                  </a:lnTo>
                  <a:lnTo>
                    <a:pt x="8592430" y="1036588"/>
                  </a:lnTo>
                  <a:lnTo>
                    <a:pt x="8581484" y="1036588"/>
                  </a:lnTo>
                  <a:lnTo>
                    <a:pt x="8576011" y="1036588"/>
                  </a:lnTo>
                  <a:lnTo>
                    <a:pt x="8570538" y="1036588"/>
                  </a:lnTo>
                  <a:lnTo>
                    <a:pt x="8565065" y="1036588"/>
                  </a:lnTo>
                  <a:lnTo>
                    <a:pt x="8554119" y="1036588"/>
                  </a:lnTo>
                  <a:lnTo>
                    <a:pt x="8548647" y="1036588"/>
                  </a:lnTo>
                  <a:lnTo>
                    <a:pt x="8543174" y="1036588"/>
                  </a:lnTo>
                  <a:lnTo>
                    <a:pt x="8537701" y="1036588"/>
                  </a:lnTo>
                  <a:lnTo>
                    <a:pt x="8532228" y="1036588"/>
                  </a:lnTo>
                  <a:lnTo>
                    <a:pt x="8526755" y="1036588"/>
                  </a:lnTo>
                  <a:lnTo>
                    <a:pt x="8521282" y="1036588"/>
                  </a:lnTo>
                  <a:lnTo>
                    <a:pt x="8515809" y="1036588"/>
                  </a:lnTo>
                  <a:lnTo>
                    <a:pt x="8510336" y="1036588"/>
                  </a:lnTo>
                  <a:lnTo>
                    <a:pt x="8504863" y="1036588"/>
                  </a:lnTo>
                  <a:lnTo>
                    <a:pt x="8499391" y="1036588"/>
                  </a:lnTo>
                  <a:lnTo>
                    <a:pt x="8493918" y="1036588"/>
                  </a:lnTo>
                  <a:lnTo>
                    <a:pt x="8488445" y="1036588"/>
                  </a:lnTo>
                  <a:lnTo>
                    <a:pt x="8482972" y="1036588"/>
                  </a:lnTo>
                  <a:lnTo>
                    <a:pt x="8477499" y="1036588"/>
                  </a:lnTo>
                  <a:lnTo>
                    <a:pt x="8466553" y="1036588"/>
                  </a:lnTo>
                  <a:lnTo>
                    <a:pt x="8461080" y="1036588"/>
                  </a:lnTo>
                  <a:lnTo>
                    <a:pt x="8455607" y="1036588"/>
                  </a:lnTo>
                  <a:lnTo>
                    <a:pt x="8450135" y="1036588"/>
                  </a:lnTo>
                  <a:lnTo>
                    <a:pt x="8444662" y="1036588"/>
                  </a:lnTo>
                  <a:lnTo>
                    <a:pt x="8439189" y="1036588"/>
                  </a:lnTo>
                  <a:lnTo>
                    <a:pt x="8439189" y="1059904"/>
                  </a:lnTo>
                  <a:lnTo>
                    <a:pt x="8433716" y="1059904"/>
                  </a:lnTo>
                  <a:lnTo>
                    <a:pt x="8422770" y="1059904"/>
                  </a:lnTo>
                  <a:lnTo>
                    <a:pt x="8417297" y="1059904"/>
                  </a:lnTo>
                  <a:lnTo>
                    <a:pt x="8411824" y="1059904"/>
                  </a:lnTo>
                  <a:lnTo>
                    <a:pt x="8406352" y="1059904"/>
                  </a:lnTo>
                  <a:lnTo>
                    <a:pt x="8400879" y="1059904"/>
                  </a:lnTo>
                  <a:lnTo>
                    <a:pt x="8395406" y="1059904"/>
                  </a:lnTo>
                  <a:lnTo>
                    <a:pt x="8389933" y="1059904"/>
                  </a:lnTo>
                  <a:lnTo>
                    <a:pt x="8384460" y="1059904"/>
                  </a:lnTo>
                  <a:lnTo>
                    <a:pt x="8378987" y="1059904"/>
                  </a:lnTo>
                  <a:lnTo>
                    <a:pt x="8373514" y="1059904"/>
                  </a:lnTo>
                  <a:lnTo>
                    <a:pt x="8368041" y="1059904"/>
                  </a:lnTo>
                  <a:lnTo>
                    <a:pt x="8362568" y="1059904"/>
                  </a:lnTo>
                  <a:lnTo>
                    <a:pt x="8357096" y="1059904"/>
                  </a:lnTo>
                  <a:lnTo>
                    <a:pt x="8351623" y="1059904"/>
                  </a:lnTo>
                  <a:lnTo>
                    <a:pt x="8340677" y="1059904"/>
                  </a:lnTo>
                  <a:lnTo>
                    <a:pt x="8335204" y="1059904"/>
                  </a:lnTo>
                  <a:lnTo>
                    <a:pt x="8329731" y="1059904"/>
                  </a:lnTo>
                  <a:lnTo>
                    <a:pt x="8324258" y="1059904"/>
                  </a:lnTo>
                  <a:lnTo>
                    <a:pt x="8318785" y="1059904"/>
                  </a:lnTo>
                  <a:lnTo>
                    <a:pt x="8313312" y="1059904"/>
                  </a:lnTo>
                  <a:lnTo>
                    <a:pt x="8307840" y="1059904"/>
                  </a:lnTo>
                  <a:lnTo>
                    <a:pt x="8302367" y="1059904"/>
                  </a:lnTo>
                  <a:lnTo>
                    <a:pt x="8296894" y="1059904"/>
                  </a:lnTo>
                  <a:lnTo>
                    <a:pt x="8291421" y="1059904"/>
                  </a:lnTo>
                  <a:lnTo>
                    <a:pt x="8285948" y="1059904"/>
                  </a:lnTo>
                  <a:lnTo>
                    <a:pt x="8280475" y="1059904"/>
                  </a:lnTo>
                  <a:lnTo>
                    <a:pt x="8275002" y="1059904"/>
                  </a:lnTo>
                  <a:lnTo>
                    <a:pt x="8269529" y="1059904"/>
                  </a:lnTo>
                  <a:lnTo>
                    <a:pt x="8264056" y="1059904"/>
                  </a:lnTo>
                  <a:lnTo>
                    <a:pt x="8258584" y="1059904"/>
                  </a:lnTo>
                  <a:lnTo>
                    <a:pt x="8247638" y="1059904"/>
                  </a:lnTo>
                  <a:lnTo>
                    <a:pt x="8242165" y="1059904"/>
                  </a:lnTo>
                  <a:lnTo>
                    <a:pt x="8236692" y="1059904"/>
                  </a:lnTo>
                  <a:lnTo>
                    <a:pt x="8231219" y="1059904"/>
                  </a:lnTo>
                  <a:lnTo>
                    <a:pt x="8225746" y="1059904"/>
                  </a:lnTo>
                  <a:lnTo>
                    <a:pt x="8220273" y="1059904"/>
                  </a:lnTo>
                  <a:lnTo>
                    <a:pt x="8214801" y="1059904"/>
                  </a:lnTo>
                  <a:lnTo>
                    <a:pt x="8209328" y="1059904"/>
                  </a:lnTo>
                  <a:lnTo>
                    <a:pt x="8203855" y="1059904"/>
                  </a:lnTo>
                  <a:lnTo>
                    <a:pt x="8198382" y="1059904"/>
                  </a:lnTo>
                  <a:lnTo>
                    <a:pt x="8192909" y="1059904"/>
                  </a:lnTo>
                  <a:lnTo>
                    <a:pt x="8187436" y="1059904"/>
                  </a:lnTo>
                  <a:lnTo>
                    <a:pt x="8187436" y="1082686"/>
                  </a:lnTo>
                  <a:lnTo>
                    <a:pt x="8181963" y="1082686"/>
                  </a:lnTo>
                  <a:lnTo>
                    <a:pt x="8176490" y="1082686"/>
                  </a:lnTo>
                  <a:lnTo>
                    <a:pt x="8171017" y="1082686"/>
                  </a:lnTo>
                  <a:lnTo>
                    <a:pt x="8165545" y="1082686"/>
                  </a:lnTo>
                  <a:lnTo>
                    <a:pt x="8160072" y="1082686"/>
                  </a:lnTo>
                  <a:lnTo>
                    <a:pt x="8154599" y="1082686"/>
                  </a:lnTo>
                  <a:lnTo>
                    <a:pt x="8149126" y="1082686"/>
                  </a:lnTo>
                  <a:lnTo>
                    <a:pt x="8143653" y="1082686"/>
                  </a:lnTo>
                  <a:lnTo>
                    <a:pt x="8138180" y="1082686"/>
                  </a:lnTo>
                  <a:lnTo>
                    <a:pt x="8132707" y="1082686"/>
                  </a:lnTo>
                  <a:lnTo>
                    <a:pt x="8127234" y="1082686"/>
                  </a:lnTo>
                  <a:lnTo>
                    <a:pt x="8121761" y="1082686"/>
                  </a:lnTo>
                  <a:lnTo>
                    <a:pt x="8110816" y="1082686"/>
                  </a:lnTo>
                  <a:lnTo>
                    <a:pt x="8110816" y="1105336"/>
                  </a:lnTo>
                  <a:lnTo>
                    <a:pt x="8105343" y="1105336"/>
                  </a:lnTo>
                  <a:lnTo>
                    <a:pt x="8088924" y="1105336"/>
                  </a:lnTo>
                  <a:lnTo>
                    <a:pt x="8083451" y="1105336"/>
                  </a:lnTo>
                  <a:lnTo>
                    <a:pt x="8077978" y="1105336"/>
                  </a:lnTo>
                  <a:lnTo>
                    <a:pt x="8072506" y="1105336"/>
                  </a:lnTo>
                  <a:lnTo>
                    <a:pt x="8067033" y="1105336"/>
                  </a:lnTo>
                  <a:lnTo>
                    <a:pt x="8061560" y="1105336"/>
                  </a:lnTo>
                  <a:lnTo>
                    <a:pt x="8056087" y="1105336"/>
                  </a:lnTo>
                  <a:lnTo>
                    <a:pt x="8050614" y="1105336"/>
                  </a:lnTo>
                  <a:lnTo>
                    <a:pt x="8045141" y="1105336"/>
                  </a:lnTo>
                  <a:lnTo>
                    <a:pt x="8039668" y="1105336"/>
                  </a:lnTo>
                  <a:lnTo>
                    <a:pt x="8034195" y="1105336"/>
                  </a:lnTo>
                  <a:lnTo>
                    <a:pt x="8034195" y="1150300"/>
                  </a:lnTo>
                  <a:lnTo>
                    <a:pt x="8028722" y="1150300"/>
                  </a:lnTo>
                  <a:lnTo>
                    <a:pt x="8023250" y="1150300"/>
                  </a:lnTo>
                  <a:lnTo>
                    <a:pt x="8012304" y="1150300"/>
                  </a:lnTo>
                  <a:lnTo>
                    <a:pt x="8006831" y="1150300"/>
                  </a:lnTo>
                  <a:lnTo>
                    <a:pt x="8001358" y="1150300"/>
                  </a:lnTo>
                  <a:lnTo>
                    <a:pt x="7995885" y="1150300"/>
                  </a:lnTo>
                  <a:lnTo>
                    <a:pt x="7990412" y="1150300"/>
                  </a:lnTo>
                  <a:lnTo>
                    <a:pt x="7984939" y="1150300"/>
                  </a:lnTo>
                  <a:lnTo>
                    <a:pt x="7973994" y="1150300"/>
                  </a:lnTo>
                  <a:lnTo>
                    <a:pt x="7968521" y="1150300"/>
                  </a:lnTo>
                  <a:lnTo>
                    <a:pt x="7963048" y="1150300"/>
                  </a:lnTo>
                  <a:lnTo>
                    <a:pt x="7957575" y="1150300"/>
                  </a:lnTo>
                  <a:lnTo>
                    <a:pt x="7946629" y="1150300"/>
                  </a:lnTo>
                  <a:lnTo>
                    <a:pt x="7941156" y="1150300"/>
                  </a:lnTo>
                  <a:lnTo>
                    <a:pt x="7935683" y="1150300"/>
                  </a:lnTo>
                  <a:lnTo>
                    <a:pt x="7930210" y="1150300"/>
                  </a:lnTo>
                  <a:lnTo>
                    <a:pt x="7924738" y="1150300"/>
                  </a:lnTo>
                  <a:lnTo>
                    <a:pt x="7919265" y="1150300"/>
                  </a:lnTo>
                  <a:lnTo>
                    <a:pt x="7913792" y="1150300"/>
                  </a:lnTo>
                  <a:lnTo>
                    <a:pt x="7908319" y="1150300"/>
                  </a:lnTo>
                  <a:lnTo>
                    <a:pt x="7902846" y="1150300"/>
                  </a:lnTo>
                  <a:lnTo>
                    <a:pt x="7897373" y="1150300"/>
                  </a:lnTo>
                  <a:lnTo>
                    <a:pt x="7891900" y="1150300"/>
                  </a:lnTo>
                  <a:lnTo>
                    <a:pt x="7886427" y="1150300"/>
                  </a:lnTo>
                  <a:lnTo>
                    <a:pt x="7880955" y="1150300"/>
                  </a:lnTo>
                  <a:lnTo>
                    <a:pt x="7875482" y="1150300"/>
                  </a:lnTo>
                  <a:lnTo>
                    <a:pt x="7870009" y="1150300"/>
                  </a:lnTo>
                  <a:lnTo>
                    <a:pt x="7864536" y="1150300"/>
                  </a:lnTo>
                  <a:lnTo>
                    <a:pt x="7859063" y="1150300"/>
                  </a:lnTo>
                  <a:lnTo>
                    <a:pt x="7853590" y="1150300"/>
                  </a:lnTo>
                  <a:lnTo>
                    <a:pt x="7848117" y="1150300"/>
                  </a:lnTo>
                  <a:lnTo>
                    <a:pt x="7842644" y="1150300"/>
                  </a:lnTo>
                  <a:lnTo>
                    <a:pt x="7837171" y="1150300"/>
                  </a:lnTo>
                  <a:lnTo>
                    <a:pt x="7831699" y="1150300"/>
                  </a:lnTo>
                  <a:lnTo>
                    <a:pt x="7820753" y="1150300"/>
                  </a:lnTo>
                  <a:lnTo>
                    <a:pt x="7815280" y="1150300"/>
                  </a:lnTo>
                  <a:lnTo>
                    <a:pt x="7815280" y="1172486"/>
                  </a:lnTo>
                  <a:lnTo>
                    <a:pt x="7809807" y="1172486"/>
                  </a:lnTo>
                  <a:lnTo>
                    <a:pt x="7809807" y="1194651"/>
                  </a:lnTo>
                  <a:lnTo>
                    <a:pt x="7804334" y="1194651"/>
                  </a:lnTo>
                  <a:lnTo>
                    <a:pt x="7798861" y="1194651"/>
                  </a:lnTo>
                  <a:lnTo>
                    <a:pt x="7793388" y="1194651"/>
                  </a:lnTo>
                  <a:lnTo>
                    <a:pt x="7787915" y="1194651"/>
                  </a:lnTo>
                  <a:lnTo>
                    <a:pt x="7782443" y="1194651"/>
                  </a:lnTo>
                  <a:lnTo>
                    <a:pt x="7776970" y="1194651"/>
                  </a:lnTo>
                  <a:lnTo>
                    <a:pt x="7760551" y="1194651"/>
                  </a:lnTo>
                  <a:lnTo>
                    <a:pt x="7755078" y="1194651"/>
                  </a:lnTo>
                  <a:lnTo>
                    <a:pt x="7749605" y="1194651"/>
                  </a:lnTo>
                  <a:lnTo>
                    <a:pt x="7744132" y="1194651"/>
                  </a:lnTo>
                  <a:lnTo>
                    <a:pt x="7738659" y="1194651"/>
                  </a:lnTo>
                  <a:lnTo>
                    <a:pt x="7733187" y="1194651"/>
                  </a:lnTo>
                  <a:lnTo>
                    <a:pt x="7727714" y="1194651"/>
                  </a:lnTo>
                  <a:lnTo>
                    <a:pt x="7722241" y="1194651"/>
                  </a:lnTo>
                  <a:lnTo>
                    <a:pt x="7716768" y="1194651"/>
                  </a:lnTo>
                  <a:lnTo>
                    <a:pt x="7716768" y="1216691"/>
                  </a:lnTo>
                  <a:lnTo>
                    <a:pt x="7711295" y="1216691"/>
                  </a:lnTo>
                  <a:lnTo>
                    <a:pt x="7705822" y="1216691"/>
                  </a:lnTo>
                  <a:lnTo>
                    <a:pt x="7700349" y="1216691"/>
                  </a:lnTo>
                  <a:lnTo>
                    <a:pt x="7694876" y="1216691"/>
                  </a:lnTo>
                  <a:lnTo>
                    <a:pt x="7689404" y="1216691"/>
                  </a:lnTo>
                  <a:lnTo>
                    <a:pt x="7689404" y="1238633"/>
                  </a:lnTo>
                  <a:lnTo>
                    <a:pt x="7683931" y="1238633"/>
                  </a:lnTo>
                  <a:lnTo>
                    <a:pt x="7678458" y="1238633"/>
                  </a:lnTo>
                  <a:lnTo>
                    <a:pt x="7672985" y="1238633"/>
                  </a:lnTo>
                  <a:lnTo>
                    <a:pt x="7667512" y="1238633"/>
                  </a:lnTo>
                  <a:lnTo>
                    <a:pt x="7662039" y="1238633"/>
                  </a:lnTo>
                  <a:lnTo>
                    <a:pt x="7656566" y="1238633"/>
                  </a:lnTo>
                  <a:lnTo>
                    <a:pt x="7651093" y="1238633"/>
                  </a:lnTo>
                  <a:lnTo>
                    <a:pt x="7645620" y="1238633"/>
                  </a:lnTo>
                  <a:lnTo>
                    <a:pt x="7640148" y="1238633"/>
                  </a:lnTo>
                  <a:lnTo>
                    <a:pt x="7634675" y="1238633"/>
                  </a:lnTo>
                  <a:lnTo>
                    <a:pt x="7629202" y="1238633"/>
                  </a:lnTo>
                  <a:lnTo>
                    <a:pt x="7623729" y="1238633"/>
                  </a:lnTo>
                  <a:lnTo>
                    <a:pt x="7618256" y="1238633"/>
                  </a:lnTo>
                  <a:lnTo>
                    <a:pt x="7612783" y="1238633"/>
                  </a:lnTo>
                  <a:lnTo>
                    <a:pt x="7607310" y="1238633"/>
                  </a:lnTo>
                  <a:lnTo>
                    <a:pt x="7601837" y="1238633"/>
                  </a:lnTo>
                  <a:lnTo>
                    <a:pt x="7596364" y="1238633"/>
                  </a:lnTo>
                  <a:lnTo>
                    <a:pt x="7590892" y="1238633"/>
                  </a:lnTo>
                  <a:lnTo>
                    <a:pt x="7579946" y="1238633"/>
                  </a:lnTo>
                  <a:lnTo>
                    <a:pt x="7579946" y="1260331"/>
                  </a:lnTo>
                  <a:lnTo>
                    <a:pt x="7574473" y="1260331"/>
                  </a:lnTo>
                  <a:lnTo>
                    <a:pt x="7569000" y="1260331"/>
                  </a:lnTo>
                  <a:lnTo>
                    <a:pt x="7558054" y="1260331"/>
                  </a:lnTo>
                  <a:lnTo>
                    <a:pt x="7552581" y="1260331"/>
                  </a:lnTo>
                  <a:lnTo>
                    <a:pt x="7547109" y="1260331"/>
                  </a:lnTo>
                  <a:lnTo>
                    <a:pt x="7536163" y="1260331"/>
                  </a:lnTo>
                  <a:lnTo>
                    <a:pt x="7530690" y="1260331"/>
                  </a:lnTo>
                  <a:lnTo>
                    <a:pt x="7525217" y="1260331"/>
                  </a:lnTo>
                  <a:lnTo>
                    <a:pt x="7519744" y="1260331"/>
                  </a:lnTo>
                  <a:lnTo>
                    <a:pt x="7514271" y="1260331"/>
                  </a:lnTo>
                  <a:lnTo>
                    <a:pt x="7508798" y="1260331"/>
                  </a:lnTo>
                  <a:lnTo>
                    <a:pt x="7503325" y="1260331"/>
                  </a:lnTo>
                  <a:lnTo>
                    <a:pt x="7497853" y="1260331"/>
                  </a:lnTo>
                  <a:lnTo>
                    <a:pt x="7492380" y="1260331"/>
                  </a:lnTo>
                  <a:lnTo>
                    <a:pt x="7481434" y="1260331"/>
                  </a:lnTo>
                  <a:lnTo>
                    <a:pt x="7475961" y="1260331"/>
                  </a:lnTo>
                  <a:lnTo>
                    <a:pt x="7470488" y="1260331"/>
                  </a:lnTo>
                  <a:lnTo>
                    <a:pt x="7465015" y="1260331"/>
                  </a:lnTo>
                  <a:lnTo>
                    <a:pt x="7459542" y="1260331"/>
                  </a:lnTo>
                  <a:lnTo>
                    <a:pt x="7454069" y="1260331"/>
                  </a:lnTo>
                  <a:lnTo>
                    <a:pt x="7448597" y="1260331"/>
                  </a:lnTo>
                  <a:lnTo>
                    <a:pt x="7443124" y="1260331"/>
                  </a:lnTo>
                  <a:lnTo>
                    <a:pt x="7437651" y="1260331"/>
                  </a:lnTo>
                  <a:lnTo>
                    <a:pt x="7432178" y="1260331"/>
                  </a:lnTo>
                  <a:lnTo>
                    <a:pt x="7426705" y="1260331"/>
                  </a:lnTo>
                  <a:lnTo>
                    <a:pt x="7421232" y="1260331"/>
                  </a:lnTo>
                  <a:lnTo>
                    <a:pt x="7415759" y="1260331"/>
                  </a:lnTo>
                  <a:lnTo>
                    <a:pt x="7410286" y="1260331"/>
                  </a:lnTo>
                  <a:lnTo>
                    <a:pt x="7404813" y="1260331"/>
                  </a:lnTo>
                  <a:lnTo>
                    <a:pt x="7399341" y="1260331"/>
                  </a:lnTo>
                  <a:lnTo>
                    <a:pt x="7393868" y="1260331"/>
                  </a:lnTo>
                  <a:lnTo>
                    <a:pt x="7388395" y="1260331"/>
                  </a:lnTo>
                  <a:lnTo>
                    <a:pt x="7382922" y="1260331"/>
                  </a:lnTo>
                  <a:lnTo>
                    <a:pt x="7377449" y="1260331"/>
                  </a:lnTo>
                  <a:lnTo>
                    <a:pt x="7377449" y="1281605"/>
                  </a:lnTo>
                  <a:lnTo>
                    <a:pt x="7371976" y="1281605"/>
                  </a:lnTo>
                  <a:lnTo>
                    <a:pt x="7371976" y="1302835"/>
                  </a:lnTo>
                  <a:lnTo>
                    <a:pt x="7366503" y="1302835"/>
                  </a:lnTo>
                  <a:lnTo>
                    <a:pt x="7361030" y="1302835"/>
                  </a:lnTo>
                  <a:lnTo>
                    <a:pt x="7355558" y="1302835"/>
                  </a:lnTo>
                  <a:lnTo>
                    <a:pt x="7355558" y="1324044"/>
                  </a:lnTo>
                  <a:lnTo>
                    <a:pt x="7350085" y="1324044"/>
                  </a:lnTo>
                  <a:lnTo>
                    <a:pt x="7344612" y="1324044"/>
                  </a:lnTo>
                  <a:lnTo>
                    <a:pt x="7339139" y="1324044"/>
                  </a:lnTo>
                  <a:lnTo>
                    <a:pt x="7333666" y="1324044"/>
                  </a:lnTo>
                  <a:lnTo>
                    <a:pt x="7328193" y="1324044"/>
                  </a:lnTo>
                  <a:lnTo>
                    <a:pt x="7322720" y="1324044"/>
                  </a:lnTo>
                  <a:lnTo>
                    <a:pt x="7317247" y="1324044"/>
                  </a:lnTo>
                  <a:lnTo>
                    <a:pt x="7311774" y="1324044"/>
                  </a:lnTo>
                  <a:lnTo>
                    <a:pt x="7306302" y="1324044"/>
                  </a:lnTo>
                  <a:lnTo>
                    <a:pt x="7300829" y="1324044"/>
                  </a:lnTo>
                  <a:lnTo>
                    <a:pt x="7295356" y="1324044"/>
                  </a:lnTo>
                  <a:lnTo>
                    <a:pt x="7289883" y="1324044"/>
                  </a:lnTo>
                  <a:lnTo>
                    <a:pt x="7284410" y="1324044"/>
                  </a:lnTo>
                  <a:lnTo>
                    <a:pt x="7278937" y="1324044"/>
                  </a:lnTo>
                  <a:lnTo>
                    <a:pt x="7273464" y="1324044"/>
                  </a:lnTo>
                  <a:lnTo>
                    <a:pt x="7267991" y="1324044"/>
                  </a:lnTo>
                  <a:lnTo>
                    <a:pt x="7262518" y="1324044"/>
                  </a:lnTo>
                  <a:lnTo>
                    <a:pt x="7257046" y="1324044"/>
                  </a:lnTo>
                  <a:lnTo>
                    <a:pt x="7251573" y="1324044"/>
                  </a:lnTo>
                  <a:lnTo>
                    <a:pt x="7246100" y="1324044"/>
                  </a:lnTo>
                  <a:lnTo>
                    <a:pt x="7240627" y="1324044"/>
                  </a:lnTo>
                  <a:lnTo>
                    <a:pt x="7235154" y="1324044"/>
                  </a:lnTo>
                  <a:lnTo>
                    <a:pt x="7229681" y="1324044"/>
                  </a:lnTo>
                  <a:lnTo>
                    <a:pt x="7218735" y="1324044"/>
                  </a:lnTo>
                  <a:lnTo>
                    <a:pt x="7213262" y="1324044"/>
                  </a:lnTo>
                  <a:lnTo>
                    <a:pt x="7207790" y="1324044"/>
                  </a:lnTo>
                  <a:lnTo>
                    <a:pt x="7202317" y="1324044"/>
                  </a:lnTo>
                  <a:lnTo>
                    <a:pt x="7196844" y="1324044"/>
                  </a:lnTo>
                  <a:lnTo>
                    <a:pt x="7191371" y="1324044"/>
                  </a:lnTo>
                  <a:lnTo>
                    <a:pt x="7185898" y="1324044"/>
                  </a:lnTo>
                  <a:lnTo>
                    <a:pt x="7180425" y="1324044"/>
                  </a:lnTo>
                  <a:lnTo>
                    <a:pt x="7174952" y="1324044"/>
                  </a:lnTo>
                  <a:lnTo>
                    <a:pt x="7169479" y="1324044"/>
                  </a:lnTo>
                  <a:lnTo>
                    <a:pt x="7164007" y="1324044"/>
                  </a:lnTo>
                  <a:lnTo>
                    <a:pt x="7158534" y="1324044"/>
                  </a:lnTo>
                  <a:lnTo>
                    <a:pt x="7153061" y="1324044"/>
                  </a:lnTo>
                  <a:lnTo>
                    <a:pt x="7147588" y="1324044"/>
                  </a:lnTo>
                  <a:lnTo>
                    <a:pt x="7142115" y="1324044"/>
                  </a:lnTo>
                  <a:lnTo>
                    <a:pt x="7136642" y="1324044"/>
                  </a:lnTo>
                  <a:lnTo>
                    <a:pt x="7131169" y="1324044"/>
                  </a:lnTo>
                  <a:lnTo>
                    <a:pt x="7125696" y="1324044"/>
                  </a:lnTo>
                  <a:lnTo>
                    <a:pt x="7120223" y="1324044"/>
                  </a:lnTo>
                  <a:lnTo>
                    <a:pt x="7114751" y="1324044"/>
                  </a:lnTo>
                  <a:lnTo>
                    <a:pt x="7109278" y="1324044"/>
                  </a:lnTo>
                  <a:lnTo>
                    <a:pt x="7103805" y="1324044"/>
                  </a:lnTo>
                  <a:lnTo>
                    <a:pt x="7098332" y="1324044"/>
                  </a:lnTo>
                  <a:lnTo>
                    <a:pt x="7092859" y="1324044"/>
                  </a:lnTo>
                  <a:lnTo>
                    <a:pt x="7087386" y="1324044"/>
                  </a:lnTo>
                  <a:lnTo>
                    <a:pt x="7087386" y="1344722"/>
                  </a:lnTo>
                  <a:lnTo>
                    <a:pt x="7081913" y="1344722"/>
                  </a:lnTo>
                  <a:lnTo>
                    <a:pt x="7076440" y="1344722"/>
                  </a:lnTo>
                  <a:lnTo>
                    <a:pt x="7070967" y="1344722"/>
                  </a:lnTo>
                  <a:lnTo>
                    <a:pt x="7060022" y="1344722"/>
                  </a:lnTo>
                  <a:lnTo>
                    <a:pt x="7054549" y="1344722"/>
                  </a:lnTo>
                  <a:lnTo>
                    <a:pt x="7049076" y="1344722"/>
                  </a:lnTo>
                  <a:lnTo>
                    <a:pt x="7043603" y="1344722"/>
                  </a:lnTo>
                  <a:lnTo>
                    <a:pt x="7038130" y="1344722"/>
                  </a:lnTo>
                  <a:lnTo>
                    <a:pt x="7032657" y="1344722"/>
                  </a:lnTo>
                  <a:lnTo>
                    <a:pt x="7027184" y="1344722"/>
                  </a:lnTo>
                  <a:lnTo>
                    <a:pt x="7021712" y="1344722"/>
                  </a:lnTo>
                  <a:lnTo>
                    <a:pt x="7016239" y="1344722"/>
                  </a:lnTo>
                  <a:lnTo>
                    <a:pt x="7010766" y="1344722"/>
                  </a:lnTo>
                  <a:lnTo>
                    <a:pt x="7005293" y="1344722"/>
                  </a:lnTo>
                  <a:lnTo>
                    <a:pt x="6999820" y="1344722"/>
                  </a:lnTo>
                  <a:lnTo>
                    <a:pt x="6994347" y="1344722"/>
                  </a:lnTo>
                  <a:lnTo>
                    <a:pt x="6988874" y="1344722"/>
                  </a:lnTo>
                  <a:lnTo>
                    <a:pt x="6983401" y="1344722"/>
                  </a:lnTo>
                  <a:lnTo>
                    <a:pt x="6977928" y="1344722"/>
                  </a:lnTo>
                  <a:lnTo>
                    <a:pt x="6972456" y="1344722"/>
                  </a:lnTo>
                  <a:lnTo>
                    <a:pt x="6966983" y="1344722"/>
                  </a:lnTo>
                  <a:lnTo>
                    <a:pt x="6961510" y="1344722"/>
                  </a:lnTo>
                  <a:lnTo>
                    <a:pt x="6956037" y="1344722"/>
                  </a:lnTo>
                  <a:lnTo>
                    <a:pt x="6950564" y="1344722"/>
                  </a:lnTo>
                  <a:lnTo>
                    <a:pt x="6945091" y="1344722"/>
                  </a:lnTo>
                  <a:lnTo>
                    <a:pt x="6939618" y="1344722"/>
                  </a:lnTo>
                  <a:lnTo>
                    <a:pt x="6934145" y="1344722"/>
                  </a:lnTo>
                  <a:lnTo>
                    <a:pt x="6928672" y="1344722"/>
                  </a:lnTo>
                  <a:lnTo>
                    <a:pt x="6923200" y="1344722"/>
                  </a:lnTo>
                  <a:lnTo>
                    <a:pt x="6917727" y="1344722"/>
                  </a:lnTo>
                  <a:lnTo>
                    <a:pt x="6917727" y="1365085"/>
                  </a:lnTo>
                  <a:lnTo>
                    <a:pt x="6912254" y="1365085"/>
                  </a:lnTo>
                  <a:lnTo>
                    <a:pt x="6906781" y="1365085"/>
                  </a:lnTo>
                  <a:lnTo>
                    <a:pt x="6901308" y="1365085"/>
                  </a:lnTo>
                  <a:lnTo>
                    <a:pt x="6895835" y="1365085"/>
                  </a:lnTo>
                  <a:lnTo>
                    <a:pt x="6890362" y="1365085"/>
                  </a:lnTo>
                  <a:lnTo>
                    <a:pt x="6884889" y="1365085"/>
                  </a:lnTo>
                  <a:lnTo>
                    <a:pt x="6879416" y="1365085"/>
                  </a:lnTo>
                  <a:lnTo>
                    <a:pt x="6873944" y="1365085"/>
                  </a:lnTo>
                  <a:lnTo>
                    <a:pt x="6868471" y="1365085"/>
                  </a:lnTo>
                  <a:lnTo>
                    <a:pt x="6862998" y="1365085"/>
                  </a:lnTo>
                  <a:lnTo>
                    <a:pt x="6857525" y="1365085"/>
                  </a:lnTo>
                  <a:lnTo>
                    <a:pt x="6852052" y="1365085"/>
                  </a:lnTo>
                  <a:lnTo>
                    <a:pt x="6846579" y="1365085"/>
                  </a:lnTo>
                  <a:lnTo>
                    <a:pt x="6841106" y="1365085"/>
                  </a:lnTo>
                  <a:lnTo>
                    <a:pt x="6835633" y="1365085"/>
                  </a:lnTo>
                  <a:lnTo>
                    <a:pt x="6835633" y="1385307"/>
                  </a:lnTo>
                  <a:lnTo>
                    <a:pt x="6830161" y="1385307"/>
                  </a:lnTo>
                  <a:lnTo>
                    <a:pt x="6824688" y="1385307"/>
                  </a:lnTo>
                  <a:lnTo>
                    <a:pt x="6819215" y="1385307"/>
                  </a:lnTo>
                  <a:lnTo>
                    <a:pt x="6813742" y="1385307"/>
                  </a:lnTo>
                  <a:lnTo>
                    <a:pt x="6808269" y="1385307"/>
                  </a:lnTo>
                  <a:lnTo>
                    <a:pt x="6802796" y="1385307"/>
                  </a:lnTo>
                  <a:lnTo>
                    <a:pt x="6797323" y="1385307"/>
                  </a:lnTo>
                  <a:lnTo>
                    <a:pt x="6786377" y="1385307"/>
                  </a:lnTo>
                  <a:lnTo>
                    <a:pt x="6780905" y="1385307"/>
                  </a:lnTo>
                  <a:lnTo>
                    <a:pt x="6775432" y="1385307"/>
                  </a:lnTo>
                  <a:lnTo>
                    <a:pt x="6769959" y="1385307"/>
                  </a:lnTo>
                  <a:lnTo>
                    <a:pt x="6764486" y="1385307"/>
                  </a:lnTo>
                  <a:lnTo>
                    <a:pt x="6759013" y="1385307"/>
                  </a:lnTo>
                  <a:lnTo>
                    <a:pt x="6753540" y="1385307"/>
                  </a:lnTo>
                  <a:lnTo>
                    <a:pt x="6748067" y="1385307"/>
                  </a:lnTo>
                  <a:lnTo>
                    <a:pt x="6742594" y="1385307"/>
                  </a:lnTo>
                  <a:lnTo>
                    <a:pt x="6737121" y="1385307"/>
                  </a:lnTo>
                  <a:lnTo>
                    <a:pt x="6731649" y="1385307"/>
                  </a:lnTo>
                  <a:lnTo>
                    <a:pt x="6726176" y="1385307"/>
                  </a:lnTo>
                  <a:lnTo>
                    <a:pt x="6720703" y="1385307"/>
                  </a:lnTo>
                  <a:lnTo>
                    <a:pt x="6715230" y="1385307"/>
                  </a:lnTo>
                  <a:lnTo>
                    <a:pt x="6709757" y="1385307"/>
                  </a:lnTo>
                  <a:lnTo>
                    <a:pt x="6704284" y="1385307"/>
                  </a:lnTo>
                  <a:lnTo>
                    <a:pt x="6698811" y="1385307"/>
                  </a:lnTo>
                  <a:lnTo>
                    <a:pt x="6693338" y="1385307"/>
                  </a:lnTo>
                  <a:lnTo>
                    <a:pt x="6687865" y="1385307"/>
                  </a:lnTo>
                  <a:lnTo>
                    <a:pt x="6682393" y="1385307"/>
                  </a:lnTo>
                  <a:lnTo>
                    <a:pt x="6676920" y="1385307"/>
                  </a:lnTo>
                  <a:lnTo>
                    <a:pt x="6671447" y="1385307"/>
                  </a:lnTo>
                  <a:lnTo>
                    <a:pt x="6665974" y="1385307"/>
                  </a:lnTo>
                  <a:lnTo>
                    <a:pt x="6660501" y="1385307"/>
                  </a:lnTo>
                  <a:lnTo>
                    <a:pt x="6655028" y="1385307"/>
                  </a:lnTo>
                  <a:lnTo>
                    <a:pt x="6649555" y="1385307"/>
                  </a:lnTo>
                  <a:lnTo>
                    <a:pt x="6644082" y="1385307"/>
                  </a:lnTo>
                  <a:lnTo>
                    <a:pt x="6638610" y="1385307"/>
                  </a:lnTo>
                  <a:lnTo>
                    <a:pt x="6633137" y="1385307"/>
                  </a:lnTo>
                  <a:lnTo>
                    <a:pt x="6627664" y="1385307"/>
                  </a:lnTo>
                  <a:lnTo>
                    <a:pt x="6622191" y="1385307"/>
                  </a:lnTo>
                  <a:lnTo>
                    <a:pt x="6616718" y="1385307"/>
                  </a:lnTo>
                  <a:lnTo>
                    <a:pt x="6611245" y="1385307"/>
                  </a:lnTo>
                  <a:lnTo>
                    <a:pt x="6605772" y="1385307"/>
                  </a:lnTo>
                  <a:lnTo>
                    <a:pt x="6600299" y="1385307"/>
                  </a:lnTo>
                  <a:lnTo>
                    <a:pt x="6594826" y="1385307"/>
                  </a:lnTo>
                  <a:lnTo>
                    <a:pt x="6589354" y="1385307"/>
                  </a:lnTo>
                  <a:lnTo>
                    <a:pt x="6583881" y="1385307"/>
                  </a:lnTo>
                  <a:lnTo>
                    <a:pt x="6578408" y="1385307"/>
                  </a:lnTo>
                  <a:lnTo>
                    <a:pt x="6572935" y="1385307"/>
                  </a:lnTo>
                  <a:lnTo>
                    <a:pt x="6567462" y="1385307"/>
                  </a:lnTo>
                  <a:lnTo>
                    <a:pt x="6561989" y="1385307"/>
                  </a:lnTo>
                  <a:lnTo>
                    <a:pt x="6556516" y="1385307"/>
                  </a:lnTo>
                  <a:lnTo>
                    <a:pt x="6551043" y="1385307"/>
                  </a:lnTo>
                  <a:lnTo>
                    <a:pt x="6545570" y="1385307"/>
                  </a:lnTo>
                  <a:lnTo>
                    <a:pt x="6540098" y="1385307"/>
                  </a:lnTo>
                  <a:lnTo>
                    <a:pt x="6529152" y="1385307"/>
                  </a:lnTo>
                  <a:lnTo>
                    <a:pt x="6518206" y="1385307"/>
                  </a:lnTo>
                  <a:lnTo>
                    <a:pt x="6512733" y="1385307"/>
                  </a:lnTo>
                  <a:lnTo>
                    <a:pt x="6507260" y="1385307"/>
                  </a:lnTo>
                  <a:lnTo>
                    <a:pt x="6501787" y="1385307"/>
                  </a:lnTo>
                  <a:lnTo>
                    <a:pt x="6496315" y="1385307"/>
                  </a:lnTo>
                  <a:lnTo>
                    <a:pt x="6490842" y="1385307"/>
                  </a:lnTo>
                  <a:lnTo>
                    <a:pt x="6485369" y="1385307"/>
                  </a:lnTo>
                  <a:lnTo>
                    <a:pt x="6479896" y="1385307"/>
                  </a:lnTo>
                  <a:lnTo>
                    <a:pt x="6474423" y="1385307"/>
                  </a:lnTo>
                  <a:lnTo>
                    <a:pt x="6468950" y="1385307"/>
                  </a:lnTo>
                  <a:lnTo>
                    <a:pt x="6463477" y="1385307"/>
                  </a:lnTo>
                  <a:lnTo>
                    <a:pt x="6458004" y="1385307"/>
                  </a:lnTo>
                  <a:lnTo>
                    <a:pt x="6452531" y="1385307"/>
                  </a:lnTo>
                  <a:lnTo>
                    <a:pt x="6447059" y="1385307"/>
                  </a:lnTo>
                  <a:lnTo>
                    <a:pt x="6441586" y="1385307"/>
                  </a:lnTo>
                  <a:lnTo>
                    <a:pt x="6436113" y="1385307"/>
                  </a:lnTo>
                  <a:lnTo>
                    <a:pt x="6430640" y="1385307"/>
                  </a:lnTo>
                  <a:lnTo>
                    <a:pt x="6425167" y="1385307"/>
                  </a:lnTo>
                  <a:lnTo>
                    <a:pt x="6419694" y="1385307"/>
                  </a:lnTo>
                  <a:lnTo>
                    <a:pt x="6419694" y="1404944"/>
                  </a:lnTo>
                  <a:lnTo>
                    <a:pt x="6414221" y="1404944"/>
                  </a:lnTo>
                  <a:lnTo>
                    <a:pt x="6408748" y="1404944"/>
                  </a:lnTo>
                  <a:lnTo>
                    <a:pt x="6403275" y="1404944"/>
                  </a:lnTo>
                  <a:lnTo>
                    <a:pt x="6397803" y="1404944"/>
                  </a:lnTo>
                  <a:lnTo>
                    <a:pt x="6392330" y="1404944"/>
                  </a:lnTo>
                  <a:lnTo>
                    <a:pt x="6386857" y="1404944"/>
                  </a:lnTo>
                  <a:lnTo>
                    <a:pt x="6381384" y="1404944"/>
                  </a:lnTo>
                  <a:lnTo>
                    <a:pt x="6375911" y="1404944"/>
                  </a:lnTo>
                  <a:lnTo>
                    <a:pt x="6370438" y="1404944"/>
                  </a:lnTo>
                  <a:lnTo>
                    <a:pt x="6364965" y="1404944"/>
                  </a:lnTo>
                  <a:lnTo>
                    <a:pt x="6359492" y="1404944"/>
                  </a:lnTo>
                  <a:lnTo>
                    <a:pt x="6354019" y="1404944"/>
                  </a:lnTo>
                  <a:lnTo>
                    <a:pt x="6348547" y="1404944"/>
                  </a:lnTo>
                  <a:lnTo>
                    <a:pt x="6343074" y="1404944"/>
                  </a:lnTo>
                  <a:lnTo>
                    <a:pt x="6332128" y="1404944"/>
                  </a:lnTo>
                  <a:lnTo>
                    <a:pt x="6326655" y="1404944"/>
                  </a:lnTo>
                  <a:lnTo>
                    <a:pt x="6321182" y="1404944"/>
                  </a:lnTo>
                  <a:lnTo>
                    <a:pt x="6315709" y="1404944"/>
                  </a:lnTo>
                  <a:lnTo>
                    <a:pt x="6310236" y="1404944"/>
                  </a:lnTo>
                  <a:lnTo>
                    <a:pt x="6304764" y="1404944"/>
                  </a:lnTo>
                  <a:lnTo>
                    <a:pt x="6304764" y="1424453"/>
                  </a:lnTo>
                  <a:lnTo>
                    <a:pt x="6299291" y="1424453"/>
                  </a:lnTo>
                  <a:lnTo>
                    <a:pt x="6293818" y="1424453"/>
                  </a:lnTo>
                  <a:lnTo>
                    <a:pt x="6288345" y="1424453"/>
                  </a:lnTo>
                  <a:lnTo>
                    <a:pt x="6282872" y="1424453"/>
                  </a:lnTo>
                  <a:lnTo>
                    <a:pt x="6277399" y="1424453"/>
                  </a:lnTo>
                  <a:lnTo>
                    <a:pt x="6271926" y="1424453"/>
                  </a:lnTo>
                  <a:lnTo>
                    <a:pt x="6266453" y="1424453"/>
                  </a:lnTo>
                  <a:lnTo>
                    <a:pt x="6260980" y="1424453"/>
                  </a:lnTo>
                  <a:lnTo>
                    <a:pt x="6255508" y="1424453"/>
                  </a:lnTo>
                  <a:lnTo>
                    <a:pt x="6250035" y="1424453"/>
                  </a:lnTo>
                  <a:lnTo>
                    <a:pt x="6239089" y="1424453"/>
                  </a:lnTo>
                  <a:lnTo>
                    <a:pt x="6233616" y="1424453"/>
                  </a:lnTo>
                  <a:lnTo>
                    <a:pt x="6228143" y="1424453"/>
                  </a:lnTo>
                  <a:lnTo>
                    <a:pt x="6222670" y="1424453"/>
                  </a:lnTo>
                  <a:lnTo>
                    <a:pt x="6217197" y="1424453"/>
                  </a:lnTo>
                  <a:lnTo>
                    <a:pt x="6211724" y="1424453"/>
                  </a:lnTo>
                  <a:lnTo>
                    <a:pt x="6206252" y="1424453"/>
                  </a:lnTo>
                  <a:lnTo>
                    <a:pt x="6200779" y="1424453"/>
                  </a:lnTo>
                  <a:lnTo>
                    <a:pt x="6195306" y="1424453"/>
                  </a:lnTo>
                  <a:lnTo>
                    <a:pt x="6195306" y="1463020"/>
                  </a:lnTo>
                  <a:lnTo>
                    <a:pt x="6189833" y="1463020"/>
                  </a:lnTo>
                  <a:lnTo>
                    <a:pt x="6184360" y="1463020"/>
                  </a:lnTo>
                  <a:lnTo>
                    <a:pt x="6178887" y="1463020"/>
                  </a:lnTo>
                  <a:lnTo>
                    <a:pt x="6173414" y="1463020"/>
                  </a:lnTo>
                  <a:lnTo>
                    <a:pt x="6167941" y="1463020"/>
                  </a:lnTo>
                  <a:lnTo>
                    <a:pt x="6162468" y="1463020"/>
                  </a:lnTo>
                  <a:lnTo>
                    <a:pt x="6156996" y="1463020"/>
                  </a:lnTo>
                  <a:lnTo>
                    <a:pt x="6151523" y="1463020"/>
                  </a:lnTo>
                  <a:lnTo>
                    <a:pt x="6151523" y="1482155"/>
                  </a:lnTo>
                  <a:lnTo>
                    <a:pt x="6146050" y="1482155"/>
                  </a:lnTo>
                  <a:lnTo>
                    <a:pt x="6140577" y="1482155"/>
                  </a:lnTo>
                  <a:lnTo>
                    <a:pt x="6135104" y="1482155"/>
                  </a:lnTo>
                  <a:lnTo>
                    <a:pt x="6129631" y="1482155"/>
                  </a:lnTo>
                  <a:lnTo>
                    <a:pt x="6124158" y="1482155"/>
                  </a:lnTo>
                  <a:lnTo>
                    <a:pt x="6118685" y="1482155"/>
                  </a:lnTo>
                  <a:lnTo>
                    <a:pt x="6113213" y="1482155"/>
                  </a:lnTo>
                  <a:lnTo>
                    <a:pt x="6107740" y="1482155"/>
                  </a:lnTo>
                  <a:lnTo>
                    <a:pt x="6107740" y="1501150"/>
                  </a:lnTo>
                  <a:lnTo>
                    <a:pt x="6102267" y="1501150"/>
                  </a:lnTo>
                  <a:lnTo>
                    <a:pt x="6096794" y="1501150"/>
                  </a:lnTo>
                  <a:lnTo>
                    <a:pt x="6091321" y="1501150"/>
                  </a:lnTo>
                  <a:lnTo>
                    <a:pt x="6085848" y="1501150"/>
                  </a:lnTo>
                  <a:lnTo>
                    <a:pt x="6080375" y="1501150"/>
                  </a:lnTo>
                  <a:lnTo>
                    <a:pt x="6074902" y="1501150"/>
                  </a:lnTo>
                  <a:lnTo>
                    <a:pt x="6069429" y="1501150"/>
                  </a:lnTo>
                  <a:lnTo>
                    <a:pt x="6069429" y="1519992"/>
                  </a:lnTo>
                  <a:lnTo>
                    <a:pt x="6063957" y="1519992"/>
                  </a:lnTo>
                  <a:lnTo>
                    <a:pt x="6058484" y="1519992"/>
                  </a:lnTo>
                  <a:lnTo>
                    <a:pt x="6053011" y="1519992"/>
                  </a:lnTo>
                  <a:lnTo>
                    <a:pt x="6053011" y="1538819"/>
                  </a:lnTo>
                  <a:lnTo>
                    <a:pt x="6047538" y="1538819"/>
                  </a:lnTo>
                  <a:lnTo>
                    <a:pt x="6047538" y="1557629"/>
                  </a:lnTo>
                  <a:lnTo>
                    <a:pt x="6042065" y="1557629"/>
                  </a:lnTo>
                  <a:lnTo>
                    <a:pt x="6036592" y="1557629"/>
                  </a:lnTo>
                  <a:lnTo>
                    <a:pt x="6031119" y="1557629"/>
                  </a:lnTo>
                  <a:lnTo>
                    <a:pt x="6025646" y="1557629"/>
                  </a:lnTo>
                  <a:lnTo>
                    <a:pt x="6020173" y="1557629"/>
                  </a:lnTo>
                  <a:lnTo>
                    <a:pt x="6014701" y="1557629"/>
                  </a:lnTo>
                  <a:lnTo>
                    <a:pt x="6009228" y="1557629"/>
                  </a:lnTo>
                  <a:lnTo>
                    <a:pt x="6003755" y="1557629"/>
                  </a:lnTo>
                  <a:lnTo>
                    <a:pt x="5998282" y="1557629"/>
                  </a:lnTo>
                  <a:lnTo>
                    <a:pt x="5992809" y="1557629"/>
                  </a:lnTo>
                  <a:lnTo>
                    <a:pt x="5987336" y="1557629"/>
                  </a:lnTo>
                  <a:lnTo>
                    <a:pt x="5981863" y="1557629"/>
                  </a:lnTo>
                  <a:lnTo>
                    <a:pt x="5976390" y="1557629"/>
                  </a:lnTo>
                  <a:lnTo>
                    <a:pt x="5970918" y="1557629"/>
                  </a:lnTo>
                  <a:lnTo>
                    <a:pt x="5965445" y="1557629"/>
                  </a:lnTo>
                  <a:lnTo>
                    <a:pt x="5959972" y="1557629"/>
                  </a:lnTo>
                  <a:lnTo>
                    <a:pt x="5954499" y="1557629"/>
                  </a:lnTo>
                  <a:lnTo>
                    <a:pt x="5949026" y="1557629"/>
                  </a:lnTo>
                  <a:lnTo>
                    <a:pt x="5943553" y="1557629"/>
                  </a:lnTo>
                  <a:lnTo>
                    <a:pt x="5938080" y="1557629"/>
                  </a:lnTo>
                  <a:lnTo>
                    <a:pt x="5932607" y="1557629"/>
                  </a:lnTo>
                  <a:lnTo>
                    <a:pt x="5927134" y="1557629"/>
                  </a:lnTo>
                  <a:lnTo>
                    <a:pt x="5921662" y="1557629"/>
                  </a:lnTo>
                  <a:lnTo>
                    <a:pt x="5916189" y="1557629"/>
                  </a:lnTo>
                  <a:lnTo>
                    <a:pt x="5910716" y="1557629"/>
                  </a:lnTo>
                  <a:lnTo>
                    <a:pt x="5905243" y="1557629"/>
                  </a:lnTo>
                  <a:lnTo>
                    <a:pt x="5899770" y="1557629"/>
                  </a:lnTo>
                  <a:lnTo>
                    <a:pt x="5894297" y="1557629"/>
                  </a:lnTo>
                  <a:lnTo>
                    <a:pt x="5888824" y="1557629"/>
                  </a:lnTo>
                  <a:lnTo>
                    <a:pt x="5883351" y="1557629"/>
                  </a:lnTo>
                  <a:lnTo>
                    <a:pt x="5877878" y="1557629"/>
                  </a:lnTo>
                  <a:lnTo>
                    <a:pt x="5872406" y="1557629"/>
                  </a:lnTo>
                  <a:lnTo>
                    <a:pt x="5866933" y="1557629"/>
                  </a:lnTo>
                  <a:lnTo>
                    <a:pt x="5861460" y="1557629"/>
                  </a:lnTo>
                  <a:lnTo>
                    <a:pt x="5855987" y="1557629"/>
                  </a:lnTo>
                  <a:lnTo>
                    <a:pt x="5850514" y="1557629"/>
                  </a:lnTo>
                  <a:lnTo>
                    <a:pt x="5845041" y="1557629"/>
                  </a:lnTo>
                  <a:lnTo>
                    <a:pt x="5839568" y="1557629"/>
                  </a:lnTo>
                  <a:lnTo>
                    <a:pt x="5834095" y="1557629"/>
                  </a:lnTo>
                  <a:lnTo>
                    <a:pt x="5828622" y="1557629"/>
                  </a:lnTo>
                  <a:lnTo>
                    <a:pt x="5823150" y="1557629"/>
                  </a:lnTo>
                  <a:lnTo>
                    <a:pt x="5817677" y="1557629"/>
                  </a:lnTo>
                  <a:lnTo>
                    <a:pt x="5812204" y="1557629"/>
                  </a:lnTo>
                  <a:lnTo>
                    <a:pt x="5806731" y="1557629"/>
                  </a:lnTo>
                  <a:lnTo>
                    <a:pt x="5801258" y="1557629"/>
                  </a:lnTo>
                  <a:lnTo>
                    <a:pt x="5795785" y="1557629"/>
                  </a:lnTo>
                  <a:lnTo>
                    <a:pt x="5790312" y="1557629"/>
                  </a:lnTo>
                  <a:lnTo>
                    <a:pt x="5784839" y="1557629"/>
                  </a:lnTo>
                  <a:lnTo>
                    <a:pt x="5779367" y="1557629"/>
                  </a:lnTo>
                  <a:lnTo>
                    <a:pt x="5773894" y="1557629"/>
                  </a:lnTo>
                  <a:lnTo>
                    <a:pt x="5768421" y="1557629"/>
                  </a:lnTo>
                  <a:lnTo>
                    <a:pt x="5762948" y="1557629"/>
                  </a:lnTo>
                  <a:lnTo>
                    <a:pt x="5762948" y="1575951"/>
                  </a:lnTo>
                  <a:lnTo>
                    <a:pt x="5757475" y="1575951"/>
                  </a:lnTo>
                  <a:lnTo>
                    <a:pt x="5752002" y="1575951"/>
                  </a:lnTo>
                  <a:lnTo>
                    <a:pt x="5746529" y="1575951"/>
                  </a:lnTo>
                  <a:lnTo>
                    <a:pt x="5741056" y="1575951"/>
                  </a:lnTo>
                  <a:lnTo>
                    <a:pt x="5735583" y="1575951"/>
                  </a:lnTo>
                  <a:lnTo>
                    <a:pt x="5735583" y="1594211"/>
                  </a:lnTo>
                  <a:lnTo>
                    <a:pt x="5730111" y="1594211"/>
                  </a:lnTo>
                  <a:lnTo>
                    <a:pt x="5724638" y="1594211"/>
                  </a:lnTo>
                  <a:lnTo>
                    <a:pt x="5719165" y="1594211"/>
                  </a:lnTo>
                  <a:lnTo>
                    <a:pt x="5713692" y="1594211"/>
                  </a:lnTo>
                  <a:lnTo>
                    <a:pt x="5708219" y="1594211"/>
                  </a:lnTo>
                  <a:lnTo>
                    <a:pt x="5702746" y="1594211"/>
                  </a:lnTo>
                  <a:lnTo>
                    <a:pt x="5697273" y="1594211"/>
                  </a:lnTo>
                  <a:lnTo>
                    <a:pt x="5691800" y="1594211"/>
                  </a:lnTo>
                  <a:lnTo>
                    <a:pt x="5686327" y="1594211"/>
                  </a:lnTo>
                  <a:lnTo>
                    <a:pt x="5686327" y="1612348"/>
                  </a:lnTo>
                  <a:lnTo>
                    <a:pt x="5680855" y="1612348"/>
                  </a:lnTo>
                  <a:lnTo>
                    <a:pt x="5675382" y="1612348"/>
                  </a:lnTo>
                  <a:lnTo>
                    <a:pt x="5669909" y="1612348"/>
                  </a:lnTo>
                  <a:lnTo>
                    <a:pt x="5664436" y="1612348"/>
                  </a:lnTo>
                  <a:lnTo>
                    <a:pt x="5658963" y="1612348"/>
                  </a:lnTo>
                  <a:lnTo>
                    <a:pt x="5653490" y="1612348"/>
                  </a:lnTo>
                  <a:lnTo>
                    <a:pt x="5648017" y="1612348"/>
                  </a:lnTo>
                  <a:lnTo>
                    <a:pt x="5642544" y="1612348"/>
                  </a:lnTo>
                  <a:lnTo>
                    <a:pt x="5637071" y="1612348"/>
                  </a:lnTo>
                  <a:lnTo>
                    <a:pt x="5631599" y="1612348"/>
                  </a:lnTo>
                  <a:lnTo>
                    <a:pt x="5626126" y="1612348"/>
                  </a:lnTo>
                  <a:lnTo>
                    <a:pt x="5620653" y="1612348"/>
                  </a:lnTo>
                  <a:lnTo>
                    <a:pt x="5615180" y="1612348"/>
                  </a:lnTo>
                  <a:lnTo>
                    <a:pt x="5609707" y="1612348"/>
                  </a:lnTo>
                  <a:lnTo>
                    <a:pt x="5604234" y="1612348"/>
                  </a:lnTo>
                  <a:lnTo>
                    <a:pt x="5598761" y="1612348"/>
                  </a:lnTo>
                  <a:lnTo>
                    <a:pt x="5593288" y="1612348"/>
                  </a:lnTo>
                  <a:lnTo>
                    <a:pt x="5587816" y="1612348"/>
                  </a:lnTo>
                  <a:lnTo>
                    <a:pt x="5582343" y="1612348"/>
                  </a:lnTo>
                  <a:lnTo>
                    <a:pt x="5576870" y="1612348"/>
                  </a:lnTo>
                  <a:lnTo>
                    <a:pt x="5571397" y="1612348"/>
                  </a:lnTo>
                  <a:lnTo>
                    <a:pt x="5565924" y="1612348"/>
                  </a:lnTo>
                  <a:lnTo>
                    <a:pt x="5560451" y="1612348"/>
                  </a:lnTo>
                  <a:lnTo>
                    <a:pt x="5554978" y="1612348"/>
                  </a:lnTo>
                  <a:lnTo>
                    <a:pt x="5549505" y="1612348"/>
                  </a:lnTo>
                  <a:lnTo>
                    <a:pt x="5544032" y="1612348"/>
                  </a:lnTo>
                  <a:lnTo>
                    <a:pt x="5538560" y="1612348"/>
                  </a:lnTo>
                  <a:lnTo>
                    <a:pt x="5533087" y="1612348"/>
                  </a:lnTo>
                  <a:lnTo>
                    <a:pt x="5527614" y="1612348"/>
                  </a:lnTo>
                  <a:lnTo>
                    <a:pt x="5522141" y="1612348"/>
                  </a:lnTo>
                  <a:lnTo>
                    <a:pt x="5516668" y="1612348"/>
                  </a:lnTo>
                  <a:lnTo>
                    <a:pt x="5511195" y="1612348"/>
                  </a:lnTo>
                  <a:lnTo>
                    <a:pt x="5505722" y="1612348"/>
                  </a:lnTo>
                  <a:lnTo>
                    <a:pt x="5500249" y="1612348"/>
                  </a:lnTo>
                  <a:lnTo>
                    <a:pt x="5494776" y="1612348"/>
                  </a:lnTo>
                  <a:lnTo>
                    <a:pt x="5489304" y="1612348"/>
                  </a:lnTo>
                  <a:lnTo>
                    <a:pt x="5483831" y="1612348"/>
                  </a:lnTo>
                  <a:lnTo>
                    <a:pt x="5478358" y="1612348"/>
                  </a:lnTo>
                  <a:lnTo>
                    <a:pt x="5472885" y="1612348"/>
                  </a:lnTo>
                  <a:lnTo>
                    <a:pt x="5467412" y="1612348"/>
                  </a:lnTo>
                  <a:lnTo>
                    <a:pt x="5461939" y="1612348"/>
                  </a:lnTo>
                  <a:lnTo>
                    <a:pt x="5461939" y="1630051"/>
                  </a:lnTo>
                  <a:lnTo>
                    <a:pt x="5456466" y="1630051"/>
                  </a:lnTo>
                  <a:lnTo>
                    <a:pt x="5450993" y="1630051"/>
                  </a:lnTo>
                  <a:lnTo>
                    <a:pt x="5445520" y="1630051"/>
                  </a:lnTo>
                  <a:lnTo>
                    <a:pt x="5445520" y="1647711"/>
                  </a:lnTo>
                  <a:lnTo>
                    <a:pt x="5440048" y="1647711"/>
                  </a:lnTo>
                  <a:lnTo>
                    <a:pt x="5440048" y="1665357"/>
                  </a:lnTo>
                  <a:lnTo>
                    <a:pt x="5434575" y="1665357"/>
                  </a:lnTo>
                  <a:lnTo>
                    <a:pt x="5429102" y="1665357"/>
                  </a:lnTo>
                  <a:lnTo>
                    <a:pt x="5423629" y="1665357"/>
                  </a:lnTo>
                  <a:lnTo>
                    <a:pt x="5418156" y="1665357"/>
                  </a:lnTo>
                  <a:lnTo>
                    <a:pt x="5412683" y="1665357"/>
                  </a:lnTo>
                  <a:lnTo>
                    <a:pt x="5407210" y="1665357"/>
                  </a:lnTo>
                  <a:lnTo>
                    <a:pt x="5401737" y="1665357"/>
                  </a:lnTo>
                  <a:lnTo>
                    <a:pt x="5396265" y="1665357"/>
                  </a:lnTo>
                  <a:lnTo>
                    <a:pt x="5390792" y="1665357"/>
                  </a:lnTo>
                  <a:lnTo>
                    <a:pt x="5385319" y="1665357"/>
                  </a:lnTo>
                  <a:lnTo>
                    <a:pt x="5379846" y="1665357"/>
                  </a:lnTo>
                  <a:lnTo>
                    <a:pt x="5374373" y="1665357"/>
                  </a:lnTo>
                  <a:lnTo>
                    <a:pt x="5368900" y="1665357"/>
                  </a:lnTo>
                  <a:lnTo>
                    <a:pt x="5363427" y="1665357"/>
                  </a:lnTo>
                  <a:lnTo>
                    <a:pt x="5357954" y="1665357"/>
                  </a:lnTo>
                  <a:lnTo>
                    <a:pt x="5352481" y="1665357"/>
                  </a:lnTo>
                  <a:lnTo>
                    <a:pt x="5352481" y="1682777"/>
                  </a:lnTo>
                  <a:lnTo>
                    <a:pt x="5347009" y="1682777"/>
                  </a:lnTo>
                  <a:lnTo>
                    <a:pt x="5341536" y="1682777"/>
                  </a:lnTo>
                  <a:lnTo>
                    <a:pt x="5336063" y="1682777"/>
                  </a:lnTo>
                  <a:lnTo>
                    <a:pt x="5330590" y="1682777"/>
                  </a:lnTo>
                  <a:lnTo>
                    <a:pt x="5325117" y="1682777"/>
                  </a:lnTo>
                  <a:lnTo>
                    <a:pt x="5319644" y="1682777"/>
                  </a:lnTo>
                  <a:lnTo>
                    <a:pt x="5314171" y="1682777"/>
                  </a:lnTo>
                  <a:lnTo>
                    <a:pt x="5308698" y="1682777"/>
                  </a:lnTo>
                  <a:lnTo>
                    <a:pt x="5303225" y="1682777"/>
                  </a:lnTo>
                  <a:lnTo>
                    <a:pt x="5297753" y="1682777"/>
                  </a:lnTo>
                  <a:lnTo>
                    <a:pt x="5292280" y="1682777"/>
                  </a:lnTo>
                  <a:lnTo>
                    <a:pt x="5286807" y="1682777"/>
                  </a:lnTo>
                  <a:lnTo>
                    <a:pt x="5286807" y="1700087"/>
                  </a:lnTo>
                  <a:lnTo>
                    <a:pt x="5281334" y="1700087"/>
                  </a:lnTo>
                  <a:lnTo>
                    <a:pt x="5275861" y="1700087"/>
                  </a:lnTo>
                  <a:lnTo>
                    <a:pt x="5275861" y="1717370"/>
                  </a:lnTo>
                  <a:lnTo>
                    <a:pt x="5270388" y="1717370"/>
                  </a:lnTo>
                  <a:lnTo>
                    <a:pt x="5264915" y="1717370"/>
                  </a:lnTo>
                  <a:lnTo>
                    <a:pt x="5259442" y="1717370"/>
                  </a:lnTo>
                  <a:lnTo>
                    <a:pt x="5253970" y="1717370"/>
                  </a:lnTo>
                  <a:lnTo>
                    <a:pt x="5248497" y="1717370"/>
                  </a:lnTo>
                  <a:lnTo>
                    <a:pt x="5243024" y="1717370"/>
                  </a:lnTo>
                  <a:lnTo>
                    <a:pt x="5237551" y="1717370"/>
                  </a:lnTo>
                  <a:lnTo>
                    <a:pt x="5232078" y="1717370"/>
                  </a:lnTo>
                  <a:lnTo>
                    <a:pt x="5226605" y="1717370"/>
                  </a:lnTo>
                  <a:lnTo>
                    <a:pt x="5221132" y="1717370"/>
                  </a:lnTo>
                  <a:lnTo>
                    <a:pt x="5215659" y="1717370"/>
                  </a:lnTo>
                  <a:lnTo>
                    <a:pt x="5210186" y="1717370"/>
                  </a:lnTo>
                  <a:lnTo>
                    <a:pt x="5204714" y="1717370"/>
                  </a:lnTo>
                  <a:lnTo>
                    <a:pt x="5199241" y="1717370"/>
                  </a:lnTo>
                  <a:lnTo>
                    <a:pt x="5193768" y="1717370"/>
                  </a:lnTo>
                  <a:lnTo>
                    <a:pt x="5188295" y="1717370"/>
                  </a:lnTo>
                  <a:lnTo>
                    <a:pt x="5182822" y="1717370"/>
                  </a:lnTo>
                  <a:lnTo>
                    <a:pt x="5177349" y="1717370"/>
                  </a:lnTo>
                  <a:lnTo>
                    <a:pt x="5171876" y="1717370"/>
                  </a:lnTo>
                  <a:lnTo>
                    <a:pt x="5171876" y="1734463"/>
                  </a:lnTo>
                  <a:lnTo>
                    <a:pt x="5166403" y="1734463"/>
                  </a:lnTo>
                  <a:lnTo>
                    <a:pt x="5160930" y="1734463"/>
                  </a:lnTo>
                  <a:lnTo>
                    <a:pt x="5155458" y="1734463"/>
                  </a:lnTo>
                  <a:lnTo>
                    <a:pt x="5149985" y="1734463"/>
                  </a:lnTo>
                  <a:lnTo>
                    <a:pt x="5144512" y="1734463"/>
                  </a:lnTo>
                  <a:lnTo>
                    <a:pt x="5139039" y="1734463"/>
                  </a:lnTo>
                  <a:lnTo>
                    <a:pt x="5133566" y="1734463"/>
                  </a:lnTo>
                  <a:lnTo>
                    <a:pt x="5128093" y="1734463"/>
                  </a:lnTo>
                  <a:lnTo>
                    <a:pt x="5122620" y="1734463"/>
                  </a:lnTo>
                  <a:lnTo>
                    <a:pt x="5117147" y="1734463"/>
                  </a:lnTo>
                  <a:lnTo>
                    <a:pt x="5111674" y="1734463"/>
                  </a:lnTo>
                  <a:lnTo>
                    <a:pt x="5106202" y="1734463"/>
                  </a:lnTo>
                  <a:lnTo>
                    <a:pt x="5100729" y="1734463"/>
                  </a:lnTo>
                  <a:lnTo>
                    <a:pt x="5095256" y="1734463"/>
                  </a:lnTo>
                  <a:lnTo>
                    <a:pt x="5089783" y="1734463"/>
                  </a:lnTo>
                  <a:lnTo>
                    <a:pt x="5084310" y="1734463"/>
                  </a:lnTo>
                  <a:lnTo>
                    <a:pt x="5078837" y="1734463"/>
                  </a:lnTo>
                  <a:lnTo>
                    <a:pt x="5073364" y="1734463"/>
                  </a:lnTo>
                  <a:lnTo>
                    <a:pt x="5067891" y="1734463"/>
                  </a:lnTo>
                  <a:lnTo>
                    <a:pt x="5062419" y="1734463"/>
                  </a:lnTo>
                  <a:lnTo>
                    <a:pt x="5056946" y="1734463"/>
                  </a:lnTo>
                  <a:lnTo>
                    <a:pt x="5051473" y="1734463"/>
                  </a:lnTo>
                  <a:lnTo>
                    <a:pt x="5046000" y="1734463"/>
                  </a:lnTo>
                  <a:lnTo>
                    <a:pt x="5046000" y="1751321"/>
                  </a:lnTo>
                  <a:lnTo>
                    <a:pt x="5040527" y="1751321"/>
                  </a:lnTo>
                  <a:lnTo>
                    <a:pt x="5035054" y="1751321"/>
                  </a:lnTo>
                  <a:lnTo>
                    <a:pt x="5029581" y="1751321"/>
                  </a:lnTo>
                  <a:lnTo>
                    <a:pt x="5024108" y="1751321"/>
                  </a:lnTo>
                  <a:lnTo>
                    <a:pt x="5018635" y="1751321"/>
                  </a:lnTo>
                  <a:lnTo>
                    <a:pt x="5013163" y="1751321"/>
                  </a:lnTo>
                  <a:lnTo>
                    <a:pt x="5007690" y="1751321"/>
                  </a:lnTo>
                  <a:lnTo>
                    <a:pt x="5002217" y="1751321"/>
                  </a:lnTo>
                  <a:lnTo>
                    <a:pt x="4996744" y="1751321"/>
                  </a:lnTo>
                  <a:lnTo>
                    <a:pt x="4991271" y="1751321"/>
                  </a:lnTo>
                  <a:lnTo>
                    <a:pt x="4985798" y="1751321"/>
                  </a:lnTo>
                  <a:lnTo>
                    <a:pt x="4980325" y="1751321"/>
                  </a:lnTo>
                  <a:lnTo>
                    <a:pt x="4974852" y="1751321"/>
                  </a:lnTo>
                  <a:lnTo>
                    <a:pt x="4969379" y="1751321"/>
                  </a:lnTo>
                  <a:lnTo>
                    <a:pt x="4963907" y="1751321"/>
                  </a:lnTo>
                  <a:lnTo>
                    <a:pt x="4958434" y="1751321"/>
                  </a:lnTo>
                  <a:lnTo>
                    <a:pt x="4952961" y="1751321"/>
                  </a:lnTo>
                  <a:lnTo>
                    <a:pt x="4947488" y="1751321"/>
                  </a:lnTo>
                  <a:lnTo>
                    <a:pt x="4942015" y="1751321"/>
                  </a:lnTo>
                  <a:lnTo>
                    <a:pt x="4936542" y="1751321"/>
                  </a:lnTo>
                  <a:lnTo>
                    <a:pt x="4931069" y="1751321"/>
                  </a:lnTo>
                  <a:lnTo>
                    <a:pt x="4925596" y="1751321"/>
                  </a:lnTo>
                  <a:lnTo>
                    <a:pt x="4925596" y="1767989"/>
                  </a:lnTo>
                  <a:lnTo>
                    <a:pt x="4920123" y="1767989"/>
                  </a:lnTo>
                  <a:lnTo>
                    <a:pt x="4914651" y="1767989"/>
                  </a:lnTo>
                  <a:lnTo>
                    <a:pt x="4909178" y="1767989"/>
                  </a:lnTo>
                  <a:lnTo>
                    <a:pt x="4903705" y="1767989"/>
                  </a:lnTo>
                  <a:lnTo>
                    <a:pt x="4898232" y="1767989"/>
                  </a:lnTo>
                  <a:lnTo>
                    <a:pt x="4892759" y="1767989"/>
                  </a:lnTo>
                  <a:lnTo>
                    <a:pt x="4887286" y="1767989"/>
                  </a:lnTo>
                  <a:lnTo>
                    <a:pt x="4881813" y="1767989"/>
                  </a:lnTo>
                  <a:lnTo>
                    <a:pt x="4876340" y="1767989"/>
                  </a:lnTo>
                  <a:lnTo>
                    <a:pt x="4870868" y="1767989"/>
                  </a:lnTo>
                  <a:lnTo>
                    <a:pt x="4865395" y="1767989"/>
                  </a:lnTo>
                  <a:lnTo>
                    <a:pt x="4859922" y="1767989"/>
                  </a:lnTo>
                  <a:lnTo>
                    <a:pt x="4854449" y="1767989"/>
                  </a:lnTo>
                  <a:lnTo>
                    <a:pt x="4848976" y="1767989"/>
                  </a:lnTo>
                  <a:lnTo>
                    <a:pt x="4843503" y="1767989"/>
                  </a:lnTo>
                  <a:lnTo>
                    <a:pt x="4838030" y="1767989"/>
                  </a:lnTo>
                  <a:lnTo>
                    <a:pt x="4832557" y="1767989"/>
                  </a:lnTo>
                  <a:lnTo>
                    <a:pt x="4827084" y="1767989"/>
                  </a:lnTo>
                  <a:lnTo>
                    <a:pt x="4821612" y="1767989"/>
                  </a:lnTo>
                  <a:lnTo>
                    <a:pt x="4816139" y="1767989"/>
                  </a:lnTo>
                  <a:lnTo>
                    <a:pt x="4810666" y="1767989"/>
                  </a:lnTo>
                  <a:lnTo>
                    <a:pt x="4805193" y="1767989"/>
                  </a:lnTo>
                  <a:lnTo>
                    <a:pt x="4799720" y="1767989"/>
                  </a:lnTo>
                  <a:lnTo>
                    <a:pt x="4794247" y="1767989"/>
                  </a:lnTo>
                  <a:lnTo>
                    <a:pt x="4788774" y="1767989"/>
                  </a:lnTo>
                  <a:lnTo>
                    <a:pt x="4783301" y="1767989"/>
                  </a:lnTo>
                  <a:lnTo>
                    <a:pt x="4777828" y="1767989"/>
                  </a:lnTo>
                  <a:lnTo>
                    <a:pt x="4777828" y="1784353"/>
                  </a:lnTo>
                  <a:lnTo>
                    <a:pt x="4772356" y="1784353"/>
                  </a:lnTo>
                  <a:lnTo>
                    <a:pt x="4766883" y="1784353"/>
                  </a:lnTo>
                  <a:lnTo>
                    <a:pt x="4761410" y="1784353"/>
                  </a:lnTo>
                  <a:lnTo>
                    <a:pt x="4755937" y="1784353"/>
                  </a:lnTo>
                  <a:lnTo>
                    <a:pt x="4750464" y="1784353"/>
                  </a:lnTo>
                  <a:lnTo>
                    <a:pt x="4744991" y="1784353"/>
                  </a:lnTo>
                  <a:lnTo>
                    <a:pt x="4739518" y="1784353"/>
                  </a:lnTo>
                  <a:lnTo>
                    <a:pt x="4734045" y="1784353"/>
                  </a:lnTo>
                  <a:lnTo>
                    <a:pt x="4728573" y="1784353"/>
                  </a:lnTo>
                  <a:lnTo>
                    <a:pt x="4723100" y="1784353"/>
                  </a:lnTo>
                  <a:lnTo>
                    <a:pt x="4717627" y="1784353"/>
                  </a:lnTo>
                  <a:lnTo>
                    <a:pt x="4712154" y="1784353"/>
                  </a:lnTo>
                  <a:lnTo>
                    <a:pt x="4712154" y="1800575"/>
                  </a:lnTo>
                  <a:lnTo>
                    <a:pt x="4706681" y="1800575"/>
                  </a:lnTo>
                  <a:lnTo>
                    <a:pt x="4701208" y="1800575"/>
                  </a:lnTo>
                  <a:lnTo>
                    <a:pt x="4695735" y="1800575"/>
                  </a:lnTo>
                  <a:lnTo>
                    <a:pt x="4695735" y="1816750"/>
                  </a:lnTo>
                  <a:lnTo>
                    <a:pt x="4690262" y="1816750"/>
                  </a:lnTo>
                  <a:lnTo>
                    <a:pt x="4684789" y="1816750"/>
                  </a:lnTo>
                  <a:lnTo>
                    <a:pt x="4679317" y="1816750"/>
                  </a:lnTo>
                  <a:lnTo>
                    <a:pt x="4673844" y="1816750"/>
                  </a:lnTo>
                  <a:lnTo>
                    <a:pt x="4668371" y="1816750"/>
                  </a:lnTo>
                  <a:lnTo>
                    <a:pt x="4662898" y="1816750"/>
                  </a:lnTo>
                  <a:lnTo>
                    <a:pt x="4657425" y="1816750"/>
                  </a:lnTo>
                  <a:lnTo>
                    <a:pt x="4651952" y="1816750"/>
                  </a:lnTo>
                  <a:lnTo>
                    <a:pt x="4646479" y="1816750"/>
                  </a:lnTo>
                  <a:lnTo>
                    <a:pt x="4641006" y="1816750"/>
                  </a:lnTo>
                  <a:lnTo>
                    <a:pt x="4635533" y="1816750"/>
                  </a:lnTo>
                  <a:lnTo>
                    <a:pt x="4630061" y="1816750"/>
                  </a:lnTo>
                  <a:lnTo>
                    <a:pt x="4624588" y="1816750"/>
                  </a:lnTo>
                  <a:lnTo>
                    <a:pt x="4619115" y="1816750"/>
                  </a:lnTo>
                  <a:lnTo>
                    <a:pt x="4613642" y="1816750"/>
                  </a:lnTo>
                  <a:lnTo>
                    <a:pt x="4613642" y="1832868"/>
                  </a:lnTo>
                  <a:lnTo>
                    <a:pt x="4608169" y="1832868"/>
                  </a:lnTo>
                  <a:lnTo>
                    <a:pt x="4602696" y="1832868"/>
                  </a:lnTo>
                  <a:lnTo>
                    <a:pt x="4597223" y="1832868"/>
                  </a:lnTo>
                  <a:lnTo>
                    <a:pt x="4591750" y="1832868"/>
                  </a:lnTo>
                  <a:lnTo>
                    <a:pt x="4586277" y="1832868"/>
                  </a:lnTo>
                  <a:lnTo>
                    <a:pt x="4580805" y="1832868"/>
                  </a:lnTo>
                  <a:lnTo>
                    <a:pt x="4580805" y="1848894"/>
                  </a:lnTo>
                  <a:lnTo>
                    <a:pt x="4575332" y="1848894"/>
                  </a:lnTo>
                  <a:lnTo>
                    <a:pt x="4569859" y="1848894"/>
                  </a:lnTo>
                  <a:lnTo>
                    <a:pt x="4564386" y="1848894"/>
                  </a:lnTo>
                  <a:lnTo>
                    <a:pt x="4558913" y="1848894"/>
                  </a:lnTo>
                  <a:lnTo>
                    <a:pt x="4553440" y="1848894"/>
                  </a:lnTo>
                  <a:lnTo>
                    <a:pt x="4553440" y="1864898"/>
                  </a:lnTo>
                  <a:lnTo>
                    <a:pt x="4547967" y="1864898"/>
                  </a:lnTo>
                  <a:lnTo>
                    <a:pt x="4547967" y="1880867"/>
                  </a:lnTo>
                  <a:lnTo>
                    <a:pt x="4542494" y="1880867"/>
                  </a:lnTo>
                  <a:lnTo>
                    <a:pt x="4537022" y="1880867"/>
                  </a:lnTo>
                  <a:lnTo>
                    <a:pt x="4531549" y="1880867"/>
                  </a:lnTo>
                  <a:lnTo>
                    <a:pt x="4526076" y="1880867"/>
                  </a:lnTo>
                  <a:lnTo>
                    <a:pt x="4520603" y="1880867"/>
                  </a:lnTo>
                  <a:lnTo>
                    <a:pt x="4515130" y="1880867"/>
                  </a:lnTo>
                  <a:lnTo>
                    <a:pt x="4509657" y="1880867"/>
                  </a:lnTo>
                  <a:lnTo>
                    <a:pt x="4504184" y="1880867"/>
                  </a:lnTo>
                  <a:lnTo>
                    <a:pt x="4498711" y="1880867"/>
                  </a:lnTo>
                  <a:lnTo>
                    <a:pt x="4498711" y="1896791"/>
                  </a:lnTo>
                  <a:lnTo>
                    <a:pt x="4493238" y="1896791"/>
                  </a:lnTo>
                  <a:lnTo>
                    <a:pt x="4493238" y="1912692"/>
                  </a:lnTo>
                  <a:lnTo>
                    <a:pt x="4487766" y="1912692"/>
                  </a:lnTo>
                  <a:lnTo>
                    <a:pt x="4482293" y="1912692"/>
                  </a:lnTo>
                  <a:lnTo>
                    <a:pt x="4476820" y="1912692"/>
                  </a:lnTo>
                  <a:lnTo>
                    <a:pt x="4471347" y="1912692"/>
                  </a:lnTo>
                  <a:lnTo>
                    <a:pt x="4465874" y="1912692"/>
                  </a:lnTo>
                  <a:lnTo>
                    <a:pt x="4460401" y="1912692"/>
                  </a:lnTo>
                  <a:lnTo>
                    <a:pt x="4454928" y="1912692"/>
                  </a:lnTo>
                  <a:lnTo>
                    <a:pt x="4449455" y="1912692"/>
                  </a:lnTo>
                  <a:lnTo>
                    <a:pt x="4443982" y="1912692"/>
                  </a:lnTo>
                  <a:lnTo>
                    <a:pt x="4438510" y="1912692"/>
                  </a:lnTo>
                  <a:lnTo>
                    <a:pt x="4433037" y="1912692"/>
                  </a:lnTo>
                  <a:lnTo>
                    <a:pt x="4427564" y="1912692"/>
                  </a:lnTo>
                  <a:lnTo>
                    <a:pt x="4422091" y="1912692"/>
                  </a:lnTo>
                  <a:lnTo>
                    <a:pt x="4416618" y="1912692"/>
                  </a:lnTo>
                  <a:lnTo>
                    <a:pt x="4411145" y="1912692"/>
                  </a:lnTo>
                  <a:lnTo>
                    <a:pt x="4405672" y="1912692"/>
                  </a:lnTo>
                  <a:lnTo>
                    <a:pt x="4400199" y="1912692"/>
                  </a:lnTo>
                  <a:lnTo>
                    <a:pt x="4394726" y="1912692"/>
                  </a:lnTo>
                  <a:lnTo>
                    <a:pt x="4389254" y="1912692"/>
                  </a:lnTo>
                  <a:lnTo>
                    <a:pt x="4383781" y="1912692"/>
                  </a:lnTo>
                  <a:lnTo>
                    <a:pt x="4378308" y="1912692"/>
                  </a:lnTo>
                  <a:lnTo>
                    <a:pt x="4372835" y="1912692"/>
                  </a:lnTo>
                  <a:lnTo>
                    <a:pt x="4367362" y="1912692"/>
                  </a:lnTo>
                  <a:lnTo>
                    <a:pt x="4361889" y="1912692"/>
                  </a:lnTo>
                  <a:lnTo>
                    <a:pt x="4356416" y="1912692"/>
                  </a:lnTo>
                  <a:lnTo>
                    <a:pt x="4350943" y="1912692"/>
                  </a:lnTo>
                  <a:lnTo>
                    <a:pt x="4345471" y="1912692"/>
                  </a:lnTo>
                  <a:lnTo>
                    <a:pt x="4339998" y="1912692"/>
                  </a:lnTo>
                  <a:lnTo>
                    <a:pt x="4334525" y="1912692"/>
                  </a:lnTo>
                  <a:lnTo>
                    <a:pt x="4329052" y="1912692"/>
                  </a:lnTo>
                  <a:lnTo>
                    <a:pt x="4323579" y="1912692"/>
                  </a:lnTo>
                  <a:lnTo>
                    <a:pt x="4318106" y="1912692"/>
                  </a:lnTo>
                  <a:lnTo>
                    <a:pt x="4312633" y="1912692"/>
                  </a:lnTo>
                  <a:lnTo>
                    <a:pt x="4307160" y="1912692"/>
                  </a:lnTo>
                  <a:lnTo>
                    <a:pt x="4301687" y="1912692"/>
                  </a:lnTo>
                  <a:lnTo>
                    <a:pt x="4296215" y="1912692"/>
                  </a:lnTo>
                  <a:lnTo>
                    <a:pt x="4290742" y="1912692"/>
                  </a:lnTo>
                  <a:lnTo>
                    <a:pt x="4285269" y="1912692"/>
                  </a:lnTo>
                  <a:lnTo>
                    <a:pt x="4279796" y="1912692"/>
                  </a:lnTo>
                  <a:lnTo>
                    <a:pt x="4279796" y="1928290"/>
                  </a:lnTo>
                  <a:lnTo>
                    <a:pt x="4274323" y="1928290"/>
                  </a:lnTo>
                  <a:lnTo>
                    <a:pt x="4274323" y="1943876"/>
                  </a:lnTo>
                  <a:lnTo>
                    <a:pt x="4268850" y="1943876"/>
                  </a:lnTo>
                  <a:lnTo>
                    <a:pt x="4263377" y="1943876"/>
                  </a:lnTo>
                  <a:lnTo>
                    <a:pt x="4257904" y="1943876"/>
                  </a:lnTo>
                  <a:lnTo>
                    <a:pt x="4252431" y="1943876"/>
                  </a:lnTo>
                  <a:lnTo>
                    <a:pt x="4246959" y="1943876"/>
                  </a:lnTo>
                  <a:lnTo>
                    <a:pt x="4241486" y="1943876"/>
                  </a:lnTo>
                  <a:lnTo>
                    <a:pt x="4236013" y="1943876"/>
                  </a:lnTo>
                  <a:lnTo>
                    <a:pt x="4230540" y="1943876"/>
                  </a:lnTo>
                  <a:lnTo>
                    <a:pt x="4225067" y="1943876"/>
                  </a:lnTo>
                  <a:lnTo>
                    <a:pt x="4219594" y="1943876"/>
                  </a:lnTo>
                  <a:lnTo>
                    <a:pt x="4214121" y="1943876"/>
                  </a:lnTo>
                  <a:lnTo>
                    <a:pt x="4208648" y="1943876"/>
                  </a:lnTo>
                  <a:lnTo>
                    <a:pt x="4203176" y="1943876"/>
                  </a:lnTo>
                  <a:lnTo>
                    <a:pt x="4203176" y="1959368"/>
                  </a:lnTo>
                  <a:lnTo>
                    <a:pt x="4197703" y="1959368"/>
                  </a:lnTo>
                  <a:lnTo>
                    <a:pt x="4197703" y="1974849"/>
                  </a:lnTo>
                  <a:lnTo>
                    <a:pt x="4192230" y="1974849"/>
                  </a:lnTo>
                  <a:lnTo>
                    <a:pt x="4186757" y="1974849"/>
                  </a:lnTo>
                  <a:lnTo>
                    <a:pt x="4186757" y="2005733"/>
                  </a:lnTo>
                  <a:lnTo>
                    <a:pt x="4181284" y="2005733"/>
                  </a:lnTo>
                  <a:lnTo>
                    <a:pt x="4175811" y="2005733"/>
                  </a:lnTo>
                  <a:lnTo>
                    <a:pt x="4170338" y="2005733"/>
                  </a:lnTo>
                  <a:lnTo>
                    <a:pt x="4164865" y="2005733"/>
                  </a:lnTo>
                  <a:lnTo>
                    <a:pt x="4159392" y="2005733"/>
                  </a:lnTo>
                  <a:lnTo>
                    <a:pt x="4153920" y="2005733"/>
                  </a:lnTo>
                  <a:lnTo>
                    <a:pt x="4148447" y="2005733"/>
                  </a:lnTo>
                  <a:lnTo>
                    <a:pt x="4142974" y="2005733"/>
                  </a:lnTo>
                  <a:lnTo>
                    <a:pt x="4142974" y="2021107"/>
                  </a:lnTo>
                  <a:lnTo>
                    <a:pt x="4137501" y="2021107"/>
                  </a:lnTo>
                  <a:lnTo>
                    <a:pt x="4132028" y="2021107"/>
                  </a:lnTo>
                  <a:lnTo>
                    <a:pt x="4126555" y="2021107"/>
                  </a:lnTo>
                  <a:lnTo>
                    <a:pt x="4121082" y="2021107"/>
                  </a:lnTo>
                  <a:lnTo>
                    <a:pt x="4115609" y="2021107"/>
                  </a:lnTo>
                  <a:lnTo>
                    <a:pt x="4110136" y="2021107"/>
                  </a:lnTo>
                  <a:lnTo>
                    <a:pt x="4104664" y="2021107"/>
                  </a:lnTo>
                  <a:lnTo>
                    <a:pt x="4099191" y="2021107"/>
                  </a:lnTo>
                  <a:lnTo>
                    <a:pt x="4099191" y="2036429"/>
                  </a:lnTo>
                  <a:lnTo>
                    <a:pt x="4093718" y="2036429"/>
                  </a:lnTo>
                  <a:lnTo>
                    <a:pt x="4088245" y="2036429"/>
                  </a:lnTo>
                  <a:lnTo>
                    <a:pt x="4088245" y="2051728"/>
                  </a:lnTo>
                  <a:lnTo>
                    <a:pt x="4082772" y="2051728"/>
                  </a:lnTo>
                  <a:lnTo>
                    <a:pt x="4077299" y="2051728"/>
                  </a:lnTo>
                  <a:lnTo>
                    <a:pt x="4077299" y="2066996"/>
                  </a:lnTo>
                  <a:lnTo>
                    <a:pt x="4071826" y="2066996"/>
                  </a:lnTo>
                  <a:lnTo>
                    <a:pt x="4066353" y="2066996"/>
                  </a:lnTo>
                  <a:lnTo>
                    <a:pt x="4060880" y="2066996"/>
                  </a:lnTo>
                  <a:lnTo>
                    <a:pt x="4055408" y="2066996"/>
                  </a:lnTo>
                  <a:lnTo>
                    <a:pt x="4049935" y="2066996"/>
                  </a:lnTo>
                  <a:lnTo>
                    <a:pt x="4044462" y="2066996"/>
                  </a:lnTo>
                  <a:lnTo>
                    <a:pt x="4038989" y="2066996"/>
                  </a:lnTo>
                  <a:lnTo>
                    <a:pt x="4033516" y="2066996"/>
                  </a:lnTo>
                  <a:lnTo>
                    <a:pt x="4028043" y="2066996"/>
                  </a:lnTo>
                  <a:lnTo>
                    <a:pt x="4022570" y="2066996"/>
                  </a:lnTo>
                  <a:lnTo>
                    <a:pt x="4017097" y="2066996"/>
                  </a:lnTo>
                  <a:lnTo>
                    <a:pt x="4011625" y="2066996"/>
                  </a:lnTo>
                  <a:lnTo>
                    <a:pt x="4006152" y="2066996"/>
                  </a:lnTo>
                  <a:lnTo>
                    <a:pt x="4000679" y="2066996"/>
                  </a:lnTo>
                  <a:lnTo>
                    <a:pt x="3995206" y="2066996"/>
                  </a:lnTo>
                  <a:lnTo>
                    <a:pt x="3989733" y="2066996"/>
                  </a:lnTo>
                  <a:lnTo>
                    <a:pt x="3984260" y="2066996"/>
                  </a:lnTo>
                  <a:lnTo>
                    <a:pt x="3978787" y="2066996"/>
                  </a:lnTo>
                  <a:lnTo>
                    <a:pt x="3973314" y="2066996"/>
                  </a:lnTo>
                  <a:lnTo>
                    <a:pt x="3973314" y="2097299"/>
                  </a:lnTo>
                  <a:lnTo>
                    <a:pt x="3967841" y="2097299"/>
                  </a:lnTo>
                  <a:lnTo>
                    <a:pt x="3962369" y="2097299"/>
                  </a:lnTo>
                  <a:lnTo>
                    <a:pt x="3956896" y="2097299"/>
                  </a:lnTo>
                  <a:lnTo>
                    <a:pt x="3951423" y="2097299"/>
                  </a:lnTo>
                  <a:lnTo>
                    <a:pt x="3945950" y="2097299"/>
                  </a:lnTo>
                  <a:lnTo>
                    <a:pt x="3940477" y="2097299"/>
                  </a:lnTo>
                  <a:lnTo>
                    <a:pt x="3935004" y="2097299"/>
                  </a:lnTo>
                  <a:lnTo>
                    <a:pt x="3935004" y="2112412"/>
                  </a:lnTo>
                  <a:lnTo>
                    <a:pt x="3929531" y="2112412"/>
                  </a:lnTo>
                  <a:lnTo>
                    <a:pt x="3929531" y="2127512"/>
                  </a:lnTo>
                  <a:lnTo>
                    <a:pt x="3924058" y="2127512"/>
                  </a:lnTo>
                  <a:lnTo>
                    <a:pt x="3918585" y="2127512"/>
                  </a:lnTo>
                  <a:lnTo>
                    <a:pt x="3913113" y="2127512"/>
                  </a:lnTo>
                  <a:lnTo>
                    <a:pt x="3913113" y="2142600"/>
                  </a:lnTo>
                  <a:lnTo>
                    <a:pt x="3907640" y="2142600"/>
                  </a:lnTo>
                  <a:lnTo>
                    <a:pt x="3902167" y="2142600"/>
                  </a:lnTo>
                  <a:lnTo>
                    <a:pt x="3902167" y="2157646"/>
                  </a:lnTo>
                  <a:lnTo>
                    <a:pt x="3896694" y="2157646"/>
                  </a:lnTo>
                  <a:lnTo>
                    <a:pt x="3891221" y="2157646"/>
                  </a:lnTo>
                  <a:lnTo>
                    <a:pt x="3891221" y="2172659"/>
                  </a:lnTo>
                  <a:lnTo>
                    <a:pt x="3885748" y="2172659"/>
                  </a:lnTo>
                  <a:lnTo>
                    <a:pt x="3880275" y="2172659"/>
                  </a:lnTo>
                  <a:lnTo>
                    <a:pt x="3874802" y="2172659"/>
                  </a:lnTo>
                  <a:lnTo>
                    <a:pt x="3869329" y="2172659"/>
                  </a:lnTo>
                  <a:lnTo>
                    <a:pt x="3863857" y="2172659"/>
                  </a:lnTo>
                  <a:lnTo>
                    <a:pt x="3858384" y="2172659"/>
                  </a:lnTo>
                  <a:lnTo>
                    <a:pt x="3852911" y="2172659"/>
                  </a:lnTo>
                  <a:lnTo>
                    <a:pt x="3847438" y="2172659"/>
                  </a:lnTo>
                  <a:lnTo>
                    <a:pt x="3841965" y="2172659"/>
                  </a:lnTo>
                  <a:lnTo>
                    <a:pt x="3836492" y="2172659"/>
                  </a:lnTo>
                  <a:lnTo>
                    <a:pt x="3831019" y="2172659"/>
                  </a:lnTo>
                  <a:lnTo>
                    <a:pt x="3825546" y="2172659"/>
                  </a:lnTo>
                  <a:lnTo>
                    <a:pt x="3820074" y="2172659"/>
                  </a:lnTo>
                  <a:lnTo>
                    <a:pt x="3814601" y="2172659"/>
                  </a:lnTo>
                  <a:lnTo>
                    <a:pt x="3809128" y="2172659"/>
                  </a:lnTo>
                  <a:lnTo>
                    <a:pt x="3803655" y="2172659"/>
                  </a:lnTo>
                  <a:lnTo>
                    <a:pt x="3798182" y="2172659"/>
                  </a:lnTo>
                  <a:lnTo>
                    <a:pt x="3792709" y="2172659"/>
                  </a:lnTo>
                  <a:lnTo>
                    <a:pt x="3787236" y="2172659"/>
                  </a:lnTo>
                  <a:lnTo>
                    <a:pt x="3781763" y="2172659"/>
                  </a:lnTo>
                  <a:lnTo>
                    <a:pt x="3776290" y="2172659"/>
                  </a:lnTo>
                  <a:lnTo>
                    <a:pt x="3770818" y="2172659"/>
                  </a:lnTo>
                  <a:lnTo>
                    <a:pt x="3765345" y="2172659"/>
                  </a:lnTo>
                  <a:lnTo>
                    <a:pt x="3759872" y="2172659"/>
                  </a:lnTo>
                  <a:lnTo>
                    <a:pt x="3754399" y="2172659"/>
                  </a:lnTo>
                  <a:lnTo>
                    <a:pt x="3748926" y="2172659"/>
                  </a:lnTo>
                  <a:lnTo>
                    <a:pt x="3743453" y="2172659"/>
                  </a:lnTo>
                  <a:lnTo>
                    <a:pt x="3737980" y="2172659"/>
                  </a:lnTo>
                  <a:lnTo>
                    <a:pt x="3732507" y="2172659"/>
                  </a:lnTo>
                  <a:lnTo>
                    <a:pt x="3727034" y="2172659"/>
                  </a:lnTo>
                  <a:lnTo>
                    <a:pt x="3721562" y="2172659"/>
                  </a:lnTo>
                  <a:lnTo>
                    <a:pt x="3716089" y="2172659"/>
                  </a:lnTo>
                  <a:lnTo>
                    <a:pt x="3716089" y="2187348"/>
                  </a:lnTo>
                  <a:lnTo>
                    <a:pt x="3710616" y="2187348"/>
                  </a:lnTo>
                  <a:lnTo>
                    <a:pt x="3705143" y="2187348"/>
                  </a:lnTo>
                  <a:lnTo>
                    <a:pt x="3705143" y="2201997"/>
                  </a:lnTo>
                  <a:lnTo>
                    <a:pt x="3699670" y="2201997"/>
                  </a:lnTo>
                  <a:lnTo>
                    <a:pt x="3694197" y="2201997"/>
                  </a:lnTo>
                  <a:lnTo>
                    <a:pt x="3688724" y="2201997"/>
                  </a:lnTo>
                  <a:lnTo>
                    <a:pt x="3683251" y="2201997"/>
                  </a:lnTo>
                  <a:lnTo>
                    <a:pt x="3677779" y="2201997"/>
                  </a:lnTo>
                  <a:lnTo>
                    <a:pt x="3672306" y="2201997"/>
                  </a:lnTo>
                  <a:lnTo>
                    <a:pt x="3666833" y="2201997"/>
                  </a:lnTo>
                  <a:lnTo>
                    <a:pt x="3661360" y="2201997"/>
                  </a:lnTo>
                  <a:lnTo>
                    <a:pt x="3655887" y="2201997"/>
                  </a:lnTo>
                  <a:lnTo>
                    <a:pt x="3650414" y="2201997"/>
                  </a:lnTo>
                  <a:lnTo>
                    <a:pt x="3644941" y="2201997"/>
                  </a:lnTo>
                  <a:lnTo>
                    <a:pt x="3644941" y="2216598"/>
                  </a:lnTo>
                  <a:lnTo>
                    <a:pt x="3639468" y="2216598"/>
                  </a:lnTo>
                  <a:lnTo>
                    <a:pt x="3633995" y="2216598"/>
                  </a:lnTo>
                  <a:lnTo>
                    <a:pt x="3628523" y="2216598"/>
                  </a:lnTo>
                  <a:lnTo>
                    <a:pt x="3623050" y="2216598"/>
                  </a:lnTo>
                  <a:lnTo>
                    <a:pt x="3617577" y="2216598"/>
                  </a:lnTo>
                  <a:lnTo>
                    <a:pt x="3612104" y="2216598"/>
                  </a:lnTo>
                  <a:lnTo>
                    <a:pt x="3606631" y="2216598"/>
                  </a:lnTo>
                  <a:lnTo>
                    <a:pt x="3606631" y="2231124"/>
                  </a:lnTo>
                  <a:lnTo>
                    <a:pt x="3601158" y="2231124"/>
                  </a:lnTo>
                  <a:lnTo>
                    <a:pt x="3595685" y="2231124"/>
                  </a:lnTo>
                  <a:lnTo>
                    <a:pt x="3590212" y="2231124"/>
                  </a:lnTo>
                  <a:lnTo>
                    <a:pt x="3590212" y="2245621"/>
                  </a:lnTo>
                  <a:lnTo>
                    <a:pt x="3584739" y="2245621"/>
                  </a:lnTo>
                  <a:lnTo>
                    <a:pt x="3579267" y="2245621"/>
                  </a:lnTo>
                  <a:lnTo>
                    <a:pt x="3579267" y="2260070"/>
                  </a:lnTo>
                  <a:lnTo>
                    <a:pt x="3573794" y="2260070"/>
                  </a:lnTo>
                  <a:lnTo>
                    <a:pt x="3568321" y="2260070"/>
                  </a:lnTo>
                  <a:lnTo>
                    <a:pt x="3562848" y="2260070"/>
                  </a:lnTo>
                  <a:lnTo>
                    <a:pt x="3557375" y="2260070"/>
                  </a:lnTo>
                  <a:lnTo>
                    <a:pt x="3551902" y="2260070"/>
                  </a:lnTo>
                  <a:lnTo>
                    <a:pt x="3546429" y="2260070"/>
                  </a:lnTo>
                  <a:lnTo>
                    <a:pt x="3540956" y="2260070"/>
                  </a:lnTo>
                  <a:lnTo>
                    <a:pt x="3535483" y="2260070"/>
                  </a:lnTo>
                  <a:lnTo>
                    <a:pt x="3530011" y="2260070"/>
                  </a:lnTo>
                  <a:lnTo>
                    <a:pt x="3524538" y="2260070"/>
                  </a:lnTo>
                  <a:lnTo>
                    <a:pt x="3524538" y="2274439"/>
                  </a:lnTo>
                  <a:lnTo>
                    <a:pt x="3519065" y="2274439"/>
                  </a:lnTo>
                  <a:lnTo>
                    <a:pt x="3513592" y="2274439"/>
                  </a:lnTo>
                  <a:lnTo>
                    <a:pt x="3513592" y="2288768"/>
                  </a:lnTo>
                  <a:lnTo>
                    <a:pt x="3508119" y="2288768"/>
                  </a:lnTo>
                  <a:lnTo>
                    <a:pt x="3502646" y="2288768"/>
                  </a:lnTo>
                  <a:lnTo>
                    <a:pt x="3497173" y="2288768"/>
                  </a:lnTo>
                  <a:lnTo>
                    <a:pt x="3491700" y="2288768"/>
                  </a:lnTo>
                  <a:lnTo>
                    <a:pt x="3486228" y="2288768"/>
                  </a:lnTo>
                  <a:lnTo>
                    <a:pt x="3480755" y="2288768"/>
                  </a:lnTo>
                  <a:lnTo>
                    <a:pt x="3475282" y="2288768"/>
                  </a:lnTo>
                  <a:lnTo>
                    <a:pt x="3469809" y="2288768"/>
                  </a:lnTo>
                  <a:lnTo>
                    <a:pt x="3464336" y="2288768"/>
                  </a:lnTo>
                  <a:lnTo>
                    <a:pt x="3464336" y="2303026"/>
                  </a:lnTo>
                  <a:lnTo>
                    <a:pt x="3458863" y="2303026"/>
                  </a:lnTo>
                  <a:lnTo>
                    <a:pt x="3458863" y="2317263"/>
                  </a:lnTo>
                  <a:lnTo>
                    <a:pt x="3453390" y="2317263"/>
                  </a:lnTo>
                  <a:lnTo>
                    <a:pt x="3447917" y="2317263"/>
                  </a:lnTo>
                  <a:lnTo>
                    <a:pt x="3442444" y="2317263"/>
                  </a:lnTo>
                  <a:lnTo>
                    <a:pt x="3436972" y="2317263"/>
                  </a:lnTo>
                  <a:lnTo>
                    <a:pt x="3431499" y="2317263"/>
                  </a:lnTo>
                  <a:lnTo>
                    <a:pt x="3426026" y="2317263"/>
                  </a:lnTo>
                  <a:lnTo>
                    <a:pt x="3420553" y="2317263"/>
                  </a:lnTo>
                  <a:lnTo>
                    <a:pt x="3415080" y="2317263"/>
                  </a:lnTo>
                  <a:lnTo>
                    <a:pt x="3409607" y="2317263"/>
                  </a:lnTo>
                  <a:lnTo>
                    <a:pt x="3404134" y="2317263"/>
                  </a:lnTo>
                  <a:lnTo>
                    <a:pt x="3398661" y="2317263"/>
                  </a:lnTo>
                  <a:lnTo>
                    <a:pt x="3393188" y="2317263"/>
                  </a:lnTo>
                  <a:lnTo>
                    <a:pt x="3387716" y="2317263"/>
                  </a:lnTo>
                  <a:lnTo>
                    <a:pt x="3382243" y="2317263"/>
                  </a:lnTo>
                  <a:lnTo>
                    <a:pt x="3376770" y="2317263"/>
                  </a:lnTo>
                  <a:lnTo>
                    <a:pt x="3371297" y="2317263"/>
                  </a:lnTo>
                  <a:lnTo>
                    <a:pt x="3365824" y="2317263"/>
                  </a:lnTo>
                  <a:lnTo>
                    <a:pt x="3360351" y="2317263"/>
                  </a:lnTo>
                  <a:lnTo>
                    <a:pt x="3354878" y="2317263"/>
                  </a:lnTo>
                  <a:lnTo>
                    <a:pt x="3349405" y="2317263"/>
                  </a:lnTo>
                  <a:lnTo>
                    <a:pt x="3343932" y="2317263"/>
                  </a:lnTo>
                  <a:lnTo>
                    <a:pt x="3338460" y="2317263"/>
                  </a:lnTo>
                  <a:lnTo>
                    <a:pt x="3332987" y="2317263"/>
                  </a:lnTo>
                  <a:lnTo>
                    <a:pt x="3327514" y="2317263"/>
                  </a:lnTo>
                  <a:lnTo>
                    <a:pt x="3322041" y="2317263"/>
                  </a:lnTo>
                  <a:lnTo>
                    <a:pt x="3316568" y="2317263"/>
                  </a:lnTo>
                  <a:lnTo>
                    <a:pt x="3311095" y="2317263"/>
                  </a:lnTo>
                  <a:lnTo>
                    <a:pt x="3305622" y="2317263"/>
                  </a:lnTo>
                  <a:lnTo>
                    <a:pt x="3300149" y="2317263"/>
                  </a:lnTo>
                  <a:lnTo>
                    <a:pt x="3294677" y="2317263"/>
                  </a:lnTo>
                  <a:lnTo>
                    <a:pt x="3289204" y="2317263"/>
                  </a:lnTo>
                  <a:lnTo>
                    <a:pt x="3283731" y="2317263"/>
                  </a:lnTo>
                  <a:lnTo>
                    <a:pt x="3283731" y="2345246"/>
                  </a:lnTo>
                  <a:lnTo>
                    <a:pt x="3278258" y="2345246"/>
                  </a:lnTo>
                  <a:lnTo>
                    <a:pt x="3272785" y="2345246"/>
                  </a:lnTo>
                  <a:lnTo>
                    <a:pt x="3267312" y="2345246"/>
                  </a:lnTo>
                  <a:lnTo>
                    <a:pt x="3261839" y="2345246"/>
                  </a:lnTo>
                  <a:lnTo>
                    <a:pt x="3256366" y="2345246"/>
                  </a:lnTo>
                  <a:lnTo>
                    <a:pt x="3250893" y="2345246"/>
                  </a:lnTo>
                  <a:lnTo>
                    <a:pt x="3245421" y="2345246"/>
                  </a:lnTo>
                  <a:lnTo>
                    <a:pt x="3245421" y="2359140"/>
                  </a:lnTo>
                  <a:lnTo>
                    <a:pt x="3239948" y="2359140"/>
                  </a:lnTo>
                  <a:lnTo>
                    <a:pt x="3234475" y="2359140"/>
                  </a:lnTo>
                  <a:lnTo>
                    <a:pt x="3229002" y="2359140"/>
                  </a:lnTo>
                  <a:lnTo>
                    <a:pt x="3223529" y="2359140"/>
                  </a:lnTo>
                  <a:lnTo>
                    <a:pt x="3218056" y="2359140"/>
                  </a:lnTo>
                  <a:lnTo>
                    <a:pt x="3212583" y="2359140"/>
                  </a:lnTo>
                  <a:lnTo>
                    <a:pt x="3207110" y="2359140"/>
                  </a:lnTo>
                  <a:lnTo>
                    <a:pt x="3201637" y="2359140"/>
                  </a:lnTo>
                  <a:lnTo>
                    <a:pt x="3196165" y="2359140"/>
                  </a:lnTo>
                  <a:lnTo>
                    <a:pt x="3190692" y="2359140"/>
                  </a:lnTo>
                  <a:lnTo>
                    <a:pt x="3185219" y="2359140"/>
                  </a:lnTo>
                  <a:lnTo>
                    <a:pt x="3179746" y="2359140"/>
                  </a:lnTo>
                  <a:lnTo>
                    <a:pt x="3174273" y="2359140"/>
                  </a:lnTo>
                  <a:lnTo>
                    <a:pt x="3168800" y="2359140"/>
                  </a:lnTo>
                  <a:lnTo>
                    <a:pt x="3168800" y="2386630"/>
                  </a:lnTo>
                  <a:lnTo>
                    <a:pt x="3163327" y="2386630"/>
                  </a:lnTo>
                  <a:lnTo>
                    <a:pt x="3157854" y="2386630"/>
                  </a:lnTo>
                  <a:lnTo>
                    <a:pt x="3152382" y="2386630"/>
                  </a:lnTo>
                  <a:lnTo>
                    <a:pt x="3146909" y="2386630"/>
                  </a:lnTo>
                  <a:lnTo>
                    <a:pt x="3141436" y="2386630"/>
                  </a:lnTo>
                  <a:lnTo>
                    <a:pt x="3135963" y="2386630"/>
                  </a:lnTo>
                  <a:lnTo>
                    <a:pt x="3130490" y="2386630"/>
                  </a:lnTo>
                  <a:lnTo>
                    <a:pt x="3125017" y="2386630"/>
                  </a:lnTo>
                  <a:lnTo>
                    <a:pt x="3119544" y="2386630"/>
                  </a:lnTo>
                  <a:lnTo>
                    <a:pt x="3114071" y="2386630"/>
                  </a:lnTo>
                  <a:lnTo>
                    <a:pt x="3108598" y="2386630"/>
                  </a:lnTo>
                  <a:lnTo>
                    <a:pt x="3103126" y="2386630"/>
                  </a:lnTo>
                  <a:lnTo>
                    <a:pt x="3097653" y="2386630"/>
                  </a:lnTo>
                  <a:lnTo>
                    <a:pt x="3092180" y="2386630"/>
                  </a:lnTo>
                  <a:lnTo>
                    <a:pt x="3086707" y="2386630"/>
                  </a:lnTo>
                  <a:lnTo>
                    <a:pt x="3081234" y="2386630"/>
                  </a:lnTo>
                  <a:lnTo>
                    <a:pt x="3075761" y="2386630"/>
                  </a:lnTo>
                  <a:lnTo>
                    <a:pt x="3070288" y="2386630"/>
                  </a:lnTo>
                  <a:lnTo>
                    <a:pt x="3064815" y="2386630"/>
                  </a:lnTo>
                  <a:lnTo>
                    <a:pt x="3059342" y="2386630"/>
                  </a:lnTo>
                  <a:lnTo>
                    <a:pt x="3053870" y="2386630"/>
                  </a:lnTo>
                  <a:lnTo>
                    <a:pt x="3048397" y="2386630"/>
                  </a:lnTo>
                  <a:lnTo>
                    <a:pt x="3042924" y="2386630"/>
                  </a:lnTo>
                  <a:lnTo>
                    <a:pt x="3037451" y="2386630"/>
                  </a:lnTo>
                  <a:lnTo>
                    <a:pt x="3031978" y="2386630"/>
                  </a:lnTo>
                  <a:lnTo>
                    <a:pt x="3026505" y="2386630"/>
                  </a:lnTo>
                  <a:lnTo>
                    <a:pt x="3021032" y="2386630"/>
                  </a:lnTo>
                  <a:lnTo>
                    <a:pt x="3015559" y="2386630"/>
                  </a:lnTo>
                  <a:lnTo>
                    <a:pt x="3010086" y="2386630"/>
                  </a:lnTo>
                  <a:lnTo>
                    <a:pt x="3004614" y="2386630"/>
                  </a:lnTo>
                  <a:lnTo>
                    <a:pt x="2999141" y="2386630"/>
                  </a:lnTo>
                  <a:lnTo>
                    <a:pt x="2999141" y="2400259"/>
                  </a:lnTo>
                  <a:lnTo>
                    <a:pt x="2993668" y="2400259"/>
                  </a:lnTo>
                  <a:lnTo>
                    <a:pt x="2993668" y="2413875"/>
                  </a:lnTo>
                  <a:lnTo>
                    <a:pt x="2988195" y="2413875"/>
                  </a:lnTo>
                  <a:lnTo>
                    <a:pt x="2982722" y="2413875"/>
                  </a:lnTo>
                  <a:lnTo>
                    <a:pt x="2977249" y="2413875"/>
                  </a:lnTo>
                  <a:lnTo>
                    <a:pt x="2971776" y="2413875"/>
                  </a:lnTo>
                  <a:lnTo>
                    <a:pt x="2966303" y="2413875"/>
                  </a:lnTo>
                  <a:lnTo>
                    <a:pt x="2960831" y="2413875"/>
                  </a:lnTo>
                  <a:lnTo>
                    <a:pt x="2955358" y="2413875"/>
                  </a:lnTo>
                  <a:lnTo>
                    <a:pt x="2949885" y="2413875"/>
                  </a:lnTo>
                  <a:lnTo>
                    <a:pt x="2944412" y="2413875"/>
                  </a:lnTo>
                  <a:lnTo>
                    <a:pt x="2938939" y="2413875"/>
                  </a:lnTo>
                  <a:lnTo>
                    <a:pt x="2933466" y="2413875"/>
                  </a:lnTo>
                  <a:lnTo>
                    <a:pt x="2927993" y="2413875"/>
                  </a:lnTo>
                  <a:lnTo>
                    <a:pt x="2922520" y="2413875"/>
                  </a:lnTo>
                  <a:lnTo>
                    <a:pt x="2917047" y="2413875"/>
                  </a:lnTo>
                  <a:lnTo>
                    <a:pt x="2911575" y="2413875"/>
                  </a:lnTo>
                  <a:lnTo>
                    <a:pt x="2906102" y="2413875"/>
                  </a:lnTo>
                  <a:lnTo>
                    <a:pt x="2900629" y="2413875"/>
                  </a:lnTo>
                  <a:lnTo>
                    <a:pt x="2895156" y="2413875"/>
                  </a:lnTo>
                  <a:lnTo>
                    <a:pt x="2889683" y="2413875"/>
                  </a:lnTo>
                  <a:lnTo>
                    <a:pt x="2884210" y="2413875"/>
                  </a:lnTo>
                  <a:lnTo>
                    <a:pt x="2878737" y="2413875"/>
                  </a:lnTo>
                  <a:lnTo>
                    <a:pt x="2873264" y="2413875"/>
                  </a:lnTo>
                  <a:lnTo>
                    <a:pt x="2867791" y="2413875"/>
                  </a:lnTo>
                  <a:lnTo>
                    <a:pt x="2862319" y="2413875"/>
                  </a:lnTo>
                  <a:lnTo>
                    <a:pt x="2856846" y="2413875"/>
                  </a:lnTo>
                  <a:lnTo>
                    <a:pt x="2851373" y="2413875"/>
                  </a:lnTo>
                  <a:lnTo>
                    <a:pt x="2845900" y="2413875"/>
                  </a:lnTo>
                  <a:lnTo>
                    <a:pt x="2840427" y="2413875"/>
                  </a:lnTo>
                  <a:lnTo>
                    <a:pt x="2834954" y="2413875"/>
                  </a:lnTo>
                  <a:lnTo>
                    <a:pt x="2829481" y="2413875"/>
                  </a:lnTo>
                  <a:lnTo>
                    <a:pt x="2824008" y="2413875"/>
                  </a:lnTo>
                  <a:lnTo>
                    <a:pt x="2818535" y="2413875"/>
                  </a:lnTo>
                  <a:lnTo>
                    <a:pt x="2813063" y="2413875"/>
                  </a:lnTo>
                  <a:lnTo>
                    <a:pt x="2813063" y="2427293"/>
                  </a:lnTo>
                  <a:lnTo>
                    <a:pt x="2807590" y="2427293"/>
                  </a:lnTo>
                  <a:lnTo>
                    <a:pt x="2802117" y="2427293"/>
                  </a:lnTo>
                  <a:lnTo>
                    <a:pt x="2796644" y="2427293"/>
                  </a:lnTo>
                  <a:lnTo>
                    <a:pt x="2791171" y="2427293"/>
                  </a:lnTo>
                  <a:lnTo>
                    <a:pt x="2791171" y="2440683"/>
                  </a:lnTo>
                  <a:lnTo>
                    <a:pt x="2785698" y="2440683"/>
                  </a:lnTo>
                  <a:lnTo>
                    <a:pt x="2780225" y="2440683"/>
                  </a:lnTo>
                  <a:lnTo>
                    <a:pt x="2774752" y="2440683"/>
                  </a:lnTo>
                  <a:lnTo>
                    <a:pt x="2774752" y="2454046"/>
                  </a:lnTo>
                  <a:lnTo>
                    <a:pt x="2769280" y="2454046"/>
                  </a:lnTo>
                  <a:lnTo>
                    <a:pt x="2763807" y="2454046"/>
                  </a:lnTo>
                  <a:lnTo>
                    <a:pt x="2758334" y="2454046"/>
                  </a:lnTo>
                  <a:lnTo>
                    <a:pt x="2752861" y="2454046"/>
                  </a:lnTo>
                  <a:lnTo>
                    <a:pt x="2747388" y="2454046"/>
                  </a:lnTo>
                  <a:lnTo>
                    <a:pt x="2741915" y="2454046"/>
                  </a:lnTo>
                  <a:lnTo>
                    <a:pt x="2736442" y="2454046"/>
                  </a:lnTo>
                  <a:lnTo>
                    <a:pt x="2730969" y="2454046"/>
                  </a:lnTo>
                  <a:lnTo>
                    <a:pt x="2725496" y="2454046"/>
                  </a:lnTo>
                  <a:lnTo>
                    <a:pt x="2720024" y="2454046"/>
                  </a:lnTo>
                  <a:lnTo>
                    <a:pt x="2714551" y="2454046"/>
                  </a:lnTo>
                  <a:lnTo>
                    <a:pt x="2709078" y="2454046"/>
                  </a:lnTo>
                  <a:lnTo>
                    <a:pt x="2703605" y="2454046"/>
                  </a:lnTo>
                  <a:lnTo>
                    <a:pt x="2698132" y="2454046"/>
                  </a:lnTo>
                  <a:lnTo>
                    <a:pt x="2692659" y="2454046"/>
                  </a:lnTo>
                  <a:lnTo>
                    <a:pt x="2687186" y="2454046"/>
                  </a:lnTo>
                  <a:lnTo>
                    <a:pt x="2687186" y="2467355"/>
                  </a:lnTo>
                  <a:lnTo>
                    <a:pt x="2681713" y="2467355"/>
                  </a:lnTo>
                  <a:lnTo>
                    <a:pt x="2676240" y="2467355"/>
                  </a:lnTo>
                  <a:lnTo>
                    <a:pt x="2670768" y="2467355"/>
                  </a:lnTo>
                  <a:lnTo>
                    <a:pt x="2665295" y="2467355"/>
                  </a:lnTo>
                  <a:lnTo>
                    <a:pt x="2659822" y="2467355"/>
                  </a:lnTo>
                  <a:lnTo>
                    <a:pt x="2654349" y="2467355"/>
                  </a:lnTo>
                  <a:lnTo>
                    <a:pt x="2648876" y="2467355"/>
                  </a:lnTo>
                  <a:lnTo>
                    <a:pt x="2643403" y="2467355"/>
                  </a:lnTo>
                  <a:lnTo>
                    <a:pt x="2637930" y="2467355"/>
                  </a:lnTo>
                  <a:lnTo>
                    <a:pt x="2632457" y="2467355"/>
                  </a:lnTo>
                  <a:lnTo>
                    <a:pt x="2632457" y="2480623"/>
                  </a:lnTo>
                  <a:lnTo>
                    <a:pt x="2626985" y="2480623"/>
                  </a:lnTo>
                  <a:lnTo>
                    <a:pt x="2621512" y="2480623"/>
                  </a:lnTo>
                  <a:lnTo>
                    <a:pt x="2616039" y="2480623"/>
                  </a:lnTo>
                  <a:lnTo>
                    <a:pt x="2616039" y="2493870"/>
                  </a:lnTo>
                  <a:lnTo>
                    <a:pt x="2610566" y="2493870"/>
                  </a:lnTo>
                  <a:lnTo>
                    <a:pt x="2605093" y="2493870"/>
                  </a:lnTo>
                  <a:lnTo>
                    <a:pt x="2599620" y="2493870"/>
                  </a:lnTo>
                  <a:lnTo>
                    <a:pt x="2594147" y="2493870"/>
                  </a:lnTo>
                  <a:lnTo>
                    <a:pt x="2588674" y="2493870"/>
                  </a:lnTo>
                  <a:lnTo>
                    <a:pt x="2588674" y="2507097"/>
                  </a:lnTo>
                  <a:lnTo>
                    <a:pt x="2583201" y="2507097"/>
                  </a:lnTo>
                  <a:lnTo>
                    <a:pt x="2577729" y="2507097"/>
                  </a:lnTo>
                  <a:lnTo>
                    <a:pt x="2572256" y="2507097"/>
                  </a:lnTo>
                  <a:lnTo>
                    <a:pt x="2566783" y="2507097"/>
                  </a:lnTo>
                  <a:lnTo>
                    <a:pt x="2561310" y="2507097"/>
                  </a:lnTo>
                  <a:lnTo>
                    <a:pt x="2555837" y="2507097"/>
                  </a:lnTo>
                  <a:lnTo>
                    <a:pt x="2555837" y="2520303"/>
                  </a:lnTo>
                  <a:lnTo>
                    <a:pt x="2550364" y="2520303"/>
                  </a:lnTo>
                  <a:lnTo>
                    <a:pt x="2544891" y="2520303"/>
                  </a:lnTo>
                  <a:lnTo>
                    <a:pt x="2539418" y="2520303"/>
                  </a:lnTo>
                  <a:lnTo>
                    <a:pt x="2533945" y="2520303"/>
                  </a:lnTo>
                  <a:lnTo>
                    <a:pt x="2528473" y="2520303"/>
                  </a:lnTo>
                  <a:lnTo>
                    <a:pt x="2523000" y="2520303"/>
                  </a:lnTo>
                  <a:lnTo>
                    <a:pt x="2517527" y="2520303"/>
                  </a:lnTo>
                  <a:lnTo>
                    <a:pt x="2512054" y="2520303"/>
                  </a:lnTo>
                  <a:lnTo>
                    <a:pt x="2506581" y="2520303"/>
                  </a:lnTo>
                  <a:lnTo>
                    <a:pt x="2501108" y="2520303"/>
                  </a:lnTo>
                  <a:lnTo>
                    <a:pt x="2495635" y="2520303"/>
                  </a:lnTo>
                  <a:lnTo>
                    <a:pt x="2490162" y="2520303"/>
                  </a:lnTo>
                  <a:lnTo>
                    <a:pt x="2484689" y="2520303"/>
                  </a:lnTo>
                  <a:lnTo>
                    <a:pt x="2479217" y="2520303"/>
                  </a:lnTo>
                  <a:lnTo>
                    <a:pt x="2473744" y="2520303"/>
                  </a:lnTo>
                  <a:lnTo>
                    <a:pt x="2468271" y="2520303"/>
                  </a:lnTo>
                  <a:lnTo>
                    <a:pt x="2462798" y="2520303"/>
                  </a:lnTo>
                  <a:lnTo>
                    <a:pt x="2457325" y="2520303"/>
                  </a:lnTo>
                  <a:lnTo>
                    <a:pt x="2451852" y="2520303"/>
                  </a:lnTo>
                  <a:lnTo>
                    <a:pt x="2446379" y="2520303"/>
                  </a:lnTo>
                  <a:lnTo>
                    <a:pt x="2440906" y="2520303"/>
                  </a:lnTo>
                  <a:lnTo>
                    <a:pt x="2435434" y="2520303"/>
                  </a:lnTo>
                  <a:lnTo>
                    <a:pt x="2429961" y="2520303"/>
                  </a:lnTo>
                  <a:lnTo>
                    <a:pt x="2424488" y="2520303"/>
                  </a:lnTo>
                  <a:lnTo>
                    <a:pt x="2419015" y="2520303"/>
                  </a:lnTo>
                  <a:lnTo>
                    <a:pt x="2413542" y="2520303"/>
                  </a:lnTo>
                  <a:lnTo>
                    <a:pt x="2408069" y="2520303"/>
                  </a:lnTo>
                  <a:lnTo>
                    <a:pt x="2408069" y="2533435"/>
                  </a:lnTo>
                  <a:lnTo>
                    <a:pt x="2402596" y="2533435"/>
                  </a:lnTo>
                  <a:lnTo>
                    <a:pt x="2402596" y="2546546"/>
                  </a:lnTo>
                  <a:lnTo>
                    <a:pt x="2397123" y="2546546"/>
                  </a:lnTo>
                  <a:lnTo>
                    <a:pt x="2391650" y="2546546"/>
                  </a:lnTo>
                  <a:lnTo>
                    <a:pt x="2386178" y="2546546"/>
                  </a:lnTo>
                  <a:lnTo>
                    <a:pt x="2380705" y="2546546"/>
                  </a:lnTo>
                  <a:lnTo>
                    <a:pt x="2375232" y="2546546"/>
                  </a:lnTo>
                  <a:lnTo>
                    <a:pt x="2369759" y="2546546"/>
                  </a:lnTo>
                  <a:lnTo>
                    <a:pt x="2369759" y="2559636"/>
                  </a:lnTo>
                  <a:lnTo>
                    <a:pt x="2364286" y="2559636"/>
                  </a:lnTo>
                  <a:lnTo>
                    <a:pt x="2364286" y="2572691"/>
                  </a:lnTo>
                  <a:lnTo>
                    <a:pt x="2358813" y="2572691"/>
                  </a:lnTo>
                  <a:lnTo>
                    <a:pt x="2358813" y="2585731"/>
                  </a:lnTo>
                  <a:lnTo>
                    <a:pt x="2353340" y="2585731"/>
                  </a:lnTo>
                  <a:lnTo>
                    <a:pt x="2353340" y="2598754"/>
                  </a:lnTo>
                  <a:lnTo>
                    <a:pt x="2347867" y="2598754"/>
                  </a:lnTo>
                  <a:lnTo>
                    <a:pt x="2342394" y="2598754"/>
                  </a:lnTo>
                  <a:lnTo>
                    <a:pt x="2336922" y="2598754"/>
                  </a:lnTo>
                  <a:lnTo>
                    <a:pt x="2331449" y="2598754"/>
                  </a:lnTo>
                  <a:lnTo>
                    <a:pt x="2325976" y="2598754"/>
                  </a:lnTo>
                  <a:lnTo>
                    <a:pt x="2325976" y="2611749"/>
                  </a:lnTo>
                  <a:lnTo>
                    <a:pt x="2320503" y="2611749"/>
                  </a:lnTo>
                  <a:lnTo>
                    <a:pt x="2320503" y="2624727"/>
                  </a:lnTo>
                  <a:lnTo>
                    <a:pt x="2315030" y="2624727"/>
                  </a:lnTo>
                  <a:lnTo>
                    <a:pt x="2309557" y="2624727"/>
                  </a:lnTo>
                  <a:lnTo>
                    <a:pt x="2309557" y="2650630"/>
                  </a:lnTo>
                  <a:lnTo>
                    <a:pt x="2304084" y="2650630"/>
                  </a:lnTo>
                  <a:lnTo>
                    <a:pt x="2298611" y="2650630"/>
                  </a:lnTo>
                  <a:lnTo>
                    <a:pt x="2298611" y="2663555"/>
                  </a:lnTo>
                  <a:lnTo>
                    <a:pt x="2293138" y="2663555"/>
                  </a:lnTo>
                  <a:lnTo>
                    <a:pt x="2287666" y="2663555"/>
                  </a:lnTo>
                  <a:lnTo>
                    <a:pt x="2287666" y="2676449"/>
                  </a:lnTo>
                  <a:lnTo>
                    <a:pt x="2282193" y="2676449"/>
                  </a:lnTo>
                  <a:lnTo>
                    <a:pt x="2276720" y="2676449"/>
                  </a:lnTo>
                  <a:lnTo>
                    <a:pt x="2271247" y="2676449"/>
                  </a:lnTo>
                  <a:lnTo>
                    <a:pt x="2271247" y="2689324"/>
                  </a:lnTo>
                  <a:lnTo>
                    <a:pt x="2265774" y="2689324"/>
                  </a:lnTo>
                  <a:lnTo>
                    <a:pt x="2260301" y="2689324"/>
                  </a:lnTo>
                  <a:lnTo>
                    <a:pt x="2254828" y="2689324"/>
                  </a:lnTo>
                  <a:lnTo>
                    <a:pt x="2254828" y="2702179"/>
                  </a:lnTo>
                  <a:lnTo>
                    <a:pt x="2249355" y="2702179"/>
                  </a:lnTo>
                  <a:lnTo>
                    <a:pt x="2249355" y="2715015"/>
                  </a:lnTo>
                  <a:lnTo>
                    <a:pt x="2243883" y="2715015"/>
                  </a:lnTo>
                  <a:lnTo>
                    <a:pt x="2238410" y="2715015"/>
                  </a:lnTo>
                  <a:lnTo>
                    <a:pt x="2232937" y="2715015"/>
                  </a:lnTo>
                  <a:lnTo>
                    <a:pt x="2227464" y="2715015"/>
                  </a:lnTo>
                  <a:lnTo>
                    <a:pt x="2221991" y="2715015"/>
                  </a:lnTo>
                  <a:lnTo>
                    <a:pt x="2221991" y="2727823"/>
                  </a:lnTo>
                  <a:lnTo>
                    <a:pt x="2216518" y="2727823"/>
                  </a:lnTo>
                  <a:lnTo>
                    <a:pt x="2211045" y="2727823"/>
                  </a:lnTo>
                  <a:lnTo>
                    <a:pt x="2211045" y="2740605"/>
                  </a:lnTo>
                  <a:lnTo>
                    <a:pt x="2205572" y="2740605"/>
                  </a:lnTo>
                  <a:lnTo>
                    <a:pt x="2200099" y="2740605"/>
                  </a:lnTo>
                  <a:lnTo>
                    <a:pt x="2200099" y="2753364"/>
                  </a:lnTo>
                  <a:lnTo>
                    <a:pt x="2194627" y="2753364"/>
                  </a:lnTo>
                  <a:lnTo>
                    <a:pt x="2189154" y="2753364"/>
                  </a:lnTo>
                  <a:lnTo>
                    <a:pt x="2183681" y="2753364"/>
                  </a:lnTo>
                  <a:lnTo>
                    <a:pt x="2178208" y="2753364"/>
                  </a:lnTo>
                  <a:lnTo>
                    <a:pt x="2172735" y="2753364"/>
                  </a:lnTo>
                  <a:lnTo>
                    <a:pt x="2167262" y="2753364"/>
                  </a:lnTo>
                  <a:lnTo>
                    <a:pt x="2161789" y="2753364"/>
                  </a:lnTo>
                  <a:lnTo>
                    <a:pt x="2156316" y="2753364"/>
                  </a:lnTo>
                  <a:lnTo>
                    <a:pt x="2150843" y="2753364"/>
                  </a:lnTo>
                  <a:lnTo>
                    <a:pt x="2145371" y="2753364"/>
                  </a:lnTo>
                  <a:lnTo>
                    <a:pt x="2145371" y="2766066"/>
                  </a:lnTo>
                  <a:lnTo>
                    <a:pt x="2139898" y="2766066"/>
                  </a:lnTo>
                  <a:lnTo>
                    <a:pt x="2134425" y="2766066"/>
                  </a:lnTo>
                  <a:lnTo>
                    <a:pt x="2128952" y="2766066"/>
                  </a:lnTo>
                  <a:lnTo>
                    <a:pt x="2123479" y="2766066"/>
                  </a:lnTo>
                  <a:lnTo>
                    <a:pt x="2118006" y="2766066"/>
                  </a:lnTo>
                  <a:lnTo>
                    <a:pt x="2112533" y="2766066"/>
                  </a:lnTo>
                  <a:lnTo>
                    <a:pt x="2107060" y="2766066"/>
                  </a:lnTo>
                  <a:lnTo>
                    <a:pt x="2101588" y="2766066"/>
                  </a:lnTo>
                  <a:lnTo>
                    <a:pt x="2096115" y="2766066"/>
                  </a:lnTo>
                  <a:lnTo>
                    <a:pt x="2096115" y="2778722"/>
                  </a:lnTo>
                  <a:lnTo>
                    <a:pt x="2090642" y="2778722"/>
                  </a:lnTo>
                  <a:lnTo>
                    <a:pt x="2085169" y="2778722"/>
                  </a:lnTo>
                  <a:lnTo>
                    <a:pt x="2079696" y="2778722"/>
                  </a:lnTo>
                  <a:lnTo>
                    <a:pt x="2074223" y="2778722"/>
                  </a:lnTo>
                  <a:lnTo>
                    <a:pt x="2068750" y="2778722"/>
                  </a:lnTo>
                  <a:lnTo>
                    <a:pt x="2063277" y="2778722"/>
                  </a:lnTo>
                  <a:lnTo>
                    <a:pt x="2057804" y="2778722"/>
                  </a:lnTo>
                  <a:lnTo>
                    <a:pt x="2052332" y="2778722"/>
                  </a:lnTo>
                  <a:lnTo>
                    <a:pt x="2046859" y="2778722"/>
                  </a:lnTo>
                  <a:lnTo>
                    <a:pt x="2046859" y="2791320"/>
                  </a:lnTo>
                  <a:lnTo>
                    <a:pt x="2041386" y="2791320"/>
                  </a:lnTo>
                  <a:lnTo>
                    <a:pt x="2035913" y="2791320"/>
                  </a:lnTo>
                  <a:lnTo>
                    <a:pt x="2030440" y="2791320"/>
                  </a:lnTo>
                  <a:lnTo>
                    <a:pt x="2024967" y="2791320"/>
                  </a:lnTo>
                  <a:lnTo>
                    <a:pt x="2019494" y="2791320"/>
                  </a:lnTo>
                  <a:lnTo>
                    <a:pt x="2019494" y="2803888"/>
                  </a:lnTo>
                  <a:lnTo>
                    <a:pt x="2014021" y="2803888"/>
                  </a:lnTo>
                  <a:lnTo>
                    <a:pt x="2008548" y="2803888"/>
                  </a:lnTo>
                  <a:lnTo>
                    <a:pt x="2003076" y="2803888"/>
                  </a:lnTo>
                  <a:lnTo>
                    <a:pt x="1997603" y="2803888"/>
                  </a:lnTo>
                  <a:lnTo>
                    <a:pt x="1992130" y="2803888"/>
                  </a:lnTo>
                  <a:lnTo>
                    <a:pt x="1986657" y="2803888"/>
                  </a:lnTo>
                  <a:lnTo>
                    <a:pt x="1981184" y="2803888"/>
                  </a:lnTo>
                  <a:lnTo>
                    <a:pt x="1981184" y="2816426"/>
                  </a:lnTo>
                  <a:lnTo>
                    <a:pt x="1975711" y="2816426"/>
                  </a:lnTo>
                  <a:lnTo>
                    <a:pt x="1970238" y="2816426"/>
                  </a:lnTo>
                  <a:lnTo>
                    <a:pt x="1964765" y="2816426"/>
                  </a:lnTo>
                  <a:lnTo>
                    <a:pt x="1959292" y="2816426"/>
                  </a:lnTo>
                  <a:lnTo>
                    <a:pt x="1953820" y="2816426"/>
                  </a:lnTo>
                  <a:lnTo>
                    <a:pt x="1948347" y="2816426"/>
                  </a:lnTo>
                  <a:lnTo>
                    <a:pt x="1942874" y="2816426"/>
                  </a:lnTo>
                  <a:lnTo>
                    <a:pt x="1937401" y="2816426"/>
                  </a:lnTo>
                  <a:lnTo>
                    <a:pt x="1931928" y="2816426"/>
                  </a:lnTo>
                  <a:lnTo>
                    <a:pt x="1926455" y="2816426"/>
                  </a:lnTo>
                  <a:lnTo>
                    <a:pt x="1920982" y="2816426"/>
                  </a:lnTo>
                  <a:lnTo>
                    <a:pt x="1915509" y="2816426"/>
                  </a:lnTo>
                  <a:lnTo>
                    <a:pt x="1910037" y="2816426"/>
                  </a:lnTo>
                  <a:lnTo>
                    <a:pt x="1904564" y="2816426"/>
                  </a:lnTo>
                  <a:lnTo>
                    <a:pt x="1899091" y="2816426"/>
                  </a:lnTo>
                  <a:lnTo>
                    <a:pt x="1899091" y="2828899"/>
                  </a:lnTo>
                  <a:lnTo>
                    <a:pt x="1893618" y="2828899"/>
                  </a:lnTo>
                  <a:lnTo>
                    <a:pt x="1888145" y="2828899"/>
                  </a:lnTo>
                  <a:lnTo>
                    <a:pt x="1882672" y="2828899"/>
                  </a:lnTo>
                  <a:lnTo>
                    <a:pt x="1877199" y="2828899"/>
                  </a:lnTo>
                  <a:lnTo>
                    <a:pt x="1877199" y="2841330"/>
                  </a:lnTo>
                  <a:lnTo>
                    <a:pt x="1871726" y="2841330"/>
                  </a:lnTo>
                  <a:lnTo>
                    <a:pt x="1866253" y="2841330"/>
                  </a:lnTo>
                  <a:lnTo>
                    <a:pt x="1866253" y="2853718"/>
                  </a:lnTo>
                  <a:lnTo>
                    <a:pt x="1860781" y="2853718"/>
                  </a:lnTo>
                  <a:lnTo>
                    <a:pt x="1855308" y="2853718"/>
                  </a:lnTo>
                  <a:lnTo>
                    <a:pt x="1849835" y="2853718"/>
                  </a:lnTo>
                  <a:lnTo>
                    <a:pt x="1844362" y="2853718"/>
                  </a:lnTo>
                  <a:lnTo>
                    <a:pt x="1838889" y="2853718"/>
                  </a:lnTo>
                  <a:lnTo>
                    <a:pt x="1833416" y="2853718"/>
                  </a:lnTo>
                  <a:lnTo>
                    <a:pt x="1827943" y="2853718"/>
                  </a:lnTo>
                  <a:lnTo>
                    <a:pt x="1822470" y="2853718"/>
                  </a:lnTo>
                  <a:lnTo>
                    <a:pt x="1816997" y="2853718"/>
                  </a:lnTo>
                  <a:lnTo>
                    <a:pt x="1816997" y="2866073"/>
                  </a:lnTo>
                  <a:lnTo>
                    <a:pt x="1811525" y="2866073"/>
                  </a:lnTo>
                  <a:lnTo>
                    <a:pt x="1806052" y="2866073"/>
                  </a:lnTo>
                  <a:lnTo>
                    <a:pt x="1800579" y="2866073"/>
                  </a:lnTo>
                  <a:lnTo>
                    <a:pt x="1795106" y="2866073"/>
                  </a:lnTo>
                  <a:lnTo>
                    <a:pt x="1789633" y="2866073"/>
                  </a:lnTo>
                  <a:lnTo>
                    <a:pt x="1784160" y="2866073"/>
                  </a:lnTo>
                  <a:lnTo>
                    <a:pt x="1778687" y="2866073"/>
                  </a:lnTo>
                  <a:lnTo>
                    <a:pt x="1773214" y="2866073"/>
                  </a:lnTo>
                  <a:lnTo>
                    <a:pt x="1773214" y="2878373"/>
                  </a:lnTo>
                  <a:lnTo>
                    <a:pt x="1767741" y="2878373"/>
                  </a:lnTo>
                  <a:lnTo>
                    <a:pt x="1762269" y="2878373"/>
                  </a:lnTo>
                  <a:lnTo>
                    <a:pt x="1756796" y="2878373"/>
                  </a:lnTo>
                  <a:lnTo>
                    <a:pt x="1751323" y="2878373"/>
                  </a:lnTo>
                  <a:lnTo>
                    <a:pt x="1745850" y="2878373"/>
                  </a:lnTo>
                  <a:lnTo>
                    <a:pt x="1740377" y="2878373"/>
                  </a:lnTo>
                  <a:lnTo>
                    <a:pt x="1734904" y="2878373"/>
                  </a:lnTo>
                  <a:lnTo>
                    <a:pt x="1729431" y="2878373"/>
                  </a:lnTo>
                  <a:lnTo>
                    <a:pt x="1723958" y="2878373"/>
                  </a:lnTo>
                  <a:lnTo>
                    <a:pt x="1718486" y="2878373"/>
                  </a:lnTo>
                  <a:lnTo>
                    <a:pt x="1713013" y="2878373"/>
                  </a:lnTo>
                  <a:lnTo>
                    <a:pt x="1707540" y="2878373"/>
                  </a:lnTo>
                  <a:lnTo>
                    <a:pt x="1702067" y="2878373"/>
                  </a:lnTo>
                  <a:lnTo>
                    <a:pt x="1696594" y="2878373"/>
                  </a:lnTo>
                  <a:lnTo>
                    <a:pt x="1691121" y="2878373"/>
                  </a:lnTo>
                  <a:lnTo>
                    <a:pt x="1691121" y="2890623"/>
                  </a:lnTo>
                  <a:lnTo>
                    <a:pt x="1685648" y="2890623"/>
                  </a:lnTo>
                  <a:lnTo>
                    <a:pt x="1680175" y="2890623"/>
                  </a:lnTo>
                  <a:lnTo>
                    <a:pt x="1674702" y="2890623"/>
                  </a:lnTo>
                  <a:lnTo>
                    <a:pt x="1674702" y="2915020"/>
                  </a:lnTo>
                  <a:lnTo>
                    <a:pt x="1669230" y="2915020"/>
                  </a:lnTo>
                  <a:lnTo>
                    <a:pt x="1663757" y="2915020"/>
                  </a:lnTo>
                  <a:lnTo>
                    <a:pt x="1658284" y="2915020"/>
                  </a:lnTo>
                  <a:lnTo>
                    <a:pt x="1652811" y="2915020"/>
                  </a:lnTo>
                  <a:lnTo>
                    <a:pt x="1647338" y="2915020"/>
                  </a:lnTo>
                  <a:lnTo>
                    <a:pt x="1641865" y="2915020"/>
                  </a:lnTo>
                  <a:lnTo>
                    <a:pt x="1641865" y="2927159"/>
                  </a:lnTo>
                  <a:lnTo>
                    <a:pt x="1636392" y="2927159"/>
                  </a:lnTo>
                  <a:lnTo>
                    <a:pt x="1630919" y="2927159"/>
                  </a:lnTo>
                  <a:lnTo>
                    <a:pt x="1625446" y="2927159"/>
                  </a:lnTo>
                  <a:lnTo>
                    <a:pt x="1619974" y="2927159"/>
                  </a:lnTo>
                  <a:lnTo>
                    <a:pt x="1614501" y="2927159"/>
                  </a:lnTo>
                  <a:lnTo>
                    <a:pt x="1614501" y="2939260"/>
                  </a:lnTo>
                  <a:lnTo>
                    <a:pt x="1609028" y="2939260"/>
                  </a:lnTo>
                  <a:lnTo>
                    <a:pt x="1603555" y="2939260"/>
                  </a:lnTo>
                  <a:lnTo>
                    <a:pt x="1598082" y="2939260"/>
                  </a:lnTo>
                  <a:lnTo>
                    <a:pt x="1592609" y="2939260"/>
                  </a:lnTo>
                  <a:lnTo>
                    <a:pt x="1587136" y="2939260"/>
                  </a:lnTo>
                  <a:lnTo>
                    <a:pt x="1581663" y="2939260"/>
                  </a:lnTo>
                  <a:lnTo>
                    <a:pt x="1576191" y="2939260"/>
                  </a:lnTo>
                  <a:lnTo>
                    <a:pt x="1570718" y="2939260"/>
                  </a:lnTo>
                  <a:lnTo>
                    <a:pt x="1565245" y="2939260"/>
                  </a:lnTo>
                  <a:lnTo>
                    <a:pt x="1565245" y="2951306"/>
                  </a:lnTo>
                  <a:lnTo>
                    <a:pt x="1559772" y="2951306"/>
                  </a:lnTo>
                  <a:lnTo>
                    <a:pt x="1554299" y="2951306"/>
                  </a:lnTo>
                  <a:lnTo>
                    <a:pt x="1548826" y="2951306"/>
                  </a:lnTo>
                  <a:lnTo>
                    <a:pt x="1543353" y="2951306"/>
                  </a:lnTo>
                  <a:lnTo>
                    <a:pt x="1537880" y="2951306"/>
                  </a:lnTo>
                  <a:lnTo>
                    <a:pt x="1532407" y="2951306"/>
                  </a:lnTo>
                  <a:lnTo>
                    <a:pt x="1526935" y="2951306"/>
                  </a:lnTo>
                  <a:lnTo>
                    <a:pt x="1521462" y="2951306"/>
                  </a:lnTo>
                  <a:lnTo>
                    <a:pt x="1521462" y="2975266"/>
                  </a:lnTo>
                  <a:lnTo>
                    <a:pt x="1515989" y="2975266"/>
                  </a:lnTo>
                  <a:lnTo>
                    <a:pt x="1510516" y="2975266"/>
                  </a:lnTo>
                  <a:lnTo>
                    <a:pt x="1505043" y="2975266"/>
                  </a:lnTo>
                  <a:lnTo>
                    <a:pt x="1499570" y="2975266"/>
                  </a:lnTo>
                  <a:lnTo>
                    <a:pt x="1494097" y="2975266"/>
                  </a:lnTo>
                  <a:lnTo>
                    <a:pt x="1488624" y="2975266"/>
                  </a:lnTo>
                  <a:lnTo>
                    <a:pt x="1483151" y="2975266"/>
                  </a:lnTo>
                  <a:lnTo>
                    <a:pt x="1477679" y="2975266"/>
                  </a:lnTo>
                  <a:lnTo>
                    <a:pt x="1477679" y="2987173"/>
                  </a:lnTo>
                  <a:lnTo>
                    <a:pt x="1472206" y="2987173"/>
                  </a:lnTo>
                  <a:lnTo>
                    <a:pt x="1466733" y="2987173"/>
                  </a:lnTo>
                  <a:lnTo>
                    <a:pt x="1461260" y="2987173"/>
                  </a:lnTo>
                  <a:lnTo>
                    <a:pt x="1455787" y="2987173"/>
                  </a:lnTo>
                  <a:lnTo>
                    <a:pt x="1450314" y="2987173"/>
                  </a:lnTo>
                  <a:lnTo>
                    <a:pt x="1444841" y="2987173"/>
                  </a:lnTo>
                  <a:lnTo>
                    <a:pt x="1444841" y="2999028"/>
                  </a:lnTo>
                  <a:lnTo>
                    <a:pt x="1439368" y="2999028"/>
                  </a:lnTo>
                  <a:lnTo>
                    <a:pt x="1433895" y="2999028"/>
                  </a:lnTo>
                  <a:lnTo>
                    <a:pt x="1428423" y="2999028"/>
                  </a:lnTo>
                  <a:lnTo>
                    <a:pt x="1422950" y="2999028"/>
                  </a:lnTo>
                  <a:lnTo>
                    <a:pt x="1417477" y="2999028"/>
                  </a:lnTo>
                  <a:lnTo>
                    <a:pt x="1412004" y="2999028"/>
                  </a:lnTo>
                  <a:lnTo>
                    <a:pt x="1406531" y="2999028"/>
                  </a:lnTo>
                  <a:lnTo>
                    <a:pt x="1406531" y="3010822"/>
                  </a:lnTo>
                  <a:lnTo>
                    <a:pt x="1401058" y="3010822"/>
                  </a:lnTo>
                  <a:lnTo>
                    <a:pt x="1395585" y="3010822"/>
                  </a:lnTo>
                  <a:lnTo>
                    <a:pt x="1390112" y="3010822"/>
                  </a:lnTo>
                  <a:lnTo>
                    <a:pt x="1384640" y="3010822"/>
                  </a:lnTo>
                  <a:lnTo>
                    <a:pt x="1379167" y="3010822"/>
                  </a:lnTo>
                  <a:lnTo>
                    <a:pt x="1373694" y="3010822"/>
                  </a:lnTo>
                  <a:lnTo>
                    <a:pt x="1368221" y="3010822"/>
                  </a:lnTo>
                  <a:lnTo>
                    <a:pt x="1368221" y="3022565"/>
                  </a:lnTo>
                  <a:lnTo>
                    <a:pt x="1362748" y="3022565"/>
                  </a:lnTo>
                  <a:lnTo>
                    <a:pt x="1357275" y="3022565"/>
                  </a:lnTo>
                  <a:lnTo>
                    <a:pt x="1351802" y="3022565"/>
                  </a:lnTo>
                  <a:lnTo>
                    <a:pt x="1346329" y="3022565"/>
                  </a:lnTo>
                  <a:lnTo>
                    <a:pt x="1346329" y="3034252"/>
                  </a:lnTo>
                  <a:lnTo>
                    <a:pt x="1340856" y="3034252"/>
                  </a:lnTo>
                  <a:lnTo>
                    <a:pt x="1335384" y="3034252"/>
                  </a:lnTo>
                  <a:lnTo>
                    <a:pt x="1329911" y="3034252"/>
                  </a:lnTo>
                  <a:lnTo>
                    <a:pt x="1324438" y="3034252"/>
                  </a:lnTo>
                  <a:lnTo>
                    <a:pt x="1318965" y="3034252"/>
                  </a:lnTo>
                  <a:lnTo>
                    <a:pt x="1313492" y="3034252"/>
                  </a:lnTo>
                  <a:lnTo>
                    <a:pt x="1308019" y="3034252"/>
                  </a:lnTo>
                  <a:lnTo>
                    <a:pt x="1302546" y="3034252"/>
                  </a:lnTo>
                  <a:lnTo>
                    <a:pt x="1297073" y="3034252"/>
                  </a:lnTo>
                  <a:lnTo>
                    <a:pt x="1291600" y="3034252"/>
                  </a:lnTo>
                  <a:lnTo>
                    <a:pt x="1286128" y="3034252"/>
                  </a:lnTo>
                  <a:lnTo>
                    <a:pt x="1280655" y="3034252"/>
                  </a:lnTo>
                  <a:lnTo>
                    <a:pt x="1275182" y="3034252"/>
                  </a:lnTo>
                  <a:lnTo>
                    <a:pt x="1269709" y="3034252"/>
                  </a:lnTo>
                  <a:lnTo>
                    <a:pt x="1264236" y="3034252"/>
                  </a:lnTo>
                  <a:lnTo>
                    <a:pt x="1258763" y="3034252"/>
                  </a:lnTo>
                  <a:lnTo>
                    <a:pt x="1253290" y="3034252"/>
                  </a:lnTo>
                  <a:lnTo>
                    <a:pt x="1253290" y="3045830"/>
                  </a:lnTo>
                  <a:lnTo>
                    <a:pt x="1247817" y="3045830"/>
                  </a:lnTo>
                  <a:lnTo>
                    <a:pt x="1247817" y="3057356"/>
                  </a:lnTo>
                  <a:lnTo>
                    <a:pt x="1242344" y="3057356"/>
                  </a:lnTo>
                  <a:lnTo>
                    <a:pt x="1242344" y="3068828"/>
                  </a:lnTo>
                  <a:lnTo>
                    <a:pt x="1236872" y="3068828"/>
                  </a:lnTo>
                  <a:lnTo>
                    <a:pt x="1231399" y="3068828"/>
                  </a:lnTo>
                  <a:lnTo>
                    <a:pt x="1225926" y="3068828"/>
                  </a:lnTo>
                  <a:lnTo>
                    <a:pt x="1220453" y="3068828"/>
                  </a:lnTo>
                  <a:lnTo>
                    <a:pt x="1214980" y="3068828"/>
                  </a:lnTo>
                  <a:lnTo>
                    <a:pt x="1214980" y="3080237"/>
                  </a:lnTo>
                  <a:lnTo>
                    <a:pt x="1209507" y="3080237"/>
                  </a:lnTo>
                  <a:lnTo>
                    <a:pt x="1209507" y="3091584"/>
                  </a:lnTo>
                  <a:lnTo>
                    <a:pt x="1204034" y="3091584"/>
                  </a:lnTo>
                  <a:lnTo>
                    <a:pt x="1198561" y="3091584"/>
                  </a:lnTo>
                  <a:lnTo>
                    <a:pt x="1193089" y="3091584"/>
                  </a:lnTo>
                  <a:lnTo>
                    <a:pt x="1187616" y="3091584"/>
                  </a:lnTo>
                  <a:lnTo>
                    <a:pt x="1187616" y="3102866"/>
                  </a:lnTo>
                  <a:lnTo>
                    <a:pt x="1182143" y="3102866"/>
                  </a:lnTo>
                  <a:lnTo>
                    <a:pt x="1176670" y="3102866"/>
                  </a:lnTo>
                  <a:lnTo>
                    <a:pt x="1171197" y="3102866"/>
                  </a:lnTo>
                  <a:lnTo>
                    <a:pt x="1165724" y="3102866"/>
                  </a:lnTo>
                  <a:lnTo>
                    <a:pt x="1160251" y="3102866"/>
                  </a:lnTo>
                  <a:lnTo>
                    <a:pt x="1154778" y="3102866"/>
                  </a:lnTo>
                  <a:lnTo>
                    <a:pt x="1149305" y="3102866"/>
                  </a:lnTo>
                  <a:lnTo>
                    <a:pt x="1143833" y="3102866"/>
                  </a:lnTo>
                  <a:lnTo>
                    <a:pt x="1138360" y="3102866"/>
                  </a:lnTo>
                  <a:lnTo>
                    <a:pt x="1132887" y="3102866"/>
                  </a:lnTo>
                  <a:lnTo>
                    <a:pt x="1127414" y="3102866"/>
                  </a:lnTo>
                  <a:lnTo>
                    <a:pt x="1121941" y="3102866"/>
                  </a:lnTo>
                  <a:lnTo>
                    <a:pt x="1116468" y="3102866"/>
                  </a:lnTo>
                  <a:lnTo>
                    <a:pt x="1110995" y="3102866"/>
                  </a:lnTo>
                  <a:lnTo>
                    <a:pt x="1105522" y="3102866"/>
                  </a:lnTo>
                  <a:lnTo>
                    <a:pt x="1100049" y="3102866"/>
                  </a:lnTo>
                  <a:lnTo>
                    <a:pt x="1094577" y="3102866"/>
                  </a:lnTo>
                  <a:lnTo>
                    <a:pt x="1089104" y="3102866"/>
                  </a:lnTo>
                  <a:lnTo>
                    <a:pt x="1083631" y="3102866"/>
                  </a:lnTo>
                  <a:lnTo>
                    <a:pt x="1078158" y="3102866"/>
                  </a:lnTo>
                  <a:lnTo>
                    <a:pt x="1072685" y="3102866"/>
                  </a:lnTo>
                  <a:lnTo>
                    <a:pt x="1067212" y="3102866"/>
                  </a:lnTo>
                  <a:lnTo>
                    <a:pt x="1061739" y="3102866"/>
                  </a:lnTo>
                  <a:lnTo>
                    <a:pt x="1056266" y="3102866"/>
                  </a:lnTo>
                  <a:lnTo>
                    <a:pt x="1050794" y="3102866"/>
                  </a:lnTo>
                  <a:lnTo>
                    <a:pt x="1045321" y="3102866"/>
                  </a:lnTo>
                  <a:lnTo>
                    <a:pt x="1039848" y="3102866"/>
                  </a:lnTo>
                  <a:lnTo>
                    <a:pt x="1034375" y="3102866"/>
                  </a:lnTo>
                  <a:lnTo>
                    <a:pt x="1028902" y="3102866"/>
                  </a:lnTo>
                  <a:lnTo>
                    <a:pt x="1023429" y="3102866"/>
                  </a:lnTo>
                  <a:lnTo>
                    <a:pt x="1023429" y="3114033"/>
                  </a:lnTo>
                  <a:lnTo>
                    <a:pt x="1017956" y="3114033"/>
                  </a:lnTo>
                  <a:lnTo>
                    <a:pt x="1012483" y="3114033"/>
                  </a:lnTo>
                  <a:lnTo>
                    <a:pt x="1007010" y="3114033"/>
                  </a:lnTo>
                  <a:lnTo>
                    <a:pt x="1001538" y="3114033"/>
                  </a:lnTo>
                  <a:lnTo>
                    <a:pt x="996065" y="3114033"/>
                  </a:lnTo>
                  <a:lnTo>
                    <a:pt x="990592" y="3114033"/>
                  </a:lnTo>
                  <a:lnTo>
                    <a:pt x="985119" y="3114033"/>
                  </a:lnTo>
                  <a:lnTo>
                    <a:pt x="979646" y="3114033"/>
                  </a:lnTo>
                  <a:lnTo>
                    <a:pt x="974173" y="3114033"/>
                  </a:lnTo>
                  <a:lnTo>
                    <a:pt x="968700" y="3114033"/>
                  </a:lnTo>
                  <a:lnTo>
                    <a:pt x="963227" y="3114033"/>
                  </a:lnTo>
                  <a:lnTo>
                    <a:pt x="957754" y="3114033"/>
                  </a:lnTo>
                  <a:lnTo>
                    <a:pt x="952282" y="3114033"/>
                  </a:lnTo>
                  <a:lnTo>
                    <a:pt x="946809" y="3114033"/>
                  </a:lnTo>
                  <a:lnTo>
                    <a:pt x="941336" y="3114033"/>
                  </a:lnTo>
                  <a:lnTo>
                    <a:pt x="935863" y="3114033"/>
                  </a:lnTo>
                  <a:lnTo>
                    <a:pt x="930390" y="3114033"/>
                  </a:lnTo>
                  <a:lnTo>
                    <a:pt x="924917" y="3114033"/>
                  </a:lnTo>
                  <a:lnTo>
                    <a:pt x="919444" y="3114033"/>
                  </a:lnTo>
                  <a:lnTo>
                    <a:pt x="913971" y="3114033"/>
                  </a:lnTo>
                  <a:lnTo>
                    <a:pt x="908498" y="3114033"/>
                  </a:lnTo>
                  <a:lnTo>
                    <a:pt x="903026" y="3114033"/>
                  </a:lnTo>
                  <a:lnTo>
                    <a:pt x="897553" y="3114033"/>
                  </a:lnTo>
                  <a:lnTo>
                    <a:pt x="892080" y="3114033"/>
                  </a:lnTo>
                  <a:lnTo>
                    <a:pt x="886607" y="3114033"/>
                  </a:lnTo>
                  <a:lnTo>
                    <a:pt x="881134" y="3114033"/>
                  </a:lnTo>
                  <a:lnTo>
                    <a:pt x="875661" y="3114033"/>
                  </a:lnTo>
                  <a:lnTo>
                    <a:pt x="870188" y="3114033"/>
                  </a:lnTo>
                  <a:lnTo>
                    <a:pt x="870188" y="3136021"/>
                  </a:lnTo>
                  <a:lnTo>
                    <a:pt x="864715" y="3136021"/>
                  </a:lnTo>
                  <a:lnTo>
                    <a:pt x="859243" y="3136021"/>
                  </a:lnTo>
                  <a:lnTo>
                    <a:pt x="853770" y="3136021"/>
                  </a:lnTo>
                  <a:lnTo>
                    <a:pt x="848297" y="3136021"/>
                  </a:lnTo>
                  <a:lnTo>
                    <a:pt x="842824" y="3136021"/>
                  </a:lnTo>
                  <a:lnTo>
                    <a:pt x="837351" y="3136021"/>
                  </a:lnTo>
                  <a:lnTo>
                    <a:pt x="831878" y="3136021"/>
                  </a:lnTo>
                  <a:lnTo>
                    <a:pt x="826405" y="3136021"/>
                  </a:lnTo>
                  <a:lnTo>
                    <a:pt x="820932" y="3136021"/>
                  </a:lnTo>
                  <a:lnTo>
                    <a:pt x="815459" y="3136021"/>
                  </a:lnTo>
                  <a:lnTo>
                    <a:pt x="809987" y="3136021"/>
                  </a:lnTo>
                  <a:lnTo>
                    <a:pt x="804514" y="3136021"/>
                  </a:lnTo>
                  <a:lnTo>
                    <a:pt x="799041" y="3136021"/>
                  </a:lnTo>
                  <a:lnTo>
                    <a:pt x="793568" y="3136021"/>
                  </a:lnTo>
                  <a:lnTo>
                    <a:pt x="788095" y="3136021"/>
                  </a:lnTo>
                  <a:lnTo>
                    <a:pt x="782622" y="3136021"/>
                  </a:lnTo>
                  <a:lnTo>
                    <a:pt x="777149" y="3136021"/>
                  </a:lnTo>
                  <a:lnTo>
                    <a:pt x="771676" y="3136021"/>
                  </a:lnTo>
                  <a:lnTo>
                    <a:pt x="766203" y="3136021"/>
                  </a:lnTo>
                  <a:lnTo>
                    <a:pt x="760731" y="3136021"/>
                  </a:lnTo>
                  <a:lnTo>
                    <a:pt x="755258" y="3136021"/>
                  </a:lnTo>
                  <a:lnTo>
                    <a:pt x="749785" y="3136021"/>
                  </a:lnTo>
                  <a:lnTo>
                    <a:pt x="744312" y="3136021"/>
                  </a:lnTo>
                  <a:lnTo>
                    <a:pt x="738839" y="3136021"/>
                  </a:lnTo>
                  <a:lnTo>
                    <a:pt x="738839" y="3146866"/>
                  </a:lnTo>
                  <a:lnTo>
                    <a:pt x="733366" y="3146866"/>
                  </a:lnTo>
                  <a:lnTo>
                    <a:pt x="727893" y="3146866"/>
                  </a:lnTo>
                  <a:lnTo>
                    <a:pt x="722420" y="3146866"/>
                  </a:lnTo>
                  <a:lnTo>
                    <a:pt x="716947" y="3146866"/>
                  </a:lnTo>
                  <a:lnTo>
                    <a:pt x="711475" y="3146866"/>
                  </a:lnTo>
                  <a:lnTo>
                    <a:pt x="711475" y="3168242"/>
                  </a:lnTo>
                  <a:lnTo>
                    <a:pt x="706002" y="3168242"/>
                  </a:lnTo>
                  <a:lnTo>
                    <a:pt x="700529" y="3168242"/>
                  </a:lnTo>
                  <a:lnTo>
                    <a:pt x="695056" y="3168242"/>
                  </a:lnTo>
                  <a:lnTo>
                    <a:pt x="689583" y="3168242"/>
                  </a:lnTo>
                  <a:lnTo>
                    <a:pt x="684110" y="3168242"/>
                  </a:lnTo>
                  <a:lnTo>
                    <a:pt x="684110" y="3178775"/>
                  </a:lnTo>
                  <a:lnTo>
                    <a:pt x="678637" y="3178775"/>
                  </a:lnTo>
                  <a:lnTo>
                    <a:pt x="673164" y="3178775"/>
                  </a:lnTo>
                  <a:lnTo>
                    <a:pt x="667692" y="3178775"/>
                  </a:lnTo>
                  <a:lnTo>
                    <a:pt x="662219" y="3178775"/>
                  </a:lnTo>
                  <a:lnTo>
                    <a:pt x="656746" y="3178775"/>
                  </a:lnTo>
                  <a:lnTo>
                    <a:pt x="651273" y="3178775"/>
                  </a:lnTo>
                  <a:lnTo>
                    <a:pt x="645800" y="3178775"/>
                  </a:lnTo>
                  <a:lnTo>
                    <a:pt x="645800" y="3189178"/>
                  </a:lnTo>
                  <a:lnTo>
                    <a:pt x="640327" y="3189178"/>
                  </a:lnTo>
                  <a:lnTo>
                    <a:pt x="634854" y="3189178"/>
                  </a:lnTo>
                  <a:lnTo>
                    <a:pt x="629381" y="3189178"/>
                  </a:lnTo>
                  <a:lnTo>
                    <a:pt x="623908" y="3189178"/>
                  </a:lnTo>
                  <a:lnTo>
                    <a:pt x="618436" y="3189178"/>
                  </a:lnTo>
                  <a:lnTo>
                    <a:pt x="612963" y="3189178"/>
                  </a:lnTo>
                  <a:lnTo>
                    <a:pt x="607490" y="3189178"/>
                  </a:lnTo>
                  <a:lnTo>
                    <a:pt x="602017" y="3189178"/>
                  </a:lnTo>
                  <a:lnTo>
                    <a:pt x="596544" y="3189178"/>
                  </a:lnTo>
                  <a:lnTo>
                    <a:pt x="591071" y="3189178"/>
                  </a:lnTo>
                  <a:lnTo>
                    <a:pt x="585598" y="3189178"/>
                  </a:lnTo>
                  <a:lnTo>
                    <a:pt x="580125" y="3189178"/>
                  </a:lnTo>
                  <a:lnTo>
                    <a:pt x="574652" y="3189178"/>
                  </a:lnTo>
                  <a:lnTo>
                    <a:pt x="574652" y="3199436"/>
                  </a:lnTo>
                  <a:lnTo>
                    <a:pt x="569180" y="3199436"/>
                  </a:lnTo>
                  <a:lnTo>
                    <a:pt x="563707" y="3199436"/>
                  </a:lnTo>
                  <a:lnTo>
                    <a:pt x="558234" y="3199436"/>
                  </a:lnTo>
                  <a:lnTo>
                    <a:pt x="552761" y="3199436"/>
                  </a:lnTo>
                  <a:lnTo>
                    <a:pt x="547288" y="3199436"/>
                  </a:lnTo>
                  <a:lnTo>
                    <a:pt x="541815" y="3199436"/>
                  </a:lnTo>
                  <a:lnTo>
                    <a:pt x="536342" y="3199436"/>
                  </a:lnTo>
                  <a:lnTo>
                    <a:pt x="530869" y="3199436"/>
                  </a:lnTo>
                  <a:lnTo>
                    <a:pt x="525397" y="3199436"/>
                  </a:lnTo>
                  <a:lnTo>
                    <a:pt x="525397" y="3209533"/>
                  </a:lnTo>
                  <a:lnTo>
                    <a:pt x="519924" y="3209533"/>
                  </a:lnTo>
                  <a:lnTo>
                    <a:pt x="514451" y="3209533"/>
                  </a:lnTo>
                  <a:lnTo>
                    <a:pt x="514451" y="3219472"/>
                  </a:lnTo>
                  <a:lnTo>
                    <a:pt x="508978" y="3219472"/>
                  </a:lnTo>
                  <a:lnTo>
                    <a:pt x="503505" y="3219472"/>
                  </a:lnTo>
                  <a:lnTo>
                    <a:pt x="498032" y="3219472"/>
                  </a:lnTo>
                  <a:lnTo>
                    <a:pt x="492559" y="3219472"/>
                  </a:lnTo>
                  <a:lnTo>
                    <a:pt x="487086" y="3219472"/>
                  </a:lnTo>
                  <a:lnTo>
                    <a:pt x="487086" y="3229229"/>
                  </a:lnTo>
                  <a:lnTo>
                    <a:pt x="481613" y="3229229"/>
                  </a:lnTo>
                  <a:lnTo>
                    <a:pt x="476141" y="3229229"/>
                  </a:lnTo>
                  <a:lnTo>
                    <a:pt x="470668" y="3229229"/>
                  </a:lnTo>
                  <a:lnTo>
                    <a:pt x="465195" y="3229229"/>
                  </a:lnTo>
                  <a:lnTo>
                    <a:pt x="459722" y="3229229"/>
                  </a:lnTo>
                  <a:lnTo>
                    <a:pt x="454249" y="3229229"/>
                  </a:lnTo>
                  <a:lnTo>
                    <a:pt x="448776" y="3229229"/>
                  </a:lnTo>
                  <a:lnTo>
                    <a:pt x="443303" y="3229229"/>
                  </a:lnTo>
                  <a:lnTo>
                    <a:pt x="437830" y="3229229"/>
                  </a:lnTo>
                  <a:lnTo>
                    <a:pt x="432357" y="3229229"/>
                  </a:lnTo>
                  <a:lnTo>
                    <a:pt x="426885" y="3229229"/>
                  </a:lnTo>
                  <a:lnTo>
                    <a:pt x="421412" y="3229229"/>
                  </a:lnTo>
                  <a:lnTo>
                    <a:pt x="415939" y="3229229"/>
                  </a:lnTo>
                  <a:lnTo>
                    <a:pt x="410466" y="3229229"/>
                  </a:lnTo>
                  <a:lnTo>
                    <a:pt x="404993" y="3229229"/>
                  </a:lnTo>
                  <a:lnTo>
                    <a:pt x="399520" y="3229229"/>
                  </a:lnTo>
                  <a:lnTo>
                    <a:pt x="394047" y="3229229"/>
                  </a:lnTo>
                  <a:lnTo>
                    <a:pt x="388574" y="3229229"/>
                  </a:lnTo>
                  <a:lnTo>
                    <a:pt x="383101" y="3229229"/>
                  </a:lnTo>
                  <a:lnTo>
                    <a:pt x="377629" y="3229229"/>
                  </a:lnTo>
                  <a:lnTo>
                    <a:pt x="372156" y="3229229"/>
                  </a:lnTo>
                  <a:lnTo>
                    <a:pt x="366683" y="3229229"/>
                  </a:lnTo>
                  <a:lnTo>
                    <a:pt x="366683" y="3238743"/>
                  </a:lnTo>
                  <a:lnTo>
                    <a:pt x="361210" y="3238743"/>
                  </a:lnTo>
                  <a:lnTo>
                    <a:pt x="355737" y="3238743"/>
                  </a:lnTo>
                  <a:lnTo>
                    <a:pt x="350264" y="3238743"/>
                  </a:lnTo>
                  <a:lnTo>
                    <a:pt x="344791" y="3238743"/>
                  </a:lnTo>
                  <a:lnTo>
                    <a:pt x="339318" y="3238743"/>
                  </a:lnTo>
                  <a:lnTo>
                    <a:pt x="333846" y="3238743"/>
                  </a:lnTo>
                  <a:lnTo>
                    <a:pt x="328373" y="3238743"/>
                  </a:lnTo>
                  <a:lnTo>
                    <a:pt x="322900" y="3238743"/>
                  </a:lnTo>
                  <a:lnTo>
                    <a:pt x="317427" y="3238743"/>
                  </a:lnTo>
                  <a:lnTo>
                    <a:pt x="311954" y="3238743"/>
                  </a:lnTo>
                  <a:lnTo>
                    <a:pt x="306481" y="3238743"/>
                  </a:lnTo>
                  <a:lnTo>
                    <a:pt x="301008" y="3238743"/>
                  </a:lnTo>
                  <a:lnTo>
                    <a:pt x="295535" y="3238743"/>
                  </a:lnTo>
                  <a:lnTo>
                    <a:pt x="295535" y="3247988"/>
                  </a:lnTo>
                  <a:lnTo>
                    <a:pt x="290062" y="3247988"/>
                  </a:lnTo>
                  <a:lnTo>
                    <a:pt x="290062" y="3256962"/>
                  </a:lnTo>
                  <a:lnTo>
                    <a:pt x="284590" y="3256962"/>
                  </a:lnTo>
                  <a:lnTo>
                    <a:pt x="279117" y="3256962"/>
                  </a:lnTo>
                  <a:lnTo>
                    <a:pt x="273644" y="3256962"/>
                  </a:lnTo>
                  <a:lnTo>
                    <a:pt x="268171" y="3256962"/>
                  </a:lnTo>
                  <a:lnTo>
                    <a:pt x="262698" y="3256962"/>
                  </a:lnTo>
                  <a:lnTo>
                    <a:pt x="257225" y="3256962"/>
                  </a:lnTo>
                  <a:lnTo>
                    <a:pt x="251752" y="3256962"/>
                  </a:lnTo>
                  <a:lnTo>
                    <a:pt x="246279" y="3256962"/>
                  </a:lnTo>
                  <a:lnTo>
                    <a:pt x="240806" y="3256962"/>
                  </a:lnTo>
                  <a:lnTo>
                    <a:pt x="235334" y="3256962"/>
                  </a:lnTo>
                  <a:lnTo>
                    <a:pt x="229861" y="3256962"/>
                  </a:lnTo>
                  <a:lnTo>
                    <a:pt x="224388" y="3256962"/>
                  </a:lnTo>
                  <a:lnTo>
                    <a:pt x="218915" y="3256962"/>
                  </a:lnTo>
                  <a:lnTo>
                    <a:pt x="213442" y="3256962"/>
                  </a:lnTo>
                  <a:lnTo>
                    <a:pt x="213442" y="3265580"/>
                  </a:lnTo>
                  <a:lnTo>
                    <a:pt x="207969" y="3265580"/>
                  </a:lnTo>
                  <a:lnTo>
                    <a:pt x="202496" y="3265580"/>
                  </a:lnTo>
                  <a:lnTo>
                    <a:pt x="197023" y="3265580"/>
                  </a:lnTo>
                  <a:lnTo>
                    <a:pt x="191550" y="3265580"/>
                  </a:lnTo>
                  <a:lnTo>
                    <a:pt x="186078" y="3265580"/>
                  </a:lnTo>
                  <a:lnTo>
                    <a:pt x="180605" y="3265580"/>
                  </a:lnTo>
                  <a:lnTo>
                    <a:pt x="180605" y="3281498"/>
                  </a:lnTo>
                  <a:lnTo>
                    <a:pt x="175132" y="3281498"/>
                  </a:lnTo>
                  <a:lnTo>
                    <a:pt x="175132" y="3288519"/>
                  </a:lnTo>
                  <a:lnTo>
                    <a:pt x="169659" y="3288519"/>
                  </a:lnTo>
                  <a:lnTo>
                    <a:pt x="164186" y="3288519"/>
                  </a:lnTo>
                  <a:lnTo>
                    <a:pt x="158713" y="3288519"/>
                  </a:lnTo>
                  <a:lnTo>
                    <a:pt x="153240" y="3288519"/>
                  </a:lnTo>
                  <a:lnTo>
                    <a:pt x="147767" y="3288519"/>
                  </a:lnTo>
                  <a:lnTo>
                    <a:pt x="142295" y="3288519"/>
                  </a:lnTo>
                  <a:lnTo>
                    <a:pt x="142295" y="3294548"/>
                  </a:lnTo>
                  <a:lnTo>
                    <a:pt x="136822" y="3294548"/>
                  </a:lnTo>
                  <a:lnTo>
                    <a:pt x="131349" y="3294548"/>
                  </a:lnTo>
                  <a:lnTo>
                    <a:pt x="125876" y="3294548"/>
                  </a:lnTo>
                  <a:lnTo>
                    <a:pt x="120403" y="3294548"/>
                  </a:lnTo>
                  <a:lnTo>
                    <a:pt x="114930" y="3294548"/>
                  </a:lnTo>
                  <a:lnTo>
                    <a:pt x="109457" y="3294548"/>
                  </a:lnTo>
                  <a:lnTo>
                    <a:pt x="103984" y="3294548"/>
                  </a:lnTo>
                  <a:lnTo>
                    <a:pt x="98511" y="3294548"/>
                  </a:lnTo>
                  <a:lnTo>
                    <a:pt x="93039" y="3294548"/>
                  </a:lnTo>
                  <a:lnTo>
                    <a:pt x="87566" y="3294548"/>
                  </a:lnTo>
                  <a:lnTo>
                    <a:pt x="82093" y="3294548"/>
                  </a:lnTo>
                  <a:lnTo>
                    <a:pt x="76620" y="3294548"/>
                  </a:lnTo>
                  <a:lnTo>
                    <a:pt x="71147" y="3294548"/>
                  </a:lnTo>
                  <a:lnTo>
                    <a:pt x="65674" y="3294548"/>
                  </a:lnTo>
                  <a:lnTo>
                    <a:pt x="65674" y="3298977"/>
                  </a:lnTo>
                  <a:lnTo>
                    <a:pt x="60201" y="3298977"/>
                  </a:lnTo>
                  <a:lnTo>
                    <a:pt x="54728" y="3298977"/>
                  </a:lnTo>
                  <a:lnTo>
                    <a:pt x="49255" y="3298977"/>
                  </a:lnTo>
                  <a:lnTo>
                    <a:pt x="43783" y="3298977"/>
                  </a:lnTo>
                  <a:lnTo>
                    <a:pt x="38310" y="3298977"/>
                  </a:lnTo>
                  <a:lnTo>
                    <a:pt x="32837" y="3298977"/>
                  </a:lnTo>
                  <a:lnTo>
                    <a:pt x="27364" y="3298977"/>
                  </a:lnTo>
                  <a:lnTo>
                    <a:pt x="21891" y="3298977"/>
                  </a:lnTo>
                  <a:lnTo>
                    <a:pt x="16418" y="3298977"/>
                  </a:lnTo>
                  <a:lnTo>
                    <a:pt x="10945" y="3298977"/>
                  </a:lnTo>
                  <a:lnTo>
                    <a:pt x="5472" y="3298977"/>
                  </a:lnTo>
                  <a:lnTo>
                    <a:pt x="0" y="3298977"/>
                  </a:lnTo>
                  <a:close/>
                </a:path>
              </a:pathLst>
            </a:custGeom>
            <a:solidFill>
              <a:srgbClr val="00BFC4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993290" y="2797601"/>
              <a:ext cx="9938759" cy="3223442"/>
            </a:xfrm>
            <a:custGeom>
              <a:avLst/>
              <a:pathLst>
                <a:path w="9938759" h="3223442">
                  <a:moveTo>
                    <a:pt x="0" y="3223442"/>
                  </a:moveTo>
                  <a:lnTo>
                    <a:pt x="5472" y="3223442"/>
                  </a:lnTo>
                  <a:lnTo>
                    <a:pt x="5472" y="3223442"/>
                  </a:lnTo>
                  <a:lnTo>
                    <a:pt x="10945" y="3223442"/>
                  </a:lnTo>
                  <a:lnTo>
                    <a:pt x="10945" y="3223442"/>
                  </a:lnTo>
                  <a:lnTo>
                    <a:pt x="16418" y="3223442"/>
                  </a:lnTo>
                  <a:lnTo>
                    <a:pt x="16418" y="3223442"/>
                  </a:lnTo>
                  <a:lnTo>
                    <a:pt x="21891" y="3223442"/>
                  </a:lnTo>
                  <a:lnTo>
                    <a:pt x="21891" y="3223442"/>
                  </a:lnTo>
                  <a:lnTo>
                    <a:pt x="27364" y="3223442"/>
                  </a:lnTo>
                  <a:lnTo>
                    <a:pt x="27364" y="3223442"/>
                  </a:lnTo>
                  <a:lnTo>
                    <a:pt x="32837" y="3223442"/>
                  </a:lnTo>
                  <a:lnTo>
                    <a:pt x="32837" y="3223442"/>
                  </a:lnTo>
                  <a:lnTo>
                    <a:pt x="38310" y="3223442"/>
                  </a:lnTo>
                  <a:lnTo>
                    <a:pt x="38310" y="3223442"/>
                  </a:lnTo>
                  <a:lnTo>
                    <a:pt x="43783" y="3223442"/>
                  </a:lnTo>
                  <a:lnTo>
                    <a:pt x="43783" y="3223442"/>
                  </a:lnTo>
                  <a:lnTo>
                    <a:pt x="49255" y="3223442"/>
                  </a:lnTo>
                  <a:lnTo>
                    <a:pt x="49255" y="3223442"/>
                  </a:lnTo>
                  <a:lnTo>
                    <a:pt x="54728" y="3223442"/>
                  </a:lnTo>
                  <a:lnTo>
                    <a:pt x="54728" y="3223442"/>
                  </a:lnTo>
                  <a:lnTo>
                    <a:pt x="60201" y="3223442"/>
                  </a:lnTo>
                  <a:lnTo>
                    <a:pt x="60201" y="3223442"/>
                  </a:lnTo>
                  <a:lnTo>
                    <a:pt x="65674" y="3223442"/>
                  </a:lnTo>
                  <a:lnTo>
                    <a:pt x="65674" y="3204604"/>
                  </a:lnTo>
                  <a:lnTo>
                    <a:pt x="71147" y="3204604"/>
                  </a:lnTo>
                  <a:lnTo>
                    <a:pt x="71147" y="3204604"/>
                  </a:lnTo>
                  <a:lnTo>
                    <a:pt x="76620" y="3204604"/>
                  </a:lnTo>
                  <a:lnTo>
                    <a:pt x="76620" y="3204604"/>
                  </a:lnTo>
                  <a:lnTo>
                    <a:pt x="82093" y="3204604"/>
                  </a:lnTo>
                  <a:lnTo>
                    <a:pt x="82093" y="3204604"/>
                  </a:lnTo>
                  <a:lnTo>
                    <a:pt x="87566" y="3204604"/>
                  </a:lnTo>
                  <a:lnTo>
                    <a:pt x="87566" y="3204604"/>
                  </a:lnTo>
                  <a:lnTo>
                    <a:pt x="93039" y="3204604"/>
                  </a:lnTo>
                  <a:lnTo>
                    <a:pt x="93039" y="3204604"/>
                  </a:lnTo>
                  <a:lnTo>
                    <a:pt x="98511" y="3204604"/>
                  </a:lnTo>
                  <a:lnTo>
                    <a:pt x="98511" y="3204604"/>
                  </a:lnTo>
                  <a:lnTo>
                    <a:pt x="103984" y="3204604"/>
                  </a:lnTo>
                  <a:lnTo>
                    <a:pt x="103984" y="3204604"/>
                  </a:lnTo>
                  <a:lnTo>
                    <a:pt x="109457" y="3204604"/>
                  </a:lnTo>
                  <a:lnTo>
                    <a:pt x="109457" y="3204604"/>
                  </a:lnTo>
                  <a:lnTo>
                    <a:pt x="114930" y="3204604"/>
                  </a:lnTo>
                  <a:lnTo>
                    <a:pt x="114930" y="3204604"/>
                  </a:lnTo>
                  <a:lnTo>
                    <a:pt x="120403" y="3204604"/>
                  </a:lnTo>
                  <a:lnTo>
                    <a:pt x="120403" y="3204604"/>
                  </a:lnTo>
                  <a:lnTo>
                    <a:pt x="125876" y="3204604"/>
                  </a:lnTo>
                  <a:lnTo>
                    <a:pt x="125876" y="3204604"/>
                  </a:lnTo>
                  <a:lnTo>
                    <a:pt x="131349" y="3204604"/>
                  </a:lnTo>
                  <a:lnTo>
                    <a:pt x="131349" y="3204604"/>
                  </a:lnTo>
                  <a:lnTo>
                    <a:pt x="136822" y="3204604"/>
                  </a:lnTo>
                  <a:lnTo>
                    <a:pt x="136822" y="3204604"/>
                  </a:lnTo>
                  <a:lnTo>
                    <a:pt x="142295" y="3204604"/>
                  </a:lnTo>
                  <a:lnTo>
                    <a:pt x="142295" y="3184694"/>
                  </a:lnTo>
                  <a:lnTo>
                    <a:pt x="147767" y="3184694"/>
                  </a:lnTo>
                  <a:lnTo>
                    <a:pt x="147767" y="3184694"/>
                  </a:lnTo>
                  <a:lnTo>
                    <a:pt x="153240" y="3184694"/>
                  </a:lnTo>
                  <a:lnTo>
                    <a:pt x="153240" y="3184694"/>
                  </a:lnTo>
                  <a:lnTo>
                    <a:pt x="158713" y="3184694"/>
                  </a:lnTo>
                  <a:lnTo>
                    <a:pt x="158713" y="3184694"/>
                  </a:lnTo>
                  <a:lnTo>
                    <a:pt x="164186" y="3184694"/>
                  </a:lnTo>
                  <a:lnTo>
                    <a:pt x="164186" y="3184694"/>
                  </a:lnTo>
                  <a:lnTo>
                    <a:pt x="169659" y="3184694"/>
                  </a:lnTo>
                  <a:lnTo>
                    <a:pt x="169659" y="3184694"/>
                  </a:lnTo>
                  <a:lnTo>
                    <a:pt x="175132" y="3184694"/>
                  </a:lnTo>
                  <a:lnTo>
                    <a:pt x="175132" y="3165088"/>
                  </a:lnTo>
                  <a:lnTo>
                    <a:pt x="180605" y="3165088"/>
                  </a:lnTo>
                  <a:lnTo>
                    <a:pt x="180605" y="3127171"/>
                  </a:lnTo>
                  <a:lnTo>
                    <a:pt x="186078" y="3127171"/>
                  </a:lnTo>
                  <a:lnTo>
                    <a:pt x="186078" y="3127171"/>
                  </a:lnTo>
                  <a:lnTo>
                    <a:pt x="191550" y="3127171"/>
                  </a:lnTo>
                  <a:lnTo>
                    <a:pt x="191550" y="3127171"/>
                  </a:lnTo>
                  <a:lnTo>
                    <a:pt x="197023" y="3127171"/>
                  </a:lnTo>
                  <a:lnTo>
                    <a:pt x="197023" y="3127171"/>
                  </a:lnTo>
                  <a:lnTo>
                    <a:pt x="202496" y="3127171"/>
                  </a:lnTo>
                  <a:lnTo>
                    <a:pt x="202496" y="3127171"/>
                  </a:lnTo>
                  <a:lnTo>
                    <a:pt x="207969" y="3127171"/>
                  </a:lnTo>
                  <a:lnTo>
                    <a:pt x="207969" y="3127171"/>
                  </a:lnTo>
                  <a:lnTo>
                    <a:pt x="213442" y="3127171"/>
                  </a:lnTo>
                  <a:lnTo>
                    <a:pt x="213442" y="3108701"/>
                  </a:lnTo>
                  <a:lnTo>
                    <a:pt x="218915" y="3108701"/>
                  </a:lnTo>
                  <a:lnTo>
                    <a:pt x="218915" y="3108701"/>
                  </a:lnTo>
                  <a:lnTo>
                    <a:pt x="224388" y="3108701"/>
                  </a:lnTo>
                  <a:lnTo>
                    <a:pt x="224388" y="3108701"/>
                  </a:lnTo>
                  <a:lnTo>
                    <a:pt x="229861" y="3108701"/>
                  </a:lnTo>
                  <a:lnTo>
                    <a:pt x="229861" y="3108701"/>
                  </a:lnTo>
                  <a:lnTo>
                    <a:pt x="235334" y="3108701"/>
                  </a:lnTo>
                  <a:lnTo>
                    <a:pt x="235334" y="3108701"/>
                  </a:lnTo>
                  <a:lnTo>
                    <a:pt x="240806" y="3108701"/>
                  </a:lnTo>
                  <a:lnTo>
                    <a:pt x="240806" y="3108701"/>
                  </a:lnTo>
                  <a:lnTo>
                    <a:pt x="246279" y="3108701"/>
                  </a:lnTo>
                  <a:lnTo>
                    <a:pt x="246279" y="3108701"/>
                  </a:lnTo>
                  <a:lnTo>
                    <a:pt x="251752" y="3108701"/>
                  </a:lnTo>
                  <a:lnTo>
                    <a:pt x="251752" y="3108701"/>
                  </a:lnTo>
                  <a:lnTo>
                    <a:pt x="257225" y="3108701"/>
                  </a:lnTo>
                  <a:lnTo>
                    <a:pt x="257225" y="3108701"/>
                  </a:lnTo>
                  <a:lnTo>
                    <a:pt x="262698" y="3108701"/>
                  </a:lnTo>
                  <a:lnTo>
                    <a:pt x="262698" y="3108701"/>
                  </a:lnTo>
                  <a:lnTo>
                    <a:pt x="268171" y="3108701"/>
                  </a:lnTo>
                  <a:lnTo>
                    <a:pt x="268171" y="3108701"/>
                  </a:lnTo>
                  <a:lnTo>
                    <a:pt x="273644" y="3108701"/>
                  </a:lnTo>
                  <a:lnTo>
                    <a:pt x="273644" y="3108701"/>
                  </a:lnTo>
                  <a:lnTo>
                    <a:pt x="279117" y="3108701"/>
                  </a:lnTo>
                  <a:lnTo>
                    <a:pt x="279117" y="3108701"/>
                  </a:lnTo>
                  <a:lnTo>
                    <a:pt x="284590" y="3108701"/>
                  </a:lnTo>
                  <a:lnTo>
                    <a:pt x="284590" y="3108701"/>
                  </a:lnTo>
                  <a:lnTo>
                    <a:pt x="290062" y="3108701"/>
                  </a:lnTo>
                  <a:lnTo>
                    <a:pt x="290062" y="3090386"/>
                  </a:lnTo>
                  <a:lnTo>
                    <a:pt x="295535" y="3090386"/>
                  </a:lnTo>
                  <a:lnTo>
                    <a:pt x="295535" y="3072316"/>
                  </a:lnTo>
                  <a:lnTo>
                    <a:pt x="301008" y="3072316"/>
                  </a:lnTo>
                  <a:lnTo>
                    <a:pt x="301008" y="3072316"/>
                  </a:lnTo>
                  <a:lnTo>
                    <a:pt x="306481" y="3072316"/>
                  </a:lnTo>
                  <a:lnTo>
                    <a:pt x="306481" y="3072316"/>
                  </a:lnTo>
                  <a:lnTo>
                    <a:pt x="311954" y="3072316"/>
                  </a:lnTo>
                  <a:lnTo>
                    <a:pt x="311954" y="3072316"/>
                  </a:lnTo>
                  <a:lnTo>
                    <a:pt x="317427" y="3072316"/>
                  </a:lnTo>
                  <a:lnTo>
                    <a:pt x="317427" y="3072316"/>
                  </a:lnTo>
                  <a:lnTo>
                    <a:pt x="322900" y="3072316"/>
                  </a:lnTo>
                  <a:lnTo>
                    <a:pt x="322900" y="3072316"/>
                  </a:lnTo>
                  <a:lnTo>
                    <a:pt x="328373" y="3072316"/>
                  </a:lnTo>
                  <a:lnTo>
                    <a:pt x="328373" y="3072316"/>
                  </a:lnTo>
                  <a:lnTo>
                    <a:pt x="333846" y="3072316"/>
                  </a:lnTo>
                  <a:lnTo>
                    <a:pt x="333846" y="3072316"/>
                  </a:lnTo>
                  <a:lnTo>
                    <a:pt x="339318" y="3072316"/>
                  </a:lnTo>
                  <a:lnTo>
                    <a:pt x="339318" y="3072316"/>
                  </a:lnTo>
                  <a:lnTo>
                    <a:pt x="344791" y="3072316"/>
                  </a:lnTo>
                  <a:lnTo>
                    <a:pt x="344791" y="3072316"/>
                  </a:lnTo>
                  <a:lnTo>
                    <a:pt x="350264" y="3072316"/>
                  </a:lnTo>
                  <a:lnTo>
                    <a:pt x="350264" y="3072316"/>
                  </a:lnTo>
                  <a:lnTo>
                    <a:pt x="355737" y="3072316"/>
                  </a:lnTo>
                  <a:lnTo>
                    <a:pt x="355737" y="3072316"/>
                  </a:lnTo>
                  <a:lnTo>
                    <a:pt x="361210" y="3072316"/>
                  </a:lnTo>
                  <a:lnTo>
                    <a:pt x="361210" y="3072316"/>
                  </a:lnTo>
                  <a:lnTo>
                    <a:pt x="366683" y="3072316"/>
                  </a:lnTo>
                  <a:lnTo>
                    <a:pt x="366683" y="3054329"/>
                  </a:lnTo>
                  <a:lnTo>
                    <a:pt x="372156" y="3054329"/>
                  </a:lnTo>
                  <a:lnTo>
                    <a:pt x="372156" y="3054329"/>
                  </a:lnTo>
                  <a:lnTo>
                    <a:pt x="377629" y="3054329"/>
                  </a:lnTo>
                  <a:lnTo>
                    <a:pt x="377629" y="3054329"/>
                  </a:lnTo>
                  <a:lnTo>
                    <a:pt x="383101" y="3054329"/>
                  </a:lnTo>
                  <a:lnTo>
                    <a:pt x="383101" y="3054329"/>
                  </a:lnTo>
                  <a:lnTo>
                    <a:pt x="388574" y="3054329"/>
                  </a:lnTo>
                  <a:lnTo>
                    <a:pt x="388574" y="3054329"/>
                  </a:lnTo>
                  <a:lnTo>
                    <a:pt x="394047" y="3054329"/>
                  </a:lnTo>
                  <a:lnTo>
                    <a:pt x="394047" y="3054329"/>
                  </a:lnTo>
                  <a:lnTo>
                    <a:pt x="399520" y="3054329"/>
                  </a:lnTo>
                  <a:lnTo>
                    <a:pt x="399520" y="3054329"/>
                  </a:lnTo>
                  <a:lnTo>
                    <a:pt x="404993" y="3054329"/>
                  </a:lnTo>
                  <a:lnTo>
                    <a:pt x="404993" y="3054329"/>
                  </a:lnTo>
                  <a:lnTo>
                    <a:pt x="410466" y="3054329"/>
                  </a:lnTo>
                  <a:lnTo>
                    <a:pt x="410466" y="3054329"/>
                  </a:lnTo>
                  <a:lnTo>
                    <a:pt x="415939" y="3054329"/>
                  </a:lnTo>
                  <a:lnTo>
                    <a:pt x="415939" y="3054329"/>
                  </a:lnTo>
                  <a:lnTo>
                    <a:pt x="421412" y="3054329"/>
                  </a:lnTo>
                  <a:lnTo>
                    <a:pt x="421412" y="3054329"/>
                  </a:lnTo>
                  <a:lnTo>
                    <a:pt x="426885" y="3054329"/>
                  </a:lnTo>
                  <a:lnTo>
                    <a:pt x="426885" y="3054329"/>
                  </a:lnTo>
                  <a:lnTo>
                    <a:pt x="432357" y="3054329"/>
                  </a:lnTo>
                  <a:lnTo>
                    <a:pt x="432357" y="3054329"/>
                  </a:lnTo>
                  <a:lnTo>
                    <a:pt x="437830" y="3054329"/>
                  </a:lnTo>
                  <a:lnTo>
                    <a:pt x="437830" y="3054329"/>
                  </a:lnTo>
                  <a:lnTo>
                    <a:pt x="443303" y="3054329"/>
                  </a:lnTo>
                  <a:lnTo>
                    <a:pt x="443303" y="3054329"/>
                  </a:lnTo>
                  <a:lnTo>
                    <a:pt x="448776" y="3054329"/>
                  </a:lnTo>
                  <a:lnTo>
                    <a:pt x="448776" y="3054329"/>
                  </a:lnTo>
                  <a:lnTo>
                    <a:pt x="454249" y="3054329"/>
                  </a:lnTo>
                  <a:lnTo>
                    <a:pt x="454249" y="3054329"/>
                  </a:lnTo>
                  <a:lnTo>
                    <a:pt x="459722" y="3054329"/>
                  </a:lnTo>
                  <a:lnTo>
                    <a:pt x="459722" y="3054329"/>
                  </a:lnTo>
                  <a:lnTo>
                    <a:pt x="465195" y="3054329"/>
                  </a:lnTo>
                  <a:lnTo>
                    <a:pt x="465195" y="3054329"/>
                  </a:lnTo>
                  <a:lnTo>
                    <a:pt x="470668" y="3054329"/>
                  </a:lnTo>
                  <a:lnTo>
                    <a:pt x="470668" y="3054329"/>
                  </a:lnTo>
                  <a:lnTo>
                    <a:pt x="476141" y="3054329"/>
                  </a:lnTo>
                  <a:lnTo>
                    <a:pt x="476141" y="3054329"/>
                  </a:lnTo>
                  <a:lnTo>
                    <a:pt x="481613" y="3054329"/>
                  </a:lnTo>
                  <a:lnTo>
                    <a:pt x="481613" y="3054329"/>
                  </a:lnTo>
                  <a:lnTo>
                    <a:pt x="487086" y="3054329"/>
                  </a:lnTo>
                  <a:lnTo>
                    <a:pt x="487086" y="3036393"/>
                  </a:lnTo>
                  <a:lnTo>
                    <a:pt x="492559" y="3036393"/>
                  </a:lnTo>
                  <a:lnTo>
                    <a:pt x="492559" y="3036393"/>
                  </a:lnTo>
                  <a:lnTo>
                    <a:pt x="498032" y="3036393"/>
                  </a:lnTo>
                  <a:lnTo>
                    <a:pt x="498032" y="3036393"/>
                  </a:lnTo>
                  <a:lnTo>
                    <a:pt x="503505" y="3036393"/>
                  </a:lnTo>
                  <a:lnTo>
                    <a:pt x="503505" y="3036393"/>
                  </a:lnTo>
                  <a:lnTo>
                    <a:pt x="508978" y="3036393"/>
                  </a:lnTo>
                  <a:lnTo>
                    <a:pt x="508978" y="3036393"/>
                  </a:lnTo>
                  <a:lnTo>
                    <a:pt x="514451" y="3036393"/>
                  </a:lnTo>
                  <a:lnTo>
                    <a:pt x="514451" y="3018620"/>
                  </a:lnTo>
                  <a:lnTo>
                    <a:pt x="519924" y="3018620"/>
                  </a:lnTo>
                  <a:lnTo>
                    <a:pt x="519924" y="3018620"/>
                  </a:lnTo>
                  <a:lnTo>
                    <a:pt x="525397" y="3018620"/>
                  </a:lnTo>
                  <a:lnTo>
                    <a:pt x="525397" y="3001001"/>
                  </a:lnTo>
                  <a:lnTo>
                    <a:pt x="530869" y="3001001"/>
                  </a:lnTo>
                  <a:lnTo>
                    <a:pt x="530869" y="3001001"/>
                  </a:lnTo>
                  <a:lnTo>
                    <a:pt x="536342" y="3001001"/>
                  </a:lnTo>
                  <a:lnTo>
                    <a:pt x="536342" y="3001001"/>
                  </a:lnTo>
                  <a:lnTo>
                    <a:pt x="541815" y="3001001"/>
                  </a:lnTo>
                  <a:lnTo>
                    <a:pt x="541815" y="3001001"/>
                  </a:lnTo>
                  <a:lnTo>
                    <a:pt x="547288" y="3001001"/>
                  </a:lnTo>
                  <a:lnTo>
                    <a:pt x="547288" y="3001001"/>
                  </a:lnTo>
                  <a:lnTo>
                    <a:pt x="552761" y="3001001"/>
                  </a:lnTo>
                  <a:lnTo>
                    <a:pt x="552761" y="3001001"/>
                  </a:lnTo>
                  <a:lnTo>
                    <a:pt x="558234" y="3001001"/>
                  </a:lnTo>
                  <a:lnTo>
                    <a:pt x="558234" y="3001001"/>
                  </a:lnTo>
                  <a:lnTo>
                    <a:pt x="563707" y="3001001"/>
                  </a:lnTo>
                  <a:lnTo>
                    <a:pt x="563707" y="3001001"/>
                  </a:lnTo>
                  <a:lnTo>
                    <a:pt x="569180" y="3001001"/>
                  </a:lnTo>
                  <a:lnTo>
                    <a:pt x="569180" y="3001001"/>
                  </a:lnTo>
                  <a:lnTo>
                    <a:pt x="574652" y="3001001"/>
                  </a:lnTo>
                  <a:lnTo>
                    <a:pt x="574652" y="2983461"/>
                  </a:lnTo>
                  <a:lnTo>
                    <a:pt x="580125" y="2983461"/>
                  </a:lnTo>
                  <a:lnTo>
                    <a:pt x="580125" y="2983461"/>
                  </a:lnTo>
                  <a:lnTo>
                    <a:pt x="585598" y="2983461"/>
                  </a:lnTo>
                  <a:lnTo>
                    <a:pt x="585598" y="2983461"/>
                  </a:lnTo>
                  <a:lnTo>
                    <a:pt x="591071" y="2983461"/>
                  </a:lnTo>
                  <a:lnTo>
                    <a:pt x="591071" y="2983461"/>
                  </a:lnTo>
                  <a:lnTo>
                    <a:pt x="596544" y="2983461"/>
                  </a:lnTo>
                  <a:lnTo>
                    <a:pt x="596544" y="2983461"/>
                  </a:lnTo>
                  <a:lnTo>
                    <a:pt x="602017" y="2983461"/>
                  </a:lnTo>
                  <a:lnTo>
                    <a:pt x="602017" y="2983461"/>
                  </a:lnTo>
                  <a:lnTo>
                    <a:pt x="607490" y="2983461"/>
                  </a:lnTo>
                  <a:lnTo>
                    <a:pt x="607490" y="2983461"/>
                  </a:lnTo>
                  <a:lnTo>
                    <a:pt x="612963" y="2983461"/>
                  </a:lnTo>
                  <a:lnTo>
                    <a:pt x="612963" y="2983461"/>
                  </a:lnTo>
                  <a:lnTo>
                    <a:pt x="618436" y="2983461"/>
                  </a:lnTo>
                  <a:lnTo>
                    <a:pt x="618436" y="2983461"/>
                  </a:lnTo>
                  <a:lnTo>
                    <a:pt x="623908" y="2983461"/>
                  </a:lnTo>
                  <a:lnTo>
                    <a:pt x="623908" y="2983461"/>
                  </a:lnTo>
                  <a:lnTo>
                    <a:pt x="629381" y="2983461"/>
                  </a:lnTo>
                  <a:lnTo>
                    <a:pt x="629381" y="2983461"/>
                  </a:lnTo>
                  <a:lnTo>
                    <a:pt x="634854" y="2983461"/>
                  </a:lnTo>
                  <a:lnTo>
                    <a:pt x="634854" y="2983461"/>
                  </a:lnTo>
                  <a:lnTo>
                    <a:pt x="640327" y="2983461"/>
                  </a:lnTo>
                  <a:lnTo>
                    <a:pt x="640327" y="2983461"/>
                  </a:lnTo>
                  <a:lnTo>
                    <a:pt x="645800" y="2983461"/>
                  </a:lnTo>
                  <a:lnTo>
                    <a:pt x="645800" y="2965998"/>
                  </a:lnTo>
                  <a:lnTo>
                    <a:pt x="651273" y="2965998"/>
                  </a:lnTo>
                  <a:lnTo>
                    <a:pt x="651273" y="2965998"/>
                  </a:lnTo>
                  <a:lnTo>
                    <a:pt x="656746" y="2965998"/>
                  </a:lnTo>
                  <a:lnTo>
                    <a:pt x="656746" y="2965998"/>
                  </a:lnTo>
                  <a:lnTo>
                    <a:pt x="662219" y="2965998"/>
                  </a:lnTo>
                  <a:lnTo>
                    <a:pt x="662219" y="2965998"/>
                  </a:lnTo>
                  <a:lnTo>
                    <a:pt x="667692" y="2965998"/>
                  </a:lnTo>
                  <a:lnTo>
                    <a:pt x="667692" y="2965998"/>
                  </a:lnTo>
                  <a:lnTo>
                    <a:pt x="673164" y="2965998"/>
                  </a:lnTo>
                  <a:lnTo>
                    <a:pt x="673164" y="2965998"/>
                  </a:lnTo>
                  <a:lnTo>
                    <a:pt x="678637" y="2965998"/>
                  </a:lnTo>
                  <a:lnTo>
                    <a:pt x="678637" y="2965998"/>
                  </a:lnTo>
                  <a:lnTo>
                    <a:pt x="684110" y="2965998"/>
                  </a:lnTo>
                  <a:lnTo>
                    <a:pt x="684110" y="2948610"/>
                  </a:lnTo>
                  <a:lnTo>
                    <a:pt x="689583" y="2948610"/>
                  </a:lnTo>
                  <a:lnTo>
                    <a:pt x="689583" y="2948610"/>
                  </a:lnTo>
                  <a:lnTo>
                    <a:pt x="695056" y="2948610"/>
                  </a:lnTo>
                  <a:lnTo>
                    <a:pt x="695056" y="2948610"/>
                  </a:lnTo>
                  <a:lnTo>
                    <a:pt x="700529" y="2948610"/>
                  </a:lnTo>
                  <a:lnTo>
                    <a:pt x="700529" y="2948610"/>
                  </a:lnTo>
                  <a:lnTo>
                    <a:pt x="706002" y="2948610"/>
                  </a:lnTo>
                  <a:lnTo>
                    <a:pt x="706002" y="2948610"/>
                  </a:lnTo>
                  <a:lnTo>
                    <a:pt x="711475" y="2948610"/>
                  </a:lnTo>
                  <a:lnTo>
                    <a:pt x="711475" y="2914141"/>
                  </a:lnTo>
                  <a:lnTo>
                    <a:pt x="716947" y="2914141"/>
                  </a:lnTo>
                  <a:lnTo>
                    <a:pt x="716947" y="2914141"/>
                  </a:lnTo>
                  <a:lnTo>
                    <a:pt x="722420" y="2914141"/>
                  </a:lnTo>
                  <a:lnTo>
                    <a:pt x="722420" y="2914141"/>
                  </a:lnTo>
                  <a:lnTo>
                    <a:pt x="727893" y="2914141"/>
                  </a:lnTo>
                  <a:lnTo>
                    <a:pt x="727893" y="2914141"/>
                  </a:lnTo>
                  <a:lnTo>
                    <a:pt x="733366" y="2914141"/>
                  </a:lnTo>
                  <a:lnTo>
                    <a:pt x="733366" y="2914141"/>
                  </a:lnTo>
                  <a:lnTo>
                    <a:pt x="738839" y="2914141"/>
                  </a:lnTo>
                  <a:lnTo>
                    <a:pt x="738839" y="2896995"/>
                  </a:lnTo>
                  <a:lnTo>
                    <a:pt x="744312" y="2896995"/>
                  </a:lnTo>
                  <a:lnTo>
                    <a:pt x="744312" y="2896995"/>
                  </a:lnTo>
                  <a:lnTo>
                    <a:pt x="749785" y="2896995"/>
                  </a:lnTo>
                  <a:lnTo>
                    <a:pt x="749785" y="2896995"/>
                  </a:lnTo>
                  <a:lnTo>
                    <a:pt x="755258" y="2896995"/>
                  </a:lnTo>
                  <a:lnTo>
                    <a:pt x="755258" y="2896995"/>
                  </a:lnTo>
                  <a:lnTo>
                    <a:pt x="760731" y="2896995"/>
                  </a:lnTo>
                  <a:lnTo>
                    <a:pt x="760731" y="2896995"/>
                  </a:lnTo>
                  <a:lnTo>
                    <a:pt x="766203" y="2896995"/>
                  </a:lnTo>
                  <a:lnTo>
                    <a:pt x="766203" y="2896995"/>
                  </a:lnTo>
                  <a:lnTo>
                    <a:pt x="771676" y="2896995"/>
                  </a:lnTo>
                  <a:lnTo>
                    <a:pt x="771676" y="2896995"/>
                  </a:lnTo>
                  <a:lnTo>
                    <a:pt x="777149" y="2896995"/>
                  </a:lnTo>
                  <a:lnTo>
                    <a:pt x="777149" y="2896995"/>
                  </a:lnTo>
                  <a:lnTo>
                    <a:pt x="782622" y="2896995"/>
                  </a:lnTo>
                  <a:lnTo>
                    <a:pt x="782622" y="2896995"/>
                  </a:lnTo>
                  <a:lnTo>
                    <a:pt x="788095" y="2896995"/>
                  </a:lnTo>
                  <a:lnTo>
                    <a:pt x="788095" y="2896995"/>
                  </a:lnTo>
                  <a:lnTo>
                    <a:pt x="793568" y="2896995"/>
                  </a:lnTo>
                  <a:lnTo>
                    <a:pt x="793568" y="2896995"/>
                  </a:lnTo>
                  <a:lnTo>
                    <a:pt x="799041" y="2896995"/>
                  </a:lnTo>
                  <a:lnTo>
                    <a:pt x="799041" y="2896995"/>
                  </a:lnTo>
                  <a:lnTo>
                    <a:pt x="804514" y="2896995"/>
                  </a:lnTo>
                  <a:lnTo>
                    <a:pt x="804514" y="2896995"/>
                  </a:lnTo>
                  <a:lnTo>
                    <a:pt x="809987" y="2896995"/>
                  </a:lnTo>
                  <a:lnTo>
                    <a:pt x="809987" y="2896995"/>
                  </a:lnTo>
                  <a:lnTo>
                    <a:pt x="815459" y="2896995"/>
                  </a:lnTo>
                  <a:lnTo>
                    <a:pt x="815459" y="2896995"/>
                  </a:lnTo>
                  <a:lnTo>
                    <a:pt x="820932" y="2896995"/>
                  </a:lnTo>
                  <a:lnTo>
                    <a:pt x="820932" y="2896995"/>
                  </a:lnTo>
                  <a:lnTo>
                    <a:pt x="826405" y="2896995"/>
                  </a:lnTo>
                  <a:lnTo>
                    <a:pt x="826405" y="2896995"/>
                  </a:lnTo>
                  <a:lnTo>
                    <a:pt x="831878" y="2896995"/>
                  </a:lnTo>
                  <a:lnTo>
                    <a:pt x="831878" y="2896995"/>
                  </a:lnTo>
                  <a:lnTo>
                    <a:pt x="837351" y="2896995"/>
                  </a:lnTo>
                  <a:lnTo>
                    <a:pt x="837351" y="2896995"/>
                  </a:lnTo>
                  <a:lnTo>
                    <a:pt x="842824" y="2896995"/>
                  </a:lnTo>
                  <a:lnTo>
                    <a:pt x="842824" y="2896995"/>
                  </a:lnTo>
                  <a:lnTo>
                    <a:pt x="848297" y="2896995"/>
                  </a:lnTo>
                  <a:lnTo>
                    <a:pt x="848297" y="2896995"/>
                  </a:lnTo>
                  <a:lnTo>
                    <a:pt x="853770" y="2896995"/>
                  </a:lnTo>
                  <a:lnTo>
                    <a:pt x="853770" y="2896995"/>
                  </a:lnTo>
                  <a:lnTo>
                    <a:pt x="859243" y="2896995"/>
                  </a:lnTo>
                  <a:lnTo>
                    <a:pt x="859243" y="2896995"/>
                  </a:lnTo>
                  <a:lnTo>
                    <a:pt x="864715" y="2896995"/>
                  </a:lnTo>
                  <a:lnTo>
                    <a:pt x="864715" y="2896995"/>
                  </a:lnTo>
                  <a:lnTo>
                    <a:pt x="870188" y="2896995"/>
                  </a:lnTo>
                  <a:lnTo>
                    <a:pt x="870188" y="2862815"/>
                  </a:lnTo>
                  <a:lnTo>
                    <a:pt x="875661" y="2862815"/>
                  </a:lnTo>
                  <a:lnTo>
                    <a:pt x="875661" y="2862815"/>
                  </a:lnTo>
                  <a:lnTo>
                    <a:pt x="881134" y="2862815"/>
                  </a:lnTo>
                  <a:lnTo>
                    <a:pt x="881134" y="2862815"/>
                  </a:lnTo>
                  <a:lnTo>
                    <a:pt x="886607" y="2862815"/>
                  </a:lnTo>
                  <a:lnTo>
                    <a:pt x="886607" y="2862815"/>
                  </a:lnTo>
                  <a:lnTo>
                    <a:pt x="892080" y="2862815"/>
                  </a:lnTo>
                  <a:lnTo>
                    <a:pt x="892080" y="2862815"/>
                  </a:lnTo>
                  <a:lnTo>
                    <a:pt x="897553" y="2862815"/>
                  </a:lnTo>
                  <a:lnTo>
                    <a:pt x="897553" y="2862815"/>
                  </a:lnTo>
                  <a:lnTo>
                    <a:pt x="903026" y="2862815"/>
                  </a:lnTo>
                  <a:lnTo>
                    <a:pt x="903026" y="2862815"/>
                  </a:lnTo>
                  <a:lnTo>
                    <a:pt x="908498" y="2862815"/>
                  </a:lnTo>
                  <a:lnTo>
                    <a:pt x="908498" y="2862815"/>
                  </a:lnTo>
                  <a:lnTo>
                    <a:pt x="913971" y="2862815"/>
                  </a:lnTo>
                  <a:lnTo>
                    <a:pt x="913971" y="2862815"/>
                  </a:lnTo>
                  <a:lnTo>
                    <a:pt x="919444" y="2862815"/>
                  </a:lnTo>
                  <a:lnTo>
                    <a:pt x="919444" y="2862815"/>
                  </a:lnTo>
                  <a:lnTo>
                    <a:pt x="924917" y="2862815"/>
                  </a:lnTo>
                  <a:lnTo>
                    <a:pt x="924917" y="2862815"/>
                  </a:lnTo>
                  <a:lnTo>
                    <a:pt x="930390" y="2862815"/>
                  </a:lnTo>
                  <a:lnTo>
                    <a:pt x="930390" y="2862815"/>
                  </a:lnTo>
                  <a:lnTo>
                    <a:pt x="935863" y="2862815"/>
                  </a:lnTo>
                  <a:lnTo>
                    <a:pt x="935863" y="2862815"/>
                  </a:lnTo>
                  <a:lnTo>
                    <a:pt x="941336" y="2862815"/>
                  </a:lnTo>
                  <a:lnTo>
                    <a:pt x="941336" y="2862815"/>
                  </a:lnTo>
                  <a:lnTo>
                    <a:pt x="946809" y="2862815"/>
                  </a:lnTo>
                  <a:lnTo>
                    <a:pt x="946809" y="2862815"/>
                  </a:lnTo>
                  <a:lnTo>
                    <a:pt x="952282" y="2862815"/>
                  </a:lnTo>
                  <a:lnTo>
                    <a:pt x="952282" y="2862815"/>
                  </a:lnTo>
                  <a:lnTo>
                    <a:pt x="957754" y="2862815"/>
                  </a:lnTo>
                  <a:lnTo>
                    <a:pt x="957754" y="2862815"/>
                  </a:lnTo>
                  <a:lnTo>
                    <a:pt x="963227" y="2862815"/>
                  </a:lnTo>
                  <a:lnTo>
                    <a:pt x="963227" y="2862815"/>
                  </a:lnTo>
                  <a:lnTo>
                    <a:pt x="968700" y="2862815"/>
                  </a:lnTo>
                  <a:lnTo>
                    <a:pt x="968700" y="2862815"/>
                  </a:lnTo>
                  <a:lnTo>
                    <a:pt x="974173" y="2862815"/>
                  </a:lnTo>
                  <a:lnTo>
                    <a:pt x="974173" y="2862815"/>
                  </a:lnTo>
                  <a:lnTo>
                    <a:pt x="979646" y="2862815"/>
                  </a:lnTo>
                  <a:lnTo>
                    <a:pt x="979646" y="2862815"/>
                  </a:lnTo>
                  <a:lnTo>
                    <a:pt x="985119" y="2862815"/>
                  </a:lnTo>
                  <a:lnTo>
                    <a:pt x="985119" y="2862815"/>
                  </a:lnTo>
                  <a:lnTo>
                    <a:pt x="990592" y="2862815"/>
                  </a:lnTo>
                  <a:lnTo>
                    <a:pt x="990592" y="2862815"/>
                  </a:lnTo>
                  <a:lnTo>
                    <a:pt x="996065" y="2862815"/>
                  </a:lnTo>
                  <a:lnTo>
                    <a:pt x="996065" y="2862815"/>
                  </a:lnTo>
                  <a:lnTo>
                    <a:pt x="1001538" y="2862815"/>
                  </a:lnTo>
                  <a:lnTo>
                    <a:pt x="1001538" y="2862815"/>
                  </a:lnTo>
                  <a:lnTo>
                    <a:pt x="1007010" y="2862815"/>
                  </a:lnTo>
                  <a:lnTo>
                    <a:pt x="1007010" y="2862815"/>
                  </a:lnTo>
                  <a:lnTo>
                    <a:pt x="1012483" y="2862815"/>
                  </a:lnTo>
                  <a:lnTo>
                    <a:pt x="1012483" y="2862815"/>
                  </a:lnTo>
                  <a:lnTo>
                    <a:pt x="1017956" y="2862815"/>
                  </a:lnTo>
                  <a:lnTo>
                    <a:pt x="1017956" y="2862815"/>
                  </a:lnTo>
                  <a:lnTo>
                    <a:pt x="1023429" y="2862815"/>
                  </a:lnTo>
                  <a:lnTo>
                    <a:pt x="1023429" y="2845694"/>
                  </a:lnTo>
                  <a:lnTo>
                    <a:pt x="1028902" y="2845694"/>
                  </a:lnTo>
                  <a:lnTo>
                    <a:pt x="1028902" y="2845694"/>
                  </a:lnTo>
                  <a:lnTo>
                    <a:pt x="1034375" y="2845694"/>
                  </a:lnTo>
                  <a:lnTo>
                    <a:pt x="1034375" y="2845694"/>
                  </a:lnTo>
                  <a:lnTo>
                    <a:pt x="1039848" y="2845694"/>
                  </a:lnTo>
                  <a:lnTo>
                    <a:pt x="1039848" y="2845694"/>
                  </a:lnTo>
                  <a:lnTo>
                    <a:pt x="1045321" y="2845694"/>
                  </a:lnTo>
                  <a:lnTo>
                    <a:pt x="1045321" y="2845694"/>
                  </a:lnTo>
                  <a:lnTo>
                    <a:pt x="1050794" y="2845694"/>
                  </a:lnTo>
                  <a:lnTo>
                    <a:pt x="1050794" y="2845694"/>
                  </a:lnTo>
                  <a:lnTo>
                    <a:pt x="1056266" y="2845694"/>
                  </a:lnTo>
                  <a:lnTo>
                    <a:pt x="1056266" y="2845694"/>
                  </a:lnTo>
                  <a:lnTo>
                    <a:pt x="1061739" y="2845694"/>
                  </a:lnTo>
                  <a:lnTo>
                    <a:pt x="1061739" y="2845694"/>
                  </a:lnTo>
                  <a:lnTo>
                    <a:pt x="1067212" y="2845694"/>
                  </a:lnTo>
                  <a:lnTo>
                    <a:pt x="1067212" y="2845694"/>
                  </a:lnTo>
                  <a:lnTo>
                    <a:pt x="1072685" y="2845694"/>
                  </a:lnTo>
                  <a:lnTo>
                    <a:pt x="1072685" y="2845694"/>
                  </a:lnTo>
                  <a:lnTo>
                    <a:pt x="1078158" y="2845694"/>
                  </a:lnTo>
                  <a:lnTo>
                    <a:pt x="1078158" y="2845694"/>
                  </a:lnTo>
                  <a:lnTo>
                    <a:pt x="1083631" y="2845694"/>
                  </a:lnTo>
                  <a:lnTo>
                    <a:pt x="1083631" y="2845694"/>
                  </a:lnTo>
                  <a:lnTo>
                    <a:pt x="1089104" y="2845694"/>
                  </a:lnTo>
                  <a:lnTo>
                    <a:pt x="1089104" y="2845694"/>
                  </a:lnTo>
                  <a:lnTo>
                    <a:pt x="1094577" y="2845694"/>
                  </a:lnTo>
                  <a:lnTo>
                    <a:pt x="1094577" y="2845694"/>
                  </a:lnTo>
                  <a:lnTo>
                    <a:pt x="1100049" y="2845694"/>
                  </a:lnTo>
                  <a:lnTo>
                    <a:pt x="1100049" y="2845694"/>
                  </a:lnTo>
                  <a:lnTo>
                    <a:pt x="1105522" y="2845694"/>
                  </a:lnTo>
                  <a:lnTo>
                    <a:pt x="1105522" y="2845694"/>
                  </a:lnTo>
                  <a:lnTo>
                    <a:pt x="1110995" y="2845694"/>
                  </a:lnTo>
                  <a:lnTo>
                    <a:pt x="1110995" y="2845694"/>
                  </a:lnTo>
                  <a:lnTo>
                    <a:pt x="1116468" y="2845694"/>
                  </a:lnTo>
                  <a:lnTo>
                    <a:pt x="1116468" y="2845694"/>
                  </a:lnTo>
                  <a:lnTo>
                    <a:pt x="1121941" y="2845694"/>
                  </a:lnTo>
                  <a:lnTo>
                    <a:pt x="1121941" y="2845694"/>
                  </a:lnTo>
                  <a:lnTo>
                    <a:pt x="1127414" y="2845694"/>
                  </a:lnTo>
                  <a:lnTo>
                    <a:pt x="1127414" y="2845694"/>
                  </a:lnTo>
                  <a:lnTo>
                    <a:pt x="1132887" y="2845694"/>
                  </a:lnTo>
                  <a:lnTo>
                    <a:pt x="1132887" y="2845694"/>
                  </a:lnTo>
                  <a:lnTo>
                    <a:pt x="1138360" y="2845694"/>
                  </a:lnTo>
                  <a:lnTo>
                    <a:pt x="1138360" y="2845694"/>
                  </a:lnTo>
                  <a:lnTo>
                    <a:pt x="1143833" y="2845694"/>
                  </a:lnTo>
                  <a:lnTo>
                    <a:pt x="1143833" y="2845694"/>
                  </a:lnTo>
                  <a:lnTo>
                    <a:pt x="1149305" y="2845694"/>
                  </a:lnTo>
                  <a:lnTo>
                    <a:pt x="1149305" y="2845694"/>
                  </a:lnTo>
                  <a:lnTo>
                    <a:pt x="1154778" y="2845694"/>
                  </a:lnTo>
                  <a:lnTo>
                    <a:pt x="1154778" y="2845694"/>
                  </a:lnTo>
                  <a:lnTo>
                    <a:pt x="1160251" y="2845694"/>
                  </a:lnTo>
                  <a:lnTo>
                    <a:pt x="1160251" y="2845694"/>
                  </a:lnTo>
                  <a:lnTo>
                    <a:pt x="1165724" y="2845694"/>
                  </a:lnTo>
                  <a:lnTo>
                    <a:pt x="1165724" y="2845694"/>
                  </a:lnTo>
                  <a:lnTo>
                    <a:pt x="1171197" y="2845694"/>
                  </a:lnTo>
                  <a:lnTo>
                    <a:pt x="1171197" y="2845694"/>
                  </a:lnTo>
                  <a:lnTo>
                    <a:pt x="1176670" y="2845694"/>
                  </a:lnTo>
                  <a:lnTo>
                    <a:pt x="1176670" y="2845694"/>
                  </a:lnTo>
                  <a:lnTo>
                    <a:pt x="1182143" y="2845694"/>
                  </a:lnTo>
                  <a:lnTo>
                    <a:pt x="1182143" y="2845694"/>
                  </a:lnTo>
                  <a:lnTo>
                    <a:pt x="1187616" y="2845694"/>
                  </a:lnTo>
                  <a:lnTo>
                    <a:pt x="1187616" y="2828535"/>
                  </a:lnTo>
                  <a:lnTo>
                    <a:pt x="1193089" y="2828535"/>
                  </a:lnTo>
                  <a:lnTo>
                    <a:pt x="1193089" y="2828535"/>
                  </a:lnTo>
                  <a:lnTo>
                    <a:pt x="1198561" y="2828535"/>
                  </a:lnTo>
                  <a:lnTo>
                    <a:pt x="1198561" y="2828535"/>
                  </a:lnTo>
                  <a:lnTo>
                    <a:pt x="1204034" y="2828535"/>
                  </a:lnTo>
                  <a:lnTo>
                    <a:pt x="1204034" y="2828535"/>
                  </a:lnTo>
                  <a:lnTo>
                    <a:pt x="1209507" y="2828535"/>
                  </a:lnTo>
                  <a:lnTo>
                    <a:pt x="1209507" y="2811443"/>
                  </a:lnTo>
                  <a:lnTo>
                    <a:pt x="1214980" y="2811443"/>
                  </a:lnTo>
                  <a:lnTo>
                    <a:pt x="1214980" y="2794414"/>
                  </a:lnTo>
                  <a:lnTo>
                    <a:pt x="1220453" y="2794414"/>
                  </a:lnTo>
                  <a:lnTo>
                    <a:pt x="1220453" y="2794414"/>
                  </a:lnTo>
                  <a:lnTo>
                    <a:pt x="1225926" y="2794414"/>
                  </a:lnTo>
                  <a:lnTo>
                    <a:pt x="1225926" y="2794414"/>
                  </a:lnTo>
                  <a:lnTo>
                    <a:pt x="1231399" y="2794414"/>
                  </a:lnTo>
                  <a:lnTo>
                    <a:pt x="1231399" y="2794414"/>
                  </a:lnTo>
                  <a:lnTo>
                    <a:pt x="1236872" y="2794414"/>
                  </a:lnTo>
                  <a:lnTo>
                    <a:pt x="1236872" y="2794414"/>
                  </a:lnTo>
                  <a:lnTo>
                    <a:pt x="1242344" y="2794414"/>
                  </a:lnTo>
                  <a:lnTo>
                    <a:pt x="1242344" y="2777434"/>
                  </a:lnTo>
                  <a:lnTo>
                    <a:pt x="1247817" y="2777434"/>
                  </a:lnTo>
                  <a:lnTo>
                    <a:pt x="1247817" y="2760510"/>
                  </a:lnTo>
                  <a:lnTo>
                    <a:pt x="1253290" y="2760510"/>
                  </a:lnTo>
                  <a:lnTo>
                    <a:pt x="1253290" y="2743637"/>
                  </a:lnTo>
                  <a:lnTo>
                    <a:pt x="1258763" y="2743637"/>
                  </a:lnTo>
                  <a:lnTo>
                    <a:pt x="1258763" y="2743637"/>
                  </a:lnTo>
                  <a:lnTo>
                    <a:pt x="1264236" y="2743637"/>
                  </a:lnTo>
                  <a:lnTo>
                    <a:pt x="1264236" y="2743637"/>
                  </a:lnTo>
                  <a:lnTo>
                    <a:pt x="1269709" y="2743637"/>
                  </a:lnTo>
                  <a:lnTo>
                    <a:pt x="1269709" y="2743637"/>
                  </a:lnTo>
                  <a:lnTo>
                    <a:pt x="1275182" y="2743637"/>
                  </a:lnTo>
                  <a:lnTo>
                    <a:pt x="1275182" y="2743637"/>
                  </a:lnTo>
                  <a:lnTo>
                    <a:pt x="1280655" y="2743637"/>
                  </a:lnTo>
                  <a:lnTo>
                    <a:pt x="1280655" y="2743637"/>
                  </a:lnTo>
                  <a:lnTo>
                    <a:pt x="1286128" y="2743637"/>
                  </a:lnTo>
                  <a:lnTo>
                    <a:pt x="1286128" y="2743637"/>
                  </a:lnTo>
                  <a:lnTo>
                    <a:pt x="1291600" y="2743637"/>
                  </a:lnTo>
                  <a:lnTo>
                    <a:pt x="1291600" y="2743637"/>
                  </a:lnTo>
                  <a:lnTo>
                    <a:pt x="1297073" y="2743637"/>
                  </a:lnTo>
                  <a:lnTo>
                    <a:pt x="1297073" y="2743637"/>
                  </a:lnTo>
                  <a:lnTo>
                    <a:pt x="1302546" y="2743637"/>
                  </a:lnTo>
                  <a:lnTo>
                    <a:pt x="1302546" y="2743637"/>
                  </a:lnTo>
                  <a:lnTo>
                    <a:pt x="1308019" y="2743637"/>
                  </a:lnTo>
                  <a:lnTo>
                    <a:pt x="1308019" y="2743637"/>
                  </a:lnTo>
                  <a:lnTo>
                    <a:pt x="1313492" y="2743637"/>
                  </a:lnTo>
                  <a:lnTo>
                    <a:pt x="1313492" y="2743637"/>
                  </a:lnTo>
                  <a:lnTo>
                    <a:pt x="1318965" y="2743637"/>
                  </a:lnTo>
                  <a:lnTo>
                    <a:pt x="1318965" y="2743637"/>
                  </a:lnTo>
                  <a:lnTo>
                    <a:pt x="1324438" y="2743637"/>
                  </a:lnTo>
                  <a:lnTo>
                    <a:pt x="1324438" y="2743637"/>
                  </a:lnTo>
                  <a:lnTo>
                    <a:pt x="1329911" y="2743637"/>
                  </a:lnTo>
                  <a:lnTo>
                    <a:pt x="1329911" y="2743637"/>
                  </a:lnTo>
                  <a:lnTo>
                    <a:pt x="1335384" y="2743637"/>
                  </a:lnTo>
                  <a:lnTo>
                    <a:pt x="1335384" y="2743637"/>
                  </a:lnTo>
                  <a:lnTo>
                    <a:pt x="1340856" y="2743637"/>
                  </a:lnTo>
                  <a:lnTo>
                    <a:pt x="1340856" y="2743637"/>
                  </a:lnTo>
                  <a:lnTo>
                    <a:pt x="1346329" y="2743637"/>
                  </a:lnTo>
                  <a:lnTo>
                    <a:pt x="1346329" y="2726689"/>
                  </a:lnTo>
                  <a:lnTo>
                    <a:pt x="1351802" y="2726689"/>
                  </a:lnTo>
                  <a:lnTo>
                    <a:pt x="1351802" y="2726689"/>
                  </a:lnTo>
                  <a:lnTo>
                    <a:pt x="1357275" y="2726689"/>
                  </a:lnTo>
                  <a:lnTo>
                    <a:pt x="1357275" y="2726689"/>
                  </a:lnTo>
                  <a:lnTo>
                    <a:pt x="1362748" y="2726689"/>
                  </a:lnTo>
                  <a:lnTo>
                    <a:pt x="1362748" y="2726689"/>
                  </a:lnTo>
                  <a:lnTo>
                    <a:pt x="1368221" y="2726689"/>
                  </a:lnTo>
                  <a:lnTo>
                    <a:pt x="1368221" y="2709769"/>
                  </a:lnTo>
                  <a:lnTo>
                    <a:pt x="1373694" y="2709769"/>
                  </a:lnTo>
                  <a:lnTo>
                    <a:pt x="1373694" y="2709769"/>
                  </a:lnTo>
                  <a:lnTo>
                    <a:pt x="1379167" y="2709769"/>
                  </a:lnTo>
                  <a:lnTo>
                    <a:pt x="1379167" y="2709769"/>
                  </a:lnTo>
                  <a:lnTo>
                    <a:pt x="1384640" y="2709769"/>
                  </a:lnTo>
                  <a:lnTo>
                    <a:pt x="1384640" y="2709769"/>
                  </a:lnTo>
                  <a:lnTo>
                    <a:pt x="1390112" y="2709769"/>
                  </a:lnTo>
                  <a:lnTo>
                    <a:pt x="1390112" y="2709769"/>
                  </a:lnTo>
                  <a:lnTo>
                    <a:pt x="1395585" y="2709769"/>
                  </a:lnTo>
                  <a:lnTo>
                    <a:pt x="1395585" y="2709769"/>
                  </a:lnTo>
                  <a:lnTo>
                    <a:pt x="1401058" y="2709769"/>
                  </a:lnTo>
                  <a:lnTo>
                    <a:pt x="1401058" y="2709769"/>
                  </a:lnTo>
                  <a:lnTo>
                    <a:pt x="1406531" y="2709769"/>
                  </a:lnTo>
                  <a:lnTo>
                    <a:pt x="1406531" y="2692886"/>
                  </a:lnTo>
                  <a:lnTo>
                    <a:pt x="1412004" y="2692886"/>
                  </a:lnTo>
                  <a:lnTo>
                    <a:pt x="1412004" y="2692886"/>
                  </a:lnTo>
                  <a:lnTo>
                    <a:pt x="1417477" y="2692886"/>
                  </a:lnTo>
                  <a:lnTo>
                    <a:pt x="1417477" y="2692886"/>
                  </a:lnTo>
                  <a:lnTo>
                    <a:pt x="1422950" y="2692886"/>
                  </a:lnTo>
                  <a:lnTo>
                    <a:pt x="1422950" y="2692886"/>
                  </a:lnTo>
                  <a:lnTo>
                    <a:pt x="1428423" y="2692886"/>
                  </a:lnTo>
                  <a:lnTo>
                    <a:pt x="1428423" y="2692886"/>
                  </a:lnTo>
                  <a:lnTo>
                    <a:pt x="1433895" y="2692886"/>
                  </a:lnTo>
                  <a:lnTo>
                    <a:pt x="1433895" y="2692886"/>
                  </a:lnTo>
                  <a:lnTo>
                    <a:pt x="1439368" y="2692886"/>
                  </a:lnTo>
                  <a:lnTo>
                    <a:pt x="1439368" y="2692886"/>
                  </a:lnTo>
                  <a:lnTo>
                    <a:pt x="1444841" y="2692886"/>
                  </a:lnTo>
                  <a:lnTo>
                    <a:pt x="1444841" y="2676008"/>
                  </a:lnTo>
                  <a:lnTo>
                    <a:pt x="1450314" y="2676008"/>
                  </a:lnTo>
                  <a:lnTo>
                    <a:pt x="1450314" y="2676008"/>
                  </a:lnTo>
                  <a:lnTo>
                    <a:pt x="1455787" y="2676008"/>
                  </a:lnTo>
                  <a:lnTo>
                    <a:pt x="1455787" y="2676008"/>
                  </a:lnTo>
                  <a:lnTo>
                    <a:pt x="1461260" y="2676008"/>
                  </a:lnTo>
                  <a:lnTo>
                    <a:pt x="1461260" y="2676008"/>
                  </a:lnTo>
                  <a:lnTo>
                    <a:pt x="1466733" y="2676008"/>
                  </a:lnTo>
                  <a:lnTo>
                    <a:pt x="1466733" y="2676008"/>
                  </a:lnTo>
                  <a:lnTo>
                    <a:pt x="1472206" y="2676008"/>
                  </a:lnTo>
                  <a:lnTo>
                    <a:pt x="1472206" y="2676008"/>
                  </a:lnTo>
                  <a:lnTo>
                    <a:pt x="1477679" y="2676008"/>
                  </a:lnTo>
                  <a:lnTo>
                    <a:pt x="1477679" y="2659153"/>
                  </a:lnTo>
                  <a:lnTo>
                    <a:pt x="1483151" y="2659153"/>
                  </a:lnTo>
                  <a:lnTo>
                    <a:pt x="1483151" y="2659153"/>
                  </a:lnTo>
                  <a:lnTo>
                    <a:pt x="1488624" y="2659153"/>
                  </a:lnTo>
                  <a:lnTo>
                    <a:pt x="1488624" y="2659153"/>
                  </a:lnTo>
                  <a:lnTo>
                    <a:pt x="1494097" y="2659153"/>
                  </a:lnTo>
                  <a:lnTo>
                    <a:pt x="1494097" y="2659153"/>
                  </a:lnTo>
                  <a:lnTo>
                    <a:pt x="1499570" y="2659153"/>
                  </a:lnTo>
                  <a:lnTo>
                    <a:pt x="1499570" y="2659153"/>
                  </a:lnTo>
                  <a:lnTo>
                    <a:pt x="1505043" y="2659153"/>
                  </a:lnTo>
                  <a:lnTo>
                    <a:pt x="1505043" y="2659153"/>
                  </a:lnTo>
                  <a:lnTo>
                    <a:pt x="1510516" y="2659153"/>
                  </a:lnTo>
                  <a:lnTo>
                    <a:pt x="1510516" y="2659153"/>
                  </a:lnTo>
                  <a:lnTo>
                    <a:pt x="1515989" y="2659153"/>
                  </a:lnTo>
                  <a:lnTo>
                    <a:pt x="1515989" y="2659153"/>
                  </a:lnTo>
                  <a:lnTo>
                    <a:pt x="1521462" y="2659153"/>
                  </a:lnTo>
                  <a:lnTo>
                    <a:pt x="1521462" y="2625503"/>
                  </a:lnTo>
                  <a:lnTo>
                    <a:pt x="1526935" y="2625503"/>
                  </a:lnTo>
                  <a:lnTo>
                    <a:pt x="1526935" y="2625503"/>
                  </a:lnTo>
                  <a:lnTo>
                    <a:pt x="1532407" y="2625503"/>
                  </a:lnTo>
                  <a:lnTo>
                    <a:pt x="1532407" y="2625503"/>
                  </a:lnTo>
                  <a:lnTo>
                    <a:pt x="1537880" y="2625503"/>
                  </a:lnTo>
                  <a:lnTo>
                    <a:pt x="1537880" y="2625503"/>
                  </a:lnTo>
                  <a:lnTo>
                    <a:pt x="1543353" y="2625503"/>
                  </a:lnTo>
                  <a:lnTo>
                    <a:pt x="1543353" y="2625503"/>
                  </a:lnTo>
                  <a:lnTo>
                    <a:pt x="1548826" y="2625503"/>
                  </a:lnTo>
                  <a:lnTo>
                    <a:pt x="1548826" y="2625503"/>
                  </a:lnTo>
                  <a:lnTo>
                    <a:pt x="1554299" y="2625503"/>
                  </a:lnTo>
                  <a:lnTo>
                    <a:pt x="1554299" y="2625503"/>
                  </a:lnTo>
                  <a:lnTo>
                    <a:pt x="1559772" y="2625503"/>
                  </a:lnTo>
                  <a:lnTo>
                    <a:pt x="1559772" y="2625503"/>
                  </a:lnTo>
                  <a:lnTo>
                    <a:pt x="1565245" y="2625503"/>
                  </a:lnTo>
                  <a:lnTo>
                    <a:pt x="1565245" y="2608715"/>
                  </a:lnTo>
                  <a:lnTo>
                    <a:pt x="1570718" y="2608715"/>
                  </a:lnTo>
                  <a:lnTo>
                    <a:pt x="1570718" y="2608715"/>
                  </a:lnTo>
                  <a:lnTo>
                    <a:pt x="1576191" y="2608715"/>
                  </a:lnTo>
                  <a:lnTo>
                    <a:pt x="1576191" y="2608715"/>
                  </a:lnTo>
                  <a:lnTo>
                    <a:pt x="1581663" y="2608715"/>
                  </a:lnTo>
                  <a:lnTo>
                    <a:pt x="1581663" y="2608715"/>
                  </a:lnTo>
                  <a:lnTo>
                    <a:pt x="1587136" y="2608715"/>
                  </a:lnTo>
                  <a:lnTo>
                    <a:pt x="1587136" y="2608715"/>
                  </a:lnTo>
                  <a:lnTo>
                    <a:pt x="1592609" y="2608715"/>
                  </a:lnTo>
                  <a:lnTo>
                    <a:pt x="1592609" y="2608715"/>
                  </a:lnTo>
                  <a:lnTo>
                    <a:pt x="1598082" y="2608715"/>
                  </a:lnTo>
                  <a:lnTo>
                    <a:pt x="1598082" y="2608715"/>
                  </a:lnTo>
                  <a:lnTo>
                    <a:pt x="1603555" y="2608715"/>
                  </a:lnTo>
                  <a:lnTo>
                    <a:pt x="1603555" y="2608715"/>
                  </a:lnTo>
                  <a:lnTo>
                    <a:pt x="1609028" y="2608715"/>
                  </a:lnTo>
                  <a:lnTo>
                    <a:pt x="1609028" y="2608715"/>
                  </a:lnTo>
                  <a:lnTo>
                    <a:pt x="1614501" y="2608715"/>
                  </a:lnTo>
                  <a:lnTo>
                    <a:pt x="1614501" y="2591924"/>
                  </a:lnTo>
                  <a:lnTo>
                    <a:pt x="1619974" y="2591924"/>
                  </a:lnTo>
                  <a:lnTo>
                    <a:pt x="1619974" y="2591924"/>
                  </a:lnTo>
                  <a:lnTo>
                    <a:pt x="1625446" y="2591924"/>
                  </a:lnTo>
                  <a:lnTo>
                    <a:pt x="1625446" y="2591924"/>
                  </a:lnTo>
                  <a:lnTo>
                    <a:pt x="1630919" y="2591924"/>
                  </a:lnTo>
                  <a:lnTo>
                    <a:pt x="1630919" y="2591924"/>
                  </a:lnTo>
                  <a:lnTo>
                    <a:pt x="1636392" y="2591924"/>
                  </a:lnTo>
                  <a:lnTo>
                    <a:pt x="1636392" y="2591924"/>
                  </a:lnTo>
                  <a:lnTo>
                    <a:pt x="1641865" y="2591924"/>
                  </a:lnTo>
                  <a:lnTo>
                    <a:pt x="1641865" y="2575157"/>
                  </a:lnTo>
                  <a:lnTo>
                    <a:pt x="1647338" y="2575157"/>
                  </a:lnTo>
                  <a:lnTo>
                    <a:pt x="1647338" y="2575157"/>
                  </a:lnTo>
                  <a:lnTo>
                    <a:pt x="1652811" y="2575157"/>
                  </a:lnTo>
                  <a:lnTo>
                    <a:pt x="1652811" y="2575157"/>
                  </a:lnTo>
                  <a:lnTo>
                    <a:pt x="1658284" y="2575157"/>
                  </a:lnTo>
                  <a:lnTo>
                    <a:pt x="1658284" y="2575157"/>
                  </a:lnTo>
                  <a:lnTo>
                    <a:pt x="1663757" y="2575157"/>
                  </a:lnTo>
                  <a:lnTo>
                    <a:pt x="1663757" y="2575157"/>
                  </a:lnTo>
                  <a:lnTo>
                    <a:pt x="1669230" y="2575157"/>
                  </a:lnTo>
                  <a:lnTo>
                    <a:pt x="1669230" y="2575157"/>
                  </a:lnTo>
                  <a:lnTo>
                    <a:pt x="1674702" y="2575157"/>
                  </a:lnTo>
                  <a:lnTo>
                    <a:pt x="1674702" y="2541682"/>
                  </a:lnTo>
                  <a:lnTo>
                    <a:pt x="1680175" y="2541682"/>
                  </a:lnTo>
                  <a:lnTo>
                    <a:pt x="1680175" y="2541682"/>
                  </a:lnTo>
                  <a:lnTo>
                    <a:pt x="1685648" y="2541682"/>
                  </a:lnTo>
                  <a:lnTo>
                    <a:pt x="1685648" y="2541682"/>
                  </a:lnTo>
                  <a:lnTo>
                    <a:pt x="1691121" y="2541682"/>
                  </a:lnTo>
                  <a:lnTo>
                    <a:pt x="1691121" y="2524982"/>
                  </a:lnTo>
                  <a:lnTo>
                    <a:pt x="1696594" y="2524982"/>
                  </a:lnTo>
                  <a:lnTo>
                    <a:pt x="1696594" y="2524982"/>
                  </a:lnTo>
                  <a:lnTo>
                    <a:pt x="1702067" y="2524982"/>
                  </a:lnTo>
                  <a:lnTo>
                    <a:pt x="1702067" y="2524982"/>
                  </a:lnTo>
                  <a:lnTo>
                    <a:pt x="1707540" y="2524982"/>
                  </a:lnTo>
                  <a:lnTo>
                    <a:pt x="1707540" y="2524982"/>
                  </a:lnTo>
                  <a:lnTo>
                    <a:pt x="1713013" y="2524982"/>
                  </a:lnTo>
                  <a:lnTo>
                    <a:pt x="1713013" y="2524982"/>
                  </a:lnTo>
                  <a:lnTo>
                    <a:pt x="1718486" y="2524982"/>
                  </a:lnTo>
                  <a:lnTo>
                    <a:pt x="1718486" y="2524982"/>
                  </a:lnTo>
                  <a:lnTo>
                    <a:pt x="1723958" y="2524982"/>
                  </a:lnTo>
                  <a:lnTo>
                    <a:pt x="1723958" y="2524982"/>
                  </a:lnTo>
                  <a:lnTo>
                    <a:pt x="1729431" y="2524982"/>
                  </a:lnTo>
                  <a:lnTo>
                    <a:pt x="1729431" y="2524982"/>
                  </a:lnTo>
                  <a:lnTo>
                    <a:pt x="1734904" y="2524982"/>
                  </a:lnTo>
                  <a:lnTo>
                    <a:pt x="1734904" y="2524982"/>
                  </a:lnTo>
                  <a:lnTo>
                    <a:pt x="1740377" y="2524982"/>
                  </a:lnTo>
                  <a:lnTo>
                    <a:pt x="1740377" y="2524982"/>
                  </a:lnTo>
                  <a:lnTo>
                    <a:pt x="1745850" y="2524982"/>
                  </a:lnTo>
                  <a:lnTo>
                    <a:pt x="1745850" y="2524982"/>
                  </a:lnTo>
                  <a:lnTo>
                    <a:pt x="1751323" y="2524982"/>
                  </a:lnTo>
                  <a:lnTo>
                    <a:pt x="1751323" y="2524982"/>
                  </a:lnTo>
                  <a:lnTo>
                    <a:pt x="1756796" y="2524982"/>
                  </a:lnTo>
                  <a:lnTo>
                    <a:pt x="1756796" y="2524982"/>
                  </a:lnTo>
                  <a:lnTo>
                    <a:pt x="1762269" y="2524982"/>
                  </a:lnTo>
                  <a:lnTo>
                    <a:pt x="1762269" y="2524982"/>
                  </a:lnTo>
                  <a:lnTo>
                    <a:pt x="1767741" y="2524982"/>
                  </a:lnTo>
                  <a:lnTo>
                    <a:pt x="1767741" y="2524982"/>
                  </a:lnTo>
                  <a:lnTo>
                    <a:pt x="1773214" y="2524982"/>
                  </a:lnTo>
                  <a:lnTo>
                    <a:pt x="1773214" y="2508272"/>
                  </a:lnTo>
                  <a:lnTo>
                    <a:pt x="1778687" y="2508272"/>
                  </a:lnTo>
                  <a:lnTo>
                    <a:pt x="1778687" y="2508272"/>
                  </a:lnTo>
                  <a:lnTo>
                    <a:pt x="1784160" y="2508272"/>
                  </a:lnTo>
                  <a:lnTo>
                    <a:pt x="1784160" y="2508272"/>
                  </a:lnTo>
                  <a:lnTo>
                    <a:pt x="1789633" y="2508272"/>
                  </a:lnTo>
                  <a:lnTo>
                    <a:pt x="1789633" y="2508272"/>
                  </a:lnTo>
                  <a:lnTo>
                    <a:pt x="1795106" y="2508272"/>
                  </a:lnTo>
                  <a:lnTo>
                    <a:pt x="1795106" y="2508272"/>
                  </a:lnTo>
                  <a:lnTo>
                    <a:pt x="1800579" y="2508272"/>
                  </a:lnTo>
                  <a:lnTo>
                    <a:pt x="1800579" y="2508272"/>
                  </a:lnTo>
                  <a:lnTo>
                    <a:pt x="1806052" y="2508272"/>
                  </a:lnTo>
                  <a:lnTo>
                    <a:pt x="1806052" y="2508272"/>
                  </a:lnTo>
                  <a:lnTo>
                    <a:pt x="1811525" y="2508272"/>
                  </a:lnTo>
                  <a:lnTo>
                    <a:pt x="1811525" y="2508272"/>
                  </a:lnTo>
                  <a:lnTo>
                    <a:pt x="1816997" y="2508272"/>
                  </a:lnTo>
                  <a:lnTo>
                    <a:pt x="1816997" y="2491541"/>
                  </a:lnTo>
                  <a:lnTo>
                    <a:pt x="1822470" y="2491541"/>
                  </a:lnTo>
                  <a:lnTo>
                    <a:pt x="1822470" y="2491541"/>
                  </a:lnTo>
                  <a:lnTo>
                    <a:pt x="1827943" y="2491541"/>
                  </a:lnTo>
                  <a:lnTo>
                    <a:pt x="1827943" y="2491541"/>
                  </a:lnTo>
                  <a:lnTo>
                    <a:pt x="1833416" y="2491541"/>
                  </a:lnTo>
                  <a:lnTo>
                    <a:pt x="1833416" y="2491541"/>
                  </a:lnTo>
                  <a:lnTo>
                    <a:pt x="1838889" y="2491541"/>
                  </a:lnTo>
                  <a:lnTo>
                    <a:pt x="1838889" y="2491541"/>
                  </a:lnTo>
                  <a:lnTo>
                    <a:pt x="1844362" y="2491541"/>
                  </a:lnTo>
                  <a:lnTo>
                    <a:pt x="1844362" y="2491541"/>
                  </a:lnTo>
                  <a:lnTo>
                    <a:pt x="1849835" y="2491541"/>
                  </a:lnTo>
                  <a:lnTo>
                    <a:pt x="1849835" y="2491541"/>
                  </a:lnTo>
                  <a:lnTo>
                    <a:pt x="1855308" y="2491541"/>
                  </a:lnTo>
                  <a:lnTo>
                    <a:pt x="1855308" y="2491541"/>
                  </a:lnTo>
                  <a:lnTo>
                    <a:pt x="1860781" y="2491541"/>
                  </a:lnTo>
                  <a:lnTo>
                    <a:pt x="1860781" y="2491541"/>
                  </a:lnTo>
                  <a:lnTo>
                    <a:pt x="1866253" y="2491541"/>
                  </a:lnTo>
                  <a:lnTo>
                    <a:pt x="1866253" y="2474828"/>
                  </a:lnTo>
                  <a:lnTo>
                    <a:pt x="1871726" y="2474828"/>
                  </a:lnTo>
                  <a:lnTo>
                    <a:pt x="1871726" y="2474828"/>
                  </a:lnTo>
                  <a:lnTo>
                    <a:pt x="1877199" y="2474828"/>
                  </a:lnTo>
                  <a:lnTo>
                    <a:pt x="1877199" y="2458113"/>
                  </a:lnTo>
                  <a:lnTo>
                    <a:pt x="1882672" y="2458113"/>
                  </a:lnTo>
                  <a:lnTo>
                    <a:pt x="1882672" y="2458113"/>
                  </a:lnTo>
                  <a:lnTo>
                    <a:pt x="1888145" y="2458113"/>
                  </a:lnTo>
                  <a:lnTo>
                    <a:pt x="1888145" y="2458113"/>
                  </a:lnTo>
                  <a:lnTo>
                    <a:pt x="1893618" y="2458113"/>
                  </a:lnTo>
                  <a:lnTo>
                    <a:pt x="1893618" y="2458113"/>
                  </a:lnTo>
                  <a:lnTo>
                    <a:pt x="1899091" y="2458113"/>
                  </a:lnTo>
                  <a:lnTo>
                    <a:pt x="1899091" y="2441394"/>
                  </a:lnTo>
                  <a:lnTo>
                    <a:pt x="1904564" y="2441394"/>
                  </a:lnTo>
                  <a:lnTo>
                    <a:pt x="1904564" y="2441394"/>
                  </a:lnTo>
                  <a:lnTo>
                    <a:pt x="1910037" y="2441394"/>
                  </a:lnTo>
                  <a:lnTo>
                    <a:pt x="1910037" y="2441394"/>
                  </a:lnTo>
                  <a:lnTo>
                    <a:pt x="1915509" y="2441394"/>
                  </a:lnTo>
                  <a:lnTo>
                    <a:pt x="1915509" y="2441394"/>
                  </a:lnTo>
                  <a:lnTo>
                    <a:pt x="1920982" y="2441394"/>
                  </a:lnTo>
                  <a:lnTo>
                    <a:pt x="1920982" y="2441394"/>
                  </a:lnTo>
                  <a:lnTo>
                    <a:pt x="1926455" y="2441394"/>
                  </a:lnTo>
                  <a:lnTo>
                    <a:pt x="1926455" y="2441394"/>
                  </a:lnTo>
                  <a:lnTo>
                    <a:pt x="1931928" y="2441394"/>
                  </a:lnTo>
                  <a:lnTo>
                    <a:pt x="1931928" y="2441394"/>
                  </a:lnTo>
                  <a:lnTo>
                    <a:pt x="1937401" y="2441394"/>
                  </a:lnTo>
                  <a:lnTo>
                    <a:pt x="1937401" y="2441394"/>
                  </a:lnTo>
                  <a:lnTo>
                    <a:pt x="1942874" y="2441394"/>
                  </a:lnTo>
                  <a:lnTo>
                    <a:pt x="1942874" y="2441394"/>
                  </a:lnTo>
                  <a:lnTo>
                    <a:pt x="1948347" y="2441394"/>
                  </a:lnTo>
                  <a:lnTo>
                    <a:pt x="1948347" y="2441394"/>
                  </a:lnTo>
                  <a:lnTo>
                    <a:pt x="1953820" y="2441394"/>
                  </a:lnTo>
                  <a:lnTo>
                    <a:pt x="1953820" y="2441394"/>
                  </a:lnTo>
                  <a:lnTo>
                    <a:pt x="1959292" y="2441394"/>
                  </a:lnTo>
                  <a:lnTo>
                    <a:pt x="1959292" y="2441394"/>
                  </a:lnTo>
                  <a:lnTo>
                    <a:pt x="1964765" y="2441394"/>
                  </a:lnTo>
                  <a:lnTo>
                    <a:pt x="1964765" y="2441394"/>
                  </a:lnTo>
                  <a:lnTo>
                    <a:pt x="1970238" y="2441394"/>
                  </a:lnTo>
                  <a:lnTo>
                    <a:pt x="1970238" y="2441394"/>
                  </a:lnTo>
                  <a:lnTo>
                    <a:pt x="1975711" y="2441394"/>
                  </a:lnTo>
                  <a:lnTo>
                    <a:pt x="1975711" y="2441394"/>
                  </a:lnTo>
                  <a:lnTo>
                    <a:pt x="1981184" y="2441394"/>
                  </a:lnTo>
                  <a:lnTo>
                    <a:pt x="1981184" y="2424630"/>
                  </a:lnTo>
                  <a:lnTo>
                    <a:pt x="1986657" y="2424630"/>
                  </a:lnTo>
                  <a:lnTo>
                    <a:pt x="1986657" y="2424630"/>
                  </a:lnTo>
                  <a:lnTo>
                    <a:pt x="1992130" y="2424630"/>
                  </a:lnTo>
                  <a:lnTo>
                    <a:pt x="1992130" y="2424630"/>
                  </a:lnTo>
                  <a:lnTo>
                    <a:pt x="1997603" y="2424630"/>
                  </a:lnTo>
                  <a:lnTo>
                    <a:pt x="1997603" y="2424630"/>
                  </a:lnTo>
                  <a:lnTo>
                    <a:pt x="2003076" y="2424630"/>
                  </a:lnTo>
                  <a:lnTo>
                    <a:pt x="2003076" y="2424630"/>
                  </a:lnTo>
                  <a:lnTo>
                    <a:pt x="2008548" y="2424630"/>
                  </a:lnTo>
                  <a:lnTo>
                    <a:pt x="2008548" y="2424630"/>
                  </a:lnTo>
                  <a:lnTo>
                    <a:pt x="2014021" y="2424630"/>
                  </a:lnTo>
                  <a:lnTo>
                    <a:pt x="2014021" y="2424630"/>
                  </a:lnTo>
                  <a:lnTo>
                    <a:pt x="2019494" y="2424630"/>
                  </a:lnTo>
                  <a:lnTo>
                    <a:pt x="2019494" y="2407881"/>
                  </a:lnTo>
                  <a:lnTo>
                    <a:pt x="2024967" y="2407881"/>
                  </a:lnTo>
                  <a:lnTo>
                    <a:pt x="2024967" y="2407881"/>
                  </a:lnTo>
                  <a:lnTo>
                    <a:pt x="2030440" y="2407881"/>
                  </a:lnTo>
                  <a:lnTo>
                    <a:pt x="2030440" y="2407881"/>
                  </a:lnTo>
                  <a:lnTo>
                    <a:pt x="2035913" y="2407881"/>
                  </a:lnTo>
                  <a:lnTo>
                    <a:pt x="2035913" y="2407881"/>
                  </a:lnTo>
                  <a:lnTo>
                    <a:pt x="2041386" y="2407881"/>
                  </a:lnTo>
                  <a:lnTo>
                    <a:pt x="2041386" y="2407881"/>
                  </a:lnTo>
                  <a:lnTo>
                    <a:pt x="2046859" y="2407881"/>
                  </a:lnTo>
                  <a:lnTo>
                    <a:pt x="2046859" y="2391147"/>
                  </a:lnTo>
                  <a:lnTo>
                    <a:pt x="2052332" y="2391147"/>
                  </a:lnTo>
                  <a:lnTo>
                    <a:pt x="2052332" y="2391147"/>
                  </a:lnTo>
                  <a:lnTo>
                    <a:pt x="2057804" y="2391147"/>
                  </a:lnTo>
                  <a:lnTo>
                    <a:pt x="2057804" y="2391147"/>
                  </a:lnTo>
                  <a:lnTo>
                    <a:pt x="2063277" y="2391147"/>
                  </a:lnTo>
                  <a:lnTo>
                    <a:pt x="2063277" y="2391147"/>
                  </a:lnTo>
                  <a:lnTo>
                    <a:pt x="2068750" y="2391147"/>
                  </a:lnTo>
                  <a:lnTo>
                    <a:pt x="2068750" y="2391147"/>
                  </a:lnTo>
                  <a:lnTo>
                    <a:pt x="2074223" y="2391147"/>
                  </a:lnTo>
                  <a:lnTo>
                    <a:pt x="2074223" y="2391147"/>
                  </a:lnTo>
                  <a:lnTo>
                    <a:pt x="2079696" y="2391147"/>
                  </a:lnTo>
                  <a:lnTo>
                    <a:pt x="2079696" y="2391147"/>
                  </a:lnTo>
                  <a:lnTo>
                    <a:pt x="2085169" y="2391147"/>
                  </a:lnTo>
                  <a:lnTo>
                    <a:pt x="2085169" y="2391147"/>
                  </a:lnTo>
                  <a:lnTo>
                    <a:pt x="2090642" y="2391147"/>
                  </a:lnTo>
                  <a:lnTo>
                    <a:pt x="2090642" y="2391147"/>
                  </a:lnTo>
                  <a:lnTo>
                    <a:pt x="2096115" y="2391147"/>
                  </a:lnTo>
                  <a:lnTo>
                    <a:pt x="2096115" y="2374375"/>
                  </a:lnTo>
                  <a:lnTo>
                    <a:pt x="2101588" y="2374375"/>
                  </a:lnTo>
                  <a:lnTo>
                    <a:pt x="2101588" y="2374375"/>
                  </a:lnTo>
                  <a:lnTo>
                    <a:pt x="2107060" y="2374375"/>
                  </a:lnTo>
                  <a:lnTo>
                    <a:pt x="2107060" y="2374375"/>
                  </a:lnTo>
                  <a:lnTo>
                    <a:pt x="2112533" y="2374375"/>
                  </a:lnTo>
                  <a:lnTo>
                    <a:pt x="2112533" y="2374375"/>
                  </a:lnTo>
                  <a:lnTo>
                    <a:pt x="2118006" y="2374375"/>
                  </a:lnTo>
                  <a:lnTo>
                    <a:pt x="2118006" y="2374375"/>
                  </a:lnTo>
                  <a:lnTo>
                    <a:pt x="2123479" y="2374375"/>
                  </a:lnTo>
                  <a:lnTo>
                    <a:pt x="2123479" y="2374375"/>
                  </a:lnTo>
                  <a:lnTo>
                    <a:pt x="2128952" y="2374375"/>
                  </a:lnTo>
                  <a:lnTo>
                    <a:pt x="2128952" y="2374375"/>
                  </a:lnTo>
                  <a:lnTo>
                    <a:pt x="2134425" y="2374375"/>
                  </a:lnTo>
                  <a:lnTo>
                    <a:pt x="2134425" y="2374375"/>
                  </a:lnTo>
                  <a:lnTo>
                    <a:pt x="2139898" y="2374375"/>
                  </a:lnTo>
                  <a:lnTo>
                    <a:pt x="2139898" y="2374375"/>
                  </a:lnTo>
                  <a:lnTo>
                    <a:pt x="2145371" y="2374375"/>
                  </a:lnTo>
                  <a:lnTo>
                    <a:pt x="2145371" y="2357586"/>
                  </a:lnTo>
                  <a:lnTo>
                    <a:pt x="2150843" y="2357586"/>
                  </a:lnTo>
                  <a:lnTo>
                    <a:pt x="2150843" y="2357586"/>
                  </a:lnTo>
                  <a:lnTo>
                    <a:pt x="2156316" y="2357586"/>
                  </a:lnTo>
                  <a:lnTo>
                    <a:pt x="2156316" y="2357586"/>
                  </a:lnTo>
                  <a:lnTo>
                    <a:pt x="2161789" y="2357586"/>
                  </a:lnTo>
                  <a:lnTo>
                    <a:pt x="2161789" y="2357586"/>
                  </a:lnTo>
                  <a:lnTo>
                    <a:pt x="2167262" y="2357586"/>
                  </a:lnTo>
                  <a:lnTo>
                    <a:pt x="2167262" y="2357586"/>
                  </a:lnTo>
                  <a:lnTo>
                    <a:pt x="2172735" y="2357586"/>
                  </a:lnTo>
                  <a:lnTo>
                    <a:pt x="2172735" y="2357586"/>
                  </a:lnTo>
                  <a:lnTo>
                    <a:pt x="2178208" y="2357586"/>
                  </a:lnTo>
                  <a:lnTo>
                    <a:pt x="2178208" y="2357586"/>
                  </a:lnTo>
                  <a:lnTo>
                    <a:pt x="2183681" y="2357586"/>
                  </a:lnTo>
                  <a:lnTo>
                    <a:pt x="2183681" y="2357586"/>
                  </a:lnTo>
                  <a:lnTo>
                    <a:pt x="2189154" y="2357586"/>
                  </a:lnTo>
                  <a:lnTo>
                    <a:pt x="2189154" y="2357586"/>
                  </a:lnTo>
                  <a:lnTo>
                    <a:pt x="2194627" y="2357586"/>
                  </a:lnTo>
                  <a:lnTo>
                    <a:pt x="2194627" y="2357586"/>
                  </a:lnTo>
                  <a:lnTo>
                    <a:pt x="2200099" y="2357586"/>
                  </a:lnTo>
                  <a:lnTo>
                    <a:pt x="2200099" y="2340757"/>
                  </a:lnTo>
                  <a:lnTo>
                    <a:pt x="2205572" y="2340757"/>
                  </a:lnTo>
                  <a:lnTo>
                    <a:pt x="2205572" y="2340757"/>
                  </a:lnTo>
                  <a:lnTo>
                    <a:pt x="2211045" y="2340757"/>
                  </a:lnTo>
                  <a:lnTo>
                    <a:pt x="2211045" y="2323950"/>
                  </a:lnTo>
                  <a:lnTo>
                    <a:pt x="2216518" y="2323950"/>
                  </a:lnTo>
                  <a:lnTo>
                    <a:pt x="2216518" y="2323950"/>
                  </a:lnTo>
                  <a:lnTo>
                    <a:pt x="2221991" y="2323950"/>
                  </a:lnTo>
                  <a:lnTo>
                    <a:pt x="2221991" y="2307155"/>
                  </a:lnTo>
                  <a:lnTo>
                    <a:pt x="2227464" y="2307155"/>
                  </a:lnTo>
                  <a:lnTo>
                    <a:pt x="2227464" y="2307155"/>
                  </a:lnTo>
                  <a:lnTo>
                    <a:pt x="2232937" y="2307155"/>
                  </a:lnTo>
                  <a:lnTo>
                    <a:pt x="2232937" y="2307155"/>
                  </a:lnTo>
                  <a:lnTo>
                    <a:pt x="2238410" y="2307155"/>
                  </a:lnTo>
                  <a:lnTo>
                    <a:pt x="2238410" y="2307155"/>
                  </a:lnTo>
                  <a:lnTo>
                    <a:pt x="2243883" y="2307155"/>
                  </a:lnTo>
                  <a:lnTo>
                    <a:pt x="2243883" y="2307155"/>
                  </a:lnTo>
                  <a:lnTo>
                    <a:pt x="2249355" y="2307155"/>
                  </a:lnTo>
                  <a:lnTo>
                    <a:pt x="2249355" y="2290371"/>
                  </a:lnTo>
                  <a:lnTo>
                    <a:pt x="2254828" y="2290371"/>
                  </a:lnTo>
                  <a:lnTo>
                    <a:pt x="2254828" y="2273607"/>
                  </a:lnTo>
                  <a:lnTo>
                    <a:pt x="2260301" y="2273607"/>
                  </a:lnTo>
                  <a:lnTo>
                    <a:pt x="2260301" y="2273607"/>
                  </a:lnTo>
                  <a:lnTo>
                    <a:pt x="2265774" y="2273607"/>
                  </a:lnTo>
                  <a:lnTo>
                    <a:pt x="2265774" y="2273607"/>
                  </a:lnTo>
                  <a:lnTo>
                    <a:pt x="2271247" y="2273607"/>
                  </a:lnTo>
                  <a:lnTo>
                    <a:pt x="2271247" y="2256863"/>
                  </a:lnTo>
                  <a:lnTo>
                    <a:pt x="2276720" y="2256863"/>
                  </a:lnTo>
                  <a:lnTo>
                    <a:pt x="2276720" y="2256863"/>
                  </a:lnTo>
                  <a:lnTo>
                    <a:pt x="2282193" y="2256863"/>
                  </a:lnTo>
                  <a:lnTo>
                    <a:pt x="2282193" y="2256863"/>
                  </a:lnTo>
                  <a:lnTo>
                    <a:pt x="2287666" y="2256863"/>
                  </a:lnTo>
                  <a:lnTo>
                    <a:pt x="2287666" y="2240139"/>
                  </a:lnTo>
                  <a:lnTo>
                    <a:pt x="2293138" y="2240139"/>
                  </a:lnTo>
                  <a:lnTo>
                    <a:pt x="2293138" y="2240139"/>
                  </a:lnTo>
                  <a:lnTo>
                    <a:pt x="2298611" y="2240139"/>
                  </a:lnTo>
                  <a:lnTo>
                    <a:pt x="2298611" y="2223413"/>
                  </a:lnTo>
                  <a:lnTo>
                    <a:pt x="2304084" y="2223413"/>
                  </a:lnTo>
                  <a:lnTo>
                    <a:pt x="2304084" y="2223413"/>
                  </a:lnTo>
                  <a:lnTo>
                    <a:pt x="2309557" y="2223413"/>
                  </a:lnTo>
                  <a:lnTo>
                    <a:pt x="2309557" y="2190016"/>
                  </a:lnTo>
                  <a:lnTo>
                    <a:pt x="2315030" y="2190016"/>
                  </a:lnTo>
                  <a:lnTo>
                    <a:pt x="2315030" y="2190016"/>
                  </a:lnTo>
                  <a:lnTo>
                    <a:pt x="2320503" y="2190016"/>
                  </a:lnTo>
                  <a:lnTo>
                    <a:pt x="2320503" y="2173344"/>
                  </a:lnTo>
                  <a:lnTo>
                    <a:pt x="2325976" y="2173344"/>
                  </a:lnTo>
                  <a:lnTo>
                    <a:pt x="2325976" y="2156689"/>
                  </a:lnTo>
                  <a:lnTo>
                    <a:pt x="2331449" y="2156689"/>
                  </a:lnTo>
                  <a:lnTo>
                    <a:pt x="2331449" y="2156689"/>
                  </a:lnTo>
                  <a:lnTo>
                    <a:pt x="2336922" y="2156689"/>
                  </a:lnTo>
                  <a:lnTo>
                    <a:pt x="2336922" y="2156689"/>
                  </a:lnTo>
                  <a:lnTo>
                    <a:pt x="2342394" y="2156689"/>
                  </a:lnTo>
                  <a:lnTo>
                    <a:pt x="2342394" y="2156689"/>
                  </a:lnTo>
                  <a:lnTo>
                    <a:pt x="2347867" y="2156689"/>
                  </a:lnTo>
                  <a:lnTo>
                    <a:pt x="2347867" y="2156689"/>
                  </a:lnTo>
                  <a:lnTo>
                    <a:pt x="2353340" y="2156689"/>
                  </a:lnTo>
                  <a:lnTo>
                    <a:pt x="2353340" y="2140030"/>
                  </a:lnTo>
                  <a:lnTo>
                    <a:pt x="2358813" y="2140030"/>
                  </a:lnTo>
                  <a:lnTo>
                    <a:pt x="2358813" y="2123388"/>
                  </a:lnTo>
                  <a:lnTo>
                    <a:pt x="2364286" y="2123388"/>
                  </a:lnTo>
                  <a:lnTo>
                    <a:pt x="2364286" y="2106761"/>
                  </a:lnTo>
                  <a:lnTo>
                    <a:pt x="2369759" y="2106761"/>
                  </a:lnTo>
                  <a:lnTo>
                    <a:pt x="2369759" y="2090119"/>
                  </a:lnTo>
                  <a:lnTo>
                    <a:pt x="2375232" y="2090119"/>
                  </a:lnTo>
                  <a:lnTo>
                    <a:pt x="2375232" y="2090119"/>
                  </a:lnTo>
                  <a:lnTo>
                    <a:pt x="2380705" y="2090119"/>
                  </a:lnTo>
                  <a:lnTo>
                    <a:pt x="2380705" y="2090119"/>
                  </a:lnTo>
                  <a:lnTo>
                    <a:pt x="2386178" y="2090119"/>
                  </a:lnTo>
                  <a:lnTo>
                    <a:pt x="2386178" y="2090119"/>
                  </a:lnTo>
                  <a:lnTo>
                    <a:pt x="2391650" y="2090119"/>
                  </a:lnTo>
                  <a:lnTo>
                    <a:pt x="2391650" y="2090119"/>
                  </a:lnTo>
                  <a:lnTo>
                    <a:pt x="2397123" y="2090119"/>
                  </a:lnTo>
                  <a:lnTo>
                    <a:pt x="2397123" y="2090119"/>
                  </a:lnTo>
                  <a:lnTo>
                    <a:pt x="2402596" y="2090119"/>
                  </a:lnTo>
                  <a:lnTo>
                    <a:pt x="2402596" y="2073481"/>
                  </a:lnTo>
                  <a:lnTo>
                    <a:pt x="2408069" y="2073481"/>
                  </a:lnTo>
                  <a:lnTo>
                    <a:pt x="2408069" y="2056849"/>
                  </a:lnTo>
                  <a:lnTo>
                    <a:pt x="2413542" y="2056849"/>
                  </a:lnTo>
                  <a:lnTo>
                    <a:pt x="2413542" y="2056849"/>
                  </a:lnTo>
                  <a:lnTo>
                    <a:pt x="2419015" y="2056849"/>
                  </a:lnTo>
                  <a:lnTo>
                    <a:pt x="2419015" y="2056849"/>
                  </a:lnTo>
                  <a:lnTo>
                    <a:pt x="2424488" y="2056849"/>
                  </a:lnTo>
                  <a:lnTo>
                    <a:pt x="2424488" y="2056849"/>
                  </a:lnTo>
                  <a:lnTo>
                    <a:pt x="2429961" y="2056849"/>
                  </a:lnTo>
                  <a:lnTo>
                    <a:pt x="2429961" y="2056849"/>
                  </a:lnTo>
                  <a:lnTo>
                    <a:pt x="2435434" y="2056849"/>
                  </a:lnTo>
                  <a:lnTo>
                    <a:pt x="2435434" y="2056849"/>
                  </a:lnTo>
                  <a:lnTo>
                    <a:pt x="2440906" y="2056849"/>
                  </a:lnTo>
                  <a:lnTo>
                    <a:pt x="2440906" y="2056849"/>
                  </a:lnTo>
                  <a:lnTo>
                    <a:pt x="2446379" y="2056849"/>
                  </a:lnTo>
                  <a:lnTo>
                    <a:pt x="2446379" y="2056849"/>
                  </a:lnTo>
                  <a:lnTo>
                    <a:pt x="2451852" y="2056849"/>
                  </a:lnTo>
                  <a:lnTo>
                    <a:pt x="2451852" y="2056849"/>
                  </a:lnTo>
                  <a:lnTo>
                    <a:pt x="2457325" y="2056849"/>
                  </a:lnTo>
                  <a:lnTo>
                    <a:pt x="2457325" y="2056849"/>
                  </a:lnTo>
                  <a:lnTo>
                    <a:pt x="2462798" y="2056849"/>
                  </a:lnTo>
                  <a:lnTo>
                    <a:pt x="2462798" y="2056849"/>
                  </a:lnTo>
                  <a:lnTo>
                    <a:pt x="2468271" y="2056849"/>
                  </a:lnTo>
                  <a:lnTo>
                    <a:pt x="2468271" y="2056849"/>
                  </a:lnTo>
                  <a:lnTo>
                    <a:pt x="2473744" y="2056849"/>
                  </a:lnTo>
                  <a:lnTo>
                    <a:pt x="2473744" y="2056849"/>
                  </a:lnTo>
                  <a:lnTo>
                    <a:pt x="2479217" y="2056849"/>
                  </a:lnTo>
                  <a:lnTo>
                    <a:pt x="2479217" y="2056849"/>
                  </a:lnTo>
                  <a:lnTo>
                    <a:pt x="2484689" y="2056849"/>
                  </a:lnTo>
                  <a:lnTo>
                    <a:pt x="2484689" y="2056849"/>
                  </a:lnTo>
                  <a:lnTo>
                    <a:pt x="2490162" y="2056849"/>
                  </a:lnTo>
                  <a:lnTo>
                    <a:pt x="2490162" y="2056849"/>
                  </a:lnTo>
                  <a:lnTo>
                    <a:pt x="2495635" y="2056849"/>
                  </a:lnTo>
                  <a:lnTo>
                    <a:pt x="2495635" y="2056849"/>
                  </a:lnTo>
                  <a:lnTo>
                    <a:pt x="2501108" y="2056849"/>
                  </a:lnTo>
                  <a:lnTo>
                    <a:pt x="2501108" y="2056849"/>
                  </a:lnTo>
                  <a:lnTo>
                    <a:pt x="2506581" y="2056849"/>
                  </a:lnTo>
                  <a:lnTo>
                    <a:pt x="2506581" y="2056849"/>
                  </a:lnTo>
                  <a:lnTo>
                    <a:pt x="2512054" y="2056849"/>
                  </a:lnTo>
                  <a:lnTo>
                    <a:pt x="2512054" y="2056849"/>
                  </a:lnTo>
                  <a:lnTo>
                    <a:pt x="2517527" y="2056849"/>
                  </a:lnTo>
                  <a:lnTo>
                    <a:pt x="2517527" y="2056849"/>
                  </a:lnTo>
                  <a:lnTo>
                    <a:pt x="2523000" y="2056849"/>
                  </a:lnTo>
                  <a:lnTo>
                    <a:pt x="2523000" y="2056849"/>
                  </a:lnTo>
                  <a:lnTo>
                    <a:pt x="2528473" y="2056849"/>
                  </a:lnTo>
                  <a:lnTo>
                    <a:pt x="2528473" y="2056849"/>
                  </a:lnTo>
                  <a:lnTo>
                    <a:pt x="2533945" y="2056849"/>
                  </a:lnTo>
                  <a:lnTo>
                    <a:pt x="2533945" y="2056849"/>
                  </a:lnTo>
                  <a:lnTo>
                    <a:pt x="2539418" y="2056849"/>
                  </a:lnTo>
                  <a:lnTo>
                    <a:pt x="2539418" y="2056849"/>
                  </a:lnTo>
                  <a:lnTo>
                    <a:pt x="2544891" y="2056849"/>
                  </a:lnTo>
                  <a:lnTo>
                    <a:pt x="2544891" y="2056849"/>
                  </a:lnTo>
                  <a:lnTo>
                    <a:pt x="2550364" y="2056849"/>
                  </a:lnTo>
                  <a:lnTo>
                    <a:pt x="2550364" y="2056849"/>
                  </a:lnTo>
                  <a:lnTo>
                    <a:pt x="2555837" y="2056849"/>
                  </a:lnTo>
                  <a:lnTo>
                    <a:pt x="2555837" y="2040135"/>
                  </a:lnTo>
                  <a:lnTo>
                    <a:pt x="2561310" y="2040135"/>
                  </a:lnTo>
                  <a:lnTo>
                    <a:pt x="2561310" y="2040135"/>
                  </a:lnTo>
                  <a:lnTo>
                    <a:pt x="2566783" y="2040135"/>
                  </a:lnTo>
                  <a:lnTo>
                    <a:pt x="2566783" y="2040135"/>
                  </a:lnTo>
                  <a:lnTo>
                    <a:pt x="2572256" y="2040135"/>
                  </a:lnTo>
                  <a:lnTo>
                    <a:pt x="2572256" y="2040135"/>
                  </a:lnTo>
                  <a:lnTo>
                    <a:pt x="2577729" y="2040135"/>
                  </a:lnTo>
                  <a:lnTo>
                    <a:pt x="2577729" y="2040135"/>
                  </a:lnTo>
                  <a:lnTo>
                    <a:pt x="2583201" y="2040135"/>
                  </a:lnTo>
                  <a:lnTo>
                    <a:pt x="2583201" y="2040135"/>
                  </a:lnTo>
                  <a:lnTo>
                    <a:pt x="2588674" y="2040135"/>
                  </a:lnTo>
                  <a:lnTo>
                    <a:pt x="2588674" y="2023426"/>
                  </a:lnTo>
                  <a:lnTo>
                    <a:pt x="2594147" y="2023426"/>
                  </a:lnTo>
                  <a:lnTo>
                    <a:pt x="2594147" y="2023426"/>
                  </a:lnTo>
                  <a:lnTo>
                    <a:pt x="2599620" y="2023426"/>
                  </a:lnTo>
                  <a:lnTo>
                    <a:pt x="2599620" y="2023426"/>
                  </a:lnTo>
                  <a:lnTo>
                    <a:pt x="2605093" y="2023426"/>
                  </a:lnTo>
                  <a:lnTo>
                    <a:pt x="2605093" y="2023426"/>
                  </a:lnTo>
                  <a:lnTo>
                    <a:pt x="2610566" y="2023426"/>
                  </a:lnTo>
                  <a:lnTo>
                    <a:pt x="2610566" y="2023426"/>
                  </a:lnTo>
                  <a:lnTo>
                    <a:pt x="2616039" y="2023426"/>
                  </a:lnTo>
                  <a:lnTo>
                    <a:pt x="2616039" y="2006721"/>
                  </a:lnTo>
                  <a:lnTo>
                    <a:pt x="2621512" y="2006721"/>
                  </a:lnTo>
                  <a:lnTo>
                    <a:pt x="2621512" y="2006721"/>
                  </a:lnTo>
                  <a:lnTo>
                    <a:pt x="2626985" y="2006721"/>
                  </a:lnTo>
                  <a:lnTo>
                    <a:pt x="2626985" y="2006721"/>
                  </a:lnTo>
                  <a:lnTo>
                    <a:pt x="2632457" y="2006721"/>
                  </a:lnTo>
                  <a:lnTo>
                    <a:pt x="2632457" y="1990019"/>
                  </a:lnTo>
                  <a:lnTo>
                    <a:pt x="2637930" y="1990019"/>
                  </a:lnTo>
                  <a:lnTo>
                    <a:pt x="2637930" y="1990019"/>
                  </a:lnTo>
                  <a:lnTo>
                    <a:pt x="2643403" y="1990019"/>
                  </a:lnTo>
                  <a:lnTo>
                    <a:pt x="2643403" y="1990019"/>
                  </a:lnTo>
                  <a:lnTo>
                    <a:pt x="2648876" y="1990019"/>
                  </a:lnTo>
                  <a:lnTo>
                    <a:pt x="2648876" y="1990019"/>
                  </a:lnTo>
                  <a:lnTo>
                    <a:pt x="2654349" y="1990019"/>
                  </a:lnTo>
                  <a:lnTo>
                    <a:pt x="2654349" y="1990019"/>
                  </a:lnTo>
                  <a:lnTo>
                    <a:pt x="2659822" y="1990019"/>
                  </a:lnTo>
                  <a:lnTo>
                    <a:pt x="2659822" y="1990019"/>
                  </a:lnTo>
                  <a:lnTo>
                    <a:pt x="2665295" y="1990019"/>
                  </a:lnTo>
                  <a:lnTo>
                    <a:pt x="2665295" y="1990019"/>
                  </a:lnTo>
                  <a:lnTo>
                    <a:pt x="2670768" y="1990019"/>
                  </a:lnTo>
                  <a:lnTo>
                    <a:pt x="2670768" y="1990019"/>
                  </a:lnTo>
                  <a:lnTo>
                    <a:pt x="2676240" y="1990019"/>
                  </a:lnTo>
                  <a:lnTo>
                    <a:pt x="2676240" y="1990019"/>
                  </a:lnTo>
                  <a:lnTo>
                    <a:pt x="2681713" y="1990019"/>
                  </a:lnTo>
                  <a:lnTo>
                    <a:pt x="2681713" y="1990019"/>
                  </a:lnTo>
                  <a:lnTo>
                    <a:pt x="2687186" y="1990019"/>
                  </a:lnTo>
                  <a:lnTo>
                    <a:pt x="2687186" y="1973287"/>
                  </a:lnTo>
                  <a:lnTo>
                    <a:pt x="2692659" y="1973287"/>
                  </a:lnTo>
                  <a:lnTo>
                    <a:pt x="2692659" y="1973287"/>
                  </a:lnTo>
                  <a:lnTo>
                    <a:pt x="2698132" y="1973287"/>
                  </a:lnTo>
                  <a:lnTo>
                    <a:pt x="2698132" y="1973287"/>
                  </a:lnTo>
                  <a:lnTo>
                    <a:pt x="2703605" y="1973287"/>
                  </a:lnTo>
                  <a:lnTo>
                    <a:pt x="2703605" y="1973287"/>
                  </a:lnTo>
                  <a:lnTo>
                    <a:pt x="2709078" y="1973287"/>
                  </a:lnTo>
                  <a:lnTo>
                    <a:pt x="2709078" y="1973287"/>
                  </a:lnTo>
                  <a:lnTo>
                    <a:pt x="2714551" y="1973287"/>
                  </a:lnTo>
                  <a:lnTo>
                    <a:pt x="2714551" y="1973287"/>
                  </a:lnTo>
                  <a:lnTo>
                    <a:pt x="2720024" y="1973287"/>
                  </a:lnTo>
                  <a:lnTo>
                    <a:pt x="2720024" y="1973287"/>
                  </a:lnTo>
                  <a:lnTo>
                    <a:pt x="2725496" y="1973287"/>
                  </a:lnTo>
                  <a:lnTo>
                    <a:pt x="2725496" y="1973287"/>
                  </a:lnTo>
                  <a:lnTo>
                    <a:pt x="2730969" y="1973287"/>
                  </a:lnTo>
                  <a:lnTo>
                    <a:pt x="2730969" y="1973287"/>
                  </a:lnTo>
                  <a:lnTo>
                    <a:pt x="2736442" y="1973287"/>
                  </a:lnTo>
                  <a:lnTo>
                    <a:pt x="2736442" y="1973287"/>
                  </a:lnTo>
                  <a:lnTo>
                    <a:pt x="2741915" y="1973287"/>
                  </a:lnTo>
                  <a:lnTo>
                    <a:pt x="2741915" y="1973287"/>
                  </a:lnTo>
                  <a:lnTo>
                    <a:pt x="2747388" y="1973287"/>
                  </a:lnTo>
                  <a:lnTo>
                    <a:pt x="2747388" y="1973287"/>
                  </a:lnTo>
                  <a:lnTo>
                    <a:pt x="2752861" y="1973287"/>
                  </a:lnTo>
                  <a:lnTo>
                    <a:pt x="2752861" y="1973287"/>
                  </a:lnTo>
                  <a:lnTo>
                    <a:pt x="2758334" y="1973287"/>
                  </a:lnTo>
                  <a:lnTo>
                    <a:pt x="2758334" y="1973287"/>
                  </a:lnTo>
                  <a:lnTo>
                    <a:pt x="2763807" y="1973287"/>
                  </a:lnTo>
                  <a:lnTo>
                    <a:pt x="2763807" y="1973287"/>
                  </a:lnTo>
                  <a:lnTo>
                    <a:pt x="2769280" y="1973287"/>
                  </a:lnTo>
                  <a:lnTo>
                    <a:pt x="2769280" y="1973287"/>
                  </a:lnTo>
                  <a:lnTo>
                    <a:pt x="2774752" y="1973287"/>
                  </a:lnTo>
                  <a:lnTo>
                    <a:pt x="2774752" y="1956504"/>
                  </a:lnTo>
                  <a:lnTo>
                    <a:pt x="2780225" y="1956504"/>
                  </a:lnTo>
                  <a:lnTo>
                    <a:pt x="2780225" y="1956504"/>
                  </a:lnTo>
                  <a:lnTo>
                    <a:pt x="2785698" y="1956504"/>
                  </a:lnTo>
                  <a:lnTo>
                    <a:pt x="2785698" y="1956504"/>
                  </a:lnTo>
                  <a:lnTo>
                    <a:pt x="2791171" y="1956504"/>
                  </a:lnTo>
                  <a:lnTo>
                    <a:pt x="2791171" y="1939712"/>
                  </a:lnTo>
                  <a:lnTo>
                    <a:pt x="2796644" y="1939712"/>
                  </a:lnTo>
                  <a:lnTo>
                    <a:pt x="2796644" y="1939712"/>
                  </a:lnTo>
                  <a:lnTo>
                    <a:pt x="2802117" y="1939712"/>
                  </a:lnTo>
                  <a:lnTo>
                    <a:pt x="2802117" y="1939712"/>
                  </a:lnTo>
                  <a:lnTo>
                    <a:pt x="2807590" y="1939712"/>
                  </a:lnTo>
                  <a:lnTo>
                    <a:pt x="2807590" y="1939712"/>
                  </a:lnTo>
                  <a:lnTo>
                    <a:pt x="2813063" y="1939712"/>
                  </a:lnTo>
                  <a:lnTo>
                    <a:pt x="2813063" y="1922911"/>
                  </a:lnTo>
                  <a:lnTo>
                    <a:pt x="2818535" y="1922911"/>
                  </a:lnTo>
                  <a:lnTo>
                    <a:pt x="2818535" y="1922911"/>
                  </a:lnTo>
                  <a:lnTo>
                    <a:pt x="2824008" y="1922911"/>
                  </a:lnTo>
                  <a:lnTo>
                    <a:pt x="2824008" y="1922911"/>
                  </a:lnTo>
                  <a:lnTo>
                    <a:pt x="2829481" y="1922911"/>
                  </a:lnTo>
                  <a:lnTo>
                    <a:pt x="2829481" y="1922911"/>
                  </a:lnTo>
                  <a:lnTo>
                    <a:pt x="2834954" y="1922911"/>
                  </a:lnTo>
                  <a:lnTo>
                    <a:pt x="2834954" y="1922911"/>
                  </a:lnTo>
                  <a:lnTo>
                    <a:pt x="2840427" y="1922911"/>
                  </a:lnTo>
                  <a:lnTo>
                    <a:pt x="2840427" y="1922911"/>
                  </a:lnTo>
                  <a:lnTo>
                    <a:pt x="2845900" y="1922911"/>
                  </a:lnTo>
                  <a:lnTo>
                    <a:pt x="2845900" y="1922911"/>
                  </a:lnTo>
                  <a:lnTo>
                    <a:pt x="2851373" y="1922911"/>
                  </a:lnTo>
                  <a:lnTo>
                    <a:pt x="2851373" y="1922911"/>
                  </a:lnTo>
                  <a:lnTo>
                    <a:pt x="2856846" y="1922911"/>
                  </a:lnTo>
                  <a:lnTo>
                    <a:pt x="2856846" y="1922911"/>
                  </a:lnTo>
                  <a:lnTo>
                    <a:pt x="2862319" y="1922911"/>
                  </a:lnTo>
                  <a:lnTo>
                    <a:pt x="2862319" y="1922911"/>
                  </a:lnTo>
                  <a:lnTo>
                    <a:pt x="2867791" y="1922911"/>
                  </a:lnTo>
                  <a:lnTo>
                    <a:pt x="2867791" y="1922911"/>
                  </a:lnTo>
                  <a:lnTo>
                    <a:pt x="2873264" y="1922911"/>
                  </a:lnTo>
                  <a:lnTo>
                    <a:pt x="2873264" y="1922911"/>
                  </a:lnTo>
                  <a:lnTo>
                    <a:pt x="2878737" y="1922911"/>
                  </a:lnTo>
                  <a:lnTo>
                    <a:pt x="2878737" y="1922911"/>
                  </a:lnTo>
                  <a:lnTo>
                    <a:pt x="2884210" y="1922911"/>
                  </a:lnTo>
                  <a:lnTo>
                    <a:pt x="2884210" y="1922911"/>
                  </a:lnTo>
                  <a:lnTo>
                    <a:pt x="2889683" y="1922911"/>
                  </a:lnTo>
                  <a:lnTo>
                    <a:pt x="2889683" y="1922911"/>
                  </a:lnTo>
                  <a:lnTo>
                    <a:pt x="2895156" y="1922911"/>
                  </a:lnTo>
                  <a:lnTo>
                    <a:pt x="2895156" y="1922911"/>
                  </a:lnTo>
                  <a:lnTo>
                    <a:pt x="2900629" y="1922911"/>
                  </a:lnTo>
                  <a:lnTo>
                    <a:pt x="2900629" y="1922911"/>
                  </a:lnTo>
                  <a:lnTo>
                    <a:pt x="2906102" y="1922911"/>
                  </a:lnTo>
                  <a:lnTo>
                    <a:pt x="2906102" y="1922911"/>
                  </a:lnTo>
                  <a:lnTo>
                    <a:pt x="2911575" y="1922911"/>
                  </a:lnTo>
                  <a:lnTo>
                    <a:pt x="2911575" y="1922911"/>
                  </a:lnTo>
                  <a:lnTo>
                    <a:pt x="2917047" y="1922911"/>
                  </a:lnTo>
                  <a:lnTo>
                    <a:pt x="2917047" y="1922911"/>
                  </a:lnTo>
                  <a:lnTo>
                    <a:pt x="2922520" y="1922911"/>
                  </a:lnTo>
                  <a:lnTo>
                    <a:pt x="2922520" y="1922911"/>
                  </a:lnTo>
                  <a:lnTo>
                    <a:pt x="2927993" y="1922911"/>
                  </a:lnTo>
                  <a:lnTo>
                    <a:pt x="2927993" y="1922911"/>
                  </a:lnTo>
                  <a:lnTo>
                    <a:pt x="2933466" y="1922911"/>
                  </a:lnTo>
                  <a:lnTo>
                    <a:pt x="2933466" y="1922911"/>
                  </a:lnTo>
                  <a:lnTo>
                    <a:pt x="2938939" y="1922911"/>
                  </a:lnTo>
                  <a:lnTo>
                    <a:pt x="2938939" y="1922911"/>
                  </a:lnTo>
                  <a:lnTo>
                    <a:pt x="2944412" y="1922911"/>
                  </a:lnTo>
                  <a:lnTo>
                    <a:pt x="2944412" y="1922911"/>
                  </a:lnTo>
                  <a:lnTo>
                    <a:pt x="2949885" y="1922911"/>
                  </a:lnTo>
                  <a:lnTo>
                    <a:pt x="2949885" y="1922911"/>
                  </a:lnTo>
                  <a:lnTo>
                    <a:pt x="2955358" y="1922911"/>
                  </a:lnTo>
                  <a:lnTo>
                    <a:pt x="2955358" y="1922911"/>
                  </a:lnTo>
                  <a:lnTo>
                    <a:pt x="2960831" y="1922911"/>
                  </a:lnTo>
                  <a:lnTo>
                    <a:pt x="2960831" y="1922911"/>
                  </a:lnTo>
                  <a:lnTo>
                    <a:pt x="2966303" y="1922911"/>
                  </a:lnTo>
                  <a:lnTo>
                    <a:pt x="2966303" y="1922911"/>
                  </a:lnTo>
                  <a:lnTo>
                    <a:pt x="2971776" y="1922911"/>
                  </a:lnTo>
                  <a:lnTo>
                    <a:pt x="2971776" y="1922911"/>
                  </a:lnTo>
                  <a:lnTo>
                    <a:pt x="2977249" y="1922911"/>
                  </a:lnTo>
                  <a:lnTo>
                    <a:pt x="2977249" y="1922911"/>
                  </a:lnTo>
                  <a:lnTo>
                    <a:pt x="2982722" y="1922911"/>
                  </a:lnTo>
                  <a:lnTo>
                    <a:pt x="2982722" y="1922911"/>
                  </a:lnTo>
                  <a:lnTo>
                    <a:pt x="2988195" y="1922911"/>
                  </a:lnTo>
                  <a:lnTo>
                    <a:pt x="2988195" y="1922911"/>
                  </a:lnTo>
                  <a:lnTo>
                    <a:pt x="2993668" y="1922911"/>
                  </a:lnTo>
                  <a:lnTo>
                    <a:pt x="2993668" y="1905829"/>
                  </a:lnTo>
                  <a:lnTo>
                    <a:pt x="2999141" y="1905829"/>
                  </a:lnTo>
                  <a:lnTo>
                    <a:pt x="2999141" y="1888760"/>
                  </a:lnTo>
                  <a:lnTo>
                    <a:pt x="3004614" y="1888760"/>
                  </a:lnTo>
                  <a:lnTo>
                    <a:pt x="3004614" y="1888760"/>
                  </a:lnTo>
                  <a:lnTo>
                    <a:pt x="3010086" y="1888760"/>
                  </a:lnTo>
                  <a:lnTo>
                    <a:pt x="3010086" y="1888760"/>
                  </a:lnTo>
                  <a:lnTo>
                    <a:pt x="3015559" y="1888760"/>
                  </a:lnTo>
                  <a:lnTo>
                    <a:pt x="3015559" y="1888760"/>
                  </a:lnTo>
                  <a:lnTo>
                    <a:pt x="3021032" y="1888760"/>
                  </a:lnTo>
                  <a:lnTo>
                    <a:pt x="3021032" y="1888760"/>
                  </a:lnTo>
                  <a:lnTo>
                    <a:pt x="3026505" y="1888760"/>
                  </a:lnTo>
                  <a:lnTo>
                    <a:pt x="3026505" y="1888760"/>
                  </a:lnTo>
                  <a:lnTo>
                    <a:pt x="3031978" y="1888760"/>
                  </a:lnTo>
                  <a:lnTo>
                    <a:pt x="3031978" y="1888760"/>
                  </a:lnTo>
                  <a:lnTo>
                    <a:pt x="3037451" y="1888760"/>
                  </a:lnTo>
                  <a:lnTo>
                    <a:pt x="3037451" y="1888760"/>
                  </a:lnTo>
                  <a:lnTo>
                    <a:pt x="3042924" y="1888760"/>
                  </a:lnTo>
                  <a:lnTo>
                    <a:pt x="3042924" y="1888760"/>
                  </a:lnTo>
                  <a:lnTo>
                    <a:pt x="3048397" y="1888760"/>
                  </a:lnTo>
                  <a:lnTo>
                    <a:pt x="3048397" y="1888760"/>
                  </a:lnTo>
                  <a:lnTo>
                    <a:pt x="3053870" y="1888760"/>
                  </a:lnTo>
                  <a:lnTo>
                    <a:pt x="3053870" y="1888760"/>
                  </a:lnTo>
                  <a:lnTo>
                    <a:pt x="3059342" y="1888760"/>
                  </a:lnTo>
                  <a:lnTo>
                    <a:pt x="3059342" y="1888760"/>
                  </a:lnTo>
                  <a:lnTo>
                    <a:pt x="3064815" y="1888760"/>
                  </a:lnTo>
                  <a:lnTo>
                    <a:pt x="3064815" y="1888760"/>
                  </a:lnTo>
                  <a:lnTo>
                    <a:pt x="3070288" y="1888760"/>
                  </a:lnTo>
                  <a:lnTo>
                    <a:pt x="3070288" y="1888760"/>
                  </a:lnTo>
                  <a:lnTo>
                    <a:pt x="3075761" y="1888760"/>
                  </a:lnTo>
                  <a:lnTo>
                    <a:pt x="3075761" y="1888760"/>
                  </a:lnTo>
                  <a:lnTo>
                    <a:pt x="3081234" y="1888760"/>
                  </a:lnTo>
                  <a:lnTo>
                    <a:pt x="3081234" y="1888760"/>
                  </a:lnTo>
                  <a:lnTo>
                    <a:pt x="3086707" y="1888760"/>
                  </a:lnTo>
                  <a:lnTo>
                    <a:pt x="3086707" y="1888760"/>
                  </a:lnTo>
                  <a:lnTo>
                    <a:pt x="3092180" y="1888760"/>
                  </a:lnTo>
                  <a:lnTo>
                    <a:pt x="3092180" y="1888760"/>
                  </a:lnTo>
                  <a:lnTo>
                    <a:pt x="3097653" y="1888760"/>
                  </a:lnTo>
                  <a:lnTo>
                    <a:pt x="3097653" y="1888760"/>
                  </a:lnTo>
                  <a:lnTo>
                    <a:pt x="3103126" y="1888760"/>
                  </a:lnTo>
                  <a:lnTo>
                    <a:pt x="3103126" y="1888760"/>
                  </a:lnTo>
                  <a:lnTo>
                    <a:pt x="3108598" y="1888760"/>
                  </a:lnTo>
                  <a:lnTo>
                    <a:pt x="3108598" y="1888760"/>
                  </a:lnTo>
                  <a:lnTo>
                    <a:pt x="3114071" y="1888760"/>
                  </a:lnTo>
                  <a:lnTo>
                    <a:pt x="3114071" y="1888760"/>
                  </a:lnTo>
                  <a:lnTo>
                    <a:pt x="3119544" y="1888760"/>
                  </a:lnTo>
                  <a:lnTo>
                    <a:pt x="3119544" y="1888760"/>
                  </a:lnTo>
                  <a:lnTo>
                    <a:pt x="3125017" y="1888760"/>
                  </a:lnTo>
                  <a:lnTo>
                    <a:pt x="3125017" y="1888760"/>
                  </a:lnTo>
                  <a:lnTo>
                    <a:pt x="3130490" y="1888760"/>
                  </a:lnTo>
                  <a:lnTo>
                    <a:pt x="3130490" y="1888760"/>
                  </a:lnTo>
                  <a:lnTo>
                    <a:pt x="3135963" y="1888760"/>
                  </a:lnTo>
                  <a:lnTo>
                    <a:pt x="3135963" y="1888760"/>
                  </a:lnTo>
                  <a:lnTo>
                    <a:pt x="3141436" y="1888760"/>
                  </a:lnTo>
                  <a:lnTo>
                    <a:pt x="3141436" y="1888760"/>
                  </a:lnTo>
                  <a:lnTo>
                    <a:pt x="3146909" y="1888760"/>
                  </a:lnTo>
                  <a:lnTo>
                    <a:pt x="3146909" y="1888760"/>
                  </a:lnTo>
                  <a:lnTo>
                    <a:pt x="3152382" y="1888760"/>
                  </a:lnTo>
                  <a:lnTo>
                    <a:pt x="3152382" y="1888760"/>
                  </a:lnTo>
                  <a:lnTo>
                    <a:pt x="3157854" y="1888760"/>
                  </a:lnTo>
                  <a:lnTo>
                    <a:pt x="3157854" y="1888760"/>
                  </a:lnTo>
                  <a:lnTo>
                    <a:pt x="3163327" y="1888760"/>
                  </a:lnTo>
                  <a:lnTo>
                    <a:pt x="3163327" y="1888760"/>
                  </a:lnTo>
                  <a:lnTo>
                    <a:pt x="3168800" y="1888760"/>
                  </a:lnTo>
                  <a:lnTo>
                    <a:pt x="3168800" y="1854359"/>
                  </a:lnTo>
                  <a:lnTo>
                    <a:pt x="3174273" y="1854359"/>
                  </a:lnTo>
                  <a:lnTo>
                    <a:pt x="3174273" y="1854359"/>
                  </a:lnTo>
                  <a:lnTo>
                    <a:pt x="3179746" y="1854359"/>
                  </a:lnTo>
                  <a:lnTo>
                    <a:pt x="3179746" y="1854359"/>
                  </a:lnTo>
                  <a:lnTo>
                    <a:pt x="3185219" y="1854359"/>
                  </a:lnTo>
                  <a:lnTo>
                    <a:pt x="3185219" y="1854359"/>
                  </a:lnTo>
                  <a:lnTo>
                    <a:pt x="3190692" y="1854359"/>
                  </a:lnTo>
                  <a:lnTo>
                    <a:pt x="3190692" y="1854359"/>
                  </a:lnTo>
                  <a:lnTo>
                    <a:pt x="3196165" y="1854359"/>
                  </a:lnTo>
                  <a:lnTo>
                    <a:pt x="3196165" y="1854359"/>
                  </a:lnTo>
                  <a:lnTo>
                    <a:pt x="3201637" y="1854359"/>
                  </a:lnTo>
                  <a:lnTo>
                    <a:pt x="3201637" y="1854359"/>
                  </a:lnTo>
                  <a:lnTo>
                    <a:pt x="3207110" y="1854359"/>
                  </a:lnTo>
                  <a:lnTo>
                    <a:pt x="3207110" y="1854359"/>
                  </a:lnTo>
                  <a:lnTo>
                    <a:pt x="3212583" y="1854359"/>
                  </a:lnTo>
                  <a:lnTo>
                    <a:pt x="3212583" y="1854359"/>
                  </a:lnTo>
                  <a:lnTo>
                    <a:pt x="3218056" y="1854359"/>
                  </a:lnTo>
                  <a:lnTo>
                    <a:pt x="3218056" y="1854359"/>
                  </a:lnTo>
                  <a:lnTo>
                    <a:pt x="3223529" y="1854359"/>
                  </a:lnTo>
                  <a:lnTo>
                    <a:pt x="3223529" y="1854359"/>
                  </a:lnTo>
                  <a:lnTo>
                    <a:pt x="3229002" y="1854359"/>
                  </a:lnTo>
                  <a:lnTo>
                    <a:pt x="3229002" y="1854359"/>
                  </a:lnTo>
                  <a:lnTo>
                    <a:pt x="3234475" y="1854359"/>
                  </a:lnTo>
                  <a:lnTo>
                    <a:pt x="3234475" y="1854359"/>
                  </a:lnTo>
                  <a:lnTo>
                    <a:pt x="3239948" y="1854359"/>
                  </a:lnTo>
                  <a:lnTo>
                    <a:pt x="3239948" y="1854359"/>
                  </a:lnTo>
                  <a:lnTo>
                    <a:pt x="3245421" y="1854359"/>
                  </a:lnTo>
                  <a:lnTo>
                    <a:pt x="3245421" y="1836974"/>
                  </a:lnTo>
                  <a:lnTo>
                    <a:pt x="3250893" y="1836974"/>
                  </a:lnTo>
                  <a:lnTo>
                    <a:pt x="3250893" y="1836974"/>
                  </a:lnTo>
                  <a:lnTo>
                    <a:pt x="3256366" y="1836974"/>
                  </a:lnTo>
                  <a:lnTo>
                    <a:pt x="3256366" y="1836974"/>
                  </a:lnTo>
                  <a:lnTo>
                    <a:pt x="3261839" y="1836974"/>
                  </a:lnTo>
                  <a:lnTo>
                    <a:pt x="3261839" y="1836974"/>
                  </a:lnTo>
                  <a:lnTo>
                    <a:pt x="3267312" y="1836974"/>
                  </a:lnTo>
                  <a:lnTo>
                    <a:pt x="3267312" y="1836974"/>
                  </a:lnTo>
                  <a:lnTo>
                    <a:pt x="3272785" y="1836974"/>
                  </a:lnTo>
                  <a:lnTo>
                    <a:pt x="3272785" y="1836974"/>
                  </a:lnTo>
                  <a:lnTo>
                    <a:pt x="3278258" y="1836974"/>
                  </a:lnTo>
                  <a:lnTo>
                    <a:pt x="3278258" y="1836974"/>
                  </a:lnTo>
                  <a:lnTo>
                    <a:pt x="3283731" y="1836974"/>
                  </a:lnTo>
                  <a:lnTo>
                    <a:pt x="3283731" y="1802001"/>
                  </a:lnTo>
                  <a:lnTo>
                    <a:pt x="3289204" y="1802001"/>
                  </a:lnTo>
                  <a:lnTo>
                    <a:pt x="3289204" y="1802001"/>
                  </a:lnTo>
                  <a:lnTo>
                    <a:pt x="3294677" y="1802001"/>
                  </a:lnTo>
                  <a:lnTo>
                    <a:pt x="3294677" y="1802001"/>
                  </a:lnTo>
                  <a:lnTo>
                    <a:pt x="3300149" y="1802001"/>
                  </a:lnTo>
                  <a:lnTo>
                    <a:pt x="3300149" y="1802001"/>
                  </a:lnTo>
                  <a:lnTo>
                    <a:pt x="3305622" y="1802001"/>
                  </a:lnTo>
                  <a:lnTo>
                    <a:pt x="3305622" y="1802001"/>
                  </a:lnTo>
                  <a:lnTo>
                    <a:pt x="3311095" y="1802001"/>
                  </a:lnTo>
                  <a:lnTo>
                    <a:pt x="3311095" y="1802001"/>
                  </a:lnTo>
                  <a:lnTo>
                    <a:pt x="3316568" y="1802001"/>
                  </a:lnTo>
                  <a:lnTo>
                    <a:pt x="3316568" y="1802001"/>
                  </a:lnTo>
                  <a:lnTo>
                    <a:pt x="3322041" y="1802001"/>
                  </a:lnTo>
                  <a:lnTo>
                    <a:pt x="3322041" y="1802001"/>
                  </a:lnTo>
                  <a:lnTo>
                    <a:pt x="3327514" y="1802001"/>
                  </a:lnTo>
                  <a:lnTo>
                    <a:pt x="3327514" y="1802001"/>
                  </a:lnTo>
                  <a:lnTo>
                    <a:pt x="3332987" y="1802001"/>
                  </a:lnTo>
                  <a:lnTo>
                    <a:pt x="3332987" y="1802001"/>
                  </a:lnTo>
                  <a:lnTo>
                    <a:pt x="3338460" y="1802001"/>
                  </a:lnTo>
                  <a:lnTo>
                    <a:pt x="3338460" y="1802001"/>
                  </a:lnTo>
                  <a:lnTo>
                    <a:pt x="3343932" y="1802001"/>
                  </a:lnTo>
                  <a:lnTo>
                    <a:pt x="3343932" y="1802001"/>
                  </a:lnTo>
                  <a:lnTo>
                    <a:pt x="3349405" y="1802001"/>
                  </a:lnTo>
                  <a:lnTo>
                    <a:pt x="3349405" y="1802001"/>
                  </a:lnTo>
                  <a:lnTo>
                    <a:pt x="3354878" y="1802001"/>
                  </a:lnTo>
                  <a:lnTo>
                    <a:pt x="3354878" y="1802001"/>
                  </a:lnTo>
                  <a:lnTo>
                    <a:pt x="3360351" y="1802001"/>
                  </a:lnTo>
                  <a:lnTo>
                    <a:pt x="3360351" y="1802001"/>
                  </a:lnTo>
                  <a:lnTo>
                    <a:pt x="3365824" y="1802001"/>
                  </a:lnTo>
                  <a:lnTo>
                    <a:pt x="3365824" y="1802001"/>
                  </a:lnTo>
                  <a:lnTo>
                    <a:pt x="3371297" y="1802001"/>
                  </a:lnTo>
                  <a:lnTo>
                    <a:pt x="3371297" y="1802001"/>
                  </a:lnTo>
                  <a:lnTo>
                    <a:pt x="3376770" y="1802001"/>
                  </a:lnTo>
                  <a:lnTo>
                    <a:pt x="3376770" y="1802001"/>
                  </a:lnTo>
                  <a:lnTo>
                    <a:pt x="3382243" y="1802001"/>
                  </a:lnTo>
                  <a:lnTo>
                    <a:pt x="3382243" y="1802001"/>
                  </a:lnTo>
                  <a:lnTo>
                    <a:pt x="3387716" y="1802001"/>
                  </a:lnTo>
                  <a:lnTo>
                    <a:pt x="3387716" y="1802001"/>
                  </a:lnTo>
                  <a:lnTo>
                    <a:pt x="3393188" y="1802001"/>
                  </a:lnTo>
                  <a:lnTo>
                    <a:pt x="3393188" y="1802001"/>
                  </a:lnTo>
                  <a:lnTo>
                    <a:pt x="3398661" y="1802001"/>
                  </a:lnTo>
                  <a:lnTo>
                    <a:pt x="3398661" y="1802001"/>
                  </a:lnTo>
                  <a:lnTo>
                    <a:pt x="3404134" y="1802001"/>
                  </a:lnTo>
                  <a:lnTo>
                    <a:pt x="3404134" y="1802001"/>
                  </a:lnTo>
                  <a:lnTo>
                    <a:pt x="3409607" y="1802001"/>
                  </a:lnTo>
                  <a:lnTo>
                    <a:pt x="3409607" y="1802001"/>
                  </a:lnTo>
                  <a:lnTo>
                    <a:pt x="3415080" y="1802001"/>
                  </a:lnTo>
                  <a:lnTo>
                    <a:pt x="3415080" y="1802001"/>
                  </a:lnTo>
                  <a:lnTo>
                    <a:pt x="3420553" y="1802001"/>
                  </a:lnTo>
                  <a:lnTo>
                    <a:pt x="3420553" y="1802001"/>
                  </a:lnTo>
                  <a:lnTo>
                    <a:pt x="3426026" y="1802001"/>
                  </a:lnTo>
                  <a:lnTo>
                    <a:pt x="3426026" y="1802001"/>
                  </a:lnTo>
                  <a:lnTo>
                    <a:pt x="3431499" y="1802001"/>
                  </a:lnTo>
                  <a:lnTo>
                    <a:pt x="3431499" y="1802001"/>
                  </a:lnTo>
                  <a:lnTo>
                    <a:pt x="3436972" y="1802001"/>
                  </a:lnTo>
                  <a:lnTo>
                    <a:pt x="3436972" y="1802001"/>
                  </a:lnTo>
                  <a:lnTo>
                    <a:pt x="3442444" y="1802001"/>
                  </a:lnTo>
                  <a:lnTo>
                    <a:pt x="3442444" y="1802001"/>
                  </a:lnTo>
                  <a:lnTo>
                    <a:pt x="3447917" y="1802001"/>
                  </a:lnTo>
                  <a:lnTo>
                    <a:pt x="3447917" y="1802001"/>
                  </a:lnTo>
                  <a:lnTo>
                    <a:pt x="3453390" y="1802001"/>
                  </a:lnTo>
                  <a:lnTo>
                    <a:pt x="3453390" y="1802001"/>
                  </a:lnTo>
                  <a:lnTo>
                    <a:pt x="3458863" y="1802001"/>
                  </a:lnTo>
                  <a:lnTo>
                    <a:pt x="3458863" y="1784178"/>
                  </a:lnTo>
                  <a:lnTo>
                    <a:pt x="3464336" y="1784178"/>
                  </a:lnTo>
                  <a:lnTo>
                    <a:pt x="3464336" y="1766357"/>
                  </a:lnTo>
                  <a:lnTo>
                    <a:pt x="3469809" y="1766357"/>
                  </a:lnTo>
                  <a:lnTo>
                    <a:pt x="3469809" y="1766357"/>
                  </a:lnTo>
                  <a:lnTo>
                    <a:pt x="3475282" y="1766357"/>
                  </a:lnTo>
                  <a:lnTo>
                    <a:pt x="3475282" y="1766357"/>
                  </a:lnTo>
                  <a:lnTo>
                    <a:pt x="3480755" y="1766357"/>
                  </a:lnTo>
                  <a:lnTo>
                    <a:pt x="3480755" y="1766357"/>
                  </a:lnTo>
                  <a:lnTo>
                    <a:pt x="3486228" y="1766357"/>
                  </a:lnTo>
                  <a:lnTo>
                    <a:pt x="3486228" y="1766357"/>
                  </a:lnTo>
                  <a:lnTo>
                    <a:pt x="3491700" y="1766357"/>
                  </a:lnTo>
                  <a:lnTo>
                    <a:pt x="3491700" y="1766357"/>
                  </a:lnTo>
                  <a:lnTo>
                    <a:pt x="3497173" y="1766357"/>
                  </a:lnTo>
                  <a:lnTo>
                    <a:pt x="3497173" y="1766357"/>
                  </a:lnTo>
                  <a:lnTo>
                    <a:pt x="3502646" y="1766357"/>
                  </a:lnTo>
                  <a:lnTo>
                    <a:pt x="3502646" y="1766357"/>
                  </a:lnTo>
                  <a:lnTo>
                    <a:pt x="3508119" y="1766357"/>
                  </a:lnTo>
                  <a:lnTo>
                    <a:pt x="3508119" y="1766357"/>
                  </a:lnTo>
                  <a:lnTo>
                    <a:pt x="3513592" y="1766357"/>
                  </a:lnTo>
                  <a:lnTo>
                    <a:pt x="3513592" y="1748458"/>
                  </a:lnTo>
                  <a:lnTo>
                    <a:pt x="3519065" y="1748458"/>
                  </a:lnTo>
                  <a:lnTo>
                    <a:pt x="3519065" y="1748458"/>
                  </a:lnTo>
                  <a:lnTo>
                    <a:pt x="3524538" y="1748458"/>
                  </a:lnTo>
                  <a:lnTo>
                    <a:pt x="3524538" y="1730533"/>
                  </a:lnTo>
                  <a:lnTo>
                    <a:pt x="3530011" y="1730533"/>
                  </a:lnTo>
                  <a:lnTo>
                    <a:pt x="3530011" y="1730533"/>
                  </a:lnTo>
                  <a:lnTo>
                    <a:pt x="3535483" y="1730533"/>
                  </a:lnTo>
                  <a:lnTo>
                    <a:pt x="3535483" y="1730533"/>
                  </a:lnTo>
                  <a:lnTo>
                    <a:pt x="3540956" y="1730533"/>
                  </a:lnTo>
                  <a:lnTo>
                    <a:pt x="3540956" y="1730533"/>
                  </a:lnTo>
                  <a:lnTo>
                    <a:pt x="3546429" y="1730533"/>
                  </a:lnTo>
                  <a:lnTo>
                    <a:pt x="3546429" y="1730533"/>
                  </a:lnTo>
                  <a:lnTo>
                    <a:pt x="3551902" y="1730533"/>
                  </a:lnTo>
                  <a:lnTo>
                    <a:pt x="3551902" y="1730533"/>
                  </a:lnTo>
                  <a:lnTo>
                    <a:pt x="3557375" y="1730533"/>
                  </a:lnTo>
                  <a:lnTo>
                    <a:pt x="3557375" y="1730533"/>
                  </a:lnTo>
                  <a:lnTo>
                    <a:pt x="3562848" y="1730533"/>
                  </a:lnTo>
                  <a:lnTo>
                    <a:pt x="3562848" y="1730533"/>
                  </a:lnTo>
                  <a:lnTo>
                    <a:pt x="3568321" y="1730533"/>
                  </a:lnTo>
                  <a:lnTo>
                    <a:pt x="3568321" y="1730533"/>
                  </a:lnTo>
                  <a:lnTo>
                    <a:pt x="3573794" y="1730533"/>
                  </a:lnTo>
                  <a:lnTo>
                    <a:pt x="3573794" y="1730533"/>
                  </a:lnTo>
                  <a:lnTo>
                    <a:pt x="3579267" y="1730533"/>
                  </a:lnTo>
                  <a:lnTo>
                    <a:pt x="3579267" y="1712515"/>
                  </a:lnTo>
                  <a:lnTo>
                    <a:pt x="3584739" y="1712515"/>
                  </a:lnTo>
                  <a:lnTo>
                    <a:pt x="3584739" y="1712515"/>
                  </a:lnTo>
                  <a:lnTo>
                    <a:pt x="3590212" y="1712515"/>
                  </a:lnTo>
                  <a:lnTo>
                    <a:pt x="3590212" y="1694458"/>
                  </a:lnTo>
                  <a:lnTo>
                    <a:pt x="3595685" y="1694458"/>
                  </a:lnTo>
                  <a:lnTo>
                    <a:pt x="3595685" y="1694458"/>
                  </a:lnTo>
                  <a:lnTo>
                    <a:pt x="3601158" y="1694458"/>
                  </a:lnTo>
                  <a:lnTo>
                    <a:pt x="3601158" y="1694458"/>
                  </a:lnTo>
                  <a:lnTo>
                    <a:pt x="3606631" y="1694458"/>
                  </a:lnTo>
                  <a:lnTo>
                    <a:pt x="3606631" y="1676387"/>
                  </a:lnTo>
                  <a:lnTo>
                    <a:pt x="3612104" y="1676387"/>
                  </a:lnTo>
                  <a:lnTo>
                    <a:pt x="3612104" y="1676387"/>
                  </a:lnTo>
                  <a:lnTo>
                    <a:pt x="3617577" y="1676387"/>
                  </a:lnTo>
                  <a:lnTo>
                    <a:pt x="3617577" y="1676387"/>
                  </a:lnTo>
                  <a:lnTo>
                    <a:pt x="3623050" y="1676387"/>
                  </a:lnTo>
                  <a:lnTo>
                    <a:pt x="3623050" y="1676387"/>
                  </a:lnTo>
                  <a:lnTo>
                    <a:pt x="3628523" y="1676387"/>
                  </a:lnTo>
                  <a:lnTo>
                    <a:pt x="3628523" y="1676387"/>
                  </a:lnTo>
                  <a:lnTo>
                    <a:pt x="3633995" y="1676387"/>
                  </a:lnTo>
                  <a:lnTo>
                    <a:pt x="3633995" y="1676387"/>
                  </a:lnTo>
                  <a:lnTo>
                    <a:pt x="3639468" y="1676387"/>
                  </a:lnTo>
                  <a:lnTo>
                    <a:pt x="3639468" y="1676387"/>
                  </a:lnTo>
                  <a:lnTo>
                    <a:pt x="3644941" y="1676387"/>
                  </a:lnTo>
                  <a:lnTo>
                    <a:pt x="3644941" y="1658235"/>
                  </a:lnTo>
                  <a:lnTo>
                    <a:pt x="3650414" y="1658235"/>
                  </a:lnTo>
                  <a:lnTo>
                    <a:pt x="3650414" y="1658235"/>
                  </a:lnTo>
                  <a:lnTo>
                    <a:pt x="3655887" y="1658235"/>
                  </a:lnTo>
                  <a:lnTo>
                    <a:pt x="3655887" y="1658235"/>
                  </a:lnTo>
                  <a:lnTo>
                    <a:pt x="3661360" y="1658235"/>
                  </a:lnTo>
                  <a:lnTo>
                    <a:pt x="3661360" y="1658235"/>
                  </a:lnTo>
                  <a:lnTo>
                    <a:pt x="3666833" y="1658235"/>
                  </a:lnTo>
                  <a:lnTo>
                    <a:pt x="3666833" y="1658235"/>
                  </a:lnTo>
                  <a:lnTo>
                    <a:pt x="3672306" y="1658235"/>
                  </a:lnTo>
                  <a:lnTo>
                    <a:pt x="3672306" y="1658235"/>
                  </a:lnTo>
                  <a:lnTo>
                    <a:pt x="3677779" y="1658235"/>
                  </a:lnTo>
                  <a:lnTo>
                    <a:pt x="3677779" y="1658235"/>
                  </a:lnTo>
                  <a:lnTo>
                    <a:pt x="3683251" y="1658235"/>
                  </a:lnTo>
                  <a:lnTo>
                    <a:pt x="3683251" y="1658235"/>
                  </a:lnTo>
                  <a:lnTo>
                    <a:pt x="3688724" y="1658235"/>
                  </a:lnTo>
                  <a:lnTo>
                    <a:pt x="3688724" y="1658235"/>
                  </a:lnTo>
                  <a:lnTo>
                    <a:pt x="3694197" y="1658235"/>
                  </a:lnTo>
                  <a:lnTo>
                    <a:pt x="3694197" y="1658235"/>
                  </a:lnTo>
                  <a:lnTo>
                    <a:pt x="3699670" y="1658235"/>
                  </a:lnTo>
                  <a:lnTo>
                    <a:pt x="3699670" y="1658235"/>
                  </a:lnTo>
                  <a:lnTo>
                    <a:pt x="3705143" y="1658235"/>
                  </a:lnTo>
                  <a:lnTo>
                    <a:pt x="3705143" y="1640041"/>
                  </a:lnTo>
                  <a:lnTo>
                    <a:pt x="3710616" y="1640041"/>
                  </a:lnTo>
                  <a:lnTo>
                    <a:pt x="3710616" y="1640041"/>
                  </a:lnTo>
                  <a:lnTo>
                    <a:pt x="3716089" y="1640041"/>
                  </a:lnTo>
                  <a:lnTo>
                    <a:pt x="3716089" y="1621819"/>
                  </a:lnTo>
                  <a:lnTo>
                    <a:pt x="3721562" y="1621819"/>
                  </a:lnTo>
                  <a:lnTo>
                    <a:pt x="3721562" y="1621819"/>
                  </a:lnTo>
                  <a:lnTo>
                    <a:pt x="3727034" y="1621819"/>
                  </a:lnTo>
                  <a:lnTo>
                    <a:pt x="3727034" y="1621819"/>
                  </a:lnTo>
                  <a:lnTo>
                    <a:pt x="3732507" y="1621819"/>
                  </a:lnTo>
                  <a:lnTo>
                    <a:pt x="3732507" y="1621819"/>
                  </a:lnTo>
                  <a:lnTo>
                    <a:pt x="3737980" y="1621819"/>
                  </a:lnTo>
                  <a:lnTo>
                    <a:pt x="3737980" y="1621819"/>
                  </a:lnTo>
                  <a:lnTo>
                    <a:pt x="3743453" y="1621819"/>
                  </a:lnTo>
                  <a:lnTo>
                    <a:pt x="3743453" y="1621819"/>
                  </a:lnTo>
                  <a:lnTo>
                    <a:pt x="3748926" y="1621819"/>
                  </a:lnTo>
                  <a:lnTo>
                    <a:pt x="3748926" y="1621819"/>
                  </a:lnTo>
                  <a:lnTo>
                    <a:pt x="3754399" y="1621819"/>
                  </a:lnTo>
                  <a:lnTo>
                    <a:pt x="3754399" y="1621819"/>
                  </a:lnTo>
                  <a:lnTo>
                    <a:pt x="3759872" y="1621819"/>
                  </a:lnTo>
                  <a:lnTo>
                    <a:pt x="3759872" y="1621819"/>
                  </a:lnTo>
                  <a:lnTo>
                    <a:pt x="3765345" y="1621819"/>
                  </a:lnTo>
                  <a:lnTo>
                    <a:pt x="3765345" y="1621819"/>
                  </a:lnTo>
                  <a:lnTo>
                    <a:pt x="3770818" y="1621819"/>
                  </a:lnTo>
                  <a:lnTo>
                    <a:pt x="3770818" y="1621819"/>
                  </a:lnTo>
                  <a:lnTo>
                    <a:pt x="3776290" y="1621819"/>
                  </a:lnTo>
                  <a:lnTo>
                    <a:pt x="3776290" y="1621819"/>
                  </a:lnTo>
                  <a:lnTo>
                    <a:pt x="3781763" y="1621819"/>
                  </a:lnTo>
                  <a:lnTo>
                    <a:pt x="3781763" y="1621819"/>
                  </a:lnTo>
                  <a:lnTo>
                    <a:pt x="3787236" y="1621819"/>
                  </a:lnTo>
                  <a:lnTo>
                    <a:pt x="3787236" y="1621819"/>
                  </a:lnTo>
                  <a:lnTo>
                    <a:pt x="3792709" y="1621819"/>
                  </a:lnTo>
                  <a:lnTo>
                    <a:pt x="3792709" y="1621819"/>
                  </a:lnTo>
                  <a:lnTo>
                    <a:pt x="3798182" y="1621819"/>
                  </a:lnTo>
                  <a:lnTo>
                    <a:pt x="3798182" y="1621819"/>
                  </a:lnTo>
                  <a:lnTo>
                    <a:pt x="3803655" y="1621819"/>
                  </a:lnTo>
                  <a:lnTo>
                    <a:pt x="3803655" y="1621819"/>
                  </a:lnTo>
                  <a:lnTo>
                    <a:pt x="3809128" y="1621819"/>
                  </a:lnTo>
                  <a:lnTo>
                    <a:pt x="3809128" y="1621819"/>
                  </a:lnTo>
                  <a:lnTo>
                    <a:pt x="3814601" y="1621819"/>
                  </a:lnTo>
                  <a:lnTo>
                    <a:pt x="3814601" y="1621819"/>
                  </a:lnTo>
                  <a:lnTo>
                    <a:pt x="3820074" y="1621819"/>
                  </a:lnTo>
                  <a:lnTo>
                    <a:pt x="3820074" y="1621819"/>
                  </a:lnTo>
                  <a:lnTo>
                    <a:pt x="3825546" y="1621819"/>
                  </a:lnTo>
                  <a:lnTo>
                    <a:pt x="3825546" y="1621819"/>
                  </a:lnTo>
                  <a:lnTo>
                    <a:pt x="3831019" y="1621819"/>
                  </a:lnTo>
                  <a:lnTo>
                    <a:pt x="3831019" y="1621819"/>
                  </a:lnTo>
                  <a:lnTo>
                    <a:pt x="3836492" y="1621819"/>
                  </a:lnTo>
                  <a:lnTo>
                    <a:pt x="3836492" y="1621819"/>
                  </a:lnTo>
                  <a:lnTo>
                    <a:pt x="3841965" y="1621819"/>
                  </a:lnTo>
                  <a:lnTo>
                    <a:pt x="3841965" y="1621819"/>
                  </a:lnTo>
                  <a:lnTo>
                    <a:pt x="3847438" y="1621819"/>
                  </a:lnTo>
                  <a:lnTo>
                    <a:pt x="3847438" y="1621819"/>
                  </a:lnTo>
                  <a:lnTo>
                    <a:pt x="3852911" y="1621819"/>
                  </a:lnTo>
                  <a:lnTo>
                    <a:pt x="3852911" y="1621819"/>
                  </a:lnTo>
                  <a:lnTo>
                    <a:pt x="3858384" y="1621819"/>
                  </a:lnTo>
                  <a:lnTo>
                    <a:pt x="3858384" y="1621819"/>
                  </a:lnTo>
                  <a:lnTo>
                    <a:pt x="3863857" y="1621819"/>
                  </a:lnTo>
                  <a:lnTo>
                    <a:pt x="3863857" y="1621819"/>
                  </a:lnTo>
                  <a:lnTo>
                    <a:pt x="3869329" y="1621819"/>
                  </a:lnTo>
                  <a:lnTo>
                    <a:pt x="3869329" y="1621819"/>
                  </a:lnTo>
                  <a:lnTo>
                    <a:pt x="3874802" y="1621819"/>
                  </a:lnTo>
                  <a:lnTo>
                    <a:pt x="3874802" y="1621819"/>
                  </a:lnTo>
                  <a:lnTo>
                    <a:pt x="3880275" y="1621819"/>
                  </a:lnTo>
                  <a:lnTo>
                    <a:pt x="3880275" y="1621819"/>
                  </a:lnTo>
                  <a:lnTo>
                    <a:pt x="3885748" y="1621819"/>
                  </a:lnTo>
                  <a:lnTo>
                    <a:pt x="3885748" y="1621819"/>
                  </a:lnTo>
                  <a:lnTo>
                    <a:pt x="3891221" y="1621819"/>
                  </a:lnTo>
                  <a:lnTo>
                    <a:pt x="3891221" y="1603121"/>
                  </a:lnTo>
                  <a:lnTo>
                    <a:pt x="3896694" y="1603121"/>
                  </a:lnTo>
                  <a:lnTo>
                    <a:pt x="3896694" y="1603121"/>
                  </a:lnTo>
                  <a:lnTo>
                    <a:pt x="3902167" y="1603121"/>
                  </a:lnTo>
                  <a:lnTo>
                    <a:pt x="3902167" y="1584408"/>
                  </a:lnTo>
                  <a:lnTo>
                    <a:pt x="3907640" y="1584408"/>
                  </a:lnTo>
                  <a:lnTo>
                    <a:pt x="3907640" y="1584408"/>
                  </a:lnTo>
                  <a:lnTo>
                    <a:pt x="3913113" y="1584408"/>
                  </a:lnTo>
                  <a:lnTo>
                    <a:pt x="3913113" y="1565665"/>
                  </a:lnTo>
                  <a:lnTo>
                    <a:pt x="3918585" y="1565665"/>
                  </a:lnTo>
                  <a:lnTo>
                    <a:pt x="3918585" y="1565665"/>
                  </a:lnTo>
                  <a:lnTo>
                    <a:pt x="3924058" y="1565665"/>
                  </a:lnTo>
                  <a:lnTo>
                    <a:pt x="3924058" y="1565665"/>
                  </a:lnTo>
                  <a:lnTo>
                    <a:pt x="3929531" y="1565665"/>
                  </a:lnTo>
                  <a:lnTo>
                    <a:pt x="3929531" y="1546937"/>
                  </a:lnTo>
                  <a:lnTo>
                    <a:pt x="3935004" y="1546937"/>
                  </a:lnTo>
                  <a:lnTo>
                    <a:pt x="3935004" y="1528223"/>
                  </a:lnTo>
                  <a:lnTo>
                    <a:pt x="3940477" y="1528223"/>
                  </a:lnTo>
                  <a:lnTo>
                    <a:pt x="3940477" y="1528223"/>
                  </a:lnTo>
                  <a:lnTo>
                    <a:pt x="3945950" y="1528223"/>
                  </a:lnTo>
                  <a:lnTo>
                    <a:pt x="3945950" y="1528223"/>
                  </a:lnTo>
                  <a:lnTo>
                    <a:pt x="3951423" y="1528223"/>
                  </a:lnTo>
                  <a:lnTo>
                    <a:pt x="3951423" y="1528223"/>
                  </a:lnTo>
                  <a:lnTo>
                    <a:pt x="3956896" y="1528223"/>
                  </a:lnTo>
                  <a:lnTo>
                    <a:pt x="3956896" y="1528223"/>
                  </a:lnTo>
                  <a:lnTo>
                    <a:pt x="3962369" y="1528223"/>
                  </a:lnTo>
                  <a:lnTo>
                    <a:pt x="3962369" y="1528223"/>
                  </a:lnTo>
                  <a:lnTo>
                    <a:pt x="3967841" y="1528223"/>
                  </a:lnTo>
                  <a:lnTo>
                    <a:pt x="3967841" y="1528223"/>
                  </a:lnTo>
                  <a:lnTo>
                    <a:pt x="3973314" y="1528223"/>
                  </a:lnTo>
                  <a:lnTo>
                    <a:pt x="3973314" y="1490776"/>
                  </a:lnTo>
                  <a:lnTo>
                    <a:pt x="3978787" y="1490776"/>
                  </a:lnTo>
                  <a:lnTo>
                    <a:pt x="3978787" y="1490776"/>
                  </a:lnTo>
                  <a:lnTo>
                    <a:pt x="3984260" y="1490776"/>
                  </a:lnTo>
                  <a:lnTo>
                    <a:pt x="3984260" y="1490776"/>
                  </a:lnTo>
                  <a:lnTo>
                    <a:pt x="3989733" y="1490776"/>
                  </a:lnTo>
                  <a:lnTo>
                    <a:pt x="3989733" y="1490776"/>
                  </a:lnTo>
                  <a:lnTo>
                    <a:pt x="3995206" y="1490776"/>
                  </a:lnTo>
                  <a:lnTo>
                    <a:pt x="3995206" y="1490776"/>
                  </a:lnTo>
                  <a:lnTo>
                    <a:pt x="4000679" y="1490776"/>
                  </a:lnTo>
                  <a:lnTo>
                    <a:pt x="4000679" y="1490776"/>
                  </a:lnTo>
                  <a:lnTo>
                    <a:pt x="4006152" y="1490776"/>
                  </a:lnTo>
                  <a:lnTo>
                    <a:pt x="4006152" y="1490776"/>
                  </a:lnTo>
                  <a:lnTo>
                    <a:pt x="4011625" y="1490776"/>
                  </a:lnTo>
                  <a:lnTo>
                    <a:pt x="4011625" y="1490776"/>
                  </a:lnTo>
                  <a:lnTo>
                    <a:pt x="4017097" y="1490776"/>
                  </a:lnTo>
                  <a:lnTo>
                    <a:pt x="4017097" y="1490776"/>
                  </a:lnTo>
                  <a:lnTo>
                    <a:pt x="4022570" y="1490776"/>
                  </a:lnTo>
                  <a:lnTo>
                    <a:pt x="4022570" y="1490776"/>
                  </a:lnTo>
                  <a:lnTo>
                    <a:pt x="4028043" y="1490776"/>
                  </a:lnTo>
                  <a:lnTo>
                    <a:pt x="4028043" y="1490776"/>
                  </a:lnTo>
                  <a:lnTo>
                    <a:pt x="4033516" y="1490776"/>
                  </a:lnTo>
                  <a:lnTo>
                    <a:pt x="4033516" y="1490776"/>
                  </a:lnTo>
                  <a:lnTo>
                    <a:pt x="4038989" y="1490776"/>
                  </a:lnTo>
                  <a:lnTo>
                    <a:pt x="4038989" y="1490776"/>
                  </a:lnTo>
                  <a:lnTo>
                    <a:pt x="4044462" y="1490776"/>
                  </a:lnTo>
                  <a:lnTo>
                    <a:pt x="4044462" y="1490776"/>
                  </a:lnTo>
                  <a:lnTo>
                    <a:pt x="4049935" y="1490776"/>
                  </a:lnTo>
                  <a:lnTo>
                    <a:pt x="4049935" y="1490776"/>
                  </a:lnTo>
                  <a:lnTo>
                    <a:pt x="4055408" y="1490776"/>
                  </a:lnTo>
                  <a:lnTo>
                    <a:pt x="4055408" y="1490776"/>
                  </a:lnTo>
                  <a:lnTo>
                    <a:pt x="4060880" y="1490776"/>
                  </a:lnTo>
                  <a:lnTo>
                    <a:pt x="4060880" y="1490776"/>
                  </a:lnTo>
                  <a:lnTo>
                    <a:pt x="4066353" y="1490776"/>
                  </a:lnTo>
                  <a:lnTo>
                    <a:pt x="4066353" y="1490776"/>
                  </a:lnTo>
                  <a:lnTo>
                    <a:pt x="4071826" y="1490776"/>
                  </a:lnTo>
                  <a:lnTo>
                    <a:pt x="4071826" y="1490776"/>
                  </a:lnTo>
                  <a:lnTo>
                    <a:pt x="4077299" y="1490776"/>
                  </a:lnTo>
                  <a:lnTo>
                    <a:pt x="4077299" y="1471922"/>
                  </a:lnTo>
                  <a:lnTo>
                    <a:pt x="4082772" y="1471922"/>
                  </a:lnTo>
                  <a:lnTo>
                    <a:pt x="4082772" y="1471922"/>
                  </a:lnTo>
                  <a:lnTo>
                    <a:pt x="4088245" y="1471922"/>
                  </a:lnTo>
                  <a:lnTo>
                    <a:pt x="4088245" y="1453050"/>
                  </a:lnTo>
                  <a:lnTo>
                    <a:pt x="4093718" y="1453050"/>
                  </a:lnTo>
                  <a:lnTo>
                    <a:pt x="4093718" y="1453050"/>
                  </a:lnTo>
                  <a:lnTo>
                    <a:pt x="4099191" y="1453050"/>
                  </a:lnTo>
                  <a:lnTo>
                    <a:pt x="4099191" y="1434177"/>
                  </a:lnTo>
                  <a:lnTo>
                    <a:pt x="4104664" y="1434177"/>
                  </a:lnTo>
                  <a:lnTo>
                    <a:pt x="4104664" y="1434177"/>
                  </a:lnTo>
                  <a:lnTo>
                    <a:pt x="4110136" y="1434177"/>
                  </a:lnTo>
                  <a:lnTo>
                    <a:pt x="4110136" y="1434177"/>
                  </a:lnTo>
                  <a:lnTo>
                    <a:pt x="4115609" y="1434177"/>
                  </a:lnTo>
                  <a:lnTo>
                    <a:pt x="4115609" y="1434177"/>
                  </a:lnTo>
                  <a:lnTo>
                    <a:pt x="4121082" y="1434177"/>
                  </a:lnTo>
                  <a:lnTo>
                    <a:pt x="4121082" y="1434177"/>
                  </a:lnTo>
                  <a:lnTo>
                    <a:pt x="4126555" y="1434177"/>
                  </a:lnTo>
                  <a:lnTo>
                    <a:pt x="4126555" y="1434177"/>
                  </a:lnTo>
                  <a:lnTo>
                    <a:pt x="4132028" y="1434177"/>
                  </a:lnTo>
                  <a:lnTo>
                    <a:pt x="4132028" y="1434177"/>
                  </a:lnTo>
                  <a:lnTo>
                    <a:pt x="4137501" y="1434177"/>
                  </a:lnTo>
                  <a:lnTo>
                    <a:pt x="4137501" y="1434177"/>
                  </a:lnTo>
                  <a:lnTo>
                    <a:pt x="4142974" y="1434177"/>
                  </a:lnTo>
                  <a:lnTo>
                    <a:pt x="4142974" y="1415255"/>
                  </a:lnTo>
                  <a:lnTo>
                    <a:pt x="4148447" y="1415255"/>
                  </a:lnTo>
                  <a:lnTo>
                    <a:pt x="4148447" y="1415255"/>
                  </a:lnTo>
                  <a:lnTo>
                    <a:pt x="4153920" y="1415255"/>
                  </a:lnTo>
                  <a:lnTo>
                    <a:pt x="4153920" y="1415255"/>
                  </a:lnTo>
                  <a:lnTo>
                    <a:pt x="4159392" y="1415255"/>
                  </a:lnTo>
                  <a:lnTo>
                    <a:pt x="4159392" y="1415255"/>
                  </a:lnTo>
                  <a:lnTo>
                    <a:pt x="4164865" y="1415255"/>
                  </a:lnTo>
                  <a:lnTo>
                    <a:pt x="4164865" y="1415255"/>
                  </a:lnTo>
                  <a:lnTo>
                    <a:pt x="4170338" y="1415255"/>
                  </a:lnTo>
                  <a:lnTo>
                    <a:pt x="4170338" y="1415255"/>
                  </a:lnTo>
                  <a:lnTo>
                    <a:pt x="4175811" y="1415255"/>
                  </a:lnTo>
                  <a:lnTo>
                    <a:pt x="4175811" y="1415255"/>
                  </a:lnTo>
                  <a:lnTo>
                    <a:pt x="4181284" y="1415255"/>
                  </a:lnTo>
                  <a:lnTo>
                    <a:pt x="4181284" y="1415255"/>
                  </a:lnTo>
                  <a:lnTo>
                    <a:pt x="4186757" y="1415255"/>
                  </a:lnTo>
                  <a:lnTo>
                    <a:pt x="4186757" y="1377294"/>
                  </a:lnTo>
                  <a:lnTo>
                    <a:pt x="4192230" y="1377294"/>
                  </a:lnTo>
                  <a:lnTo>
                    <a:pt x="4192230" y="1377294"/>
                  </a:lnTo>
                  <a:lnTo>
                    <a:pt x="4197703" y="1377294"/>
                  </a:lnTo>
                  <a:lnTo>
                    <a:pt x="4197703" y="1358302"/>
                  </a:lnTo>
                  <a:lnTo>
                    <a:pt x="4203176" y="1358302"/>
                  </a:lnTo>
                  <a:lnTo>
                    <a:pt x="4203176" y="1339323"/>
                  </a:lnTo>
                  <a:lnTo>
                    <a:pt x="4208648" y="1339323"/>
                  </a:lnTo>
                  <a:lnTo>
                    <a:pt x="4208648" y="1339323"/>
                  </a:lnTo>
                  <a:lnTo>
                    <a:pt x="4214121" y="1339323"/>
                  </a:lnTo>
                  <a:lnTo>
                    <a:pt x="4214121" y="1339323"/>
                  </a:lnTo>
                  <a:lnTo>
                    <a:pt x="4219594" y="1339323"/>
                  </a:lnTo>
                  <a:lnTo>
                    <a:pt x="4219594" y="1339323"/>
                  </a:lnTo>
                  <a:lnTo>
                    <a:pt x="4225067" y="1339323"/>
                  </a:lnTo>
                  <a:lnTo>
                    <a:pt x="4225067" y="1339323"/>
                  </a:lnTo>
                  <a:lnTo>
                    <a:pt x="4230540" y="1339323"/>
                  </a:lnTo>
                  <a:lnTo>
                    <a:pt x="4230540" y="1339323"/>
                  </a:lnTo>
                  <a:lnTo>
                    <a:pt x="4236013" y="1339323"/>
                  </a:lnTo>
                  <a:lnTo>
                    <a:pt x="4236013" y="1339323"/>
                  </a:lnTo>
                  <a:lnTo>
                    <a:pt x="4241486" y="1339323"/>
                  </a:lnTo>
                  <a:lnTo>
                    <a:pt x="4241486" y="1339323"/>
                  </a:lnTo>
                  <a:lnTo>
                    <a:pt x="4246959" y="1339323"/>
                  </a:lnTo>
                  <a:lnTo>
                    <a:pt x="4246959" y="1339323"/>
                  </a:lnTo>
                  <a:lnTo>
                    <a:pt x="4252431" y="1339323"/>
                  </a:lnTo>
                  <a:lnTo>
                    <a:pt x="4252431" y="1339323"/>
                  </a:lnTo>
                  <a:lnTo>
                    <a:pt x="4257904" y="1339323"/>
                  </a:lnTo>
                  <a:lnTo>
                    <a:pt x="4257904" y="1339323"/>
                  </a:lnTo>
                  <a:lnTo>
                    <a:pt x="4263377" y="1339323"/>
                  </a:lnTo>
                  <a:lnTo>
                    <a:pt x="4263377" y="1339323"/>
                  </a:lnTo>
                  <a:lnTo>
                    <a:pt x="4268850" y="1339323"/>
                  </a:lnTo>
                  <a:lnTo>
                    <a:pt x="4268850" y="1339323"/>
                  </a:lnTo>
                  <a:lnTo>
                    <a:pt x="4274323" y="1339323"/>
                  </a:lnTo>
                  <a:lnTo>
                    <a:pt x="4274323" y="1320229"/>
                  </a:lnTo>
                  <a:lnTo>
                    <a:pt x="4279796" y="1320229"/>
                  </a:lnTo>
                  <a:lnTo>
                    <a:pt x="4279796" y="1301148"/>
                  </a:lnTo>
                  <a:lnTo>
                    <a:pt x="4285269" y="1301148"/>
                  </a:lnTo>
                  <a:lnTo>
                    <a:pt x="4285269" y="1301148"/>
                  </a:lnTo>
                  <a:lnTo>
                    <a:pt x="4290742" y="1301148"/>
                  </a:lnTo>
                  <a:lnTo>
                    <a:pt x="4290742" y="1301148"/>
                  </a:lnTo>
                  <a:lnTo>
                    <a:pt x="4296215" y="1301148"/>
                  </a:lnTo>
                  <a:lnTo>
                    <a:pt x="4296215" y="1301148"/>
                  </a:lnTo>
                  <a:lnTo>
                    <a:pt x="4301687" y="1301148"/>
                  </a:lnTo>
                  <a:lnTo>
                    <a:pt x="4301687" y="1301148"/>
                  </a:lnTo>
                  <a:lnTo>
                    <a:pt x="4307160" y="1301148"/>
                  </a:lnTo>
                  <a:lnTo>
                    <a:pt x="4307160" y="1301148"/>
                  </a:lnTo>
                  <a:lnTo>
                    <a:pt x="4312633" y="1301148"/>
                  </a:lnTo>
                  <a:lnTo>
                    <a:pt x="4312633" y="1301148"/>
                  </a:lnTo>
                  <a:lnTo>
                    <a:pt x="4318106" y="1301148"/>
                  </a:lnTo>
                  <a:lnTo>
                    <a:pt x="4318106" y="1301148"/>
                  </a:lnTo>
                  <a:lnTo>
                    <a:pt x="4323579" y="1301148"/>
                  </a:lnTo>
                  <a:lnTo>
                    <a:pt x="4323579" y="1301148"/>
                  </a:lnTo>
                  <a:lnTo>
                    <a:pt x="4329052" y="1301148"/>
                  </a:lnTo>
                  <a:lnTo>
                    <a:pt x="4329052" y="1301148"/>
                  </a:lnTo>
                  <a:lnTo>
                    <a:pt x="4334525" y="1301148"/>
                  </a:lnTo>
                  <a:lnTo>
                    <a:pt x="4334525" y="1301148"/>
                  </a:lnTo>
                  <a:lnTo>
                    <a:pt x="4339998" y="1301148"/>
                  </a:lnTo>
                  <a:lnTo>
                    <a:pt x="4339998" y="1301148"/>
                  </a:lnTo>
                  <a:lnTo>
                    <a:pt x="4345471" y="1301148"/>
                  </a:lnTo>
                  <a:lnTo>
                    <a:pt x="4345471" y="1301148"/>
                  </a:lnTo>
                  <a:lnTo>
                    <a:pt x="4350943" y="1301148"/>
                  </a:lnTo>
                  <a:lnTo>
                    <a:pt x="4350943" y="1301148"/>
                  </a:lnTo>
                  <a:lnTo>
                    <a:pt x="4356416" y="1301148"/>
                  </a:lnTo>
                  <a:lnTo>
                    <a:pt x="4356416" y="1301148"/>
                  </a:lnTo>
                  <a:lnTo>
                    <a:pt x="4361889" y="1301148"/>
                  </a:lnTo>
                  <a:lnTo>
                    <a:pt x="4361889" y="1301148"/>
                  </a:lnTo>
                  <a:lnTo>
                    <a:pt x="4367362" y="1301148"/>
                  </a:lnTo>
                  <a:lnTo>
                    <a:pt x="4367362" y="1301148"/>
                  </a:lnTo>
                  <a:lnTo>
                    <a:pt x="4372835" y="1301148"/>
                  </a:lnTo>
                  <a:lnTo>
                    <a:pt x="4372835" y="1301148"/>
                  </a:lnTo>
                  <a:lnTo>
                    <a:pt x="4378308" y="1301148"/>
                  </a:lnTo>
                  <a:lnTo>
                    <a:pt x="4378308" y="1301148"/>
                  </a:lnTo>
                  <a:lnTo>
                    <a:pt x="4383781" y="1301148"/>
                  </a:lnTo>
                  <a:lnTo>
                    <a:pt x="4383781" y="1301148"/>
                  </a:lnTo>
                  <a:lnTo>
                    <a:pt x="4389254" y="1301148"/>
                  </a:lnTo>
                  <a:lnTo>
                    <a:pt x="4389254" y="1301148"/>
                  </a:lnTo>
                  <a:lnTo>
                    <a:pt x="4394726" y="1301148"/>
                  </a:lnTo>
                  <a:lnTo>
                    <a:pt x="4394726" y="1301148"/>
                  </a:lnTo>
                  <a:lnTo>
                    <a:pt x="4400199" y="1301148"/>
                  </a:lnTo>
                  <a:lnTo>
                    <a:pt x="4400199" y="1301148"/>
                  </a:lnTo>
                  <a:lnTo>
                    <a:pt x="4405672" y="1301148"/>
                  </a:lnTo>
                  <a:lnTo>
                    <a:pt x="4405672" y="1301148"/>
                  </a:lnTo>
                  <a:lnTo>
                    <a:pt x="4411145" y="1301148"/>
                  </a:lnTo>
                  <a:lnTo>
                    <a:pt x="4411145" y="1301148"/>
                  </a:lnTo>
                  <a:lnTo>
                    <a:pt x="4416618" y="1301148"/>
                  </a:lnTo>
                  <a:lnTo>
                    <a:pt x="4416618" y="1301148"/>
                  </a:lnTo>
                  <a:lnTo>
                    <a:pt x="4422091" y="1301148"/>
                  </a:lnTo>
                  <a:lnTo>
                    <a:pt x="4422091" y="1301148"/>
                  </a:lnTo>
                  <a:lnTo>
                    <a:pt x="4427564" y="1301148"/>
                  </a:lnTo>
                  <a:lnTo>
                    <a:pt x="4427564" y="1301148"/>
                  </a:lnTo>
                  <a:lnTo>
                    <a:pt x="4433037" y="1301148"/>
                  </a:lnTo>
                  <a:lnTo>
                    <a:pt x="4433037" y="1301148"/>
                  </a:lnTo>
                  <a:lnTo>
                    <a:pt x="4438510" y="1301148"/>
                  </a:lnTo>
                  <a:lnTo>
                    <a:pt x="4438510" y="1301148"/>
                  </a:lnTo>
                  <a:lnTo>
                    <a:pt x="4443982" y="1301148"/>
                  </a:lnTo>
                  <a:lnTo>
                    <a:pt x="4443982" y="1301148"/>
                  </a:lnTo>
                  <a:lnTo>
                    <a:pt x="4449455" y="1301148"/>
                  </a:lnTo>
                  <a:lnTo>
                    <a:pt x="4449455" y="1301148"/>
                  </a:lnTo>
                  <a:lnTo>
                    <a:pt x="4454928" y="1301148"/>
                  </a:lnTo>
                  <a:lnTo>
                    <a:pt x="4454928" y="1301148"/>
                  </a:lnTo>
                  <a:lnTo>
                    <a:pt x="4460401" y="1301148"/>
                  </a:lnTo>
                  <a:lnTo>
                    <a:pt x="4460401" y="1301148"/>
                  </a:lnTo>
                  <a:lnTo>
                    <a:pt x="4465874" y="1301148"/>
                  </a:lnTo>
                  <a:lnTo>
                    <a:pt x="4465874" y="1301148"/>
                  </a:lnTo>
                  <a:lnTo>
                    <a:pt x="4471347" y="1301148"/>
                  </a:lnTo>
                  <a:lnTo>
                    <a:pt x="4471347" y="1301148"/>
                  </a:lnTo>
                  <a:lnTo>
                    <a:pt x="4476820" y="1301148"/>
                  </a:lnTo>
                  <a:lnTo>
                    <a:pt x="4476820" y="1301148"/>
                  </a:lnTo>
                  <a:lnTo>
                    <a:pt x="4482293" y="1301148"/>
                  </a:lnTo>
                  <a:lnTo>
                    <a:pt x="4482293" y="1301148"/>
                  </a:lnTo>
                  <a:lnTo>
                    <a:pt x="4487766" y="1301148"/>
                  </a:lnTo>
                  <a:lnTo>
                    <a:pt x="4487766" y="1301148"/>
                  </a:lnTo>
                  <a:lnTo>
                    <a:pt x="4493238" y="1301148"/>
                  </a:lnTo>
                  <a:lnTo>
                    <a:pt x="4493238" y="1281634"/>
                  </a:lnTo>
                  <a:lnTo>
                    <a:pt x="4498711" y="1281634"/>
                  </a:lnTo>
                  <a:lnTo>
                    <a:pt x="4498711" y="1262116"/>
                  </a:lnTo>
                  <a:lnTo>
                    <a:pt x="4504184" y="1262116"/>
                  </a:lnTo>
                  <a:lnTo>
                    <a:pt x="4504184" y="1262116"/>
                  </a:lnTo>
                  <a:lnTo>
                    <a:pt x="4509657" y="1262116"/>
                  </a:lnTo>
                  <a:lnTo>
                    <a:pt x="4509657" y="1262116"/>
                  </a:lnTo>
                  <a:lnTo>
                    <a:pt x="4515130" y="1262116"/>
                  </a:lnTo>
                  <a:lnTo>
                    <a:pt x="4515130" y="1262116"/>
                  </a:lnTo>
                  <a:lnTo>
                    <a:pt x="4520603" y="1262116"/>
                  </a:lnTo>
                  <a:lnTo>
                    <a:pt x="4520603" y="1262116"/>
                  </a:lnTo>
                  <a:lnTo>
                    <a:pt x="4526076" y="1262116"/>
                  </a:lnTo>
                  <a:lnTo>
                    <a:pt x="4526076" y="1262116"/>
                  </a:lnTo>
                  <a:lnTo>
                    <a:pt x="4531549" y="1262116"/>
                  </a:lnTo>
                  <a:lnTo>
                    <a:pt x="4531549" y="1262116"/>
                  </a:lnTo>
                  <a:lnTo>
                    <a:pt x="4537022" y="1262116"/>
                  </a:lnTo>
                  <a:lnTo>
                    <a:pt x="4537022" y="1262116"/>
                  </a:lnTo>
                  <a:lnTo>
                    <a:pt x="4542494" y="1262116"/>
                  </a:lnTo>
                  <a:lnTo>
                    <a:pt x="4542494" y="1262116"/>
                  </a:lnTo>
                  <a:lnTo>
                    <a:pt x="4547967" y="1262116"/>
                  </a:lnTo>
                  <a:lnTo>
                    <a:pt x="4547967" y="1242561"/>
                  </a:lnTo>
                  <a:lnTo>
                    <a:pt x="4553440" y="1242561"/>
                  </a:lnTo>
                  <a:lnTo>
                    <a:pt x="4553440" y="1222984"/>
                  </a:lnTo>
                  <a:lnTo>
                    <a:pt x="4558913" y="1222984"/>
                  </a:lnTo>
                  <a:lnTo>
                    <a:pt x="4558913" y="1222984"/>
                  </a:lnTo>
                  <a:lnTo>
                    <a:pt x="4564386" y="1222984"/>
                  </a:lnTo>
                  <a:lnTo>
                    <a:pt x="4564386" y="1222984"/>
                  </a:lnTo>
                  <a:lnTo>
                    <a:pt x="4569859" y="1222984"/>
                  </a:lnTo>
                  <a:lnTo>
                    <a:pt x="4569859" y="1222984"/>
                  </a:lnTo>
                  <a:lnTo>
                    <a:pt x="4575332" y="1222984"/>
                  </a:lnTo>
                  <a:lnTo>
                    <a:pt x="4575332" y="1222984"/>
                  </a:lnTo>
                  <a:lnTo>
                    <a:pt x="4580805" y="1222984"/>
                  </a:lnTo>
                  <a:lnTo>
                    <a:pt x="4580805" y="1203403"/>
                  </a:lnTo>
                  <a:lnTo>
                    <a:pt x="4586277" y="1203403"/>
                  </a:lnTo>
                  <a:lnTo>
                    <a:pt x="4586277" y="1203403"/>
                  </a:lnTo>
                  <a:lnTo>
                    <a:pt x="4591750" y="1203403"/>
                  </a:lnTo>
                  <a:lnTo>
                    <a:pt x="4591750" y="1203403"/>
                  </a:lnTo>
                  <a:lnTo>
                    <a:pt x="4597223" y="1203403"/>
                  </a:lnTo>
                  <a:lnTo>
                    <a:pt x="4597223" y="1203403"/>
                  </a:lnTo>
                  <a:lnTo>
                    <a:pt x="4602696" y="1203403"/>
                  </a:lnTo>
                  <a:lnTo>
                    <a:pt x="4602696" y="1203403"/>
                  </a:lnTo>
                  <a:lnTo>
                    <a:pt x="4608169" y="1203403"/>
                  </a:lnTo>
                  <a:lnTo>
                    <a:pt x="4608169" y="1203403"/>
                  </a:lnTo>
                  <a:lnTo>
                    <a:pt x="4613642" y="1203403"/>
                  </a:lnTo>
                  <a:lnTo>
                    <a:pt x="4613642" y="1183712"/>
                  </a:lnTo>
                  <a:lnTo>
                    <a:pt x="4619115" y="1183712"/>
                  </a:lnTo>
                  <a:lnTo>
                    <a:pt x="4619115" y="1183712"/>
                  </a:lnTo>
                  <a:lnTo>
                    <a:pt x="4624588" y="1183712"/>
                  </a:lnTo>
                  <a:lnTo>
                    <a:pt x="4624588" y="1183712"/>
                  </a:lnTo>
                  <a:lnTo>
                    <a:pt x="4630061" y="1183712"/>
                  </a:lnTo>
                  <a:lnTo>
                    <a:pt x="4630061" y="1183712"/>
                  </a:lnTo>
                  <a:lnTo>
                    <a:pt x="4635533" y="1183712"/>
                  </a:lnTo>
                  <a:lnTo>
                    <a:pt x="4635533" y="1183712"/>
                  </a:lnTo>
                  <a:lnTo>
                    <a:pt x="4641006" y="1183712"/>
                  </a:lnTo>
                  <a:lnTo>
                    <a:pt x="4641006" y="1183712"/>
                  </a:lnTo>
                  <a:lnTo>
                    <a:pt x="4646479" y="1183712"/>
                  </a:lnTo>
                  <a:lnTo>
                    <a:pt x="4646479" y="1183712"/>
                  </a:lnTo>
                  <a:lnTo>
                    <a:pt x="4651952" y="1183712"/>
                  </a:lnTo>
                  <a:lnTo>
                    <a:pt x="4651952" y="1183712"/>
                  </a:lnTo>
                  <a:lnTo>
                    <a:pt x="4657425" y="1183712"/>
                  </a:lnTo>
                  <a:lnTo>
                    <a:pt x="4657425" y="1183712"/>
                  </a:lnTo>
                  <a:lnTo>
                    <a:pt x="4662898" y="1183712"/>
                  </a:lnTo>
                  <a:lnTo>
                    <a:pt x="4662898" y="1183712"/>
                  </a:lnTo>
                  <a:lnTo>
                    <a:pt x="4668371" y="1183712"/>
                  </a:lnTo>
                  <a:lnTo>
                    <a:pt x="4668371" y="1183712"/>
                  </a:lnTo>
                  <a:lnTo>
                    <a:pt x="4673844" y="1183712"/>
                  </a:lnTo>
                  <a:lnTo>
                    <a:pt x="4673844" y="1183712"/>
                  </a:lnTo>
                  <a:lnTo>
                    <a:pt x="4679317" y="1183712"/>
                  </a:lnTo>
                  <a:lnTo>
                    <a:pt x="4679317" y="1183712"/>
                  </a:lnTo>
                  <a:lnTo>
                    <a:pt x="4684789" y="1183712"/>
                  </a:lnTo>
                  <a:lnTo>
                    <a:pt x="4684789" y="1183712"/>
                  </a:lnTo>
                  <a:lnTo>
                    <a:pt x="4690262" y="1183712"/>
                  </a:lnTo>
                  <a:lnTo>
                    <a:pt x="4690262" y="1183712"/>
                  </a:lnTo>
                  <a:lnTo>
                    <a:pt x="4695735" y="1183712"/>
                  </a:lnTo>
                  <a:lnTo>
                    <a:pt x="4695735" y="1163965"/>
                  </a:lnTo>
                  <a:lnTo>
                    <a:pt x="4701208" y="1163965"/>
                  </a:lnTo>
                  <a:lnTo>
                    <a:pt x="4701208" y="1163965"/>
                  </a:lnTo>
                  <a:lnTo>
                    <a:pt x="4706681" y="1163965"/>
                  </a:lnTo>
                  <a:lnTo>
                    <a:pt x="4706681" y="1163965"/>
                  </a:lnTo>
                  <a:lnTo>
                    <a:pt x="4712154" y="1163965"/>
                  </a:lnTo>
                  <a:lnTo>
                    <a:pt x="4712154" y="1144177"/>
                  </a:lnTo>
                  <a:lnTo>
                    <a:pt x="4717627" y="1144177"/>
                  </a:lnTo>
                  <a:lnTo>
                    <a:pt x="4717627" y="1144177"/>
                  </a:lnTo>
                  <a:lnTo>
                    <a:pt x="4723100" y="1144177"/>
                  </a:lnTo>
                  <a:lnTo>
                    <a:pt x="4723100" y="1144177"/>
                  </a:lnTo>
                  <a:lnTo>
                    <a:pt x="4728573" y="1144177"/>
                  </a:lnTo>
                  <a:lnTo>
                    <a:pt x="4728573" y="1144177"/>
                  </a:lnTo>
                  <a:lnTo>
                    <a:pt x="4734045" y="1144177"/>
                  </a:lnTo>
                  <a:lnTo>
                    <a:pt x="4734045" y="1144177"/>
                  </a:lnTo>
                  <a:lnTo>
                    <a:pt x="4739518" y="1144177"/>
                  </a:lnTo>
                  <a:lnTo>
                    <a:pt x="4739518" y="1144177"/>
                  </a:lnTo>
                  <a:lnTo>
                    <a:pt x="4744991" y="1144177"/>
                  </a:lnTo>
                  <a:lnTo>
                    <a:pt x="4744991" y="1144177"/>
                  </a:lnTo>
                  <a:lnTo>
                    <a:pt x="4750464" y="1144177"/>
                  </a:lnTo>
                  <a:lnTo>
                    <a:pt x="4750464" y="1144177"/>
                  </a:lnTo>
                  <a:lnTo>
                    <a:pt x="4755937" y="1144177"/>
                  </a:lnTo>
                  <a:lnTo>
                    <a:pt x="4755937" y="1144177"/>
                  </a:lnTo>
                  <a:lnTo>
                    <a:pt x="4761410" y="1144177"/>
                  </a:lnTo>
                  <a:lnTo>
                    <a:pt x="4761410" y="1144177"/>
                  </a:lnTo>
                  <a:lnTo>
                    <a:pt x="4766883" y="1144177"/>
                  </a:lnTo>
                  <a:lnTo>
                    <a:pt x="4766883" y="1144177"/>
                  </a:lnTo>
                  <a:lnTo>
                    <a:pt x="4772356" y="1144177"/>
                  </a:lnTo>
                  <a:lnTo>
                    <a:pt x="4772356" y="1144177"/>
                  </a:lnTo>
                  <a:lnTo>
                    <a:pt x="4777828" y="1144177"/>
                  </a:lnTo>
                  <a:lnTo>
                    <a:pt x="4777828" y="1124205"/>
                  </a:lnTo>
                  <a:lnTo>
                    <a:pt x="4783301" y="1124205"/>
                  </a:lnTo>
                  <a:lnTo>
                    <a:pt x="4783301" y="1124205"/>
                  </a:lnTo>
                  <a:lnTo>
                    <a:pt x="4788774" y="1124205"/>
                  </a:lnTo>
                  <a:lnTo>
                    <a:pt x="4788774" y="1124205"/>
                  </a:lnTo>
                  <a:lnTo>
                    <a:pt x="4794247" y="1124205"/>
                  </a:lnTo>
                  <a:lnTo>
                    <a:pt x="4794247" y="1124205"/>
                  </a:lnTo>
                  <a:lnTo>
                    <a:pt x="4799720" y="1124205"/>
                  </a:lnTo>
                  <a:lnTo>
                    <a:pt x="4799720" y="1124205"/>
                  </a:lnTo>
                  <a:lnTo>
                    <a:pt x="4805193" y="1124205"/>
                  </a:lnTo>
                  <a:lnTo>
                    <a:pt x="4805193" y="1124205"/>
                  </a:lnTo>
                  <a:lnTo>
                    <a:pt x="4810666" y="1124205"/>
                  </a:lnTo>
                  <a:lnTo>
                    <a:pt x="4810666" y="1124205"/>
                  </a:lnTo>
                  <a:lnTo>
                    <a:pt x="4816139" y="1124205"/>
                  </a:lnTo>
                  <a:lnTo>
                    <a:pt x="4816139" y="1124205"/>
                  </a:lnTo>
                  <a:lnTo>
                    <a:pt x="4821612" y="1124205"/>
                  </a:lnTo>
                  <a:lnTo>
                    <a:pt x="4821612" y="1124205"/>
                  </a:lnTo>
                  <a:lnTo>
                    <a:pt x="4827084" y="1124205"/>
                  </a:lnTo>
                  <a:lnTo>
                    <a:pt x="4827084" y="1124205"/>
                  </a:lnTo>
                  <a:lnTo>
                    <a:pt x="4832557" y="1124205"/>
                  </a:lnTo>
                  <a:lnTo>
                    <a:pt x="4832557" y="1124205"/>
                  </a:lnTo>
                  <a:lnTo>
                    <a:pt x="4838030" y="1124205"/>
                  </a:lnTo>
                  <a:lnTo>
                    <a:pt x="4838030" y="1124205"/>
                  </a:lnTo>
                  <a:lnTo>
                    <a:pt x="4843503" y="1124205"/>
                  </a:lnTo>
                  <a:lnTo>
                    <a:pt x="4843503" y="1124205"/>
                  </a:lnTo>
                  <a:lnTo>
                    <a:pt x="4848976" y="1124205"/>
                  </a:lnTo>
                  <a:lnTo>
                    <a:pt x="4848976" y="1124205"/>
                  </a:lnTo>
                  <a:lnTo>
                    <a:pt x="4854449" y="1124205"/>
                  </a:lnTo>
                  <a:lnTo>
                    <a:pt x="4854449" y="1124205"/>
                  </a:lnTo>
                  <a:lnTo>
                    <a:pt x="4859922" y="1124205"/>
                  </a:lnTo>
                  <a:lnTo>
                    <a:pt x="4859922" y="1124205"/>
                  </a:lnTo>
                  <a:lnTo>
                    <a:pt x="4865395" y="1124205"/>
                  </a:lnTo>
                  <a:lnTo>
                    <a:pt x="4865395" y="1124205"/>
                  </a:lnTo>
                  <a:lnTo>
                    <a:pt x="4870868" y="1124205"/>
                  </a:lnTo>
                  <a:lnTo>
                    <a:pt x="4870868" y="1124205"/>
                  </a:lnTo>
                  <a:lnTo>
                    <a:pt x="4876340" y="1124205"/>
                  </a:lnTo>
                  <a:lnTo>
                    <a:pt x="4876340" y="1124205"/>
                  </a:lnTo>
                  <a:lnTo>
                    <a:pt x="4881813" y="1124205"/>
                  </a:lnTo>
                  <a:lnTo>
                    <a:pt x="4881813" y="1124205"/>
                  </a:lnTo>
                  <a:lnTo>
                    <a:pt x="4887286" y="1124205"/>
                  </a:lnTo>
                  <a:lnTo>
                    <a:pt x="4887286" y="1124205"/>
                  </a:lnTo>
                  <a:lnTo>
                    <a:pt x="4892759" y="1124205"/>
                  </a:lnTo>
                  <a:lnTo>
                    <a:pt x="4892759" y="1124205"/>
                  </a:lnTo>
                  <a:lnTo>
                    <a:pt x="4898232" y="1124205"/>
                  </a:lnTo>
                  <a:lnTo>
                    <a:pt x="4898232" y="1124205"/>
                  </a:lnTo>
                  <a:lnTo>
                    <a:pt x="4903705" y="1124205"/>
                  </a:lnTo>
                  <a:lnTo>
                    <a:pt x="4903705" y="1124205"/>
                  </a:lnTo>
                  <a:lnTo>
                    <a:pt x="4909178" y="1124205"/>
                  </a:lnTo>
                  <a:lnTo>
                    <a:pt x="4909178" y="1124205"/>
                  </a:lnTo>
                  <a:lnTo>
                    <a:pt x="4914651" y="1124205"/>
                  </a:lnTo>
                  <a:lnTo>
                    <a:pt x="4914651" y="1124205"/>
                  </a:lnTo>
                  <a:lnTo>
                    <a:pt x="4920123" y="1124205"/>
                  </a:lnTo>
                  <a:lnTo>
                    <a:pt x="4920123" y="1124205"/>
                  </a:lnTo>
                  <a:lnTo>
                    <a:pt x="4925596" y="1124205"/>
                  </a:lnTo>
                  <a:lnTo>
                    <a:pt x="4925596" y="1103800"/>
                  </a:lnTo>
                  <a:lnTo>
                    <a:pt x="4931069" y="1103800"/>
                  </a:lnTo>
                  <a:lnTo>
                    <a:pt x="4931069" y="1103800"/>
                  </a:lnTo>
                  <a:lnTo>
                    <a:pt x="4936542" y="1103800"/>
                  </a:lnTo>
                  <a:lnTo>
                    <a:pt x="4936542" y="1103800"/>
                  </a:lnTo>
                  <a:lnTo>
                    <a:pt x="4942015" y="1103800"/>
                  </a:lnTo>
                  <a:lnTo>
                    <a:pt x="4942015" y="1103800"/>
                  </a:lnTo>
                  <a:lnTo>
                    <a:pt x="4947488" y="1103800"/>
                  </a:lnTo>
                  <a:lnTo>
                    <a:pt x="4947488" y="1103800"/>
                  </a:lnTo>
                  <a:lnTo>
                    <a:pt x="4952961" y="1103800"/>
                  </a:lnTo>
                  <a:lnTo>
                    <a:pt x="4952961" y="1103800"/>
                  </a:lnTo>
                  <a:lnTo>
                    <a:pt x="4958434" y="1103800"/>
                  </a:lnTo>
                  <a:lnTo>
                    <a:pt x="4958434" y="1103800"/>
                  </a:lnTo>
                  <a:lnTo>
                    <a:pt x="4963907" y="1103800"/>
                  </a:lnTo>
                  <a:lnTo>
                    <a:pt x="4963907" y="1103800"/>
                  </a:lnTo>
                  <a:lnTo>
                    <a:pt x="4969379" y="1103800"/>
                  </a:lnTo>
                  <a:lnTo>
                    <a:pt x="4969379" y="1103800"/>
                  </a:lnTo>
                  <a:lnTo>
                    <a:pt x="4974852" y="1103800"/>
                  </a:lnTo>
                  <a:lnTo>
                    <a:pt x="4974852" y="1103800"/>
                  </a:lnTo>
                  <a:lnTo>
                    <a:pt x="4980325" y="1103800"/>
                  </a:lnTo>
                  <a:lnTo>
                    <a:pt x="4980325" y="1103800"/>
                  </a:lnTo>
                  <a:lnTo>
                    <a:pt x="4985798" y="1103800"/>
                  </a:lnTo>
                  <a:lnTo>
                    <a:pt x="4985798" y="1103800"/>
                  </a:lnTo>
                  <a:lnTo>
                    <a:pt x="4991271" y="1103800"/>
                  </a:lnTo>
                  <a:lnTo>
                    <a:pt x="4991271" y="1103800"/>
                  </a:lnTo>
                  <a:lnTo>
                    <a:pt x="4996744" y="1103800"/>
                  </a:lnTo>
                  <a:lnTo>
                    <a:pt x="4996744" y="1103800"/>
                  </a:lnTo>
                  <a:lnTo>
                    <a:pt x="5002217" y="1103800"/>
                  </a:lnTo>
                  <a:lnTo>
                    <a:pt x="5002217" y="1103800"/>
                  </a:lnTo>
                  <a:lnTo>
                    <a:pt x="5007690" y="1103800"/>
                  </a:lnTo>
                  <a:lnTo>
                    <a:pt x="5007690" y="1103800"/>
                  </a:lnTo>
                  <a:lnTo>
                    <a:pt x="5013163" y="1103800"/>
                  </a:lnTo>
                  <a:lnTo>
                    <a:pt x="5013163" y="1103800"/>
                  </a:lnTo>
                  <a:lnTo>
                    <a:pt x="5018635" y="1103800"/>
                  </a:lnTo>
                  <a:lnTo>
                    <a:pt x="5018635" y="1103800"/>
                  </a:lnTo>
                  <a:lnTo>
                    <a:pt x="5024108" y="1103800"/>
                  </a:lnTo>
                  <a:lnTo>
                    <a:pt x="5024108" y="1103800"/>
                  </a:lnTo>
                  <a:lnTo>
                    <a:pt x="5029581" y="1103800"/>
                  </a:lnTo>
                  <a:lnTo>
                    <a:pt x="5029581" y="1103800"/>
                  </a:lnTo>
                  <a:lnTo>
                    <a:pt x="5035054" y="1103800"/>
                  </a:lnTo>
                  <a:lnTo>
                    <a:pt x="5035054" y="1103800"/>
                  </a:lnTo>
                  <a:lnTo>
                    <a:pt x="5040527" y="1103800"/>
                  </a:lnTo>
                  <a:lnTo>
                    <a:pt x="5040527" y="1103800"/>
                  </a:lnTo>
                  <a:lnTo>
                    <a:pt x="5046000" y="1103800"/>
                  </a:lnTo>
                  <a:lnTo>
                    <a:pt x="5046000" y="1083138"/>
                  </a:lnTo>
                  <a:lnTo>
                    <a:pt x="5051473" y="1083138"/>
                  </a:lnTo>
                  <a:lnTo>
                    <a:pt x="5051473" y="1083138"/>
                  </a:lnTo>
                  <a:lnTo>
                    <a:pt x="5056946" y="1083138"/>
                  </a:lnTo>
                  <a:lnTo>
                    <a:pt x="5056946" y="1083138"/>
                  </a:lnTo>
                  <a:lnTo>
                    <a:pt x="5062419" y="1083138"/>
                  </a:lnTo>
                  <a:lnTo>
                    <a:pt x="5062419" y="1083138"/>
                  </a:lnTo>
                  <a:lnTo>
                    <a:pt x="5067891" y="1083138"/>
                  </a:lnTo>
                  <a:lnTo>
                    <a:pt x="5067891" y="1083138"/>
                  </a:lnTo>
                  <a:lnTo>
                    <a:pt x="5073364" y="1083138"/>
                  </a:lnTo>
                  <a:lnTo>
                    <a:pt x="5073364" y="1083138"/>
                  </a:lnTo>
                  <a:lnTo>
                    <a:pt x="5078837" y="1083138"/>
                  </a:lnTo>
                  <a:lnTo>
                    <a:pt x="5078837" y="1083138"/>
                  </a:lnTo>
                  <a:lnTo>
                    <a:pt x="5084310" y="1083138"/>
                  </a:lnTo>
                  <a:lnTo>
                    <a:pt x="5084310" y="1083138"/>
                  </a:lnTo>
                  <a:lnTo>
                    <a:pt x="5089783" y="1083138"/>
                  </a:lnTo>
                  <a:lnTo>
                    <a:pt x="5089783" y="1083138"/>
                  </a:lnTo>
                  <a:lnTo>
                    <a:pt x="5095256" y="1083138"/>
                  </a:lnTo>
                  <a:lnTo>
                    <a:pt x="5095256" y="1083138"/>
                  </a:lnTo>
                  <a:lnTo>
                    <a:pt x="5100729" y="1083138"/>
                  </a:lnTo>
                  <a:lnTo>
                    <a:pt x="5100729" y="1083138"/>
                  </a:lnTo>
                  <a:lnTo>
                    <a:pt x="5106202" y="1083138"/>
                  </a:lnTo>
                  <a:lnTo>
                    <a:pt x="5106202" y="1083138"/>
                  </a:lnTo>
                  <a:lnTo>
                    <a:pt x="5111674" y="1083138"/>
                  </a:lnTo>
                  <a:lnTo>
                    <a:pt x="5111674" y="1083138"/>
                  </a:lnTo>
                  <a:lnTo>
                    <a:pt x="5117147" y="1083138"/>
                  </a:lnTo>
                  <a:lnTo>
                    <a:pt x="5117147" y="1083138"/>
                  </a:lnTo>
                  <a:lnTo>
                    <a:pt x="5122620" y="1083138"/>
                  </a:lnTo>
                  <a:lnTo>
                    <a:pt x="5122620" y="1083138"/>
                  </a:lnTo>
                  <a:lnTo>
                    <a:pt x="5128093" y="1083138"/>
                  </a:lnTo>
                  <a:lnTo>
                    <a:pt x="5128093" y="1083138"/>
                  </a:lnTo>
                  <a:lnTo>
                    <a:pt x="5133566" y="1083138"/>
                  </a:lnTo>
                  <a:lnTo>
                    <a:pt x="5133566" y="1083138"/>
                  </a:lnTo>
                  <a:lnTo>
                    <a:pt x="5139039" y="1083138"/>
                  </a:lnTo>
                  <a:lnTo>
                    <a:pt x="5139039" y="1083138"/>
                  </a:lnTo>
                  <a:lnTo>
                    <a:pt x="5144512" y="1083138"/>
                  </a:lnTo>
                  <a:lnTo>
                    <a:pt x="5144512" y="1083138"/>
                  </a:lnTo>
                  <a:lnTo>
                    <a:pt x="5149985" y="1083138"/>
                  </a:lnTo>
                  <a:lnTo>
                    <a:pt x="5149985" y="1083138"/>
                  </a:lnTo>
                  <a:lnTo>
                    <a:pt x="5155458" y="1083138"/>
                  </a:lnTo>
                  <a:lnTo>
                    <a:pt x="5155458" y="1083138"/>
                  </a:lnTo>
                  <a:lnTo>
                    <a:pt x="5160930" y="1083138"/>
                  </a:lnTo>
                  <a:lnTo>
                    <a:pt x="5160930" y="1083138"/>
                  </a:lnTo>
                  <a:lnTo>
                    <a:pt x="5166403" y="1083138"/>
                  </a:lnTo>
                  <a:lnTo>
                    <a:pt x="5166403" y="1083138"/>
                  </a:lnTo>
                  <a:lnTo>
                    <a:pt x="5171876" y="1083138"/>
                  </a:lnTo>
                  <a:lnTo>
                    <a:pt x="5171876" y="1062149"/>
                  </a:lnTo>
                  <a:lnTo>
                    <a:pt x="5177349" y="1062149"/>
                  </a:lnTo>
                  <a:lnTo>
                    <a:pt x="5177349" y="1062149"/>
                  </a:lnTo>
                  <a:lnTo>
                    <a:pt x="5182822" y="1062149"/>
                  </a:lnTo>
                  <a:lnTo>
                    <a:pt x="5182822" y="1062149"/>
                  </a:lnTo>
                  <a:lnTo>
                    <a:pt x="5188295" y="1062149"/>
                  </a:lnTo>
                  <a:lnTo>
                    <a:pt x="5188295" y="1062149"/>
                  </a:lnTo>
                  <a:lnTo>
                    <a:pt x="5193768" y="1062149"/>
                  </a:lnTo>
                  <a:lnTo>
                    <a:pt x="5193768" y="1062149"/>
                  </a:lnTo>
                  <a:lnTo>
                    <a:pt x="5199241" y="1062149"/>
                  </a:lnTo>
                  <a:lnTo>
                    <a:pt x="5199241" y="1062149"/>
                  </a:lnTo>
                  <a:lnTo>
                    <a:pt x="5204714" y="1062149"/>
                  </a:lnTo>
                  <a:lnTo>
                    <a:pt x="5204714" y="1062149"/>
                  </a:lnTo>
                  <a:lnTo>
                    <a:pt x="5210186" y="1062149"/>
                  </a:lnTo>
                  <a:lnTo>
                    <a:pt x="5210186" y="1062149"/>
                  </a:lnTo>
                  <a:lnTo>
                    <a:pt x="5215659" y="1062149"/>
                  </a:lnTo>
                  <a:lnTo>
                    <a:pt x="5215659" y="1062149"/>
                  </a:lnTo>
                  <a:lnTo>
                    <a:pt x="5221132" y="1062149"/>
                  </a:lnTo>
                  <a:lnTo>
                    <a:pt x="5221132" y="1062149"/>
                  </a:lnTo>
                  <a:lnTo>
                    <a:pt x="5226605" y="1062149"/>
                  </a:lnTo>
                  <a:lnTo>
                    <a:pt x="5226605" y="1062149"/>
                  </a:lnTo>
                  <a:lnTo>
                    <a:pt x="5232078" y="1062149"/>
                  </a:lnTo>
                  <a:lnTo>
                    <a:pt x="5232078" y="1062149"/>
                  </a:lnTo>
                  <a:lnTo>
                    <a:pt x="5237551" y="1062149"/>
                  </a:lnTo>
                  <a:lnTo>
                    <a:pt x="5237551" y="1062149"/>
                  </a:lnTo>
                  <a:lnTo>
                    <a:pt x="5243024" y="1062149"/>
                  </a:lnTo>
                  <a:lnTo>
                    <a:pt x="5243024" y="1062149"/>
                  </a:lnTo>
                  <a:lnTo>
                    <a:pt x="5248497" y="1062149"/>
                  </a:lnTo>
                  <a:lnTo>
                    <a:pt x="5248497" y="1062149"/>
                  </a:lnTo>
                  <a:lnTo>
                    <a:pt x="5253970" y="1062149"/>
                  </a:lnTo>
                  <a:lnTo>
                    <a:pt x="5253970" y="1062149"/>
                  </a:lnTo>
                  <a:lnTo>
                    <a:pt x="5259442" y="1062149"/>
                  </a:lnTo>
                  <a:lnTo>
                    <a:pt x="5259442" y="1062149"/>
                  </a:lnTo>
                  <a:lnTo>
                    <a:pt x="5264915" y="1062149"/>
                  </a:lnTo>
                  <a:lnTo>
                    <a:pt x="5264915" y="1062149"/>
                  </a:lnTo>
                  <a:lnTo>
                    <a:pt x="5270388" y="1062149"/>
                  </a:lnTo>
                  <a:lnTo>
                    <a:pt x="5270388" y="1062149"/>
                  </a:lnTo>
                  <a:lnTo>
                    <a:pt x="5275861" y="1062149"/>
                  </a:lnTo>
                  <a:lnTo>
                    <a:pt x="5275861" y="1040904"/>
                  </a:lnTo>
                  <a:lnTo>
                    <a:pt x="5281334" y="1040904"/>
                  </a:lnTo>
                  <a:lnTo>
                    <a:pt x="5281334" y="1040904"/>
                  </a:lnTo>
                  <a:lnTo>
                    <a:pt x="5286807" y="1040904"/>
                  </a:lnTo>
                  <a:lnTo>
                    <a:pt x="5286807" y="1019654"/>
                  </a:lnTo>
                  <a:lnTo>
                    <a:pt x="5292280" y="1019654"/>
                  </a:lnTo>
                  <a:lnTo>
                    <a:pt x="5292280" y="1019654"/>
                  </a:lnTo>
                  <a:lnTo>
                    <a:pt x="5297753" y="1019654"/>
                  </a:lnTo>
                  <a:lnTo>
                    <a:pt x="5297753" y="1019654"/>
                  </a:lnTo>
                  <a:lnTo>
                    <a:pt x="5303225" y="1019654"/>
                  </a:lnTo>
                  <a:lnTo>
                    <a:pt x="5303225" y="1019654"/>
                  </a:lnTo>
                  <a:lnTo>
                    <a:pt x="5308698" y="1019654"/>
                  </a:lnTo>
                  <a:lnTo>
                    <a:pt x="5308698" y="1019654"/>
                  </a:lnTo>
                  <a:lnTo>
                    <a:pt x="5314171" y="1019654"/>
                  </a:lnTo>
                  <a:lnTo>
                    <a:pt x="5314171" y="1019654"/>
                  </a:lnTo>
                  <a:lnTo>
                    <a:pt x="5319644" y="1019654"/>
                  </a:lnTo>
                  <a:lnTo>
                    <a:pt x="5319644" y="1019654"/>
                  </a:lnTo>
                  <a:lnTo>
                    <a:pt x="5325117" y="1019654"/>
                  </a:lnTo>
                  <a:lnTo>
                    <a:pt x="5325117" y="1019654"/>
                  </a:lnTo>
                  <a:lnTo>
                    <a:pt x="5330590" y="1019654"/>
                  </a:lnTo>
                  <a:lnTo>
                    <a:pt x="5330590" y="1019654"/>
                  </a:lnTo>
                  <a:lnTo>
                    <a:pt x="5336063" y="1019654"/>
                  </a:lnTo>
                  <a:lnTo>
                    <a:pt x="5336063" y="1019654"/>
                  </a:lnTo>
                  <a:lnTo>
                    <a:pt x="5341536" y="1019654"/>
                  </a:lnTo>
                  <a:lnTo>
                    <a:pt x="5341536" y="1019654"/>
                  </a:lnTo>
                  <a:lnTo>
                    <a:pt x="5347009" y="1019654"/>
                  </a:lnTo>
                  <a:lnTo>
                    <a:pt x="5347009" y="1019654"/>
                  </a:lnTo>
                  <a:lnTo>
                    <a:pt x="5352481" y="1019654"/>
                  </a:lnTo>
                  <a:lnTo>
                    <a:pt x="5352481" y="998270"/>
                  </a:lnTo>
                  <a:lnTo>
                    <a:pt x="5357954" y="998270"/>
                  </a:lnTo>
                  <a:lnTo>
                    <a:pt x="5357954" y="998270"/>
                  </a:lnTo>
                  <a:lnTo>
                    <a:pt x="5363427" y="998270"/>
                  </a:lnTo>
                  <a:lnTo>
                    <a:pt x="5363427" y="998270"/>
                  </a:lnTo>
                  <a:lnTo>
                    <a:pt x="5368900" y="998270"/>
                  </a:lnTo>
                  <a:lnTo>
                    <a:pt x="5368900" y="998270"/>
                  </a:lnTo>
                  <a:lnTo>
                    <a:pt x="5374373" y="998270"/>
                  </a:lnTo>
                  <a:lnTo>
                    <a:pt x="5374373" y="998270"/>
                  </a:lnTo>
                  <a:lnTo>
                    <a:pt x="5379846" y="998270"/>
                  </a:lnTo>
                  <a:lnTo>
                    <a:pt x="5379846" y="998270"/>
                  </a:lnTo>
                  <a:lnTo>
                    <a:pt x="5385319" y="998270"/>
                  </a:lnTo>
                  <a:lnTo>
                    <a:pt x="5385319" y="998270"/>
                  </a:lnTo>
                  <a:lnTo>
                    <a:pt x="5390792" y="998270"/>
                  </a:lnTo>
                  <a:lnTo>
                    <a:pt x="5390792" y="998270"/>
                  </a:lnTo>
                  <a:lnTo>
                    <a:pt x="5396265" y="998270"/>
                  </a:lnTo>
                  <a:lnTo>
                    <a:pt x="5396265" y="998270"/>
                  </a:lnTo>
                  <a:lnTo>
                    <a:pt x="5401737" y="998270"/>
                  </a:lnTo>
                  <a:lnTo>
                    <a:pt x="5401737" y="998270"/>
                  </a:lnTo>
                  <a:lnTo>
                    <a:pt x="5407210" y="998270"/>
                  </a:lnTo>
                  <a:lnTo>
                    <a:pt x="5407210" y="998270"/>
                  </a:lnTo>
                  <a:lnTo>
                    <a:pt x="5412683" y="998270"/>
                  </a:lnTo>
                  <a:lnTo>
                    <a:pt x="5412683" y="998270"/>
                  </a:lnTo>
                  <a:lnTo>
                    <a:pt x="5418156" y="998270"/>
                  </a:lnTo>
                  <a:lnTo>
                    <a:pt x="5418156" y="998270"/>
                  </a:lnTo>
                  <a:lnTo>
                    <a:pt x="5423629" y="998270"/>
                  </a:lnTo>
                  <a:lnTo>
                    <a:pt x="5423629" y="998270"/>
                  </a:lnTo>
                  <a:lnTo>
                    <a:pt x="5429102" y="998270"/>
                  </a:lnTo>
                  <a:lnTo>
                    <a:pt x="5429102" y="998270"/>
                  </a:lnTo>
                  <a:lnTo>
                    <a:pt x="5434575" y="998270"/>
                  </a:lnTo>
                  <a:lnTo>
                    <a:pt x="5434575" y="998270"/>
                  </a:lnTo>
                  <a:lnTo>
                    <a:pt x="5440048" y="998270"/>
                  </a:lnTo>
                  <a:lnTo>
                    <a:pt x="5440048" y="976575"/>
                  </a:lnTo>
                  <a:lnTo>
                    <a:pt x="5445520" y="976575"/>
                  </a:lnTo>
                  <a:lnTo>
                    <a:pt x="5445520" y="954895"/>
                  </a:lnTo>
                  <a:lnTo>
                    <a:pt x="5450993" y="954895"/>
                  </a:lnTo>
                  <a:lnTo>
                    <a:pt x="5450993" y="954895"/>
                  </a:lnTo>
                  <a:lnTo>
                    <a:pt x="5456466" y="954895"/>
                  </a:lnTo>
                  <a:lnTo>
                    <a:pt x="5456466" y="954895"/>
                  </a:lnTo>
                  <a:lnTo>
                    <a:pt x="5461939" y="954895"/>
                  </a:lnTo>
                  <a:lnTo>
                    <a:pt x="5461939" y="933186"/>
                  </a:lnTo>
                  <a:lnTo>
                    <a:pt x="5467412" y="933186"/>
                  </a:lnTo>
                  <a:lnTo>
                    <a:pt x="5467412" y="933186"/>
                  </a:lnTo>
                  <a:lnTo>
                    <a:pt x="5472885" y="933186"/>
                  </a:lnTo>
                  <a:lnTo>
                    <a:pt x="5472885" y="933186"/>
                  </a:lnTo>
                  <a:lnTo>
                    <a:pt x="5478358" y="933186"/>
                  </a:lnTo>
                  <a:lnTo>
                    <a:pt x="5478358" y="933186"/>
                  </a:lnTo>
                  <a:lnTo>
                    <a:pt x="5483831" y="933186"/>
                  </a:lnTo>
                  <a:lnTo>
                    <a:pt x="5483831" y="933186"/>
                  </a:lnTo>
                  <a:lnTo>
                    <a:pt x="5489304" y="933186"/>
                  </a:lnTo>
                  <a:lnTo>
                    <a:pt x="5489304" y="933186"/>
                  </a:lnTo>
                  <a:lnTo>
                    <a:pt x="5494776" y="933186"/>
                  </a:lnTo>
                  <a:lnTo>
                    <a:pt x="5494776" y="933186"/>
                  </a:lnTo>
                  <a:lnTo>
                    <a:pt x="5500249" y="933186"/>
                  </a:lnTo>
                  <a:lnTo>
                    <a:pt x="5500249" y="933186"/>
                  </a:lnTo>
                  <a:lnTo>
                    <a:pt x="5505722" y="933186"/>
                  </a:lnTo>
                  <a:lnTo>
                    <a:pt x="5505722" y="933186"/>
                  </a:lnTo>
                  <a:lnTo>
                    <a:pt x="5511195" y="933186"/>
                  </a:lnTo>
                  <a:lnTo>
                    <a:pt x="5511195" y="933186"/>
                  </a:lnTo>
                  <a:lnTo>
                    <a:pt x="5516668" y="933186"/>
                  </a:lnTo>
                  <a:lnTo>
                    <a:pt x="5516668" y="933186"/>
                  </a:lnTo>
                  <a:lnTo>
                    <a:pt x="5522141" y="933186"/>
                  </a:lnTo>
                  <a:lnTo>
                    <a:pt x="5522141" y="933186"/>
                  </a:lnTo>
                  <a:lnTo>
                    <a:pt x="5527614" y="933186"/>
                  </a:lnTo>
                  <a:lnTo>
                    <a:pt x="5527614" y="933186"/>
                  </a:lnTo>
                  <a:lnTo>
                    <a:pt x="5533087" y="933186"/>
                  </a:lnTo>
                  <a:lnTo>
                    <a:pt x="5533087" y="933186"/>
                  </a:lnTo>
                  <a:lnTo>
                    <a:pt x="5538560" y="933186"/>
                  </a:lnTo>
                  <a:lnTo>
                    <a:pt x="5538560" y="933186"/>
                  </a:lnTo>
                  <a:lnTo>
                    <a:pt x="5544032" y="933186"/>
                  </a:lnTo>
                  <a:lnTo>
                    <a:pt x="5544032" y="933186"/>
                  </a:lnTo>
                  <a:lnTo>
                    <a:pt x="5549505" y="933186"/>
                  </a:lnTo>
                  <a:lnTo>
                    <a:pt x="5549505" y="933186"/>
                  </a:lnTo>
                  <a:lnTo>
                    <a:pt x="5554978" y="933186"/>
                  </a:lnTo>
                  <a:lnTo>
                    <a:pt x="5554978" y="933186"/>
                  </a:lnTo>
                  <a:lnTo>
                    <a:pt x="5560451" y="933186"/>
                  </a:lnTo>
                  <a:lnTo>
                    <a:pt x="5560451" y="933186"/>
                  </a:lnTo>
                  <a:lnTo>
                    <a:pt x="5565924" y="933186"/>
                  </a:lnTo>
                  <a:lnTo>
                    <a:pt x="5565924" y="933186"/>
                  </a:lnTo>
                  <a:lnTo>
                    <a:pt x="5571397" y="933186"/>
                  </a:lnTo>
                  <a:lnTo>
                    <a:pt x="5571397" y="933186"/>
                  </a:lnTo>
                  <a:lnTo>
                    <a:pt x="5576870" y="933186"/>
                  </a:lnTo>
                  <a:lnTo>
                    <a:pt x="5576870" y="933186"/>
                  </a:lnTo>
                  <a:lnTo>
                    <a:pt x="5582343" y="933186"/>
                  </a:lnTo>
                  <a:lnTo>
                    <a:pt x="5582343" y="933186"/>
                  </a:lnTo>
                  <a:lnTo>
                    <a:pt x="5587816" y="933186"/>
                  </a:lnTo>
                  <a:lnTo>
                    <a:pt x="5587816" y="933186"/>
                  </a:lnTo>
                  <a:lnTo>
                    <a:pt x="5593288" y="933186"/>
                  </a:lnTo>
                  <a:lnTo>
                    <a:pt x="5593288" y="933186"/>
                  </a:lnTo>
                  <a:lnTo>
                    <a:pt x="5598761" y="933186"/>
                  </a:lnTo>
                  <a:lnTo>
                    <a:pt x="5598761" y="933186"/>
                  </a:lnTo>
                  <a:lnTo>
                    <a:pt x="5604234" y="933186"/>
                  </a:lnTo>
                  <a:lnTo>
                    <a:pt x="5604234" y="933186"/>
                  </a:lnTo>
                  <a:lnTo>
                    <a:pt x="5609707" y="933186"/>
                  </a:lnTo>
                  <a:lnTo>
                    <a:pt x="5609707" y="933186"/>
                  </a:lnTo>
                  <a:lnTo>
                    <a:pt x="5615180" y="933186"/>
                  </a:lnTo>
                  <a:lnTo>
                    <a:pt x="5615180" y="933186"/>
                  </a:lnTo>
                  <a:lnTo>
                    <a:pt x="5620653" y="933186"/>
                  </a:lnTo>
                  <a:lnTo>
                    <a:pt x="5620653" y="933186"/>
                  </a:lnTo>
                  <a:lnTo>
                    <a:pt x="5626126" y="933186"/>
                  </a:lnTo>
                  <a:lnTo>
                    <a:pt x="5626126" y="933186"/>
                  </a:lnTo>
                  <a:lnTo>
                    <a:pt x="5631599" y="933186"/>
                  </a:lnTo>
                  <a:lnTo>
                    <a:pt x="5631599" y="933186"/>
                  </a:lnTo>
                  <a:lnTo>
                    <a:pt x="5637071" y="933186"/>
                  </a:lnTo>
                  <a:lnTo>
                    <a:pt x="5637071" y="933186"/>
                  </a:lnTo>
                  <a:lnTo>
                    <a:pt x="5642544" y="933186"/>
                  </a:lnTo>
                  <a:lnTo>
                    <a:pt x="5642544" y="933186"/>
                  </a:lnTo>
                  <a:lnTo>
                    <a:pt x="5648017" y="933186"/>
                  </a:lnTo>
                  <a:lnTo>
                    <a:pt x="5648017" y="933186"/>
                  </a:lnTo>
                  <a:lnTo>
                    <a:pt x="5653490" y="933186"/>
                  </a:lnTo>
                  <a:lnTo>
                    <a:pt x="5653490" y="933186"/>
                  </a:lnTo>
                  <a:lnTo>
                    <a:pt x="5658963" y="933186"/>
                  </a:lnTo>
                  <a:lnTo>
                    <a:pt x="5658963" y="933186"/>
                  </a:lnTo>
                  <a:lnTo>
                    <a:pt x="5664436" y="933186"/>
                  </a:lnTo>
                  <a:lnTo>
                    <a:pt x="5664436" y="933186"/>
                  </a:lnTo>
                  <a:lnTo>
                    <a:pt x="5669909" y="933186"/>
                  </a:lnTo>
                  <a:lnTo>
                    <a:pt x="5669909" y="933186"/>
                  </a:lnTo>
                  <a:lnTo>
                    <a:pt x="5675382" y="933186"/>
                  </a:lnTo>
                  <a:lnTo>
                    <a:pt x="5675382" y="933186"/>
                  </a:lnTo>
                  <a:lnTo>
                    <a:pt x="5680855" y="933186"/>
                  </a:lnTo>
                  <a:lnTo>
                    <a:pt x="5680855" y="933186"/>
                  </a:lnTo>
                  <a:lnTo>
                    <a:pt x="5686327" y="933186"/>
                  </a:lnTo>
                  <a:lnTo>
                    <a:pt x="5686327" y="910847"/>
                  </a:lnTo>
                  <a:lnTo>
                    <a:pt x="5691800" y="910847"/>
                  </a:lnTo>
                  <a:lnTo>
                    <a:pt x="5691800" y="910847"/>
                  </a:lnTo>
                  <a:lnTo>
                    <a:pt x="5697273" y="910847"/>
                  </a:lnTo>
                  <a:lnTo>
                    <a:pt x="5697273" y="910847"/>
                  </a:lnTo>
                  <a:lnTo>
                    <a:pt x="5702746" y="910847"/>
                  </a:lnTo>
                  <a:lnTo>
                    <a:pt x="5702746" y="910847"/>
                  </a:lnTo>
                  <a:lnTo>
                    <a:pt x="5708219" y="910847"/>
                  </a:lnTo>
                  <a:lnTo>
                    <a:pt x="5708219" y="910847"/>
                  </a:lnTo>
                  <a:lnTo>
                    <a:pt x="5713692" y="910847"/>
                  </a:lnTo>
                  <a:lnTo>
                    <a:pt x="5713692" y="910847"/>
                  </a:lnTo>
                  <a:lnTo>
                    <a:pt x="5719165" y="910847"/>
                  </a:lnTo>
                  <a:lnTo>
                    <a:pt x="5719165" y="910847"/>
                  </a:lnTo>
                  <a:lnTo>
                    <a:pt x="5724638" y="910847"/>
                  </a:lnTo>
                  <a:lnTo>
                    <a:pt x="5724638" y="910847"/>
                  </a:lnTo>
                  <a:lnTo>
                    <a:pt x="5730111" y="910847"/>
                  </a:lnTo>
                  <a:lnTo>
                    <a:pt x="5730111" y="910847"/>
                  </a:lnTo>
                  <a:lnTo>
                    <a:pt x="5735583" y="910847"/>
                  </a:lnTo>
                  <a:lnTo>
                    <a:pt x="5735583" y="888356"/>
                  </a:lnTo>
                  <a:lnTo>
                    <a:pt x="5741056" y="888356"/>
                  </a:lnTo>
                  <a:lnTo>
                    <a:pt x="5741056" y="888356"/>
                  </a:lnTo>
                  <a:lnTo>
                    <a:pt x="5746529" y="888356"/>
                  </a:lnTo>
                  <a:lnTo>
                    <a:pt x="5746529" y="888356"/>
                  </a:lnTo>
                  <a:lnTo>
                    <a:pt x="5752002" y="888356"/>
                  </a:lnTo>
                  <a:lnTo>
                    <a:pt x="5752002" y="888356"/>
                  </a:lnTo>
                  <a:lnTo>
                    <a:pt x="5757475" y="888356"/>
                  </a:lnTo>
                  <a:lnTo>
                    <a:pt x="5757475" y="888356"/>
                  </a:lnTo>
                  <a:lnTo>
                    <a:pt x="5762948" y="888356"/>
                  </a:lnTo>
                  <a:lnTo>
                    <a:pt x="5762948" y="865810"/>
                  </a:lnTo>
                  <a:lnTo>
                    <a:pt x="5768421" y="865810"/>
                  </a:lnTo>
                  <a:lnTo>
                    <a:pt x="5768421" y="865810"/>
                  </a:lnTo>
                  <a:lnTo>
                    <a:pt x="5773894" y="865810"/>
                  </a:lnTo>
                  <a:lnTo>
                    <a:pt x="5773894" y="865810"/>
                  </a:lnTo>
                  <a:lnTo>
                    <a:pt x="5779367" y="865810"/>
                  </a:lnTo>
                  <a:lnTo>
                    <a:pt x="5779367" y="865810"/>
                  </a:lnTo>
                  <a:lnTo>
                    <a:pt x="5784839" y="865810"/>
                  </a:lnTo>
                  <a:lnTo>
                    <a:pt x="5784839" y="865810"/>
                  </a:lnTo>
                  <a:lnTo>
                    <a:pt x="5790312" y="865810"/>
                  </a:lnTo>
                  <a:lnTo>
                    <a:pt x="5790312" y="865810"/>
                  </a:lnTo>
                  <a:lnTo>
                    <a:pt x="5795785" y="865810"/>
                  </a:lnTo>
                  <a:lnTo>
                    <a:pt x="5795785" y="865810"/>
                  </a:lnTo>
                  <a:lnTo>
                    <a:pt x="5801258" y="865810"/>
                  </a:lnTo>
                  <a:lnTo>
                    <a:pt x="5801258" y="865810"/>
                  </a:lnTo>
                  <a:lnTo>
                    <a:pt x="5806731" y="865810"/>
                  </a:lnTo>
                  <a:lnTo>
                    <a:pt x="5806731" y="865810"/>
                  </a:lnTo>
                  <a:lnTo>
                    <a:pt x="5812204" y="865810"/>
                  </a:lnTo>
                  <a:lnTo>
                    <a:pt x="5812204" y="865810"/>
                  </a:lnTo>
                  <a:lnTo>
                    <a:pt x="5817677" y="865810"/>
                  </a:lnTo>
                  <a:lnTo>
                    <a:pt x="5817677" y="865810"/>
                  </a:lnTo>
                  <a:lnTo>
                    <a:pt x="5823150" y="865810"/>
                  </a:lnTo>
                  <a:lnTo>
                    <a:pt x="5823150" y="865810"/>
                  </a:lnTo>
                  <a:lnTo>
                    <a:pt x="5828622" y="865810"/>
                  </a:lnTo>
                  <a:lnTo>
                    <a:pt x="5828622" y="865810"/>
                  </a:lnTo>
                  <a:lnTo>
                    <a:pt x="5834095" y="865810"/>
                  </a:lnTo>
                  <a:lnTo>
                    <a:pt x="5834095" y="865810"/>
                  </a:lnTo>
                  <a:lnTo>
                    <a:pt x="5839568" y="865810"/>
                  </a:lnTo>
                  <a:lnTo>
                    <a:pt x="5839568" y="865810"/>
                  </a:lnTo>
                  <a:lnTo>
                    <a:pt x="5845041" y="865810"/>
                  </a:lnTo>
                  <a:lnTo>
                    <a:pt x="5845041" y="865810"/>
                  </a:lnTo>
                  <a:lnTo>
                    <a:pt x="5850514" y="865810"/>
                  </a:lnTo>
                  <a:lnTo>
                    <a:pt x="5850514" y="865810"/>
                  </a:lnTo>
                  <a:lnTo>
                    <a:pt x="5855987" y="865810"/>
                  </a:lnTo>
                  <a:lnTo>
                    <a:pt x="5855987" y="865810"/>
                  </a:lnTo>
                  <a:lnTo>
                    <a:pt x="5861460" y="865810"/>
                  </a:lnTo>
                  <a:lnTo>
                    <a:pt x="5861460" y="865810"/>
                  </a:lnTo>
                  <a:lnTo>
                    <a:pt x="5866933" y="865810"/>
                  </a:lnTo>
                  <a:lnTo>
                    <a:pt x="5866933" y="865810"/>
                  </a:lnTo>
                  <a:lnTo>
                    <a:pt x="5872406" y="865810"/>
                  </a:lnTo>
                  <a:lnTo>
                    <a:pt x="5872406" y="865810"/>
                  </a:lnTo>
                  <a:lnTo>
                    <a:pt x="5877878" y="865810"/>
                  </a:lnTo>
                  <a:lnTo>
                    <a:pt x="5877878" y="865810"/>
                  </a:lnTo>
                  <a:lnTo>
                    <a:pt x="5883351" y="865810"/>
                  </a:lnTo>
                  <a:lnTo>
                    <a:pt x="5883351" y="865810"/>
                  </a:lnTo>
                  <a:lnTo>
                    <a:pt x="5888824" y="865810"/>
                  </a:lnTo>
                  <a:lnTo>
                    <a:pt x="5888824" y="865810"/>
                  </a:lnTo>
                  <a:lnTo>
                    <a:pt x="5894297" y="865810"/>
                  </a:lnTo>
                  <a:lnTo>
                    <a:pt x="5894297" y="865810"/>
                  </a:lnTo>
                  <a:lnTo>
                    <a:pt x="5899770" y="865810"/>
                  </a:lnTo>
                  <a:lnTo>
                    <a:pt x="5899770" y="865810"/>
                  </a:lnTo>
                  <a:lnTo>
                    <a:pt x="5905243" y="865810"/>
                  </a:lnTo>
                  <a:lnTo>
                    <a:pt x="5905243" y="865810"/>
                  </a:lnTo>
                  <a:lnTo>
                    <a:pt x="5910716" y="865810"/>
                  </a:lnTo>
                  <a:lnTo>
                    <a:pt x="5910716" y="865810"/>
                  </a:lnTo>
                  <a:lnTo>
                    <a:pt x="5916189" y="865810"/>
                  </a:lnTo>
                  <a:lnTo>
                    <a:pt x="5916189" y="865810"/>
                  </a:lnTo>
                  <a:lnTo>
                    <a:pt x="5921662" y="865810"/>
                  </a:lnTo>
                  <a:lnTo>
                    <a:pt x="5921662" y="865810"/>
                  </a:lnTo>
                  <a:lnTo>
                    <a:pt x="5927134" y="865810"/>
                  </a:lnTo>
                  <a:lnTo>
                    <a:pt x="5927134" y="865810"/>
                  </a:lnTo>
                  <a:lnTo>
                    <a:pt x="5932607" y="865810"/>
                  </a:lnTo>
                  <a:lnTo>
                    <a:pt x="5932607" y="865810"/>
                  </a:lnTo>
                  <a:lnTo>
                    <a:pt x="5938080" y="865810"/>
                  </a:lnTo>
                  <a:lnTo>
                    <a:pt x="5938080" y="865810"/>
                  </a:lnTo>
                  <a:lnTo>
                    <a:pt x="5943553" y="865810"/>
                  </a:lnTo>
                  <a:lnTo>
                    <a:pt x="5943553" y="865810"/>
                  </a:lnTo>
                  <a:lnTo>
                    <a:pt x="5949026" y="865810"/>
                  </a:lnTo>
                  <a:lnTo>
                    <a:pt x="5949026" y="865810"/>
                  </a:lnTo>
                  <a:lnTo>
                    <a:pt x="5954499" y="865810"/>
                  </a:lnTo>
                  <a:lnTo>
                    <a:pt x="5954499" y="865810"/>
                  </a:lnTo>
                  <a:lnTo>
                    <a:pt x="5959972" y="865810"/>
                  </a:lnTo>
                  <a:lnTo>
                    <a:pt x="5959972" y="865810"/>
                  </a:lnTo>
                  <a:lnTo>
                    <a:pt x="5965445" y="865810"/>
                  </a:lnTo>
                  <a:lnTo>
                    <a:pt x="5965445" y="865810"/>
                  </a:lnTo>
                  <a:lnTo>
                    <a:pt x="5970918" y="865810"/>
                  </a:lnTo>
                  <a:lnTo>
                    <a:pt x="5970918" y="865810"/>
                  </a:lnTo>
                  <a:lnTo>
                    <a:pt x="5976390" y="865810"/>
                  </a:lnTo>
                  <a:lnTo>
                    <a:pt x="5976390" y="865810"/>
                  </a:lnTo>
                  <a:lnTo>
                    <a:pt x="5981863" y="865810"/>
                  </a:lnTo>
                  <a:lnTo>
                    <a:pt x="5981863" y="865810"/>
                  </a:lnTo>
                  <a:lnTo>
                    <a:pt x="5987336" y="865810"/>
                  </a:lnTo>
                  <a:lnTo>
                    <a:pt x="5987336" y="865810"/>
                  </a:lnTo>
                  <a:lnTo>
                    <a:pt x="5992809" y="865810"/>
                  </a:lnTo>
                  <a:lnTo>
                    <a:pt x="5992809" y="865810"/>
                  </a:lnTo>
                  <a:lnTo>
                    <a:pt x="5998282" y="865810"/>
                  </a:lnTo>
                  <a:lnTo>
                    <a:pt x="5998282" y="865810"/>
                  </a:lnTo>
                  <a:lnTo>
                    <a:pt x="6003755" y="865810"/>
                  </a:lnTo>
                  <a:lnTo>
                    <a:pt x="6003755" y="865810"/>
                  </a:lnTo>
                  <a:lnTo>
                    <a:pt x="6009228" y="865810"/>
                  </a:lnTo>
                  <a:lnTo>
                    <a:pt x="6009228" y="865810"/>
                  </a:lnTo>
                  <a:lnTo>
                    <a:pt x="6014701" y="865810"/>
                  </a:lnTo>
                  <a:lnTo>
                    <a:pt x="6014701" y="865810"/>
                  </a:lnTo>
                  <a:lnTo>
                    <a:pt x="6020173" y="865810"/>
                  </a:lnTo>
                  <a:lnTo>
                    <a:pt x="6020173" y="865810"/>
                  </a:lnTo>
                  <a:lnTo>
                    <a:pt x="6025646" y="865810"/>
                  </a:lnTo>
                  <a:lnTo>
                    <a:pt x="6025646" y="865810"/>
                  </a:lnTo>
                  <a:lnTo>
                    <a:pt x="6031119" y="865810"/>
                  </a:lnTo>
                  <a:lnTo>
                    <a:pt x="6031119" y="865810"/>
                  </a:lnTo>
                  <a:lnTo>
                    <a:pt x="6036592" y="865810"/>
                  </a:lnTo>
                  <a:lnTo>
                    <a:pt x="6036592" y="865810"/>
                  </a:lnTo>
                  <a:lnTo>
                    <a:pt x="6042065" y="865810"/>
                  </a:lnTo>
                  <a:lnTo>
                    <a:pt x="6042065" y="865810"/>
                  </a:lnTo>
                  <a:lnTo>
                    <a:pt x="6047538" y="865810"/>
                  </a:lnTo>
                  <a:lnTo>
                    <a:pt x="6047538" y="842546"/>
                  </a:lnTo>
                  <a:lnTo>
                    <a:pt x="6053011" y="842546"/>
                  </a:lnTo>
                  <a:lnTo>
                    <a:pt x="6053011" y="819300"/>
                  </a:lnTo>
                  <a:lnTo>
                    <a:pt x="6058484" y="819300"/>
                  </a:lnTo>
                  <a:lnTo>
                    <a:pt x="6058484" y="819300"/>
                  </a:lnTo>
                  <a:lnTo>
                    <a:pt x="6063957" y="819300"/>
                  </a:lnTo>
                  <a:lnTo>
                    <a:pt x="6063957" y="819300"/>
                  </a:lnTo>
                  <a:lnTo>
                    <a:pt x="6069429" y="819300"/>
                  </a:lnTo>
                  <a:lnTo>
                    <a:pt x="6069429" y="796074"/>
                  </a:lnTo>
                  <a:lnTo>
                    <a:pt x="6074902" y="796074"/>
                  </a:lnTo>
                  <a:lnTo>
                    <a:pt x="6074902" y="796074"/>
                  </a:lnTo>
                  <a:lnTo>
                    <a:pt x="6080375" y="796074"/>
                  </a:lnTo>
                  <a:lnTo>
                    <a:pt x="6080375" y="796074"/>
                  </a:lnTo>
                  <a:lnTo>
                    <a:pt x="6085848" y="796074"/>
                  </a:lnTo>
                  <a:lnTo>
                    <a:pt x="6085848" y="796074"/>
                  </a:lnTo>
                  <a:lnTo>
                    <a:pt x="6091321" y="796074"/>
                  </a:lnTo>
                  <a:lnTo>
                    <a:pt x="6091321" y="796074"/>
                  </a:lnTo>
                  <a:lnTo>
                    <a:pt x="6096794" y="796074"/>
                  </a:lnTo>
                  <a:lnTo>
                    <a:pt x="6096794" y="796074"/>
                  </a:lnTo>
                  <a:lnTo>
                    <a:pt x="6102267" y="796074"/>
                  </a:lnTo>
                  <a:lnTo>
                    <a:pt x="6102267" y="796074"/>
                  </a:lnTo>
                  <a:lnTo>
                    <a:pt x="6107740" y="796074"/>
                  </a:lnTo>
                  <a:lnTo>
                    <a:pt x="6107740" y="772652"/>
                  </a:lnTo>
                  <a:lnTo>
                    <a:pt x="6113213" y="772652"/>
                  </a:lnTo>
                  <a:lnTo>
                    <a:pt x="6113213" y="772652"/>
                  </a:lnTo>
                  <a:lnTo>
                    <a:pt x="6118685" y="772652"/>
                  </a:lnTo>
                  <a:lnTo>
                    <a:pt x="6118685" y="772652"/>
                  </a:lnTo>
                  <a:lnTo>
                    <a:pt x="6124158" y="772652"/>
                  </a:lnTo>
                  <a:lnTo>
                    <a:pt x="6124158" y="772652"/>
                  </a:lnTo>
                  <a:lnTo>
                    <a:pt x="6129631" y="772652"/>
                  </a:lnTo>
                  <a:lnTo>
                    <a:pt x="6129631" y="772652"/>
                  </a:lnTo>
                  <a:lnTo>
                    <a:pt x="6135104" y="772652"/>
                  </a:lnTo>
                  <a:lnTo>
                    <a:pt x="6135104" y="772652"/>
                  </a:lnTo>
                  <a:lnTo>
                    <a:pt x="6140577" y="772652"/>
                  </a:lnTo>
                  <a:lnTo>
                    <a:pt x="6140577" y="772652"/>
                  </a:lnTo>
                  <a:lnTo>
                    <a:pt x="6146050" y="772652"/>
                  </a:lnTo>
                  <a:lnTo>
                    <a:pt x="6146050" y="772652"/>
                  </a:lnTo>
                  <a:lnTo>
                    <a:pt x="6151523" y="772652"/>
                  </a:lnTo>
                  <a:lnTo>
                    <a:pt x="6151523" y="749057"/>
                  </a:lnTo>
                  <a:lnTo>
                    <a:pt x="6156996" y="749057"/>
                  </a:lnTo>
                  <a:lnTo>
                    <a:pt x="6156996" y="749057"/>
                  </a:lnTo>
                  <a:lnTo>
                    <a:pt x="6162468" y="749057"/>
                  </a:lnTo>
                  <a:lnTo>
                    <a:pt x="6162468" y="749057"/>
                  </a:lnTo>
                  <a:lnTo>
                    <a:pt x="6167941" y="749057"/>
                  </a:lnTo>
                  <a:lnTo>
                    <a:pt x="6167941" y="749057"/>
                  </a:lnTo>
                  <a:lnTo>
                    <a:pt x="6173414" y="749057"/>
                  </a:lnTo>
                  <a:lnTo>
                    <a:pt x="6173414" y="749057"/>
                  </a:lnTo>
                  <a:lnTo>
                    <a:pt x="6178887" y="749057"/>
                  </a:lnTo>
                  <a:lnTo>
                    <a:pt x="6178887" y="749057"/>
                  </a:lnTo>
                  <a:lnTo>
                    <a:pt x="6184360" y="749057"/>
                  </a:lnTo>
                  <a:lnTo>
                    <a:pt x="6184360" y="749057"/>
                  </a:lnTo>
                  <a:lnTo>
                    <a:pt x="6189833" y="749057"/>
                  </a:lnTo>
                  <a:lnTo>
                    <a:pt x="6189833" y="749057"/>
                  </a:lnTo>
                  <a:lnTo>
                    <a:pt x="6195306" y="749057"/>
                  </a:lnTo>
                  <a:lnTo>
                    <a:pt x="6195306" y="701536"/>
                  </a:lnTo>
                  <a:lnTo>
                    <a:pt x="6200779" y="701536"/>
                  </a:lnTo>
                  <a:lnTo>
                    <a:pt x="6200779" y="701536"/>
                  </a:lnTo>
                  <a:lnTo>
                    <a:pt x="6206252" y="701536"/>
                  </a:lnTo>
                  <a:lnTo>
                    <a:pt x="6206252" y="701536"/>
                  </a:lnTo>
                  <a:lnTo>
                    <a:pt x="6211724" y="701536"/>
                  </a:lnTo>
                  <a:lnTo>
                    <a:pt x="6211724" y="701536"/>
                  </a:lnTo>
                  <a:lnTo>
                    <a:pt x="6217197" y="701536"/>
                  </a:lnTo>
                  <a:lnTo>
                    <a:pt x="6217197" y="701536"/>
                  </a:lnTo>
                  <a:lnTo>
                    <a:pt x="6222670" y="701536"/>
                  </a:lnTo>
                  <a:lnTo>
                    <a:pt x="6222670" y="701536"/>
                  </a:lnTo>
                  <a:lnTo>
                    <a:pt x="6228143" y="701536"/>
                  </a:lnTo>
                  <a:lnTo>
                    <a:pt x="6228143" y="701536"/>
                  </a:lnTo>
                  <a:lnTo>
                    <a:pt x="6233616" y="701536"/>
                  </a:lnTo>
                  <a:lnTo>
                    <a:pt x="6233616" y="701536"/>
                  </a:lnTo>
                  <a:lnTo>
                    <a:pt x="6239089" y="701536"/>
                  </a:lnTo>
                  <a:lnTo>
                    <a:pt x="6239089" y="701536"/>
                  </a:lnTo>
                  <a:lnTo>
                    <a:pt x="6250035" y="701536"/>
                  </a:lnTo>
                  <a:lnTo>
                    <a:pt x="6250035" y="701536"/>
                  </a:lnTo>
                  <a:lnTo>
                    <a:pt x="6255508" y="701536"/>
                  </a:lnTo>
                  <a:lnTo>
                    <a:pt x="6255508" y="701536"/>
                  </a:lnTo>
                  <a:lnTo>
                    <a:pt x="6260980" y="701536"/>
                  </a:lnTo>
                  <a:lnTo>
                    <a:pt x="6260980" y="701536"/>
                  </a:lnTo>
                  <a:lnTo>
                    <a:pt x="6266453" y="701536"/>
                  </a:lnTo>
                  <a:lnTo>
                    <a:pt x="6266453" y="701536"/>
                  </a:lnTo>
                  <a:lnTo>
                    <a:pt x="6271926" y="701536"/>
                  </a:lnTo>
                  <a:lnTo>
                    <a:pt x="6271926" y="701536"/>
                  </a:lnTo>
                  <a:lnTo>
                    <a:pt x="6277399" y="701536"/>
                  </a:lnTo>
                  <a:lnTo>
                    <a:pt x="6277399" y="701536"/>
                  </a:lnTo>
                  <a:lnTo>
                    <a:pt x="6282872" y="701536"/>
                  </a:lnTo>
                  <a:lnTo>
                    <a:pt x="6282872" y="701536"/>
                  </a:lnTo>
                  <a:lnTo>
                    <a:pt x="6288345" y="701536"/>
                  </a:lnTo>
                  <a:lnTo>
                    <a:pt x="6288345" y="701536"/>
                  </a:lnTo>
                  <a:lnTo>
                    <a:pt x="6293818" y="701536"/>
                  </a:lnTo>
                  <a:lnTo>
                    <a:pt x="6293818" y="701536"/>
                  </a:lnTo>
                  <a:lnTo>
                    <a:pt x="6299291" y="701536"/>
                  </a:lnTo>
                  <a:lnTo>
                    <a:pt x="6299291" y="701536"/>
                  </a:lnTo>
                  <a:lnTo>
                    <a:pt x="6304764" y="701536"/>
                  </a:lnTo>
                  <a:lnTo>
                    <a:pt x="6304764" y="677492"/>
                  </a:lnTo>
                  <a:lnTo>
                    <a:pt x="6310236" y="677492"/>
                  </a:lnTo>
                  <a:lnTo>
                    <a:pt x="6310236" y="677492"/>
                  </a:lnTo>
                  <a:lnTo>
                    <a:pt x="6315709" y="677492"/>
                  </a:lnTo>
                  <a:lnTo>
                    <a:pt x="6315709" y="677492"/>
                  </a:lnTo>
                  <a:lnTo>
                    <a:pt x="6321182" y="677492"/>
                  </a:lnTo>
                  <a:lnTo>
                    <a:pt x="6321182" y="677492"/>
                  </a:lnTo>
                  <a:lnTo>
                    <a:pt x="6326655" y="677492"/>
                  </a:lnTo>
                  <a:lnTo>
                    <a:pt x="6326655" y="677492"/>
                  </a:lnTo>
                  <a:lnTo>
                    <a:pt x="6332128" y="677492"/>
                  </a:lnTo>
                  <a:lnTo>
                    <a:pt x="6332128" y="677492"/>
                  </a:lnTo>
                  <a:lnTo>
                    <a:pt x="6343074" y="677492"/>
                  </a:lnTo>
                  <a:lnTo>
                    <a:pt x="6343074" y="677492"/>
                  </a:lnTo>
                  <a:lnTo>
                    <a:pt x="6348547" y="677492"/>
                  </a:lnTo>
                  <a:lnTo>
                    <a:pt x="6348547" y="677492"/>
                  </a:lnTo>
                  <a:lnTo>
                    <a:pt x="6354019" y="677492"/>
                  </a:lnTo>
                  <a:lnTo>
                    <a:pt x="6354019" y="677492"/>
                  </a:lnTo>
                  <a:lnTo>
                    <a:pt x="6359492" y="677492"/>
                  </a:lnTo>
                  <a:lnTo>
                    <a:pt x="6359492" y="677492"/>
                  </a:lnTo>
                  <a:lnTo>
                    <a:pt x="6364965" y="677492"/>
                  </a:lnTo>
                  <a:lnTo>
                    <a:pt x="6364965" y="677492"/>
                  </a:lnTo>
                  <a:lnTo>
                    <a:pt x="6370438" y="677492"/>
                  </a:lnTo>
                  <a:lnTo>
                    <a:pt x="6370438" y="677492"/>
                  </a:lnTo>
                  <a:lnTo>
                    <a:pt x="6375911" y="677492"/>
                  </a:lnTo>
                  <a:lnTo>
                    <a:pt x="6375911" y="677492"/>
                  </a:lnTo>
                  <a:lnTo>
                    <a:pt x="6381384" y="677492"/>
                  </a:lnTo>
                  <a:lnTo>
                    <a:pt x="6381384" y="677492"/>
                  </a:lnTo>
                  <a:lnTo>
                    <a:pt x="6386857" y="677492"/>
                  </a:lnTo>
                  <a:lnTo>
                    <a:pt x="6386857" y="677492"/>
                  </a:lnTo>
                  <a:lnTo>
                    <a:pt x="6392330" y="677492"/>
                  </a:lnTo>
                  <a:lnTo>
                    <a:pt x="6392330" y="677492"/>
                  </a:lnTo>
                  <a:lnTo>
                    <a:pt x="6397803" y="677492"/>
                  </a:lnTo>
                  <a:lnTo>
                    <a:pt x="6397803" y="677492"/>
                  </a:lnTo>
                  <a:lnTo>
                    <a:pt x="6403275" y="677492"/>
                  </a:lnTo>
                  <a:lnTo>
                    <a:pt x="6403275" y="677492"/>
                  </a:lnTo>
                  <a:lnTo>
                    <a:pt x="6408748" y="677492"/>
                  </a:lnTo>
                  <a:lnTo>
                    <a:pt x="6408748" y="677492"/>
                  </a:lnTo>
                  <a:lnTo>
                    <a:pt x="6414221" y="677492"/>
                  </a:lnTo>
                  <a:lnTo>
                    <a:pt x="6414221" y="677492"/>
                  </a:lnTo>
                  <a:lnTo>
                    <a:pt x="6419694" y="677492"/>
                  </a:lnTo>
                  <a:lnTo>
                    <a:pt x="6419694" y="653292"/>
                  </a:lnTo>
                  <a:lnTo>
                    <a:pt x="6425167" y="653292"/>
                  </a:lnTo>
                  <a:lnTo>
                    <a:pt x="6425167" y="653292"/>
                  </a:lnTo>
                  <a:lnTo>
                    <a:pt x="6430640" y="653292"/>
                  </a:lnTo>
                  <a:lnTo>
                    <a:pt x="6430640" y="653292"/>
                  </a:lnTo>
                  <a:lnTo>
                    <a:pt x="6436113" y="653292"/>
                  </a:lnTo>
                  <a:lnTo>
                    <a:pt x="6436113" y="653292"/>
                  </a:lnTo>
                  <a:lnTo>
                    <a:pt x="6441586" y="653292"/>
                  </a:lnTo>
                  <a:lnTo>
                    <a:pt x="6441586" y="653292"/>
                  </a:lnTo>
                  <a:lnTo>
                    <a:pt x="6447059" y="653292"/>
                  </a:lnTo>
                  <a:lnTo>
                    <a:pt x="6447059" y="653292"/>
                  </a:lnTo>
                  <a:lnTo>
                    <a:pt x="6452531" y="653292"/>
                  </a:lnTo>
                  <a:lnTo>
                    <a:pt x="6452531" y="653292"/>
                  </a:lnTo>
                  <a:lnTo>
                    <a:pt x="6458004" y="653292"/>
                  </a:lnTo>
                  <a:lnTo>
                    <a:pt x="6458004" y="653292"/>
                  </a:lnTo>
                  <a:lnTo>
                    <a:pt x="6463477" y="653292"/>
                  </a:lnTo>
                  <a:lnTo>
                    <a:pt x="6463477" y="653292"/>
                  </a:lnTo>
                  <a:lnTo>
                    <a:pt x="6468950" y="653292"/>
                  </a:lnTo>
                  <a:lnTo>
                    <a:pt x="6468950" y="653292"/>
                  </a:lnTo>
                  <a:lnTo>
                    <a:pt x="6474423" y="653292"/>
                  </a:lnTo>
                  <a:lnTo>
                    <a:pt x="6474423" y="653292"/>
                  </a:lnTo>
                  <a:lnTo>
                    <a:pt x="6479896" y="653292"/>
                  </a:lnTo>
                  <a:lnTo>
                    <a:pt x="6479896" y="653292"/>
                  </a:lnTo>
                  <a:lnTo>
                    <a:pt x="6485369" y="653292"/>
                  </a:lnTo>
                  <a:lnTo>
                    <a:pt x="6485369" y="653292"/>
                  </a:lnTo>
                  <a:lnTo>
                    <a:pt x="6490842" y="653292"/>
                  </a:lnTo>
                  <a:lnTo>
                    <a:pt x="6490842" y="653292"/>
                  </a:lnTo>
                  <a:lnTo>
                    <a:pt x="6496315" y="653292"/>
                  </a:lnTo>
                  <a:lnTo>
                    <a:pt x="6496315" y="653292"/>
                  </a:lnTo>
                  <a:lnTo>
                    <a:pt x="6501787" y="653292"/>
                  </a:lnTo>
                  <a:lnTo>
                    <a:pt x="6501787" y="653292"/>
                  </a:lnTo>
                  <a:lnTo>
                    <a:pt x="6507260" y="653292"/>
                  </a:lnTo>
                  <a:lnTo>
                    <a:pt x="6507260" y="653292"/>
                  </a:lnTo>
                  <a:lnTo>
                    <a:pt x="6512733" y="653292"/>
                  </a:lnTo>
                  <a:lnTo>
                    <a:pt x="6512733" y="653292"/>
                  </a:lnTo>
                  <a:lnTo>
                    <a:pt x="6518206" y="653292"/>
                  </a:lnTo>
                  <a:lnTo>
                    <a:pt x="6518206" y="653292"/>
                  </a:lnTo>
                  <a:lnTo>
                    <a:pt x="6529152" y="653292"/>
                  </a:lnTo>
                  <a:lnTo>
                    <a:pt x="6529152" y="653292"/>
                  </a:lnTo>
                  <a:lnTo>
                    <a:pt x="6540098" y="653292"/>
                  </a:lnTo>
                  <a:lnTo>
                    <a:pt x="6540098" y="653292"/>
                  </a:lnTo>
                  <a:lnTo>
                    <a:pt x="6545570" y="653292"/>
                  </a:lnTo>
                  <a:lnTo>
                    <a:pt x="6545570" y="653292"/>
                  </a:lnTo>
                  <a:lnTo>
                    <a:pt x="6551043" y="653292"/>
                  </a:lnTo>
                  <a:lnTo>
                    <a:pt x="6551043" y="653292"/>
                  </a:lnTo>
                  <a:lnTo>
                    <a:pt x="6556516" y="653292"/>
                  </a:lnTo>
                  <a:lnTo>
                    <a:pt x="6556516" y="653292"/>
                  </a:lnTo>
                  <a:lnTo>
                    <a:pt x="6561989" y="653292"/>
                  </a:lnTo>
                  <a:lnTo>
                    <a:pt x="6561989" y="653292"/>
                  </a:lnTo>
                  <a:lnTo>
                    <a:pt x="6567462" y="653292"/>
                  </a:lnTo>
                  <a:lnTo>
                    <a:pt x="6567462" y="653292"/>
                  </a:lnTo>
                  <a:lnTo>
                    <a:pt x="6572935" y="653292"/>
                  </a:lnTo>
                  <a:lnTo>
                    <a:pt x="6572935" y="653292"/>
                  </a:lnTo>
                  <a:lnTo>
                    <a:pt x="6578408" y="653292"/>
                  </a:lnTo>
                  <a:lnTo>
                    <a:pt x="6578408" y="653292"/>
                  </a:lnTo>
                  <a:lnTo>
                    <a:pt x="6583881" y="653292"/>
                  </a:lnTo>
                  <a:lnTo>
                    <a:pt x="6583881" y="653292"/>
                  </a:lnTo>
                  <a:lnTo>
                    <a:pt x="6589354" y="653292"/>
                  </a:lnTo>
                  <a:lnTo>
                    <a:pt x="6589354" y="653292"/>
                  </a:lnTo>
                  <a:lnTo>
                    <a:pt x="6594826" y="653292"/>
                  </a:lnTo>
                  <a:lnTo>
                    <a:pt x="6594826" y="653292"/>
                  </a:lnTo>
                  <a:lnTo>
                    <a:pt x="6600299" y="653292"/>
                  </a:lnTo>
                  <a:lnTo>
                    <a:pt x="6600299" y="653292"/>
                  </a:lnTo>
                  <a:lnTo>
                    <a:pt x="6605772" y="653292"/>
                  </a:lnTo>
                  <a:lnTo>
                    <a:pt x="6605772" y="653292"/>
                  </a:lnTo>
                  <a:lnTo>
                    <a:pt x="6611245" y="653292"/>
                  </a:lnTo>
                  <a:lnTo>
                    <a:pt x="6611245" y="653292"/>
                  </a:lnTo>
                  <a:lnTo>
                    <a:pt x="6616718" y="653292"/>
                  </a:lnTo>
                  <a:lnTo>
                    <a:pt x="6616718" y="653292"/>
                  </a:lnTo>
                  <a:lnTo>
                    <a:pt x="6622191" y="653292"/>
                  </a:lnTo>
                  <a:lnTo>
                    <a:pt x="6622191" y="653292"/>
                  </a:lnTo>
                  <a:lnTo>
                    <a:pt x="6627664" y="653292"/>
                  </a:lnTo>
                  <a:lnTo>
                    <a:pt x="6627664" y="653292"/>
                  </a:lnTo>
                  <a:lnTo>
                    <a:pt x="6633137" y="653292"/>
                  </a:lnTo>
                  <a:lnTo>
                    <a:pt x="6633137" y="653292"/>
                  </a:lnTo>
                  <a:lnTo>
                    <a:pt x="6638610" y="653292"/>
                  </a:lnTo>
                  <a:lnTo>
                    <a:pt x="6638610" y="653292"/>
                  </a:lnTo>
                  <a:lnTo>
                    <a:pt x="6644082" y="653292"/>
                  </a:lnTo>
                  <a:lnTo>
                    <a:pt x="6644082" y="653292"/>
                  </a:lnTo>
                  <a:lnTo>
                    <a:pt x="6649555" y="653292"/>
                  </a:lnTo>
                  <a:lnTo>
                    <a:pt x="6649555" y="653292"/>
                  </a:lnTo>
                  <a:lnTo>
                    <a:pt x="6655028" y="653292"/>
                  </a:lnTo>
                  <a:lnTo>
                    <a:pt x="6655028" y="653292"/>
                  </a:lnTo>
                  <a:lnTo>
                    <a:pt x="6660501" y="653292"/>
                  </a:lnTo>
                  <a:lnTo>
                    <a:pt x="6660501" y="653292"/>
                  </a:lnTo>
                  <a:lnTo>
                    <a:pt x="6665974" y="653292"/>
                  </a:lnTo>
                  <a:lnTo>
                    <a:pt x="6665974" y="653292"/>
                  </a:lnTo>
                  <a:lnTo>
                    <a:pt x="6671447" y="653292"/>
                  </a:lnTo>
                  <a:lnTo>
                    <a:pt x="6671447" y="653292"/>
                  </a:lnTo>
                  <a:lnTo>
                    <a:pt x="6676920" y="653292"/>
                  </a:lnTo>
                  <a:lnTo>
                    <a:pt x="6676920" y="653292"/>
                  </a:lnTo>
                  <a:lnTo>
                    <a:pt x="6682393" y="653292"/>
                  </a:lnTo>
                  <a:lnTo>
                    <a:pt x="6682393" y="653292"/>
                  </a:lnTo>
                  <a:lnTo>
                    <a:pt x="6687865" y="653292"/>
                  </a:lnTo>
                  <a:lnTo>
                    <a:pt x="6687865" y="653292"/>
                  </a:lnTo>
                  <a:lnTo>
                    <a:pt x="6693338" y="653292"/>
                  </a:lnTo>
                  <a:lnTo>
                    <a:pt x="6693338" y="653292"/>
                  </a:lnTo>
                  <a:lnTo>
                    <a:pt x="6698811" y="653292"/>
                  </a:lnTo>
                  <a:lnTo>
                    <a:pt x="6698811" y="653292"/>
                  </a:lnTo>
                  <a:lnTo>
                    <a:pt x="6704284" y="653292"/>
                  </a:lnTo>
                  <a:lnTo>
                    <a:pt x="6704284" y="653292"/>
                  </a:lnTo>
                  <a:lnTo>
                    <a:pt x="6709757" y="653292"/>
                  </a:lnTo>
                  <a:lnTo>
                    <a:pt x="6709757" y="653292"/>
                  </a:lnTo>
                  <a:lnTo>
                    <a:pt x="6715230" y="653292"/>
                  </a:lnTo>
                  <a:lnTo>
                    <a:pt x="6715230" y="653292"/>
                  </a:lnTo>
                  <a:lnTo>
                    <a:pt x="6720703" y="653292"/>
                  </a:lnTo>
                  <a:lnTo>
                    <a:pt x="6720703" y="653292"/>
                  </a:lnTo>
                  <a:lnTo>
                    <a:pt x="6726176" y="653292"/>
                  </a:lnTo>
                  <a:lnTo>
                    <a:pt x="6726176" y="653292"/>
                  </a:lnTo>
                  <a:lnTo>
                    <a:pt x="6731649" y="653292"/>
                  </a:lnTo>
                  <a:lnTo>
                    <a:pt x="6731649" y="653292"/>
                  </a:lnTo>
                  <a:lnTo>
                    <a:pt x="6737121" y="653292"/>
                  </a:lnTo>
                  <a:lnTo>
                    <a:pt x="6737121" y="653292"/>
                  </a:lnTo>
                  <a:lnTo>
                    <a:pt x="6742594" y="653292"/>
                  </a:lnTo>
                  <a:lnTo>
                    <a:pt x="6742594" y="653292"/>
                  </a:lnTo>
                  <a:lnTo>
                    <a:pt x="6748067" y="653292"/>
                  </a:lnTo>
                  <a:lnTo>
                    <a:pt x="6748067" y="653292"/>
                  </a:lnTo>
                  <a:lnTo>
                    <a:pt x="6753540" y="653292"/>
                  </a:lnTo>
                  <a:lnTo>
                    <a:pt x="6753540" y="653292"/>
                  </a:lnTo>
                  <a:lnTo>
                    <a:pt x="6759013" y="653292"/>
                  </a:lnTo>
                  <a:lnTo>
                    <a:pt x="6759013" y="653292"/>
                  </a:lnTo>
                  <a:lnTo>
                    <a:pt x="6764486" y="653292"/>
                  </a:lnTo>
                  <a:lnTo>
                    <a:pt x="6764486" y="653292"/>
                  </a:lnTo>
                  <a:lnTo>
                    <a:pt x="6769959" y="653292"/>
                  </a:lnTo>
                  <a:lnTo>
                    <a:pt x="6769959" y="653292"/>
                  </a:lnTo>
                  <a:lnTo>
                    <a:pt x="6775432" y="653292"/>
                  </a:lnTo>
                  <a:lnTo>
                    <a:pt x="6775432" y="653292"/>
                  </a:lnTo>
                  <a:lnTo>
                    <a:pt x="6780905" y="653292"/>
                  </a:lnTo>
                  <a:lnTo>
                    <a:pt x="6780905" y="653292"/>
                  </a:lnTo>
                  <a:lnTo>
                    <a:pt x="6786377" y="653292"/>
                  </a:lnTo>
                  <a:lnTo>
                    <a:pt x="6786377" y="653292"/>
                  </a:lnTo>
                  <a:lnTo>
                    <a:pt x="6797323" y="653292"/>
                  </a:lnTo>
                  <a:lnTo>
                    <a:pt x="6797323" y="653292"/>
                  </a:lnTo>
                  <a:lnTo>
                    <a:pt x="6802796" y="653292"/>
                  </a:lnTo>
                  <a:lnTo>
                    <a:pt x="6802796" y="653292"/>
                  </a:lnTo>
                  <a:lnTo>
                    <a:pt x="6808269" y="653292"/>
                  </a:lnTo>
                  <a:lnTo>
                    <a:pt x="6808269" y="653292"/>
                  </a:lnTo>
                  <a:lnTo>
                    <a:pt x="6813742" y="653292"/>
                  </a:lnTo>
                  <a:lnTo>
                    <a:pt x="6813742" y="653292"/>
                  </a:lnTo>
                  <a:lnTo>
                    <a:pt x="6819215" y="653292"/>
                  </a:lnTo>
                  <a:lnTo>
                    <a:pt x="6819215" y="653292"/>
                  </a:lnTo>
                  <a:lnTo>
                    <a:pt x="6824688" y="653292"/>
                  </a:lnTo>
                  <a:lnTo>
                    <a:pt x="6824688" y="653292"/>
                  </a:lnTo>
                  <a:lnTo>
                    <a:pt x="6830161" y="653292"/>
                  </a:lnTo>
                  <a:lnTo>
                    <a:pt x="6830161" y="653292"/>
                  </a:lnTo>
                  <a:lnTo>
                    <a:pt x="6835633" y="653292"/>
                  </a:lnTo>
                  <a:lnTo>
                    <a:pt x="6835633" y="628226"/>
                  </a:lnTo>
                  <a:lnTo>
                    <a:pt x="6841106" y="628226"/>
                  </a:lnTo>
                  <a:lnTo>
                    <a:pt x="6841106" y="628226"/>
                  </a:lnTo>
                  <a:lnTo>
                    <a:pt x="6846579" y="628226"/>
                  </a:lnTo>
                  <a:lnTo>
                    <a:pt x="6846579" y="628226"/>
                  </a:lnTo>
                  <a:lnTo>
                    <a:pt x="6852052" y="628226"/>
                  </a:lnTo>
                  <a:lnTo>
                    <a:pt x="6852052" y="628226"/>
                  </a:lnTo>
                  <a:lnTo>
                    <a:pt x="6857525" y="628226"/>
                  </a:lnTo>
                  <a:lnTo>
                    <a:pt x="6857525" y="628226"/>
                  </a:lnTo>
                  <a:lnTo>
                    <a:pt x="6862998" y="628226"/>
                  </a:lnTo>
                  <a:lnTo>
                    <a:pt x="6862998" y="628226"/>
                  </a:lnTo>
                  <a:lnTo>
                    <a:pt x="6868471" y="628226"/>
                  </a:lnTo>
                  <a:lnTo>
                    <a:pt x="6868471" y="628226"/>
                  </a:lnTo>
                  <a:lnTo>
                    <a:pt x="6873944" y="628226"/>
                  </a:lnTo>
                  <a:lnTo>
                    <a:pt x="6873944" y="628226"/>
                  </a:lnTo>
                  <a:lnTo>
                    <a:pt x="6879416" y="628226"/>
                  </a:lnTo>
                  <a:lnTo>
                    <a:pt x="6879416" y="628226"/>
                  </a:lnTo>
                  <a:lnTo>
                    <a:pt x="6884889" y="628226"/>
                  </a:lnTo>
                  <a:lnTo>
                    <a:pt x="6884889" y="628226"/>
                  </a:lnTo>
                  <a:lnTo>
                    <a:pt x="6890362" y="628226"/>
                  </a:lnTo>
                  <a:lnTo>
                    <a:pt x="6890362" y="628226"/>
                  </a:lnTo>
                  <a:lnTo>
                    <a:pt x="6895835" y="628226"/>
                  </a:lnTo>
                  <a:lnTo>
                    <a:pt x="6895835" y="628226"/>
                  </a:lnTo>
                  <a:lnTo>
                    <a:pt x="6901308" y="628226"/>
                  </a:lnTo>
                  <a:lnTo>
                    <a:pt x="6901308" y="628226"/>
                  </a:lnTo>
                  <a:lnTo>
                    <a:pt x="6906781" y="628226"/>
                  </a:lnTo>
                  <a:lnTo>
                    <a:pt x="6906781" y="628226"/>
                  </a:lnTo>
                  <a:lnTo>
                    <a:pt x="6912254" y="628226"/>
                  </a:lnTo>
                  <a:lnTo>
                    <a:pt x="6912254" y="628226"/>
                  </a:lnTo>
                  <a:lnTo>
                    <a:pt x="6917727" y="628226"/>
                  </a:lnTo>
                  <a:lnTo>
                    <a:pt x="6917727" y="602988"/>
                  </a:lnTo>
                  <a:lnTo>
                    <a:pt x="6923200" y="602988"/>
                  </a:lnTo>
                  <a:lnTo>
                    <a:pt x="6923200" y="602988"/>
                  </a:lnTo>
                  <a:lnTo>
                    <a:pt x="6928672" y="602988"/>
                  </a:lnTo>
                  <a:lnTo>
                    <a:pt x="6928672" y="602988"/>
                  </a:lnTo>
                  <a:lnTo>
                    <a:pt x="6934145" y="602988"/>
                  </a:lnTo>
                  <a:lnTo>
                    <a:pt x="6934145" y="602988"/>
                  </a:lnTo>
                  <a:lnTo>
                    <a:pt x="6939618" y="602988"/>
                  </a:lnTo>
                  <a:lnTo>
                    <a:pt x="6939618" y="602988"/>
                  </a:lnTo>
                  <a:lnTo>
                    <a:pt x="6945091" y="602988"/>
                  </a:lnTo>
                  <a:lnTo>
                    <a:pt x="6945091" y="602988"/>
                  </a:lnTo>
                  <a:lnTo>
                    <a:pt x="6950564" y="602988"/>
                  </a:lnTo>
                  <a:lnTo>
                    <a:pt x="6950564" y="602988"/>
                  </a:lnTo>
                  <a:lnTo>
                    <a:pt x="6956037" y="602988"/>
                  </a:lnTo>
                  <a:lnTo>
                    <a:pt x="6956037" y="602988"/>
                  </a:lnTo>
                  <a:lnTo>
                    <a:pt x="6961510" y="602988"/>
                  </a:lnTo>
                  <a:lnTo>
                    <a:pt x="6961510" y="602988"/>
                  </a:lnTo>
                  <a:lnTo>
                    <a:pt x="6966983" y="602988"/>
                  </a:lnTo>
                  <a:lnTo>
                    <a:pt x="6966983" y="602988"/>
                  </a:lnTo>
                  <a:lnTo>
                    <a:pt x="6972456" y="602988"/>
                  </a:lnTo>
                  <a:lnTo>
                    <a:pt x="6972456" y="602988"/>
                  </a:lnTo>
                  <a:lnTo>
                    <a:pt x="6977928" y="602988"/>
                  </a:lnTo>
                  <a:lnTo>
                    <a:pt x="6977928" y="602988"/>
                  </a:lnTo>
                  <a:lnTo>
                    <a:pt x="6983401" y="602988"/>
                  </a:lnTo>
                  <a:lnTo>
                    <a:pt x="6983401" y="602988"/>
                  </a:lnTo>
                  <a:lnTo>
                    <a:pt x="6988874" y="602988"/>
                  </a:lnTo>
                  <a:lnTo>
                    <a:pt x="6988874" y="602988"/>
                  </a:lnTo>
                  <a:lnTo>
                    <a:pt x="6994347" y="602988"/>
                  </a:lnTo>
                  <a:lnTo>
                    <a:pt x="6994347" y="602988"/>
                  </a:lnTo>
                  <a:lnTo>
                    <a:pt x="6999820" y="602988"/>
                  </a:lnTo>
                  <a:lnTo>
                    <a:pt x="6999820" y="602988"/>
                  </a:lnTo>
                  <a:lnTo>
                    <a:pt x="7005293" y="602988"/>
                  </a:lnTo>
                  <a:lnTo>
                    <a:pt x="7005293" y="602988"/>
                  </a:lnTo>
                  <a:lnTo>
                    <a:pt x="7010766" y="602988"/>
                  </a:lnTo>
                  <a:lnTo>
                    <a:pt x="7010766" y="602988"/>
                  </a:lnTo>
                  <a:lnTo>
                    <a:pt x="7016239" y="602988"/>
                  </a:lnTo>
                  <a:lnTo>
                    <a:pt x="7016239" y="602988"/>
                  </a:lnTo>
                  <a:lnTo>
                    <a:pt x="7021712" y="602988"/>
                  </a:lnTo>
                  <a:lnTo>
                    <a:pt x="7021712" y="602988"/>
                  </a:lnTo>
                  <a:lnTo>
                    <a:pt x="7027184" y="602988"/>
                  </a:lnTo>
                  <a:lnTo>
                    <a:pt x="7027184" y="602988"/>
                  </a:lnTo>
                  <a:lnTo>
                    <a:pt x="7032657" y="602988"/>
                  </a:lnTo>
                  <a:lnTo>
                    <a:pt x="7032657" y="602988"/>
                  </a:lnTo>
                  <a:lnTo>
                    <a:pt x="7038130" y="602988"/>
                  </a:lnTo>
                  <a:lnTo>
                    <a:pt x="7038130" y="602988"/>
                  </a:lnTo>
                  <a:lnTo>
                    <a:pt x="7043603" y="602988"/>
                  </a:lnTo>
                  <a:lnTo>
                    <a:pt x="7043603" y="602988"/>
                  </a:lnTo>
                  <a:lnTo>
                    <a:pt x="7049076" y="602988"/>
                  </a:lnTo>
                  <a:lnTo>
                    <a:pt x="7049076" y="602988"/>
                  </a:lnTo>
                  <a:lnTo>
                    <a:pt x="7054549" y="602988"/>
                  </a:lnTo>
                  <a:lnTo>
                    <a:pt x="7054549" y="602988"/>
                  </a:lnTo>
                  <a:lnTo>
                    <a:pt x="7060022" y="602988"/>
                  </a:lnTo>
                  <a:lnTo>
                    <a:pt x="7060022" y="602988"/>
                  </a:lnTo>
                  <a:lnTo>
                    <a:pt x="7070967" y="602988"/>
                  </a:lnTo>
                  <a:lnTo>
                    <a:pt x="7070967" y="602988"/>
                  </a:lnTo>
                  <a:lnTo>
                    <a:pt x="7076440" y="602988"/>
                  </a:lnTo>
                  <a:lnTo>
                    <a:pt x="7076440" y="602988"/>
                  </a:lnTo>
                  <a:lnTo>
                    <a:pt x="7081913" y="602988"/>
                  </a:lnTo>
                  <a:lnTo>
                    <a:pt x="7081913" y="602988"/>
                  </a:lnTo>
                  <a:lnTo>
                    <a:pt x="7087386" y="602988"/>
                  </a:lnTo>
                  <a:lnTo>
                    <a:pt x="7087386" y="577306"/>
                  </a:lnTo>
                  <a:lnTo>
                    <a:pt x="7092859" y="577306"/>
                  </a:lnTo>
                  <a:lnTo>
                    <a:pt x="7092859" y="577306"/>
                  </a:lnTo>
                  <a:lnTo>
                    <a:pt x="7098332" y="577306"/>
                  </a:lnTo>
                  <a:lnTo>
                    <a:pt x="7098332" y="577306"/>
                  </a:lnTo>
                  <a:lnTo>
                    <a:pt x="7103805" y="577306"/>
                  </a:lnTo>
                  <a:lnTo>
                    <a:pt x="7103805" y="577306"/>
                  </a:lnTo>
                  <a:lnTo>
                    <a:pt x="7109278" y="577306"/>
                  </a:lnTo>
                  <a:lnTo>
                    <a:pt x="7109278" y="577306"/>
                  </a:lnTo>
                  <a:lnTo>
                    <a:pt x="7114751" y="577306"/>
                  </a:lnTo>
                  <a:lnTo>
                    <a:pt x="7114751" y="577306"/>
                  </a:lnTo>
                  <a:lnTo>
                    <a:pt x="7120223" y="577306"/>
                  </a:lnTo>
                  <a:lnTo>
                    <a:pt x="7120223" y="577306"/>
                  </a:lnTo>
                  <a:lnTo>
                    <a:pt x="7125696" y="577306"/>
                  </a:lnTo>
                  <a:lnTo>
                    <a:pt x="7125696" y="577306"/>
                  </a:lnTo>
                  <a:lnTo>
                    <a:pt x="7131169" y="577306"/>
                  </a:lnTo>
                  <a:lnTo>
                    <a:pt x="7131169" y="577306"/>
                  </a:lnTo>
                  <a:lnTo>
                    <a:pt x="7136642" y="577306"/>
                  </a:lnTo>
                  <a:lnTo>
                    <a:pt x="7136642" y="577306"/>
                  </a:lnTo>
                  <a:lnTo>
                    <a:pt x="7142115" y="577306"/>
                  </a:lnTo>
                  <a:lnTo>
                    <a:pt x="7142115" y="577306"/>
                  </a:lnTo>
                  <a:lnTo>
                    <a:pt x="7147588" y="577306"/>
                  </a:lnTo>
                  <a:lnTo>
                    <a:pt x="7147588" y="577306"/>
                  </a:lnTo>
                  <a:lnTo>
                    <a:pt x="7153061" y="577306"/>
                  </a:lnTo>
                  <a:lnTo>
                    <a:pt x="7153061" y="577306"/>
                  </a:lnTo>
                  <a:lnTo>
                    <a:pt x="7158534" y="577306"/>
                  </a:lnTo>
                  <a:lnTo>
                    <a:pt x="7158534" y="577306"/>
                  </a:lnTo>
                  <a:lnTo>
                    <a:pt x="7164007" y="577306"/>
                  </a:lnTo>
                  <a:lnTo>
                    <a:pt x="7164007" y="577306"/>
                  </a:lnTo>
                  <a:lnTo>
                    <a:pt x="7169479" y="577306"/>
                  </a:lnTo>
                  <a:lnTo>
                    <a:pt x="7169479" y="577306"/>
                  </a:lnTo>
                  <a:lnTo>
                    <a:pt x="7174952" y="577306"/>
                  </a:lnTo>
                  <a:lnTo>
                    <a:pt x="7174952" y="577306"/>
                  </a:lnTo>
                  <a:lnTo>
                    <a:pt x="7180425" y="577306"/>
                  </a:lnTo>
                  <a:lnTo>
                    <a:pt x="7180425" y="577306"/>
                  </a:lnTo>
                  <a:lnTo>
                    <a:pt x="7185898" y="577306"/>
                  </a:lnTo>
                  <a:lnTo>
                    <a:pt x="7185898" y="577306"/>
                  </a:lnTo>
                  <a:lnTo>
                    <a:pt x="7191371" y="577306"/>
                  </a:lnTo>
                  <a:lnTo>
                    <a:pt x="7191371" y="577306"/>
                  </a:lnTo>
                  <a:lnTo>
                    <a:pt x="7196844" y="577306"/>
                  </a:lnTo>
                  <a:lnTo>
                    <a:pt x="7196844" y="577306"/>
                  </a:lnTo>
                  <a:lnTo>
                    <a:pt x="7202317" y="577306"/>
                  </a:lnTo>
                  <a:lnTo>
                    <a:pt x="7202317" y="577306"/>
                  </a:lnTo>
                  <a:lnTo>
                    <a:pt x="7207790" y="577306"/>
                  </a:lnTo>
                  <a:lnTo>
                    <a:pt x="7207790" y="577306"/>
                  </a:lnTo>
                  <a:lnTo>
                    <a:pt x="7213262" y="577306"/>
                  </a:lnTo>
                  <a:lnTo>
                    <a:pt x="7213262" y="577306"/>
                  </a:lnTo>
                  <a:lnTo>
                    <a:pt x="7218735" y="577306"/>
                  </a:lnTo>
                  <a:lnTo>
                    <a:pt x="7218735" y="577306"/>
                  </a:lnTo>
                  <a:lnTo>
                    <a:pt x="7229681" y="577306"/>
                  </a:lnTo>
                  <a:lnTo>
                    <a:pt x="7229681" y="577306"/>
                  </a:lnTo>
                  <a:lnTo>
                    <a:pt x="7235154" y="577306"/>
                  </a:lnTo>
                  <a:lnTo>
                    <a:pt x="7235154" y="577306"/>
                  </a:lnTo>
                  <a:lnTo>
                    <a:pt x="7240627" y="577306"/>
                  </a:lnTo>
                  <a:lnTo>
                    <a:pt x="7240627" y="577306"/>
                  </a:lnTo>
                  <a:lnTo>
                    <a:pt x="7246100" y="577306"/>
                  </a:lnTo>
                  <a:lnTo>
                    <a:pt x="7246100" y="577306"/>
                  </a:lnTo>
                  <a:lnTo>
                    <a:pt x="7251573" y="577306"/>
                  </a:lnTo>
                  <a:lnTo>
                    <a:pt x="7251573" y="577306"/>
                  </a:lnTo>
                  <a:lnTo>
                    <a:pt x="7257046" y="577306"/>
                  </a:lnTo>
                  <a:lnTo>
                    <a:pt x="7257046" y="577306"/>
                  </a:lnTo>
                  <a:lnTo>
                    <a:pt x="7262518" y="577306"/>
                  </a:lnTo>
                  <a:lnTo>
                    <a:pt x="7262518" y="577306"/>
                  </a:lnTo>
                  <a:lnTo>
                    <a:pt x="7267991" y="577306"/>
                  </a:lnTo>
                  <a:lnTo>
                    <a:pt x="7267991" y="577306"/>
                  </a:lnTo>
                  <a:lnTo>
                    <a:pt x="7273464" y="577306"/>
                  </a:lnTo>
                  <a:lnTo>
                    <a:pt x="7273464" y="577306"/>
                  </a:lnTo>
                  <a:lnTo>
                    <a:pt x="7278937" y="577306"/>
                  </a:lnTo>
                  <a:lnTo>
                    <a:pt x="7278937" y="577306"/>
                  </a:lnTo>
                  <a:lnTo>
                    <a:pt x="7284410" y="577306"/>
                  </a:lnTo>
                  <a:lnTo>
                    <a:pt x="7284410" y="577306"/>
                  </a:lnTo>
                  <a:lnTo>
                    <a:pt x="7289883" y="577306"/>
                  </a:lnTo>
                  <a:lnTo>
                    <a:pt x="7289883" y="577306"/>
                  </a:lnTo>
                  <a:lnTo>
                    <a:pt x="7295356" y="577306"/>
                  </a:lnTo>
                  <a:lnTo>
                    <a:pt x="7295356" y="577306"/>
                  </a:lnTo>
                  <a:lnTo>
                    <a:pt x="7300829" y="577306"/>
                  </a:lnTo>
                  <a:lnTo>
                    <a:pt x="7300829" y="577306"/>
                  </a:lnTo>
                  <a:lnTo>
                    <a:pt x="7306302" y="577306"/>
                  </a:lnTo>
                  <a:lnTo>
                    <a:pt x="7306302" y="577306"/>
                  </a:lnTo>
                  <a:lnTo>
                    <a:pt x="7311774" y="577306"/>
                  </a:lnTo>
                  <a:lnTo>
                    <a:pt x="7311774" y="577306"/>
                  </a:lnTo>
                  <a:lnTo>
                    <a:pt x="7317247" y="577306"/>
                  </a:lnTo>
                  <a:lnTo>
                    <a:pt x="7317247" y="577306"/>
                  </a:lnTo>
                  <a:lnTo>
                    <a:pt x="7322720" y="577306"/>
                  </a:lnTo>
                  <a:lnTo>
                    <a:pt x="7322720" y="577306"/>
                  </a:lnTo>
                  <a:lnTo>
                    <a:pt x="7328193" y="577306"/>
                  </a:lnTo>
                  <a:lnTo>
                    <a:pt x="7328193" y="577306"/>
                  </a:lnTo>
                  <a:lnTo>
                    <a:pt x="7333666" y="577306"/>
                  </a:lnTo>
                  <a:lnTo>
                    <a:pt x="7333666" y="577306"/>
                  </a:lnTo>
                  <a:lnTo>
                    <a:pt x="7339139" y="577306"/>
                  </a:lnTo>
                  <a:lnTo>
                    <a:pt x="7339139" y="577306"/>
                  </a:lnTo>
                  <a:lnTo>
                    <a:pt x="7344612" y="577306"/>
                  </a:lnTo>
                  <a:lnTo>
                    <a:pt x="7344612" y="577306"/>
                  </a:lnTo>
                  <a:lnTo>
                    <a:pt x="7350085" y="577306"/>
                  </a:lnTo>
                  <a:lnTo>
                    <a:pt x="7350085" y="577306"/>
                  </a:lnTo>
                  <a:lnTo>
                    <a:pt x="7355558" y="577306"/>
                  </a:lnTo>
                  <a:lnTo>
                    <a:pt x="7355558" y="550837"/>
                  </a:lnTo>
                  <a:lnTo>
                    <a:pt x="7361030" y="550837"/>
                  </a:lnTo>
                  <a:lnTo>
                    <a:pt x="7361030" y="550837"/>
                  </a:lnTo>
                  <a:lnTo>
                    <a:pt x="7366503" y="550837"/>
                  </a:lnTo>
                  <a:lnTo>
                    <a:pt x="7366503" y="550837"/>
                  </a:lnTo>
                  <a:lnTo>
                    <a:pt x="7371976" y="550837"/>
                  </a:lnTo>
                  <a:lnTo>
                    <a:pt x="7371976" y="524393"/>
                  </a:lnTo>
                  <a:lnTo>
                    <a:pt x="7377449" y="524393"/>
                  </a:lnTo>
                  <a:lnTo>
                    <a:pt x="7377449" y="497937"/>
                  </a:lnTo>
                  <a:lnTo>
                    <a:pt x="7382922" y="497937"/>
                  </a:lnTo>
                  <a:lnTo>
                    <a:pt x="7382922" y="497937"/>
                  </a:lnTo>
                  <a:lnTo>
                    <a:pt x="7388395" y="497937"/>
                  </a:lnTo>
                  <a:lnTo>
                    <a:pt x="7388395" y="497937"/>
                  </a:lnTo>
                  <a:lnTo>
                    <a:pt x="7393868" y="497937"/>
                  </a:lnTo>
                  <a:lnTo>
                    <a:pt x="7393868" y="497937"/>
                  </a:lnTo>
                  <a:lnTo>
                    <a:pt x="7399341" y="497937"/>
                  </a:lnTo>
                  <a:lnTo>
                    <a:pt x="7399341" y="497937"/>
                  </a:lnTo>
                  <a:lnTo>
                    <a:pt x="7404813" y="497937"/>
                  </a:lnTo>
                  <a:lnTo>
                    <a:pt x="7404813" y="497937"/>
                  </a:lnTo>
                  <a:lnTo>
                    <a:pt x="7410286" y="497937"/>
                  </a:lnTo>
                  <a:lnTo>
                    <a:pt x="7410286" y="497937"/>
                  </a:lnTo>
                  <a:lnTo>
                    <a:pt x="7415759" y="497937"/>
                  </a:lnTo>
                  <a:lnTo>
                    <a:pt x="7415759" y="497937"/>
                  </a:lnTo>
                  <a:lnTo>
                    <a:pt x="7421232" y="497937"/>
                  </a:lnTo>
                  <a:lnTo>
                    <a:pt x="7421232" y="497937"/>
                  </a:lnTo>
                  <a:lnTo>
                    <a:pt x="7426705" y="497937"/>
                  </a:lnTo>
                  <a:lnTo>
                    <a:pt x="7426705" y="497937"/>
                  </a:lnTo>
                  <a:lnTo>
                    <a:pt x="7432178" y="497937"/>
                  </a:lnTo>
                  <a:lnTo>
                    <a:pt x="7432178" y="497937"/>
                  </a:lnTo>
                  <a:lnTo>
                    <a:pt x="7437651" y="497937"/>
                  </a:lnTo>
                  <a:lnTo>
                    <a:pt x="7437651" y="497937"/>
                  </a:lnTo>
                  <a:lnTo>
                    <a:pt x="7443124" y="497937"/>
                  </a:lnTo>
                  <a:lnTo>
                    <a:pt x="7443124" y="497937"/>
                  </a:lnTo>
                  <a:lnTo>
                    <a:pt x="7448597" y="497937"/>
                  </a:lnTo>
                  <a:lnTo>
                    <a:pt x="7448597" y="497937"/>
                  </a:lnTo>
                  <a:lnTo>
                    <a:pt x="7454069" y="497937"/>
                  </a:lnTo>
                  <a:lnTo>
                    <a:pt x="7454069" y="497937"/>
                  </a:lnTo>
                  <a:lnTo>
                    <a:pt x="7459542" y="497937"/>
                  </a:lnTo>
                  <a:lnTo>
                    <a:pt x="7459542" y="497937"/>
                  </a:lnTo>
                  <a:lnTo>
                    <a:pt x="7465015" y="497937"/>
                  </a:lnTo>
                  <a:lnTo>
                    <a:pt x="7465015" y="497937"/>
                  </a:lnTo>
                  <a:lnTo>
                    <a:pt x="7470488" y="497937"/>
                  </a:lnTo>
                  <a:lnTo>
                    <a:pt x="7470488" y="497937"/>
                  </a:lnTo>
                  <a:lnTo>
                    <a:pt x="7475961" y="497937"/>
                  </a:lnTo>
                  <a:lnTo>
                    <a:pt x="7475961" y="497937"/>
                  </a:lnTo>
                  <a:lnTo>
                    <a:pt x="7481434" y="497937"/>
                  </a:lnTo>
                  <a:lnTo>
                    <a:pt x="7481434" y="497937"/>
                  </a:lnTo>
                  <a:lnTo>
                    <a:pt x="7492380" y="497937"/>
                  </a:lnTo>
                  <a:lnTo>
                    <a:pt x="7492380" y="497937"/>
                  </a:lnTo>
                  <a:lnTo>
                    <a:pt x="7497853" y="497937"/>
                  </a:lnTo>
                  <a:lnTo>
                    <a:pt x="7497853" y="497937"/>
                  </a:lnTo>
                  <a:lnTo>
                    <a:pt x="7503325" y="497937"/>
                  </a:lnTo>
                  <a:lnTo>
                    <a:pt x="7503325" y="497937"/>
                  </a:lnTo>
                  <a:lnTo>
                    <a:pt x="7508798" y="497937"/>
                  </a:lnTo>
                  <a:lnTo>
                    <a:pt x="7508798" y="497937"/>
                  </a:lnTo>
                  <a:lnTo>
                    <a:pt x="7514271" y="497937"/>
                  </a:lnTo>
                  <a:lnTo>
                    <a:pt x="7514271" y="497937"/>
                  </a:lnTo>
                  <a:lnTo>
                    <a:pt x="7519744" y="497937"/>
                  </a:lnTo>
                  <a:lnTo>
                    <a:pt x="7519744" y="497937"/>
                  </a:lnTo>
                  <a:lnTo>
                    <a:pt x="7525217" y="497937"/>
                  </a:lnTo>
                  <a:lnTo>
                    <a:pt x="7525217" y="497937"/>
                  </a:lnTo>
                  <a:lnTo>
                    <a:pt x="7530690" y="497937"/>
                  </a:lnTo>
                  <a:lnTo>
                    <a:pt x="7530690" y="497937"/>
                  </a:lnTo>
                  <a:lnTo>
                    <a:pt x="7536163" y="497937"/>
                  </a:lnTo>
                  <a:lnTo>
                    <a:pt x="7536163" y="497937"/>
                  </a:lnTo>
                  <a:lnTo>
                    <a:pt x="7547109" y="497937"/>
                  </a:lnTo>
                  <a:lnTo>
                    <a:pt x="7547109" y="497937"/>
                  </a:lnTo>
                  <a:lnTo>
                    <a:pt x="7552581" y="497937"/>
                  </a:lnTo>
                  <a:lnTo>
                    <a:pt x="7552581" y="497937"/>
                  </a:lnTo>
                  <a:lnTo>
                    <a:pt x="7558054" y="497937"/>
                  </a:lnTo>
                  <a:lnTo>
                    <a:pt x="7558054" y="497937"/>
                  </a:lnTo>
                  <a:lnTo>
                    <a:pt x="7569000" y="497937"/>
                  </a:lnTo>
                  <a:lnTo>
                    <a:pt x="7569000" y="497937"/>
                  </a:lnTo>
                  <a:lnTo>
                    <a:pt x="7574473" y="497937"/>
                  </a:lnTo>
                  <a:lnTo>
                    <a:pt x="7574473" y="497937"/>
                  </a:lnTo>
                  <a:lnTo>
                    <a:pt x="7579946" y="497937"/>
                  </a:lnTo>
                  <a:lnTo>
                    <a:pt x="7579946" y="470865"/>
                  </a:lnTo>
                  <a:lnTo>
                    <a:pt x="7590892" y="470865"/>
                  </a:lnTo>
                  <a:lnTo>
                    <a:pt x="7590892" y="470865"/>
                  </a:lnTo>
                  <a:lnTo>
                    <a:pt x="7596364" y="470865"/>
                  </a:lnTo>
                  <a:lnTo>
                    <a:pt x="7596364" y="470865"/>
                  </a:lnTo>
                  <a:lnTo>
                    <a:pt x="7601837" y="470865"/>
                  </a:lnTo>
                  <a:lnTo>
                    <a:pt x="7601837" y="470865"/>
                  </a:lnTo>
                  <a:lnTo>
                    <a:pt x="7607310" y="470865"/>
                  </a:lnTo>
                  <a:lnTo>
                    <a:pt x="7607310" y="470865"/>
                  </a:lnTo>
                  <a:lnTo>
                    <a:pt x="7612783" y="470865"/>
                  </a:lnTo>
                  <a:lnTo>
                    <a:pt x="7612783" y="470865"/>
                  </a:lnTo>
                  <a:lnTo>
                    <a:pt x="7618256" y="470865"/>
                  </a:lnTo>
                  <a:lnTo>
                    <a:pt x="7618256" y="470865"/>
                  </a:lnTo>
                  <a:lnTo>
                    <a:pt x="7623729" y="470865"/>
                  </a:lnTo>
                  <a:lnTo>
                    <a:pt x="7623729" y="470865"/>
                  </a:lnTo>
                  <a:lnTo>
                    <a:pt x="7629202" y="470865"/>
                  </a:lnTo>
                  <a:lnTo>
                    <a:pt x="7629202" y="470865"/>
                  </a:lnTo>
                  <a:lnTo>
                    <a:pt x="7634675" y="470865"/>
                  </a:lnTo>
                  <a:lnTo>
                    <a:pt x="7634675" y="470865"/>
                  </a:lnTo>
                  <a:lnTo>
                    <a:pt x="7640148" y="470865"/>
                  </a:lnTo>
                  <a:lnTo>
                    <a:pt x="7640148" y="470865"/>
                  </a:lnTo>
                  <a:lnTo>
                    <a:pt x="7645620" y="470865"/>
                  </a:lnTo>
                  <a:lnTo>
                    <a:pt x="7645620" y="470865"/>
                  </a:lnTo>
                  <a:lnTo>
                    <a:pt x="7651093" y="470865"/>
                  </a:lnTo>
                  <a:lnTo>
                    <a:pt x="7651093" y="470865"/>
                  </a:lnTo>
                  <a:lnTo>
                    <a:pt x="7656566" y="470865"/>
                  </a:lnTo>
                  <a:lnTo>
                    <a:pt x="7656566" y="470865"/>
                  </a:lnTo>
                  <a:lnTo>
                    <a:pt x="7662039" y="470865"/>
                  </a:lnTo>
                  <a:lnTo>
                    <a:pt x="7662039" y="470865"/>
                  </a:lnTo>
                  <a:lnTo>
                    <a:pt x="7667512" y="470865"/>
                  </a:lnTo>
                  <a:lnTo>
                    <a:pt x="7667512" y="470865"/>
                  </a:lnTo>
                  <a:lnTo>
                    <a:pt x="7672985" y="470865"/>
                  </a:lnTo>
                  <a:lnTo>
                    <a:pt x="7672985" y="470865"/>
                  </a:lnTo>
                  <a:lnTo>
                    <a:pt x="7678458" y="470865"/>
                  </a:lnTo>
                  <a:lnTo>
                    <a:pt x="7678458" y="470865"/>
                  </a:lnTo>
                  <a:lnTo>
                    <a:pt x="7683931" y="470865"/>
                  </a:lnTo>
                  <a:lnTo>
                    <a:pt x="7683931" y="470865"/>
                  </a:lnTo>
                  <a:lnTo>
                    <a:pt x="7689404" y="470865"/>
                  </a:lnTo>
                  <a:lnTo>
                    <a:pt x="7689404" y="443463"/>
                  </a:lnTo>
                  <a:lnTo>
                    <a:pt x="7694876" y="443463"/>
                  </a:lnTo>
                  <a:lnTo>
                    <a:pt x="7694876" y="443463"/>
                  </a:lnTo>
                  <a:lnTo>
                    <a:pt x="7700349" y="443463"/>
                  </a:lnTo>
                  <a:lnTo>
                    <a:pt x="7700349" y="443463"/>
                  </a:lnTo>
                  <a:lnTo>
                    <a:pt x="7705822" y="443463"/>
                  </a:lnTo>
                  <a:lnTo>
                    <a:pt x="7705822" y="443463"/>
                  </a:lnTo>
                  <a:lnTo>
                    <a:pt x="7711295" y="443463"/>
                  </a:lnTo>
                  <a:lnTo>
                    <a:pt x="7711295" y="443463"/>
                  </a:lnTo>
                  <a:lnTo>
                    <a:pt x="7716768" y="443463"/>
                  </a:lnTo>
                  <a:lnTo>
                    <a:pt x="7716768" y="415967"/>
                  </a:lnTo>
                  <a:lnTo>
                    <a:pt x="7722241" y="415967"/>
                  </a:lnTo>
                  <a:lnTo>
                    <a:pt x="7722241" y="415967"/>
                  </a:lnTo>
                  <a:lnTo>
                    <a:pt x="7727714" y="415967"/>
                  </a:lnTo>
                  <a:lnTo>
                    <a:pt x="7727714" y="415967"/>
                  </a:lnTo>
                  <a:lnTo>
                    <a:pt x="7733187" y="415967"/>
                  </a:lnTo>
                  <a:lnTo>
                    <a:pt x="7733187" y="415967"/>
                  </a:lnTo>
                  <a:lnTo>
                    <a:pt x="7738659" y="415967"/>
                  </a:lnTo>
                  <a:lnTo>
                    <a:pt x="7738659" y="415967"/>
                  </a:lnTo>
                  <a:lnTo>
                    <a:pt x="7744132" y="415967"/>
                  </a:lnTo>
                  <a:lnTo>
                    <a:pt x="7744132" y="415967"/>
                  </a:lnTo>
                  <a:lnTo>
                    <a:pt x="7749605" y="415967"/>
                  </a:lnTo>
                  <a:lnTo>
                    <a:pt x="7749605" y="415967"/>
                  </a:lnTo>
                  <a:lnTo>
                    <a:pt x="7755078" y="415967"/>
                  </a:lnTo>
                  <a:lnTo>
                    <a:pt x="7755078" y="415967"/>
                  </a:lnTo>
                  <a:lnTo>
                    <a:pt x="7760551" y="415967"/>
                  </a:lnTo>
                  <a:lnTo>
                    <a:pt x="7760551" y="415967"/>
                  </a:lnTo>
                  <a:lnTo>
                    <a:pt x="7776970" y="415967"/>
                  </a:lnTo>
                  <a:lnTo>
                    <a:pt x="7776970" y="415967"/>
                  </a:lnTo>
                  <a:lnTo>
                    <a:pt x="7782443" y="415967"/>
                  </a:lnTo>
                  <a:lnTo>
                    <a:pt x="7782443" y="415967"/>
                  </a:lnTo>
                  <a:lnTo>
                    <a:pt x="7787915" y="415967"/>
                  </a:lnTo>
                  <a:lnTo>
                    <a:pt x="7787915" y="415967"/>
                  </a:lnTo>
                  <a:lnTo>
                    <a:pt x="7793388" y="415967"/>
                  </a:lnTo>
                  <a:lnTo>
                    <a:pt x="7793388" y="415967"/>
                  </a:lnTo>
                  <a:lnTo>
                    <a:pt x="7798861" y="415967"/>
                  </a:lnTo>
                  <a:lnTo>
                    <a:pt x="7798861" y="415967"/>
                  </a:lnTo>
                  <a:lnTo>
                    <a:pt x="7804334" y="415967"/>
                  </a:lnTo>
                  <a:lnTo>
                    <a:pt x="7804334" y="415967"/>
                  </a:lnTo>
                  <a:lnTo>
                    <a:pt x="7809807" y="415967"/>
                  </a:lnTo>
                  <a:lnTo>
                    <a:pt x="7809807" y="388336"/>
                  </a:lnTo>
                  <a:lnTo>
                    <a:pt x="7815280" y="388336"/>
                  </a:lnTo>
                  <a:lnTo>
                    <a:pt x="7815280" y="360730"/>
                  </a:lnTo>
                  <a:lnTo>
                    <a:pt x="7820753" y="360730"/>
                  </a:lnTo>
                  <a:lnTo>
                    <a:pt x="7820753" y="360730"/>
                  </a:lnTo>
                  <a:lnTo>
                    <a:pt x="7831699" y="360730"/>
                  </a:lnTo>
                  <a:lnTo>
                    <a:pt x="7831699" y="360730"/>
                  </a:lnTo>
                  <a:lnTo>
                    <a:pt x="7837171" y="360730"/>
                  </a:lnTo>
                  <a:lnTo>
                    <a:pt x="7837171" y="360730"/>
                  </a:lnTo>
                  <a:lnTo>
                    <a:pt x="7842644" y="360730"/>
                  </a:lnTo>
                  <a:lnTo>
                    <a:pt x="7842644" y="360730"/>
                  </a:lnTo>
                  <a:lnTo>
                    <a:pt x="7848117" y="360730"/>
                  </a:lnTo>
                  <a:lnTo>
                    <a:pt x="7848117" y="360730"/>
                  </a:lnTo>
                  <a:lnTo>
                    <a:pt x="7853590" y="360730"/>
                  </a:lnTo>
                  <a:lnTo>
                    <a:pt x="7853590" y="360730"/>
                  </a:lnTo>
                  <a:lnTo>
                    <a:pt x="7859063" y="360730"/>
                  </a:lnTo>
                  <a:lnTo>
                    <a:pt x="7859063" y="360730"/>
                  </a:lnTo>
                  <a:lnTo>
                    <a:pt x="7864536" y="360730"/>
                  </a:lnTo>
                  <a:lnTo>
                    <a:pt x="7864536" y="360730"/>
                  </a:lnTo>
                  <a:lnTo>
                    <a:pt x="7870009" y="360730"/>
                  </a:lnTo>
                  <a:lnTo>
                    <a:pt x="7870009" y="360730"/>
                  </a:lnTo>
                  <a:lnTo>
                    <a:pt x="7875482" y="360730"/>
                  </a:lnTo>
                  <a:lnTo>
                    <a:pt x="7875482" y="360730"/>
                  </a:lnTo>
                  <a:lnTo>
                    <a:pt x="7880955" y="360730"/>
                  </a:lnTo>
                  <a:lnTo>
                    <a:pt x="7880955" y="360730"/>
                  </a:lnTo>
                  <a:lnTo>
                    <a:pt x="7886427" y="360730"/>
                  </a:lnTo>
                  <a:lnTo>
                    <a:pt x="7886427" y="360730"/>
                  </a:lnTo>
                  <a:lnTo>
                    <a:pt x="7891900" y="360730"/>
                  </a:lnTo>
                  <a:lnTo>
                    <a:pt x="7891900" y="360730"/>
                  </a:lnTo>
                  <a:lnTo>
                    <a:pt x="7897373" y="360730"/>
                  </a:lnTo>
                  <a:lnTo>
                    <a:pt x="7897373" y="360730"/>
                  </a:lnTo>
                  <a:lnTo>
                    <a:pt x="7902846" y="360730"/>
                  </a:lnTo>
                  <a:lnTo>
                    <a:pt x="7902846" y="360730"/>
                  </a:lnTo>
                  <a:lnTo>
                    <a:pt x="7908319" y="360730"/>
                  </a:lnTo>
                  <a:lnTo>
                    <a:pt x="7908319" y="360730"/>
                  </a:lnTo>
                  <a:lnTo>
                    <a:pt x="7913792" y="360730"/>
                  </a:lnTo>
                  <a:lnTo>
                    <a:pt x="7913792" y="360730"/>
                  </a:lnTo>
                  <a:lnTo>
                    <a:pt x="7919265" y="360730"/>
                  </a:lnTo>
                  <a:lnTo>
                    <a:pt x="7919265" y="360730"/>
                  </a:lnTo>
                  <a:lnTo>
                    <a:pt x="7924738" y="360730"/>
                  </a:lnTo>
                  <a:lnTo>
                    <a:pt x="7924738" y="360730"/>
                  </a:lnTo>
                  <a:lnTo>
                    <a:pt x="7930210" y="360730"/>
                  </a:lnTo>
                  <a:lnTo>
                    <a:pt x="7930210" y="360730"/>
                  </a:lnTo>
                  <a:lnTo>
                    <a:pt x="7935683" y="360730"/>
                  </a:lnTo>
                  <a:lnTo>
                    <a:pt x="7935683" y="360730"/>
                  </a:lnTo>
                  <a:lnTo>
                    <a:pt x="7941156" y="360730"/>
                  </a:lnTo>
                  <a:lnTo>
                    <a:pt x="7941156" y="360730"/>
                  </a:lnTo>
                  <a:lnTo>
                    <a:pt x="7946629" y="360730"/>
                  </a:lnTo>
                  <a:lnTo>
                    <a:pt x="7946629" y="360730"/>
                  </a:lnTo>
                  <a:lnTo>
                    <a:pt x="7957575" y="360730"/>
                  </a:lnTo>
                  <a:lnTo>
                    <a:pt x="7957575" y="360730"/>
                  </a:lnTo>
                  <a:lnTo>
                    <a:pt x="7963048" y="360730"/>
                  </a:lnTo>
                  <a:lnTo>
                    <a:pt x="7963048" y="360730"/>
                  </a:lnTo>
                  <a:lnTo>
                    <a:pt x="7968521" y="360730"/>
                  </a:lnTo>
                  <a:lnTo>
                    <a:pt x="7968521" y="360730"/>
                  </a:lnTo>
                  <a:lnTo>
                    <a:pt x="7973994" y="360730"/>
                  </a:lnTo>
                  <a:lnTo>
                    <a:pt x="7973994" y="360730"/>
                  </a:lnTo>
                  <a:lnTo>
                    <a:pt x="7984939" y="360730"/>
                  </a:lnTo>
                  <a:lnTo>
                    <a:pt x="7984939" y="360730"/>
                  </a:lnTo>
                  <a:lnTo>
                    <a:pt x="7990412" y="360730"/>
                  </a:lnTo>
                  <a:lnTo>
                    <a:pt x="7990412" y="360730"/>
                  </a:lnTo>
                  <a:lnTo>
                    <a:pt x="7995885" y="360730"/>
                  </a:lnTo>
                  <a:lnTo>
                    <a:pt x="7995885" y="360730"/>
                  </a:lnTo>
                  <a:lnTo>
                    <a:pt x="8001358" y="360730"/>
                  </a:lnTo>
                  <a:lnTo>
                    <a:pt x="8001358" y="360730"/>
                  </a:lnTo>
                  <a:lnTo>
                    <a:pt x="8006831" y="360730"/>
                  </a:lnTo>
                  <a:lnTo>
                    <a:pt x="8006831" y="360730"/>
                  </a:lnTo>
                  <a:lnTo>
                    <a:pt x="8012304" y="360730"/>
                  </a:lnTo>
                  <a:lnTo>
                    <a:pt x="8012304" y="360730"/>
                  </a:lnTo>
                  <a:lnTo>
                    <a:pt x="8023250" y="360730"/>
                  </a:lnTo>
                  <a:lnTo>
                    <a:pt x="8023250" y="360730"/>
                  </a:lnTo>
                  <a:lnTo>
                    <a:pt x="8028722" y="360730"/>
                  </a:lnTo>
                  <a:lnTo>
                    <a:pt x="8028722" y="360730"/>
                  </a:lnTo>
                  <a:lnTo>
                    <a:pt x="8034195" y="360730"/>
                  </a:lnTo>
                  <a:lnTo>
                    <a:pt x="8034195" y="304764"/>
                  </a:lnTo>
                  <a:lnTo>
                    <a:pt x="8039668" y="304764"/>
                  </a:lnTo>
                  <a:lnTo>
                    <a:pt x="8039668" y="304764"/>
                  </a:lnTo>
                  <a:lnTo>
                    <a:pt x="8045141" y="304764"/>
                  </a:lnTo>
                  <a:lnTo>
                    <a:pt x="8045141" y="304764"/>
                  </a:lnTo>
                  <a:lnTo>
                    <a:pt x="8050614" y="304764"/>
                  </a:lnTo>
                  <a:lnTo>
                    <a:pt x="8050614" y="304764"/>
                  </a:lnTo>
                  <a:lnTo>
                    <a:pt x="8056087" y="304764"/>
                  </a:lnTo>
                  <a:lnTo>
                    <a:pt x="8056087" y="304764"/>
                  </a:lnTo>
                  <a:lnTo>
                    <a:pt x="8061560" y="304764"/>
                  </a:lnTo>
                  <a:lnTo>
                    <a:pt x="8061560" y="304764"/>
                  </a:lnTo>
                  <a:lnTo>
                    <a:pt x="8067033" y="304764"/>
                  </a:lnTo>
                  <a:lnTo>
                    <a:pt x="8067033" y="304764"/>
                  </a:lnTo>
                  <a:lnTo>
                    <a:pt x="8072506" y="304764"/>
                  </a:lnTo>
                  <a:lnTo>
                    <a:pt x="8072506" y="304764"/>
                  </a:lnTo>
                  <a:lnTo>
                    <a:pt x="8077978" y="304764"/>
                  </a:lnTo>
                  <a:lnTo>
                    <a:pt x="8077978" y="304764"/>
                  </a:lnTo>
                  <a:lnTo>
                    <a:pt x="8083451" y="304764"/>
                  </a:lnTo>
                  <a:lnTo>
                    <a:pt x="8083451" y="304764"/>
                  </a:lnTo>
                  <a:lnTo>
                    <a:pt x="8088924" y="304764"/>
                  </a:lnTo>
                  <a:lnTo>
                    <a:pt x="8088924" y="304764"/>
                  </a:lnTo>
                  <a:lnTo>
                    <a:pt x="8105343" y="304764"/>
                  </a:lnTo>
                  <a:lnTo>
                    <a:pt x="8105343" y="304764"/>
                  </a:lnTo>
                  <a:lnTo>
                    <a:pt x="8110816" y="304764"/>
                  </a:lnTo>
                  <a:lnTo>
                    <a:pt x="8110816" y="276607"/>
                  </a:lnTo>
                  <a:lnTo>
                    <a:pt x="8121761" y="276607"/>
                  </a:lnTo>
                  <a:lnTo>
                    <a:pt x="8121761" y="276607"/>
                  </a:lnTo>
                  <a:lnTo>
                    <a:pt x="8127234" y="276607"/>
                  </a:lnTo>
                  <a:lnTo>
                    <a:pt x="8127234" y="276607"/>
                  </a:lnTo>
                  <a:lnTo>
                    <a:pt x="8132707" y="276607"/>
                  </a:lnTo>
                  <a:lnTo>
                    <a:pt x="8132707" y="276607"/>
                  </a:lnTo>
                  <a:lnTo>
                    <a:pt x="8138180" y="276607"/>
                  </a:lnTo>
                  <a:lnTo>
                    <a:pt x="8138180" y="276607"/>
                  </a:lnTo>
                  <a:lnTo>
                    <a:pt x="8143653" y="276607"/>
                  </a:lnTo>
                  <a:lnTo>
                    <a:pt x="8143653" y="276607"/>
                  </a:lnTo>
                  <a:lnTo>
                    <a:pt x="8149126" y="276607"/>
                  </a:lnTo>
                  <a:lnTo>
                    <a:pt x="8149126" y="276607"/>
                  </a:lnTo>
                  <a:lnTo>
                    <a:pt x="8154599" y="276607"/>
                  </a:lnTo>
                  <a:lnTo>
                    <a:pt x="8154599" y="276607"/>
                  </a:lnTo>
                  <a:lnTo>
                    <a:pt x="8160072" y="276607"/>
                  </a:lnTo>
                  <a:lnTo>
                    <a:pt x="8160072" y="276607"/>
                  </a:lnTo>
                  <a:lnTo>
                    <a:pt x="8165545" y="276607"/>
                  </a:lnTo>
                  <a:lnTo>
                    <a:pt x="8165545" y="276607"/>
                  </a:lnTo>
                  <a:lnTo>
                    <a:pt x="8171017" y="276607"/>
                  </a:lnTo>
                  <a:lnTo>
                    <a:pt x="8171017" y="276607"/>
                  </a:lnTo>
                  <a:lnTo>
                    <a:pt x="8176490" y="276607"/>
                  </a:lnTo>
                  <a:lnTo>
                    <a:pt x="8176490" y="276607"/>
                  </a:lnTo>
                  <a:lnTo>
                    <a:pt x="8181963" y="276607"/>
                  </a:lnTo>
                  <a:lnTo>
                    <a:pt x="8181963" y="276607"/>
                  </a:lnTo>
                  <a:lnTo>
                    <a:pt x="8187436" y="276607"/>
                  </a:lnTo>
                  <a:lnTo>
                    <a:pt x="8187436" y="248303"/>
                  </a:lnTo>
                  <a:lnTo>
                    <a:pt x="8192909" y="248303"/>
                  </a:lnTo>
                  <a:lnTo>
                    <a:pt x="8192909" y="248303"/>
                  </a:lnTo>
                  <a:lnTo>
                    <a:pt x="8198382" y="248303"/>
                  </a:lnTo>
                  <a:lnTo>
                    <a:pt x="8198382" y="248303"/>
                  </a:lnTo>
                  <a:lnTo>
                    <a:pt x="8203855" y="248303"/>
                  </a:lnTo>
                  <a:lnTo>
                    <a:pt x="8203855" y="248303"/>
                  </a:lnTo>
                  <a:lnTo>
                    <a:pt x="8209328" y="248303"/>
                  </a:lnTo>
                  <a:lnTo>
                    <a:pt x="8209328" y="248303"/>
                  </a:lnTo>
                  <a:lnTo>
                    <a:pt x="8214801" y="248303"/>
                  </a:lnTo>
                  <a:lnTo>
                    <a:pt x="8214801" y="248303"/>
                  </a:lnTo>
                  <a:lnTo>
                    <a:pt x="8220273" y="248303"/>
                  </a:lnTo>
                  <a:lnTo>
                    <a:pt x="8220273" y="248303"/>
                  </a:lnTo>
                  <a:lnTo>
                    <a:pt x="8225746" y="248303"/>
                  </a:lnTo>
                  <a:lnTo>
                    <a:pt x="8225746" y="248303"/>
                  </a:lnTo>
                  <a:lnTo>
                    <a:pt x="8231219" y="248303"/>
                  </a:lnTo>
                  <a:lnTo>
                    <a:pt x="8231219" y="248303"/>
                  </a:lnTo>
                  <a:lnTo>
                    <a:pt x="8236692" y="248303"/>
                  </a:lnTo>
                  <a:lnTo>
                    <a:pt x="8236692" y="248303"/>
                  </a:lnTo>
                  <a:lnTo>
                    <a:pt x="8242165" y="248303"/>
                  </a:lnTo>
                  <a:lnTo>
                    <a:pt x="8242165" y="248303"/>
                  </a:lnTo>
                  <a:lnTo>
                    <a:pt x="8247638" y="248303"/>
                  </a:lnTo>
                  <a:lnTo>
                    <a:pt x="8247638" y="248303"/>
                  </a:lnTo>
                  <a:lnTo>
                    <a:pt x="8258584" y="248303"/>
                  </a:lnTo>
                  <a:lnTo>
                    <a:pt x="8258584" y="248303"/>
                  </a:lnTo>
                  <a:lnTo>
                    <a:pt x="8264056" y="248303"/>
                  </a:lnTo>
                  <a:lnTo>
                    <a:pt x="8264056" y="248303"/>
                  </a:lnTo>
                  <a:lnTo>
                    <a:pt x="8269529" y="248303"/>
                  </a:lnTo>
                  <a:lnTo>
                    <a:pt x="8269529" y="248303"/>
                  </a:lnTo>
                  <a:lnTo>
                    <a:pt x="8275002" y="248303"/>
                  </a:lnTo>
                  <a:lnTo>
                    <a:pt x="8275002" y="248303"/>
                  </a:lnTo>
                  <a:lnTo>
                    <a:pt x="8280475" y="248303"/>
                  </a:lnTo>
                  <a:lnTo>
                    <a:pt x="8280475" y="248303"/>
                  </a:lnTo>
                  <a:lnTo>
                    <a:pt x="8285948" y="248303"/>
                  </a:lnTo>
                  <a:lnTo>
                    <a:pt x="8285948" y="248303"/>
                  </a:lnTo>
                  <a:lnTo>
                    <a:pt x="8291421" y="248303"/>
                  </a:lnTo>
                  <a:lnTo>
                    <a:pt x="8291421" y="248303"/>
                  </a:lnTo>
                  <a:lnTo>
                    <a:pt x="8296894" y="248303"/>
                  </a:lnTo>
                  <a:lnTo>
                    <a:pt x="8296894" y="248303"/>
                  </a:lnTo>
                  <a:lnTo>
                    <a:pt x="8302367" y="248303"/>
                  </a:lnTo>
                  <a:lnTo>
                    <a:pt x="8302367" y="248303"/>
                  </a:lnTo>
                  <a:lnTo>
                    <a:pt x="8307840" y="248303"/>
                  </a:lnTo>
                  <a:lnTo>
                    <a:pt x="8307840" y="248303"/>
                  </a:lnTo>
                  <a:lnTo>
                    <a:pt x="8313312" y="248303"/>
                  </a:lnTo>
                  <a:lnTo>
                    <a:pt x="8313312" y="248303"/>
                  </a:lnTo>
                  <a:lnTo>
                    <a:pt x="8318785" y="248303"/>
                  </a:lnTo>
                  <a:lnTo>
                    <a:pt x="8318785" y="248303"/>
                  </a:lnTo>
                  <a:lnTo>
                    <a:pt x="8324258" y="248303"/>
                  </a:lnTo>
                  <a:lnTo>
                    <a:pt x="8324258" y="248303"/>
                  </a:lnTo>
                  <a:lnTo>
                    <a:pt x="8329731" y="248303"/>
                  </a:lnTo>
                  <a:lnTo>
                    <a:pt x="8329731" y="248303"/>
                  </a:lnTo>
                  <a:lnTo>
                    <a:pt x="8335204" y="248303"/>
                  </a:lnTo>
                  <a:lnTo>
                    <a:pt x="8335204" y="248303"/>
                  </a:lnTo>
                  <a:lnTo>
                    <a:pt x="8340677" y="248303"/>
                  </a:lnTo>
                  <a:lnTo>
                    <a:pt x="8340677" y="248303"/>
                  </a:lnTo>
                  <a:lnTo>
                    <a:pt x="8351623" y="248303"/>
                  </a:lnTo>
                  <a:lnTo>
                    <a:pt x="8351623" y="248303"/>
                  </a:lnTo>
                  <a:lnTo>
                    <a:pt x="8357096" y="248303"/>
                  </a:lnTo>
                  <a:lnTo>
                    <a:pt x="8357096" y="248303"/>
                  </a:lnTo>
                  <a:lnTo>
                    <a:pt x="8362568" y="248303"/>
                  </a:lnTo>
                  <a:lnTo>
                    <a:pt x="8362568" y="248303"/>
                  </a:lnTo>
                  <a:lnTo>
                    <a:pt x="8368041" y="248303"/>
                  </a:lnTo>
                  <a:lnTo>
                    <a:pt x="8368041" y="248303"/>
                  </a:lnTo>
                  <a:lnTo>
                    <a:pt x="8373514" y="248303"/>
                  </a:lnTo>
                  <a:lnTo>
                    <a:pt x="8373514" y="248303"/>
                  </a:lnTo>
                  <a:lnTo>
                    <a:pt x="8378987" y="248303"/>
                  </a:lnTo>
                  <a:lnTo>
                    <a:pt x="8378987" y="248303"/>
                  </a:lnTo>
                  <a:lnTo>
                    <a:pt x="8384460" y="248303"/>
                  </a:lnTo>
                  <a:lnTo>
                    <a:pt x="8384460" y="248303"/>
                  </a:lnTo>
                  <a:lnTo>
                    <a:pt x="8389933" y="248303"/>
                  </a:lnTo>
                  <a:lnTo>
                    <a:pt x="8389933" y="248303"/>
                  </a:lnTo>
                  <a:lnTo>
                    <a:pt x="8395406" y="248303"/>
                  </a:lnTo>
                  <a:lnTo>
                    <a:pt x="8395406" y="248303"/>
                  </a:lnTo>
                  <a:lnTo>
                    <a:pt x="8400879" y="248303"/>
                  </a:lnTo>
                  <a:lnTo>
                    <a:pt x="8400879" y="248303"/>
                  </a:lnTo>
                  <a:lnTo>
                    <a:pt x="8406352" y="248303"/>
                  </a:lnTo>
                  <a:lnTo>
                    <a:pt x="8406352" y="248303"/>
                  </a:lnTo>
                  <a:lnTo>
                    <a:pt x="8411824" y="248303"/>
                  </a:lnTo>
                  <a:lnTo>
                    <a:pt x="8411824" y="248303"/>
                  </a:lnTo>
                  <a:lnTo>
                    <a:pt x="8417297" y="248303"/>
                  </a:lnTo>
                  <a:lnTo>
                    <a:pt x="8417297" y="248303"/>
                  </a:lnTo>
                  <a:lnTo>
                    <a:pt x="8422770" y="248303"/>
                  </a:lnTo>
                  <a:lnTo>
                    <a:pt x="8422770" y="248303"/>
                  </a:lnTo>
                  <a:lnTo>
                    <a:pt x="8433716" y="248303"/>
                  </a:lnTo>
                  <a:lnTo>
                    <a:pt x="8433716" y="248303"/>
                  </a:lnTo>
                  <a:lnTo>
                    <a:pt x="8439189" y="248303"/>
                  </a:lnTo>
                  <a:lnTo>
                    <a:pt x="8439189" y="219213"/>
                  </a:lnTo>
                  <a:lnTo>
                    <a:pt x="8444662" y="219213"/>
                  </a:lnTo>
                  <a:lnTo>
                    <a:pt x="8444662" y="219213"/>
                  </a:lnTo>
                  <a:lnTo>
                    <a:pt x="8450135" y="219213"/>
                  </a:lnTo>
                  <a:lnTo>
                    <a:pt x="8450135" y="219213"/>
                  </a:lnTo>
                  <a:lnTo>
                    <a:pt x="8455607" y="219213"/>
                  </a:lnTo>
                  <a:lnTo>
                    <a:pt x="8455607" y="219213"/>
                  </a:lnTo>
                  <a:lnTo>
                    <a:pt x="8461080" y="219213"/>
                  </a:lnTo>
                  <a:lnTo>
                    <a:pt x="8461080" y="219213"/>
                  </a:lnTo>
                  <a:lnTo>
                    <a:pt x="8466553" y="219213"/>
                  </a:lnTo>
                  <a:lnTo>
                    <a:pt x="8466553" y="219213"/>
                  </a:lnTo>
                  <a:lnTo>
                    <a:pt x="8477499" y="219213"/>
                  </a:lnTo>
                  <a:lnTo>
                    <a:pt x="8477499" y="219213"/>
                  </a:lnTo>
                  <a:lnTo>
                    <a:pt x="8482972" y="219213"/>
                  </a:lnTo>
                  <a:lnTo>
                    <a:pt x="8482972" y="219213"/>
                  </a:lnTo>
                  <a:lnTo>
                    <a:pt x="8488445" y="219213"/>
                  </a:lnTo>
                  <a:lnTo>
                    <a:pt x="8488445" y="219213"/>
                  </a:lnTo>
                  <a:lnTo>
                    <a:pt x="8493918" y="219213"/>
                  </a:lnTo>
                  <a:lnTo>
                    <a:pt x="8493918" y="219213"/>
                  </a:lnTo>
                  <a:lnTo>
                    <a:pt x="8499391" y="219213"/>
                  </a:lnTo>
                  <a:lnTo>
                    <a:pt x="8499391" y="219213"/>
                  </a:lnTo>
                  <a:lnTo>
                    <a:pt x="8504863" y="219213"/>
                  </a:lnTo>
                  <a:lnTo>
                    <a:pt x="8504863" y="219213"/>
                  </a:lnTo>
                  <a:lnTo>
                    <a:pt x="8510336" y="219213"/>
                  </a:lnTo>
                  <a:lnTo>
                    <a:pt x="8510336" y="219213"/>
                  </a:lnTo>
                  <a:lnTo>
                    <a:pt x="8515809" y="219213"/>
                  </a:lnTo>
                  <a:lnTo>
                    <a:pt x="8515809" y="219213"/>
                  </a:lnTo>
                  <a:lnTo>
                    <a:pt x="8521282" y="219213"/>
                  </a:lnTo>
                  <a:lnTo>
                    <a:pt x="8521282" y="219213"/>
                  </a:lnTo>
                  <a:lnTo>
                    <a:pt x="8526755" y="219213"/>
                  </a:lnTo>
                  <a:lnTo>
                    <a:pt x="8526755" y="219213"/>
                  </a:lnTo>
                  <a:lnTo>
                    <a:pt x="8532228" y="219213"/>
                  </a:lnTo>
                  <a:lnTo>
                    <a:pt x="8532228" y="219213"/>
                  </a:lnTo>
                  <a:lnTo>
                    <a:pt x="8537701" y="219213"/>
                  </a:lnTo>
                  <a:lnTo>
                    <a:pt x="8537701" y="219213"/>
                  </a:lnTo>
                  <a:lnTo>
                    <a:pt x="8543174" y="219213"/>
                  </a:lnTo>
                  <a:lnTo>
                    <a:pt x="8543174" y="219213"/>
                  </a:lnTo>
                  <a:lnTo>
                    <a:pt x="8548647" y="219213"/>
                  </a:lnTo>
                  <a:lnTo>
                    <a:pt x="8548647" y="219213"/>
                  </a:lnTo>
                  <a:lnTo>
                    <a:pt x="8554119" y="219213"/>
                  </a:lnTo>
                  <a:lnTo>
                    <a:pt x="8554119" y="219213"/>
                  </a:lnTo>
                  <a:lnTo>
                    <a:pt x="8565065" y="219213"/>
                  </a:lnTo>
                  <a:lnTo>
                    <a:pt x="8565065" y="219213"/>
                  </a:lnTo>
                  <a:lnTo>
                    <a:pt x="8570538" y="219213"/>
                  </a:lnTo>
                  <a:lnTo>
                    <a:pt x="8570538" y="219213"/>
                  </a:lnTo>
                  <a:lnTo>
                    <a:pt x="8576011" y="219213"/>
                  </a:lnTo>
                  <a:lnTo>
                    <a:pt x="8576011" y="219213"/>
                  </a:lnTo>
                  <a:lnTo>
                    <a:pt x="8581484" y="219213"/>
                  </a:lnTo>
                  <a:lnTo>
                    <a:pt x="8581484" y="219213"/>
                  </a:lnTo>
                  <a:lnTo>
                    <a:pt x="8592430" y="219213"/>
                  </a:lnTo>
                  <a:lnTo>
                    <a:pt x="8592430" y="219213"/>
                  </a:lnTo>
                  <a:lnTo>
                    <a:pt x="8597903" y="219213"/>
                  </a:lnTo>
                  <a:lnTo>
                    <a:pt x="8597903" y="219213"/>
                  </a:lnTo>
                  <a:lnTo>
                    <a:pt x="8603375" y="219213"/>
                  </a:lnTo>
                  <a:lnTo>
                    <a:pt x="8603375" y="219213"/>
                  </a:lnTo>
                  <a:lnTo>
                    <a:pt x="8608848" y="219213"/>
                  </a:lnTo>
                  <a:lnTo>
                    <a:pt x="8608848" y="219213"/>
                  </a:lnTo>
                  <a:lnTo>
                    <a:pt x="8619794" y="219213"/>
                  </a:lnTo>
                  <a:lnTo>
                    <a:pt x="8619794" y="219213"/>
                  </a:lnTo>
                  <a:lnTo>
                    <a:pt x="8625267" y="219213"/>
                  </a:lnTo>
                  <a:lnTo>
                    <a:pt x="8625267" y="219213"/>
                  </a:lnTo>
                  <a:lnTo>
                    <a:pt x="8630740" y="219213"/>
                  </a:lnTo>
                  <a:lnTo>
                    <a:pt x="8630740" y="219213"/>
                  </a:lnTo>
                  <a:lnTo>
                    <a:pt x="8636213" y="219213"/>
                  </a:lnTo>
                  <a:lnTo>
                    <a:pt x="8636213" y="219213"/>
                  </a:lnTo>
                  <a:lnTo>
                    <a:pt x="8641686" y="219213"/>
                  </a:lnTo>
                  <a:lnTo>
                    <a:pt x="8641686" y="219213"/>
                  </a:lnTo>
                  <a:lnTo>
                    <a:pt x="8647158" y="219213"/>
                  </a:lnTo>
                  <a:lnTo>
                    <a:pt x="8647158" y="219213"/>
                  </a:lnTo>
                  <a:lnTo>
                    <a:pt x="8658104" y="219213"/>
                  </a:lnTo>
                  <a:lnTo>
                    <a:pt x="8658104" y="219213"/>
                  </a:lnTo>
                  <a:lnTo>
                    <a:pt x="8663577" y="219213"/>
                  </a:lnTo>
                  <a:lnTo>
                    <a:pt x="8663577" y="219213"/>
                  </a:lnTo>
                  <a:lnTo>
                    <a:pt x="8674523" y="219213"/>
                  </a:lnTo>
                  <a:lnTo>
                    <a:pt x="8674523" y="219213"/>
                  </a:lnTo>
                  <a:lnTo>
                    <a:pt x="8679996" y="219213"/>
                  </a:lnTo>
                  <a:lnTo>
                    <a:pt x="8679996" y="219213"/>
                  </a:lnTo>
                  <a:lnTo>
                    <a:pt x="8685469" y="219213"/>
                  </a:lnTo>
                  <a:lnTo>
                    <a:pt x="8685469" y="219213"/>
                  </a:lnTo>
                  <a:lnTo>
                    <a:pt x="8690942" y="219213"/>
                  </a:lnTo>
                  <a:lnTo>
                    <a:pt x="8690942" y="219213"/>
                  </a:lnTo>
                  <a:lnTo>
                    <a:pt x="8696414" y="219213"/>
                  </a:lnTo>
                  <a:lnTo>
                    <a:pt x="8696414" y="219213"/>
                  </a:lnTo>
                  <a:lnTo>
                    <a:pt x="8701887" y="219213"/>
                  </a:lnTo>
                  <a:lnTo>
                    <a:pt x="8701887" y="219213"/>
                  </a:lnTo>
                  <a:lnTo>
                    <a:pt x="8707360" y="219213"/>
                  </a:lnTo>
                  <a:lnTo>
                    <a:pt x="8707360" y="219213"/>
                  </a:lnTo>
                  <a:lnTo>
                    <a:pt x="8718306" y="219213"/>
                  </a:lnTo>
                  <a:lnTo>
                    <a:pt x="8718306" y="219213"/>
                  </a:lnTo>
                  <a:lnTo>
                    <a:pt x="8723779" y="219213"/>
                  </a:lnTo>
                  <a:lnTo>
                    <a:pt x="8723779" y="219213"/>
                  </a:lnTo>
                  <a:lnTo>
                    <a:pt x="8729252" y="219213"/>
                  </a:lnTo>
                  <a:lnTo>
                    <a:pt x="8729252" y="219213"/>
                  </a:lnTo>
                  <a:lnTo>
                    <a:pt x="8734725" y="219213"/>
                  </a:lnTo>
                  <a:lnTo>
                    <a:pt x="8734725" y="219213"/>
                  </a:lnTo>
                  <a:lnTo>
                    <a:pt x="8740198" y="219213"/>
                  </a:lnTo>
                  <a:lnTo>
                    <a:pt x="8740198" y="219213"/>
                  </a:lnTo>
                  <a:lnTo>
                    <a:pt x="8745670" y="219213"/>
                  </a:lnTo>
                  <a:lnTo>
                    <a:pt x="8745670" y="219213"/>
                  </a:lnTo>
                  <a:lnTo>
                    <a:pt x="8751143" y="219213"/>
                  </a:lnTo>
                  <a:lnTo>
                    <a:pt x="8751143" y="219213"/>
                  </a:lnTo>
                  <a:lnTo>
                    <a:pt x="8756616" y="219213"/>
                  </a:lnTo>
                  <a:lnTo>
                    <a:pt x="8756616" y="219213"/>
                  </a:lnTo>
                  <a:lnTo>
                    <a:pt x="8762089" y="219213"/>
                  </a:lnTo>
                  <a:lnTo>
                    <a:pt x="8762089" y="219213"/>
                  </a:lnTo>
                  <a:lnTo>
                    <a:pt x="8767562" y="219213"/>
                  </a:lnTo>
                  <a:lnTo>
                    <a:pt x="8767562" y="219213"/>
                  </a:lnTo>
                  <a:lnTo>
                    <a:pt x="8773035" y="219213"/>
                  </a:lnTo>
                  <a:lnTo>
                    <a:pt x="8773035" y="219213"/>
                  </a:lnTo>
                  <a:lnTo>
                    <a:pt x="8778508" y="219213"/>
                  </a:lnTo>
                  <a:lnTo>
                    <a:pt x="8778508" y="219213"/>
                  </a:lnTo>
                  <a:lnTo>
                    <a:pt x="8783981" y="219213"/>
                  </a:lnTo>
                  <a:lnTo>
                    <a:pt x="8783981" y="219213"/>
                  </a:lnTo>
                  <a:lnTo>
                    <a:pt x="8789453" y="219213"/>
                  </a:lnTo>
                  <a:lnTo>
                    <a:pt x="8789453" y="219213"/>
                  </a:lnTo>
                  <a:lnTo>
                    <a:pt x="8800399" y="219213"/>
                  </a:lnTo>
                  <a:lnTo>
                    <a:pt x="8800399" y="219213"/>
                  </a:lnTo>
                  <a:lnTo>
                    <a:pt x="8805872" y="219213"/>
                  </a:lnTo>
                  <a:lnTo>
                    <a:pt x="8805872" y="219213"/>
                  </a:lnTo>
                  <a:lnTo>
                    <a:pt x="8816818" y="219213"/>
                  </a:lnTo>
                  <a:lnTo>
                    <a:pt x="8816818" y="219213"/>
                  </a:lnTo>
                  <a:lnTo>
                    <a:pt x="8822291" y="219213"/>
                  </a:lnTo>
                  <a:lnTo>
                    <a:pt x="8822291" y="219213"/>
                  </a:lnTo>
                  <a:lnTo>
                    <a:pt x="8827764" y="219213"/>
                  </a:lnTo>
                  <a:lnTo>
                    <a:pt x="8827764" y="219213"/>
                  </a:lnTo>
                  <a:lnTo>
                    <a:pt x="8833237" y="219213"/>
                  </a:lnTo>
                  <a:lnTo>
                    <a:pt x="8833237" y="219213"/>
                  </a:lnTo>
                  <a:lnTo>
                    <a:pt x="8838709" y="219213"/>
                  </a:lnTo>
                  <a:lnTo>
                    <a:pt x="8838709" y="219213"/>
                  </a:lnTo>
                  <a:lnTo>
                    <a:pt x="8844182" y="219213"/>
                  </a:lnTo>
                  <a:lnTo>
                    <a:pt x="8844182" y="219213"/>
                  </a:lnTo>
                  <a:lnTo>
                    <a:pt x="8855128" y="219213"/>
                  </a:lnTo>
                  <a:lnTo>
                    <a:pt x="8855128" y="219213"/>
                  </a:lnTo>
                  <a:lnTo>
                    <a:pt x="8860601" y="219213"/>
                  </a:lnTo>
                  <a:lnTo>
                    <a:pt x="8860601" y="219213"/>
                  </a:lnTo>
                  <a:lnTo>
                    <a:pt x="8866074" y="219213"/>
                  </a:lnTo>
                  <a:lnTo>
                    <a:pt x="8866074" y="219213"/>
                  </a:lnTo>
                  <a:lnTo>
                    <a:pt x="8877020" y="219213"/>
                  </a:lnTo>
                  <a:lnTo>
                    <a:pt x="8877020" y="219213"/>
                  </a:lnTo>
                  <a:lnTo>
                    <a:pt x="8882493" y="219213"/>
                  </a:lnTo>
                  <a:lnTo>
                    <a:pt x="8882493" y="219213"/>
                  </a:lnTo>
                  <a:lnTo>
                    <a:pt x="8887965" y="219213"/>
                  </a:lnTo>
                  <a:lnTo>
                    <a:pt x="8887965" y="219213"/>
                  </a:lnTo>
                  <a:lnTo>
                    <a:pt x="8893438" y="219213"/>
                  </a:lnTo>
                  <a:lnTo>
                    <a:pt x="8893438" y="219213"/>
                  </a:lnTo>
                  <a:lnTo>
                    <a:pt x="8898911" y="219213"/>
                  </a:lnTo>
                  <a:lnTo>
                    <a:pt x="8898911" y="219213"/>
                  </a:lnTo>
                  <a:lnTo>
                    <a:pt x="8909857" y="219213"/>
                  </a:lnTo>
                  <a:lnTo>
                    <a:pt x="8909857" y="219213"/>
                  </a:lnTo>
                  <a:lnTo>
                    <a:pt x="8915330" y="219213"/>
                  </a:lnTo>
                  <a:lnTo>
                    <a:pt x="8915330" y="219213"/>
                  </a:lnTo>
                  <a:lnTo>
                    <a:pt x="8920803" y="219213"/>
                  </a:lnTo>
                  <a:lnTo>
                    <a:pt x="8920803" y="219213"/>
                  </a:lnTo>
                  <a:lnTo>
                    <a:pt x="8931749" y="219213"/>
                  </a:lnTo>
                  <a:lnTo>
                    <a:pt x="8931749" y="219213"/>
                  </a:lnTo>
                  <a:lnTo>
                    <a:pt x="8937221" y="219213"/>
                  </a:lnTo>
                  <a:lnTo>
                    <a:pt x="8937221" y="219213"/>
                  </a:lnTo>
                  <a:lnTo>
                    <a:pt x="8948167" y="219213"/>
                  </a:lnTo>
                  <a:lnTo>
                    <a:pt x="8948167" y="219213"/>
                  </a:lnTo>
                  <a:lnTo>
                    <a:pt x="8953640" y="219213"/>
                  </a:lnTo>
                  <a:lnTo>
                    <a:pt x="8953640" y="188671"/>
                  </a:lnTo>
                  <a:lnTo>
                    <a:pt x="8959113" y="188671"/>
                  </a:lnTo>
                  <a:lnTo>
                    <a:pt x="8959113" y="188671"/>
                  </a:lnTo>
                  <a:lnTo>
                    <a:pt x="8964586" y="188671"/>
                  </a:lnTo>
                  <a:lnTo>
                    <a:pt x="8964586" y="188671"/>
                  </a:lnTo>
                  <a:lnTo>
                    <a:pt x="8975532" y="188671"/>
                  </a:lnTo>
                  <a:lnTo>
                    <a:pt x="8975532" y="188671"/>
                  </a:lnTo>
                  <a:lnTo>
                    <a:pt x="8981004" y="188671"/>
                  </a:lnTo>
                  <a:lnTo>
                    <a:pt x="8981004" y="188671"/>
                  </a:lnTo>
                  <a:lnTo>
                    <a:pt x="8986477" y="188671"/>
                  </a:lnTo>
                  <a:lnTo>
                    <a:pt x="8986477" y="158057"/>
                  </a:lnTo>
                  <a:lnTo>
                    <a:pt x="8991950" y="158057"/>
                  </a:lnTo>
                  <a:lnTo>
                    <a:pt x="8991950" y="158057"/>
                  </a:lnTo>
                  <a:lnTo>
                    <a:pt x="8997423" y="158057"/>
                  </a:lnTo>
                  <a:lnTo>
                    <a:pt x="8997423" y="158057"/>
                  </a:lnTo>
                  <a:lnTo>
                    <a:pt x="9002896" y="158057"/>
                  </a:lnTo>
                  <a:lnTo>
                    <a:pt x="9002896" y="158057"/>
                  </a:lnTo>
                  <a:lnTo>
                    <a:pt x="9008369" y="158057"/>
                  </a:lnTo>
                  <a:lnTo>
                    <a:pt x="9008369" y="158057"/>
                  </a:lnTo>
                  <a:lnTo>
                    <a:pt x="9013842" y="158057"/>
                  </a:lnTo>
                  <a:lnTo>
                    <a:pt x="9013842" y="158057"/>
                  </a:lnTo>
                  <a:lnTo>
                    <a:pt x="9024788" y="158057"/>
                  </a:lnTo>
                  <a:lnTo>
                    <a:pt x="9024788" y="158057"/>
                  </a:lnTo>
                  <a:lnTo>
                    <a:pt x="9030260" y="158057"/>
                  </a:lnTo>
                  <a:lnTo>
                    <a:pt x="9030260" y="158057"/>
                  </a:lnTo>
                  <a:lnTo>
                    <a:pt x="9035733" y="158057"/>
                  </a:lnTo>
                  <a:lnTo>
                    <a:pt x="9035733" y="158057"/>
                  </a:lnTo>
                  <a:lnTo>
                    <a:pt x="9041206" y="158057"/>
                  </a:lnTo>
                  <a:lnTo>
                    <a:pt x="9041206" y="158057"/>
                  </a:lnTo>
                  <a:lnTo>
                    <a:pt x="9046679" y="158057"/>
                  </a:lnTo>
                  <a:lnTo>
                    <a:pt x="9046679" y="158057"/>
                  </a:lnTo>
                  <a:lnTo>
                    <a:pt x="9052152" y="158057"/>
                  </a:lnTo>
                  <a:lnTo>
                    <a:pt x="9052152" y="158057"/>
                  </a:lnTo>
                  <a:lnTo>
                    <a:pt x="9057625" y="158057"/>
                  </a:lnTo>
                  <a:lnTo>
                    <a:pt x="9057625" y="158057"/>
                  </a:lnTo>
                  <a:lnTo>
                    <a:pt x="9068571" y="158057"/>
                  </a:lnTo>
                  <a:lnTo>
                    <a:pt x="9068571" y="158057"/>
                  </a:lnTo>
                  <a:lnTo>
                    <a:pt x="9074044" y="158057"/>
                  </a:lnTo>
                  <a:lnTo>
                    <a:pt x="9074044" y="158057"/>
                  </a:lnTo>
                  <a:lnTo>
                    <a:pt x="9079516" y="158057"/>
                  </a:lnTo>
                  <a:lnTo>
                    <a:pt x="9079516" y="158057"/>
                  </a:lnTo>
                  <a:lnTo>
                    <a:pt x="9084989" y="158057"/>
                  </a:lnTo>
                  <a:lnTo>
                    <a:pt x="9084989" y="158057"/>
                  </a:lnTo>
                  <a:lnTo>
                    <a:pt x="9090462" y="158057"/>
                  </a:lnTo>
                  <a:lnTo>
                    <a:pt x="9090462" y="158057"/>
                  </a:lnTo>
                  <a:lnTo>
                    <a:pt x="9095935" y="158057"/>
                  </a:lnTo>
                  <a:lnTo>
                    <a:pt x="9095935" y="158057"/>
                  </a:lnTo>
                  <a:lnTo>
                    <a:pt x="9106881" y="158057"/>
                  </a:lnTo>
                  <a:lnTo>
                    <a:pt x="9106881" y="158057"/>
                  </a:lnTo>
                  <a:lnTo>
                    <a:pt x="9112354" y="158057"/>
                  </a:lnTo>
                  <a:lnTo>
                    <a:pt x="9112354" y="158057"/>
                  </a:lnTo>
                  <a:lnTo>
                    <a:pt x="9117827" y="158057"/>
                  </a:lnTo>
                  <a:lnTo>
                    <a:pt x="9117827" y="158057"/>
                  </a:lnTo>
                  <a:lnTo>
                    <a:pt x="9123300" y="158057"/>
                  </a:lnTo>
                  <a:lnTo>
                    <a:pt x="9123300" y="158057"/>
                  </a:lnTo>
                  <a:lnTo>
                    <a:pt x="9128772" y="158057"/>
                  </a:lnTo>
                  <a:lnTo>
                    <a:pt x="9128772" y="158057"/>
                  </a:lnTo>
                  <a:lnTo>
                    <a:pt x="9134245" y="158057"/>
                  </a:lnTo>
                  <a:lnTo>
                    <a:pt x="9134245" y="158057"/>
                  </a:lnTo>
                  <a:lnTo>
                    <a:pt x="9139718" y="158057"/>
                  </a:lnTo>
                  <a:lnTo>
                    <a:pt x="9139718" y="158057"/>
                  </a:lnTo>
                  <a:lnTo>
                    <a:pt x="9145191" y="158057"/>
                  </a:lnTo>
                  <a:lnTo>
                    <a:pt x="9145191" y="158057"/>
                  </a:lnTo>
                  <a:lnTo>
                    <a:pt x="9150664" y="158057"/>
                  </a:lnTo>
                  <a:lnTo>
                    <a:pt x="9150664" y="158057"/>
                  </a:lnTo>
                  <a:lnTo>
                    <a:pt x="9156137" y="158057"/>
                  </a:lnTo>
                  <a:lnTo>
                    <a:pt x="9156137" y="158057"/>
                  </a:lnTo>
                  <a:lnTo>
                    <a:pt x="9167083" y="158057"/>
                  </a:lnTo>
                  <a:lnTo>
                    <a:pt x="9167083" y="158057"/>
                  </a:lnTo>
                  <a:lnTo>
                    <a:pt x="9172555" y="158057"/>
                  </a:lnTo>
                  <a:lnTo>
                    <a:pt x="9172555" y="158057"/>
                  </a:lnTo>
                  <a:lnTo>
                    <a:pt x="9183501" y="158057"/>
                  </a:lnTo>
                  <a:lnTo>
                    <a:pt x="9183501" y="158057"/>
                  </a:lnTo>
                  <a:lnTo>
                    <a:pt x="9188974" y="158057"/>
                  </a:lnTo>
                  <a:lnTo>
                    <a:pt x="9188974" y="158057"/>
                  </a:lnTo>
                  <a:lnTo>
                    <a:pt x="9194447" y="158057"/>
                  </a:lnTo>
                  <a:lnTo>
                    <a:pt x="9194447" y="126880"/>
                  </a:lnTo>
                  <a:lnTo>
                    <a:pt x="9199920" y="126880"/>
                  </a:lnTo>
                  <a:lnTo>
                    <a:pt x="9199920" y="126880"/>
                  </a:lnTo>
                  <a:lnTo>
                    <a:pt x="9205393" y="126880"/>
                  </a:lnTo>
                  <a:lnTo>
                    <a:pt x="9205393" y="126880"/>
                  </a:lnTo>
                  <a:lnTo>
                    <a:pt x="9210866" y="126880"/>
                  </a:lnTo>
                  <a:lnTo>
                    <a:pt x="9210866" y="126880"/>
                  </a:lnTo>
                  <a:lnTo>
                    <a:pt x="9216339" y="126880"/>
                  </a:lnTo>
                  <a:lnTo>
                    <a:pt x="9216339" y="126880"/>
                  </a:lnTo>
                  <a:lnTo>
                    <a:pt x="9221811" y="126880"/>
                  </a:lnTo>
                  <a:lnTo>
                    <a:pt x="9221811" y="126880"/>
                  </a:lnTo>
                  <a:lnTo>
                    <a:pt x="9227284" y="126880"/>
                  </a:lnTo>
                  <a:lnTo>
                    <a:pt x="9227284" y="126880"/>
                  </a:lnTo>
                  <a:lnTo>
                    <a:pt x="9238230" y="126880"/>
                  </a:lnTo>
                  <a:lnTo>
                    <a:pt x="9238230" y="95682"/>
                  </a:lnTo>
                  <a:lnTo>
                    <a:pt x="9243703" y="95682"/>
                  </a:lnTo>
                  <a:lnTo>
                    <a:pt x="9243703" y="95682"/>
                  </a:lnTo>
                  <a:lnTo>
                    <a:pt x="9249176" y="95682"/>
                  </a:lnTo>
                  <a:lnTo>
                    <a:pt x="9249176" y="95682"/>
                  </a:lnTo>
                  <a:lnTo>
                    <a:pt x="9254649" y="95682"/>
                  </a:lnTo>
                  <a:lnTo>
                    <a:pt x="9254649" y="95682"/>
                  </a:lnTo>
                  <a:lnTo>
                    <a:pt x="9260122" y="95682"/>
                  </a:lnTo>
                  <a:lnTo>
                    <a:pt x="9260122" y="95682"/>
                  </a:lnTo>
                  <a:lnTo>
                    <a:pt x="9265595" y="95682"/>
                  </a:lnTo>
                  <a:lnTo>
                    <a:pt x="9265595" y="95682"/>
                  </a:lnTo>
                  <a:lnTo>
                    <a:pt x="9271067" y="95682"/>
                  </a:lnTo>
                  <a:lnTo>
                    <a:pt x="9271067" y="95682"/>
                  </a:lnTo>
                  <a:lnTo>
                    <a:pt x="9276540" y="95682"/>
                  </a:lnTo>
                  <a:lnTo>
                    <a:pt x="9276540" y="95682"/>
                  </a:lnTo>
                  <a:lnTo>
                    <a:pt x="9287486" y="95682"/>
                  </a:lnTo>
                  <a:lnTo>
                    <a:pt x="9287486" y="95682"/>
                  </a:lnTo>
                  <a:lnTo>
                    <a:pt x="9292959" y="95682"/>
                  </a:lnTo>
                  <a:lnTo>
                    <a:pt x="9292959" y="95682"/>
                  </a:lnTo>
                  <a:lnTo>
                    <a:pt x="9298432" y="95682"/>
                  </a:lnTo>
                  <a:lnTo>
                    <a:pt x="9298432" y="95682"/>
                  </a:lnTo>
                  <a:lnTo>
                    <a:pt x="9303905" y="95682"/>
                  </a:lnTo>
                  <a:lnTo>
                    <a:pt x="9303905" y="95682"/>
                  </a:lnTo>
                  <a:lnTo>
                    <a:pt x="9314850" y="95682"/>
                  </a:lnTo>
                  <a:lnTo>
                    <a:pt x="9314850" y="95682"/>
                  </a:lnTo>
                  <a:lnTo>
                    <a:pt x="9325796" y="95682"/>
                  </a:lnTo>
                  <a:lnTo>
                    <a:pt x="9325796" y="95682"/>
                  </a:lnTo>
                  <a:lnTo>
                    <a:pt x="9331269" y="95682"/>
                  </a:lnTo>
                  <a:lnTo>
                    <a:pt x="9331269" y="95682"/>
                  </a:lnTo>
                  <a:lnTo>
                    <a:pt x="9336742" y="95682"/>
                  </a:lnTo>
                  <a:lnTo>
                    <a:pt x="9336742" y="95682"/>
                  </a:lnTo>
                  <a:lnTo>
                    <a:pt x="9342215" y="95682"/>
                  </a:lnTo>
                  <a:lnTo>
                    <a:pt x="9342215" y="95682"/>
                  </a:lnTo>
                  <a:lnTo>
                    <a:pt x="9347688" y="95682"/>
                  </a:lnTo>
                  <a:lnTo>
                    <a:pt x="9347688" y="95682"/>
                  </a:lnTo>
                  <a:lnTo>
                    <a:pt x="9353161" y="95682"/>
                  </a:lnTo>
                  <a:lnTo>
                    <a:pt x="9353161" y="95682"/>
                  </a:lnTo>
                  <a:lnTo>
                    <a:pt x="9358634" y="95682"/>
                  </a:lnTo>
                  <a:lnTo>
                    <a:pt x="9358634" y="95682"/>
                  </a:lnTo>
                  <a:lnTo>
                    <a:pt x="9369579" y="95682"/>
                  </a:lnTo>
                  <a:lnTo>
                    <a:pt x="9369579" y="95682"/>
                  </a:lnTo>
                  <a:lnTo>
                    <a:pt x="9375052" y="95682"/>
                  </a:lnTo>
                  <a:lnTo>
                    <a:pt x="9375052" y="95682"/>
                  </a:lnTo>
                  <a:lnTo>
                    <a:pt x="9380525" y="95682"/>
                  </a:lnTo>
                  <a:lnTo>
                    <a:pt x="9380525" y="95682"/>
                  </a:lnTo>
                  <a:lnTo>
                    <a:pt x="9385998" y="95682"/>
                  </a:lnTo>
                  <a:lnTo>
                    <a:pt x="9385998" y="95682"/>
                  </a:lnTo>
                  <a:lnTo>
                    <a:pt x="9391471" y="95682"/>
                  </a:lnTo>
                  <a:lnTo>
                    <a:pt x="9391471" y="95682"/>
                  </a:lnTo>
                  <a:lnTo>
                    <a:pt x="9413362" y="95682"/>
                  </a:lnTo>
                  <a:lnTo>
                    <a:pt x="9413362" y="63947"/>
                  </a:lnTo>
                  <a:lnTo>
                    <a:pt x="9418835" y="63947"/>
                  </a:lnTo>
                  <a:lnTo>
                    <a:pt x="9418835" y="63947"/>
                  </a:lnTo>
                  <a:lnTo>
                    <a:pt x="9429781" y="63947"/>
                  </a:lnTo>
                  <a:lnTo>
                    <a:pt x="9429781" y="63947"/>
                  </a:lnTo>
                  <a:lnTo>
                    <a:pt x="9435254" y="63947"/>
                  </a:lnTo>
                  <a:lnTo>
                    <a:pt x="9435254" y="63947"/>
                  </a:lnTo>
                  <a:lnTo>
                    <a:pt x="9440727" y="63947"/>
                  </a:lnTo>
                  <a:lnTo>
                    <a:pt x="9440727" y="32074"/>
                  </a:lnTo>
                  <a:lnTo>
                    <a:pt x="9446200" y="32074"/>
                  </a:lnTo>
                  <a:lnTo>
                    <a:pt x="9446200" y="32074"/>
                  </a:lnTo>
                  <a:lnTo>
                    <a:pt x="9451673" y="32074"/>
                  </a:lnTo>
                  <a:lnTo>
                    <a:pt x="9451673" y="32074"/>
                  </a:lnTo>
                  <a:lnTo>
                    <a:pt x="9457146" y="32074"/>
                  </a:lnTo>
                  <a:lnTo>
                    <a:pt x="9457146" y="32074"/>
                  </a:lnTo>
                  <a:lnTo>
                    <a:pt x="9462618" y="32074"/>
                  </a:lnTo>
                  <a:lnTo>
                    <a:pt x="9462618" y="32074"/>
                  </a:lnTo>
                  <a:lnTo>
                    <a:pt x="9468091" y="32074"/>
                  </a:lnTo>
                  <a:lnTo>
                    <a:pt x="9468091" y="32074"/>
                  </a:lnTo>
                  <a:lnTo>
                    <a:pt x="9473564" y="32074"/>
                  </a:lnTo>
                  <a:lnTo>
                    <a:pt x="9473564" y="32074"/>
                  </a:lnTo>
                  <a:lnTo>
                    <a:pt x="9479037" y="32074"/>
                  </a:lnTo>
                  <a:lnTo>
                    <a:pt x="9479037" y="32074"/>
                  </a:lnTo>
                  <a:lnTo>
                    <a:pt x="9484510" y="32074"/>
                  </a:lnTo>
                  <a:lnTo>
                    <a:pt x="9484510" y="32074"/>
                  </a:lnTo>
                  <a:lnTo>
                    <a:pt x="9489983" y="32074"/>
                  </a:lnTo>
                  <a:lnTo>
                    <a:pt x="9489983" y="32074"/>
                  </a:lnTo>
                  <a:lnTo>
                    <a:pt x="9495456" y="32074"/>
                  </a:lnTo>
                  <a:lnTo>
                    <a:pt x="9495456" y="32074"/>
                  </a:lnTo>
                  <a:lnTo>
                    <a:pt x="9500929" y="32074"/>
                  </a:lnTo>
                  <a:lnTo>
                    <a:pt x="9500929" y="32074"/>
                  </a:lnTo>
                  <a:lnTo>
                    <a:pt x="9506401" y="32074"/>
                  </a:lnTo>
                  <a:lnTo>
                    <a:pt x="9506401" y="32074"/>
                  </a:lnTo>
                  <a:lnTo>
                    <a:pt x="9511874" y="32074"/>
                  </a:lnTo>
                  <a:lnTo>
                    <a:pt x="9511874" y="0"/>
                  </a:lnTo>
                  <a:lnTo>
                    <a:pt x="9517347" y="0"/>
                  </a:lnTo>
                  <a:lnTo>
                    <a:pt x="9517347" y="0"/>
                  </a:lnTo>
                  <a:lnTo>
                    <a:pt x="9522820" y="0"/>
                  </a:lnTo>
                  <a:lnTo>
                    <a:pt x="9522820" y="0"/>
                  </a:lnTo>
                  <a:lnTo>
                    <a:pt x="9528293" y="0"/>
                  </a:lnTo>
                  <a:lnTo>
                    <a:pt x="9528293" y="0"/>
                  </a:lnTo>
                  <a:lnTo>
                    <a:pt x="9533766" y="0"/>
                  </a:lnTo>
                  <a:lnTo>
                    <a:pt x="9533766" y="0"/>
                  </a:lnTo>
                  <a:lnTo>
                    <a:pt x="9544712" y="0"/>
                  </a:lnTo>
                  <a:lnTo>
                    <a:pt x="9544712" y="0"/>
                  </a:lnTo>
                  <a:lnTo>
                    <a:pt x="9561130" y="0"/>
                  </a:lnTo>
                  <a:lnTo>
                    <a:pt x="9561130" y="0"/>
                  </a:lnTo>
                  <a:lnTo>
                    <a:pt x="9566603" y="0"/>
                  </a:lnTo>
                  <a:lnTo>
                    <a:pt x="9566603" y="0"/>
                  </a:lnTo>
                  <a:lnTo>
                    <a:pt x="9572076" y="0"/>
                  </a:lnTo>
                  <a:lnTo>
                    <a:pt x="9572076" y="0"/>
                  </a:lnTo>
                  <a:lnTo>
                    <a:pt x="9577549" y="0"/>
                  </a:lnTo>
                  <a:lnTo>
                    <a:pt x="9577549" y="0"/>
                  </a:lnTo>
                  <a:lnTo>
                    <a:pt x="9583022" y="0"/>
                  </a:lnTo>
                  <a:lnTo>
                    <a:pt x="9583022" y="0"/>
                  </a:lnTo>
                  <a:lnTo>
                    <a:pt x="9588495" y="0"/>
                  </a:lnTo>
                  <a:lnTo>
                    <a:pt x="9588495" y="0"/>
                  </a:lnTo>
                  <a:lnTo>
                    <a:pt x="9593968" y="0"/>
                  </a:lnTo>
                  <a:lnTo>
                    <a:pt x="9593968" y="0"/>
                  </a:lnTo>
                  <a:lnTo>
                    <a:pt x="9599441" y="0"/>
                  </a:lnTo>
                  <a:lnTo>
                    <a:pt x="9599441" y="0"/>
                  </a:lnTo>
                  <a:lnTo>
                    <a:pt x="9604913" y="0"/>
                  </a:lnTo>
                  <a:lnTo>
                    <a:pt x="9604913" y="0"/>
                  </a:lnTo>
                  <a:lnTo>
                    <a:pt x="9615859" y="0"/>
                  </a:lnTo>
                  <a:lnTo>
                    <a:pt x="9615859" y="0"/>
                  </a:lnTo>
                  <a:lnTo>
                    <a:pt x="9632278" y="0"/>
                  </a:lnTo>
                  <a:lnTo>
                    <a:pt x="9632278" y="0"/>
                  </a:lnTo>
                  <a:lnTo>
                    <a:pt x="9637751" y="0"/>
                  </a:lnTo>
                  <a:lnTo>
                    <a:pt x="9637751" y="0"/>
                  </a:lnTo>
                  <a:lnTo>
                    <a:pt x="9643224" y="0"/>
                  </a:lnTo>
                  <a:lnTo>
                    <a:pt x="9643224" y="0"/>
                  </a:lnTo>
                  <a:lnTo>
                    <a:pt x="9659642" y="0"/>
                  </a:lnTo>
                  <a:lnTo>
                    <a:pt x="9659642" y="0"/>
                  </a:lnTo>
                  <a:lnTo>
                    <a:pt x="9665115" y="0"/>
                  </a:lnTo>
                  <a:lnTo>
                    <a:pt x="9665115" y="0"/>
                  </a:lnTo>
                  <a:lnTo>
                    <a:pt x="9670588" y="0"/>
                  </a:lnTo>
                  <a:lnTo>
                    <a:pt x="9670588" y="0"/>
                  </a:lnTo>
                  <a:lnTo>
                    <a:pt x="9676061" y="0"/>
                  </a:lnTo>
                  <a:lnTo>
                    <a:pt x="9676061" y="0"/>
                  </a:lnTo>
                  <a:lnTo>
                    <a:pt x="9681534" y="0"/>
                  </a:lnTo>
                  <a:lnTo>
                    <a:pt x="9681534" y="0"/>
                  </a:lnTo>
                  <a:lnTo>
                    <a:pt x="9692480" y="0"/>
                  </a:lnTo>
                  <a:lnTo>
                    <a:pt x="9692480" y="0"/>
                  </a:lnTo>
                  <a:lnTo>
                    <a:pt x="9697952" y="0"/>
                  </a:lnTo>
                  <a:lnTo>
                    <a:pt x="9697952" y="0"/>
                  </a:lnTo>
                  <a:lnTo>
                    <a:pt x="9703425" y="0"/>
                  </a:lnTo>
                  <a:lnTo>
                    <a:pt x="9703425" y="0"/>
                  </a:lnTo>
                  <a:lnTo>
                    <a:pt x="9708898" y="0"/>
                  </a:lnTo>
                  <a:lnTo>
                    <a:pt x="9708898" y="0"/>
                  </a:lnTo>
                  <a:lnTo>
                    <a:pt x="9714371" y="0"/>
                  </a:lnTo>
                  <a:lnTo>
                    <a:pt x="9714371" y="0"/>
                  </a:lnTo>
                  <a:lnTo>
                    <a:pt x="9719844" y="0"/>
                  </a:lnTo>
                  <a:lnTo>
                    <a:pt x="9719844" y="0"/>
                  </a:lnTo>
                  <a:lnTo>
                    <a:pt x="9725317" y="0"/>
                  </a:lnTo>
                  <a:lnTo>
                    <a:pt x="9725317" y="0"/>
                  </a:lnTo>
                  <a:lnTo>
                    <a:pt x="9741736" y="0"/>
                  </a:lnTo>
                  <a:lnTo>
                    <a:pt x="9741736" y="0"/>
                  </a:lnTo>
                  <a:lnTo>
                    <a:pt x="9747208" y="0"/>
                  </a:lnTo>
                  <a:lnTo>
                    <a:pt x="9747208" y="0"/>
                  </a:lnTo>
                  <a:lnTo>
                    <a:pt x="9752681" y="0"/>
                  </a:lnTo>
                  <a:lnTo>
                    <a:pt x="9752681" y="0"/>
                  </a:lnTo>
                  <a:lnTo>
                    <a:pt x="9758154" y="0"/>
                  </a:lnTo>
                  <a:lnTo>
                    <a:pt x="9758154" y="0"/>
                  </a:lnTo>
                  <a:lnTo>
                    <a:pt x="9763627" y="0"/>
                  </a:lnTo>
                  <a:lnTo>
                    <a:pt x="9763627" y="0"/>
                  </a:lnTo>
                  <a:lnTo>
                    <a:pt x="9769100" y="0"/>
                  </a:lnTo>
                  <a:lnTo>
                    <a:pt x="9769100" y="0"/>
                  </a:lnTo>
                  <a:lnTo>
                    <a:pt x="9780046" y="0"/>
                  </a:lnTo>
                  <a:lnTo>
                    <a:pt x="9780046" y="0"/>
                  </a:lnTo>
                  <a:lnTo>
                    <a:pt x="9785519" y="0"/>
                  </a:lnTo>
                  <a:lnTo>
                    <a:pt x="9785519" y="0"/>
                  </a:lnTo>
                  <a:lnTo>
                    <a:pt x="9790992" y="0"/>
                  </a:lnTo>
                  <a:lnTo>
                    <a:pt x="9790992" y="0"/>
                  </a:lnTo>
                  <a:lnTo>
                    <a:pt x="9796464" y="0"/>
                  </a:lnTo>
                  <a:lnTo>
                    <a:pt x="9796464" y="0"/>
                  </a:lnTo>
                  <a:lnTo>
                    <a:pt x="9801937" y="0"/>
                  </a:lnTo>
                  <a:lnTo>
                    <a:pt x="9801937" y="0"/>
                  </a:lnTo>
                  <a:lnTo>
                    <a:pt x="9807410" y="0"/>
                  </a:lnTo>
                  <a:lnTo>
                    <a:pt x="9807410" y="0"/>
                  </a:lnTo>
                  <a:lnTo>
                    <a:pt x="9812883" y="0"/>
                  </a:lnTo>
                  <a:lnTo>
                    <a:pt x="9812883" y="0"/>
                  </a:lnTo>
                  <a:lnTo>
                    <a:pt x="9818356" y="0"/>
                  </a:lnTo>
                  <a:lnTo>
                    <a:pt x="9818356" y="0"/>
                  </a:lnTo>
                  <a:lnTo>
                    <a:pt x="9823829" y="0"/>
                  </a:lnTo>
                  <a:lnTo>
                    <a:pt x="9823829" y="0"/>
                  </a:lnTo>
                  <a:lnTo>
                    <a:pt x="9834775" y="0"/>
                  </a:lnTo>
                  <a:lnTo>
                    <a:pt x="9834775" y="0"/>
                  </a:lnTo>
                  <a:lnTo>
                    <a:pt x="9840247" y="0"/>
                  </a:lnTo>
                  <a:lnTo>
                    <a:pt x="9840247" y="0"/>
                  </a:lnTo>
                  <a:lnTo>
                    <a:pt x="9856666" y="0"/>
                  </a:lnTo>
                  <a:lnTo>
                    <a:pt x="9856666" y="0"/>
                  </a:lnTo>
                  <a:lnTo>
                    <a:pt x="9862139" y="0"/>
                  </a:lnTo>
                  <a:lnTo>
                    <a:pt x="9862139" y="0"/>
                  </a:lnTo>
                  <a:lnTo>
                    <a:pt x="9867612" y="0"/>
                  </a:lnTo>
                  <a:lnTo>
                    <a:pt x="9867612" y="0"/>
                  </a:lnTo>
                  <a:lnTo>
                    <a:pt x="9878558" y="0"/>
                  </a:lnTo>
                  <a:lnTo>
                    <a:pt x="9878558" y="0"/>
                  </a:lnTo>
                  <a:lnTo>
                    <a:pt x="9884031" y="0"/>
                  </a:lnTo>
                  <a:lnTo>
                    <a:pt x="9884031" y="0"/>
                  </a:lnTo>
                  <a:lnTo>
                    <a:pt x="9889503" y="0"/>
                  </a:lnTo>
                  <a:lnTo>
                    <a:pt x="9889503" y="0"/>
                  </a:lnTo>
                  <a:lnTo>
                    <a:pt x="9900449" y="0"/>
                  </a:lnTo>
                  <a:lnTo>
                    <a:pt x="9900449" y="0"/>
                  </a:lnTo>
                  <a:lnTo>
                    <a:pt x="9905922" y="0"/>
                  </a:lnTo>
                  <a:lnTo>
                    <a:pt x="9905922" y="0"/>
                  </a:lnTo>
                  <a:lnTo>
                    <a:pt x="9911395" y="0"/>
                  </a:lnTo>
                  <a:lnTo>
                    <a:pt x="9911395" y="0"/>
                  </a:lnTo>
                  <a:lnTo>
                    <a:pt x="9916868" y="0"/>
                  </a:lnTo>
                  <a:lnTo>
                    <a:pt x="9916868" y="0"/>
                  </a:lnTo>
                  <a:lnTo>
                    <a:pt x="9927814" y="0"/>
                  </a:lnTo>
                  <a:lnTo>
                    <a:pt x="9927814" y="0"/>
                  </a:lnTo>
                  <a:lnTo>
                    <a:pt x="9938759" y="0"/>
                  </a:lnTo>
                  <a:lnTo>
                    <a:pt x="993875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993290" y="3659997"/>
              <a:ext cx="9938759" cy="2436582"/>
            </a:xfrm>
            <a:custGeom>
              <a:avLst/>
              <a:pathLst>
                <a:path w="9938759" h="2436582">
                  <a:moveTo>
                    <a:pt x="9938759" y="0"/>
                  </a:moveTo>
                  <a:lnTo>
                    <a:pt x="9938759" y="0"/>
                  </a:lnTo>
                  <a:lnTo>
                    <a:pt x="9927814" y="0"/>
                  </a:lnTo>
                  <a:lnTo>
                    <a:pt x="9927814" y="0"/>
                  </a:lnTo>
                  <a:lnTo>
                    <a:pt x="9916868" y="0"/>
                  </a:lnTo>
                  <a:lnTo>
                    <a:pt x="9916868" y="0"/>
                  </a:lnTo>
                  <a:lnTo>
                    <a:pt x="9911395" y="0"/>
                  </a:lnTo>
                  <a:lnTo>
                    <a:pt x="9911395" y="0"/>
                  </a:lnTo>
                  <a:lnTo>
                    <a:pt x="9905922" y="0"/>
                  </a:lnTo>
                  <a:lnTo>
                    <a:pt x="9905922" y="0"/>
                  </a:lnTo>
                  <a:lnTo>
                    <a:pt x="9900449" y="0"/>
                  </a:lnTo>
                  <a:lnTo>
                    <a:pt x="9900449" y="0"/>
                  </a:lnTo>
                  <a:lnTo>
                    <a:pt x="9889503" y="0"/>
                  </a:lnTo>
                  <a:lnTo>
                    <a:pt x="9889503" y="0"/>
                  </a:lnTo>
                  <a:lnTo>
                    <a:pt x="9884031" y="0"/>
                  </a:lnTo>
                  <a:lnTo>
                    <a:pt x="9884031" y="0"/>
                  </a:lnTo>
                  <a:lnTo>
                    <a:pt x="9878558" y="0"/>
                  </a:lnTo>
                  <a:lnTo>
                    <a:pt x="9878558" y="0"/>
                  </a:lnTo>
                  <a:lnTo>
                    <a:pt x="9867612" y="0"/>
                  </a:lnTo>
                  <a:lnTo>
                    <a:pt x="9867612" y="0"/>
                  </a:lnTo>
                  <a:lnTo>
                    <a:pt x="9862139" y="0"/>
                  </a:lnTo>
                  <a:lnTo>
                    <a:pt x="9862139" y="0"/>
                  </a:lnTo>
                  <a:lnTo>
                    <a:pt x="9856666" y="0"/>
                  </a:lnTo>
                  <a:lnTo>
                    <a:pt x="9856666" y="0"/>
                  </a:lnTo>
                  <a:lnTo>
                    <a:pt x="9840247" y="0"/>
                  </a:lnTo>
                  <a:lnTo>
                    <a:pt x="9840247" y="0"/>
                  </a:lnTo>
                  <a:lnTo>
                    <a:pt x="9834775" y="0"/>
                  </a:lnTo>
                  <a:lnTo>
                    <a:pt x="9834775" y="0"/>
                  </a:lnTo>
                  <a:lnTo>
                    <a:pt x="9823829" y="0"/>
                  </a:lnTo>
                  <a:lnTo>
                    <a:pt x="9823829" y="0"/>
                  </a:lnTo>
                  <a:lnTo>
                    <a:pt x="9818356" y="0"/>
                  </a:lnTo>
                  <a:lnTo>
                    <a:pt x="9818356" y="0"/>
                  </a:lnTo>
                  <a:lnTo>
                    <a:pt x="9812883" y="0"/>
                  </a:lnTo>
                  <a:lnTo>
                    <a:pt x="9812883" y="0"/>
                  </a:lnTo>
                  <a:lnTo>
                    <a:pt x="9807410" y="0"/>
                  </a:lnTo>
                  <a:lnTo>
                    <a:pt x="9807410" y="0"/>
                  </a:lnTo>
                  <a:lnTo>
                    <a:pt x="9801937" y="0"/>
                  </a:lnTo>
                  <a:lnTo>
                    <a:pt x="9801937" y="0"/>
                  </a:lnTo>
                  <a:lnTo>
                    <a:pt x="9796464" y="0"/>
                  </a:lnTo>
                  <a:lnTo>
                    <a:pt x="9796464" y="0"/>
                  </a:lnTo>
                  <a:lnTo>
                    <a:pt x="9790992" y="0"/>
                  </a:lnTo>
                  <a:lnTo>
                    <a:pt x="9790992" y="0"/>
                  </a:lnTo>
                  <a:lnTo>
                    <a:pt x="9785519" y="0"/>
                  </a:lnTo>
                  <a:lnTo>
                    <a:pt x="9785519" y="0"/>
                  </a:lnTo>
                  <a:lnTo>
                    <a:pt x="9780046" y="0"/>
                  </a:lnTo>
                  <a:lnTo>
                    <a:pt x="9780046" y="0"/>
                  </a:lnTo>
                  <a:lnTo>
                    <a:pt x="9769100" y="0"/>
                  </a:lnTo>
                  <a:lnTo>
                    <a:pt x="9769100" y="0"/>
                  </a:lnTo>
                  <a:lnTo>
                    <a:pt x="9763627" y="0"/>
                  </a:lnTo>
                  <a:lnTo>
                    <a:pt x="9763627" y="0"/>
                  </a:lnTo>
                  <a:lnTo>
                    <a:pt x="9758154" y="0"/>
                  </a:lnTo>
                  <a:lnTo>
                    <a:pt x="9758154" y="0"/>
                  </a:lnTo>
                  <a:lnTo>
                    <a:pt x="9752681" y="0"/>
                  </a:lnTo>
                  <a:lnTo>
                    <a:pt x="9752681" y="0"/>
                  </a:lnTo>
                  <a:lnTo>
                    <a:pt x="9747208" y="0"/>
                  </a:lnTo>
                  <a:lnTo>
                    <a:pt x="9747208" y="0"/>
                  </a:lnTo>
                  <a:lnTo>
                    <a:pt x="9741736" y="0"/>
                  </a:lnTo>
                  <a:lnTo>
                    <a:pt x="9741736" y="0"/>
                  </a:lnTo>
                  <a:lnTo>
                    <a:pt x="9725317" y="0"/>
                  </a:lnTo>
                  <a:lnTo>
                    <a:pt x="9725317" y="0"/>
                  </a:lnTo>
                  <a:lnTo>
                    <a:pt x="9719844" y="0"/>
                  </a:lnTo>
                  <a:lnTo>
                    <a:pt x="9719844" y="0"/>
                  </a:lnTo>
                  <a:lnTo>
                    <a:pt x="9714371" y="0"/>
                  </a:lnTo>
                  <a:lnTo>
                    <a:pt x="9714371" y="0"/>
                  </a:lnTo>
                  <a:lnTo>
                    <a:pt x="9708898" y="0"/>
                  </a:lnTo>
                  <a:lnTo>
                    <a:pt x="9708898" y="0"/>
                  </a:lnTo>
                  <a:lnTo>
                    <a:pt x="9703425" y="0"/>
                  </a:lnTo>
                  <a:lnTo>
                    <a:pt x="9703425" y="0"/>
                  </a:lnTo>
                  <a:lnTo>
                    <a:pt x="9697952" y="0"/>
                  </a:lnTo>
                  <a:lnTo>
                    <a:pt x="9697952" y="0"/>
                  </a:lnTo>
                  <a:lnTo>
                    <a:pt x="9692480" y="0"/>
                  </a:lnTo>
                  <a:lnTo>
                    <a:pt x="9692480" y="0"/>
                  </a:lnTo>
                  <a:lnTo>
                    <a:pt x="9681534" y="0"/>
                  </a:lnTo>
                  <a:lnTo>
                    <a:pt x="9681534" y="0"/>
                  </a:lnTo>
                  <a:lnTo>
                    <a:pt x="9676061" y="0"/>
                  </a:lnTo>
                  <a:lnTo>
                    <a:pt x="9676061" y="0"/>
                  </a:lnTo>
                  <a:lnTo>
                    <a:pt x="9670588" y="0"/>
                  </a:lnTo>
                  <a:lnTo>
                    <a:pt x="9670588" y="0"/>
                  </a:lnTo>
                  <a:lnTo>
                    <a:pt x="9665115" y="0"/>
                  </a:lnTo>
                  <a:lnTo>
                    <a:pt x="9665115" y="0"/>
                  </a:lnTo>
                  <a:lnTo>
                    <a:pt x="9659642" y="0"/>
                  </a:lnTo>
                  <a:lnTo>
                    <a:pt x="9659642" y="0"/>
                  </a:lnTo>
                  <a:lnTo>
                    <a:pt x="9643224" y="0"/>
                  </a:lnTo>
                  <a:lnTo>
                    <a:pt x="9643224" y="0"/>
                  </a:lnTo>
                  <a:lnTo>
                    <a:pt x="9637751" y="0"/>
                  </a:lnTo>
                  <a:lnTo>
                    <a:pt x="9637751" y="0"/>
                  </a:lnTo>
                  <a:lnTo>
                    <a:pt x="9632278" y="0"/>
                  </a:lnTo>
                  <a:lnTo>
                    <a:pt x="9632278" y="0"/>
                  </a:lnTo>
                  <a:lnTo>
                    <a:pt x="9615859" y="0"/>
                  </a:lnTo>
                  <a:lnTo>
                    <a:pt x="9615859" y="0"/>
                  </a:lnTo>
                  <a:lnTo>
                    <a:pt x="9604913" y="0"/>
                  </a:lnTo>
                  <a:lnTo>
                    <a:pt x="9604913" y="0"/>
                  </a:lnTo>
                  <a:lnTo>
                    <a:pt x="9599441" y="0"/>
                  </a:lnTo>
                  <a:lnTo>
                    <a:pt x="9599441" y="0"/>
                  </a:lnTo>
                  <a:lnTo>
                    <a:pt x="9593968" y="0"/>
                  </a:lnTo>
                  <a:lnTo>
                    <a:pt x="9593968" y="0"/>
                  </a:lnTo>
                  <a:lnTo>
                    <a:pt x="9588495" y="0"/>
                  </a:lnTo>
                  <a:lnTo>
                    <a:pt x="9588495" y="0"/>
                  </a:lnTo>
                  <a:lnTo>
                    <a:pt x="9583022" y="0"/>
                  </a:lnTo>
                  <a:lnTo>
                    <a:pt x="9583022" y="0"/>
                  </a:lnTo>
                  <a:lnTo>
                    <a:pt x="9577549" y="0"/>
                  </a:lnTo>
                  <a:lnTo>
                    <a:pt x="9577549" y="0"/>
                  </a:lnTo>
                  <a:lnTo>
                    <a:pt x="9572076" y="0"/>
                  </a:lnTo>
                  <a:lnTo>
                    <a:pt x="9572076" y="0"/>
                  </a:lnTo>
                  <a:lnTo>
                    <a:pt x="9566603" y="0"/>
                  </a:lnTo>
                  <a:lnTo>
                    <a:pt x="9566603" y="0"/>
                  </a:lnTo>
                  <a:lnTo>
                    <a:pt x="9561130" y="0"/>
                  </a:lnTo>
                  <a:lnTo>
                    <a:pt x="9561130" y="0"/>
                  </a:lnTo>
                  <a:lnTo>
                    <a:pt x="9544712" y="0"/>
                  </a:lnTo>
                  <a:lnTo>
                    <a:pt x="9544712" y="0"/>
                  </a:lnTo>
                  <a:lnTo>
                    <a:pt x="9533766" y="0"/>
                  </a:lnTo>
                  <a:lnTo>
                    <a:pt x="9533766" y="0"/>
                  </a:lnTo>
                  <a:lnTo>
                    <a:pt x="9528293" y="0"/>
                  </a:lnTo>
                  <a:lnTo>
                    <a:pt x="9528293" y="0"/>
                  </a:lnTo>
                  <a:lnTo>
                    <a:pt x="9522820" y="0"/>
                  </a:lnTo>
                  <a:lnTo>
                    <a:pt x="9522820" y="0"/>
                  </a:lnTo>
                  <a:lnTo>
                    <a:pt x="9517347" y="0"/>
                  </a:lnTo>
                  <a:lnTo>
                    <a:pt x="9517347" y="0"/>
                  </a:lnTo>
                  <a:lnTo>
                    <a:pt x="9511874" y="0"/>
                  </a:lnTo>
                  <a:lnTo>
                    <a:pt x="9511874" y="25503"/>
                  </a:lnTo>
                  <a:lnTo>
                    <a:pt x="9506401" y="25503"/>
                  </a:lnTo>
                  <a:lnTo>
                    <a:pt x="9506401" y="25503"/>
                  </a:lnTo>
                  <a:lnTo>
                    <a:pt x="9500929" y="25503"/>
                  </a:lnTo>
                  <a:lnTo>
                    <a:pt x="9500929" y="25503"/>
                  </a:lnTo>
                  <a:lnTo>
                    <a:pt x="9495456" y="25503"/>
                  </a:lnTo>
                  <a:lnTo>
                    <a:pt x="9495456" y="25503"/>
                  </a:lnTo>
                  <a:lnTo>
                    <a:pt x="9489983" y="25503"/>
                  </a:lnTo>
                  <a:lnTo>
                    <a:pt x="9489983" y="25503"/>
                  </a:lnTo>
                  <a:lnTo>
                    <a:pt x="9484510" y="25503"/>
                  </a:lnTo>
                  <a:lnTo>
                    <a:pt x="9484510" y="25503"/>
                  </a:lnTo>
                  <a:lnTo>
                    <a:pt x="9479037" y="25503"/>
                  </a:lnTo>
                  <a:lnTo>
                    <a:pt x="9479037" y="25503"/>
                  </a:lnTo>
                  <a:lnTo>
                    <a:pt x="9473564" y="25503"/>
                  </a:lnTo>
                  <a:lnTo>
                    <a:pt x="9473564" y="25503"/>
                  </a:lnTo>
                  <a:lnTo>
                    <a:pt x="9468091" y="25503"/>
                  </a:lnTo>
                  <a:lnTo>
                    <a:pt x="9468091" y="25503"/>
                  </a:lnTo>
                  <a:lnTo>
                    <a:pt x="9462618" y="25503"/>
                  </a:lnTo>
                  <a:lnTo>
                    <a:pt x="9462618" y="25503"/>
                  </a:lnTo>
                  <a:lnTo>
                    <a:pt x="9457146" y="25503"/>
                  </a:lnTo>
                  <a:lnTo>
                    <a:pt x="9457146" y="25503"/>
                  </a:lnTo>
                  <a:lnTo>
                    <a:pt x="9451673" y="25503"/>
                  </a:lnTo>
                  <a:lnTo>
                    <a:pt x="9451673" y="25503"/>
                  </a:lnTo>
                  <a:lnTo>
                    <a:pt x="9446200" y="25503"/>
                  </a:lnTo>
                  <a:lnTo>
                    <a:pt x="9446200" y="25503"/>
                  </a:lnTo>
                  <a:lnTo>
                    <a:pt x="9440727" y="25503"/>
                  </a:lnTo>
                  <a:lnTo>
                    <a:pt x="9440727" y="50831"/>
                  </a:lnTo>
                  <a:lnTo>
                    <a:pt x="9435254" y="50831"/>
                  </a:lnTo>
                  <a:lnTo>
                    <a:pt x="9435254" y="50831"/>
                  </a:lnTo>
                  <a:lnTo>
                    <a:pt x="9429781" y="50831"/>
                  </a:lnTo>
                  <a:lnTo>
                    <a:pt x="9429781" y="50831"/>
                  </a:lnTo>
                  <a:lnTo>
                    <a:pt x="9418835" y="50831"/>
                  </a:lnTo>
                  <a:lnTo>
                    <a:pt x="9418835" y="50831"/>
                  </a:lnTo>
                  <a:lnTo>
                    <a:pt x="9413362" y="50831"/>
                  </a:lnTo>
                  <a:lnTo>
                    <a:pt x="9413362" y="76022"/>
                  </a:lnTo>
                  <a:lnTo>
                    <a:pt x="9391471" y="76022"/>
                  </a:lnTo>
                  <a:lnTo>
                    <a:pt x="9391471" y="76022"/>
                  </a:lnTo>
                  <a:lnTo>
                    <a:pt x="9385998" y="76022"/>
                  </a:lnTo>
                  <a:lnTo>
                    <a:pt x="9385998" y="76022"/>
                  </a:lnTo>
                  <a:lnTo>
                    <a:pt x="9380525" y="76022"/>
                  </a:lnTo>
                  <a:lnTo>
                    <a:pt x="9380525" y="76022"/>
                  </a:lnTo>
                  <a:lnTo>
                    <a:pt x="9375052" y="76022"/>
                  </a:lnTo>
                  <a:lnTo>
                    <a:pt x="9375052" y="76022"/>
                  </a:lnTo>
                  <a:lnTo>
                    <a:pt x="9369579" y="76022"/>
                  </a:lnTo>
                  <a:lnTo>
                    <a:pt x="9369579" y="76022"/>
                  </a:lnTo>
                  <a:lnTo>
                    <a:pt x="9358634" y="76022"/>
                  </a:lnTo>
                  <a:lnTo>
                    <a:pt x="9358634" y="76022"/>
                  </a:lnTo>
                  <a:lnTo>
                    <a:pt x="9353161" y="76022"/>
                  </a:lnTo>
                  <a:lnTo>
                    <a:pt x="9353161" y="76022"/>
                  </a:lnTo>
                  <a:lnTo>
                    <a:pt x="9347688" y="76022"/>
                  </a:lnTo>
                  <a:lnTo>
                    <a:pt x="9347688" y="76022"/>
                  </a:lnTo>
                  <a:lnTo>
                    <a:pt x="9342215" y="76022"/>
                  </a:lnTo>
                  <a:lnTo>
                    <a:pt x="9342215" y="76022"/>
                  </a:lnTo>
                  <a:lnTo>
                    <a:pt x="9336742" y="76022"/>
                  </a:lnTo>
                  <a:lnTo>
                    <a:pt x="9336742" y="76022"/>
                  </a:lnTo>
                  <a:lnTo>
                    <a:pt x="9331269" y="76022"/>
                  </a:lnTo>
                  <a:lnTo>
                    <a:pt x="9331269" y="76022"/>
                  </a:lnTo>
                  <a:lnTo>
                    <a:pt x="9325796" y="76022"/>
                  </a:lnTo>
                  <a:lnTo>
                    <a:pt x="9325796" y="76022"/>
                  </a:lnTo>
                  <a:lnTo>
                    <a:pt x="9314850" y="76022"/>
                  </a:lnTo>
                  <a:lnTo>
                    <a:pt x="9314850" y="76022"/>
                  </a:lnTo>
                  <a:lnTo>
                    <a:pt x="9303905" y="76022"/>
                  </a:lnTo>
                  <a:lnTo>
                    <a:pt x="9303905" y="76022"/>
                  </a:lnTo>
                  <a:lnTo>
                    <a:pt x="9298432" y="76022"/>
                  </a:lnTo>
                  <a:lnTo>
                    <a:pt x="9298432" y="76022"/>
                  </a:lnTo>
                  <a:lnTo>
                    <a:pt x="9292959" y="76022"/>
                  </a:lnTo>
                  <a:lnTo>
                    <a:pt x="9292959" y="76022"/>
                  </a:lnTo>
                  <a:lnTo>
                    <a:pt x="9287486" y="76022"/>
                  </a:lnTo>
                  <a:lnTo>
                    <a:pt x="9287486" y="76022"/>
                  </a:lnTo>
                  <a:lnTo>
                    <a:pt x="9276540" y="76022"/>
                  </a:lnTo>
                  <a:lnTo>
                    <a:pt x="9276540" y="76022"/>
                  </a:lnTo>
                  <a:lnTo>
                    <a:pt x="9271067" y="76022"/>
                  </a:lnTo>
                  <a:lnTo>
                    <a:pt x="9271067" y="76022"/>
                  </a:lnTo>
                  <a:lnTo>
                    <a:pt x="9265595" y="76022"/>
                  </a:lnTo>
                  <a:lnTo>
                    <a:pt x="9265595" y="76022"/>
                  </a:lnTo>
                  <a:lnTo>
                    <a:pt x="9260122" y="76022"/>
                  </a:lnTo>
                  <a:lnTo>
                    <a:pt x="9260122" y="76022"/>
                  </a:lnTo>
                  <a:lnTo>
                    <a:pt x="9254649" y="76022"/>
                  </a:lnTo>
                  <a:lnTo>
                    <a:pt x="9254649" y="76022"/>
                  </a:lnTo>
                  <a:lnTo>
                    <a:pt x="9249176" y="76022"/>
                  </a:lnTo>
                  <a:lnTo>
                    <a:pt x="9249176" y="76022"/>
                  </a:lnTo>
                  <a:lnTo>
                    <a:pt x="9243703" y="76022"/>
                  </a:lnTo>
                  <a:lnTo>
                    <a:pt x="9243703" y="76022"/>
                  </a:lnTo>
                  <a:lnTo>
                    <a:pt x="9238230" y="76022"/>
                  </a:lnTo>
                  <a:lnTo>
                    <a:pt x="9238230" y="100833"/>
                  </a:lnTo>
                  <a:lnTo>
                    <a:pt x="9227284" y="100833"/>
                  </a:lnTo>
                  <a:lnTo>
                    <a:pt x="9227284" y="100833"/>
                  </a:lnTo>
                  <a:lnTo>
                    <a:pt x="9221811" y="100833"/>
                  </a:lnTo>
                  <a:lnTo>
                    <a:pt x="9221811" y="100833"/>
                  </a:lnTo>
                  <a:lnTo>
                    <a:pt x="9216339" y="100833"/>
                  </a:lnTo>
                  <a:lnTo>
                    <a:pt x="9216339" y="100833"/>
                  </a:lnTo>
                  <a:lnTo>
                    <a:pt x="9210866" y="100833"/>
                  </a:lnTo>
                  <a:lnTo>
                    <a:pt x="9210866" y="100833"/>
                  </a:lnTo>
                  <a:lnTo>
                    <a:pt x="9205393" y="100833"/>
                  </a:lnTo>
                  <a:lnTo>
                    <a:pt x="9205393" y="100833"/>
                  </a:lnTo>
                  <a:lnTo>
                    <a:pt x="9199920" y="100833"/>
                  </a:lnTo>
                  <a:lnTo>
                    <a:pt x="9199920" y="100833"/>
                  </a:lnTo>
                  <a:lnTo>
                    <a:pt x="9194447" y="100833"/>
                  </a:lnTo>
                  <a:lnTo>
                    <a:pt x="9194447" y="125581"/>
                  </a:lnTo>
                  <a:lnTo>
                    <a:pt x="9188974" y="125581"/>
                  </a:lnTo>
                  <a:lnTo>
                    <a:pt x="9188974" y="125581"/>
                  </a:lnTo>
                  <a:lnTo>
                    <a:pt x="9183501" y="125581"/>
                  </a:lnTo>
                  <a:lnTo>
                    <a:pt x="9183501" y="125581"/>
                  </a:lnTo>
                  <a:lnTo>
                    <a:pt x="9172555" y="125581"/>
                  </a:lnTo>
                  <a:lnTo>
                    <a:pt x="9172555" y="125581"/>
                  </a:lnTo>
                  <a:lnTo>
                    <a:pt x="9167083" y="125581"/>
                  </a:lnTo>
                  <a:lnTo>
                    <a:pt x="9167083" y="125581"/>
                  </a:lnTo>
                  <a:lnTo>
                    <a:pt x="9156137" y="125581"/>
                  </a:lnTo>
                  <a:lnTo>
                    <a:pt x="9156137" y="125581"/>
                  </a:lnTo>
                  <a:lnTo>
                    <a:pt x="9150664" y="125581"/>
                  </a:lnTo>
                  <a:lnTo>
                    <a:pt x="9150664" y="125581"/>
                  </a:lnTo>
                  <a:lnTo>
                    <a:pt x="9145191" y="125581"/>
                  </a:lnTo>
                  <a:lnTo>
                    <a:pt x="9145191" y="125581"/>
                  </a:lnTo>
                  <a:lnTo>
                    <a:pt x="9139718" y="125581"/>
                  </a:lnTo>
                  <a:lnTo>
                    <a:pt x="9139718" y="125581"/>
                  </a:lnTo>
                  <a:lnTo>
                    <a:pt x="9134245" y="125581"/>
                  </a:lnTo>
                  <a:lnTo>
                    <a:pt x="9134245" y="125581"/>
                  </a:lnTo>
                  <a:lnTo>
                    <a:pt x="9128772" y="125581"/>
                  </a:lnTo>
                  <a:lnTo>
                    <a:pt x="9128772" y="125581"/>
                  </a:lnTo>
                  <a:lnTo>
                    <a:pt x="9123300" y="125581"/>
                  </a:lnTo>
                  <a:lnTo>
                    <a:pt x="9123300" y="125581"/>
                  </a:lnTo>
                  <a:lnTo>
                    <a:pt x="9117827" y="125581"/>
                  </a:lnTo>
                  <a:lnTo>
                    <a:pt x="9117827" y="125581"/>
                  </a:lnTo>
                  <a:lnTo>
                    <a:pt x="9112354" y="125581"/>
                  </a:lnTo>
                  <a:lnTo>
                    <a:pt x="9112354" y="125581"/>
                  </a:lnTo>
                  <a:lnTo>
                    <a:pt x="9106881" y="125581"/>
                  </a:lnTo>
                  <a:lnTo>
                    <a:pt x="9106881" y="125581"/>
                  </a:lnTo>
                  <a:lnTo>
                    <a:pt x="9095935" y="125581"/>
                  </a:lnTo>
                  <a:lnTo>
                    <a:pt x="9095935" y="125581"/>
                  </a:lnTo>
                  <a:lnTo>
                    <a:pt x="9090462" y="125581"/>
                  </a:lnTo>
                  <a:lnTo>
                    <a:pt x="9090462" y="125581"/>
                  </a:lnTo>
                  <a:lnTo>
                    <a:pt x="9084989" y="125581"/>
                  </a:lnTo>
                  <a:lnTo>
                    <a:pt x="9084989" y="125581"/>
                  </a:lnTo>
                  <a:lnTo>
                    <a:pt x="9079516" y="125581"/>
                  </a:lnTo>
                  <a:lnTo>
                    <a:pt x="9079516" y="125581"/>
                  </a:lnTo>
                  <a:lnTo>
                    <a:pt x="9074044" y="125581"/>
                  </a:lnTo>
                  <a:lnTo>
                    <a:pt x="9074044" y="125581"/>
                  </a:lnTo>
                  <a:lnTo>
                    <a:pt x="9068571" y="125581"/>
                  </a:lnTo>
                  <a:lnTo>
                    <a:pt x="9068571" y="125581"/>
                  </a:lnTo>
                  <a:lnTo>
                    <a:pt x="9057625" y="125581"/>
                  </a:lnTo>
                  <a:lnTo>
                    <a:pt x="9057625" y="125581"/>
                  </a:lnTo>
                  <a:lnTo>
                    <a:pt x="9052152" y="125581"/>
                  </a:lnTo>
                  <a:lnTo>
                    <a:pt x="9052152" y="125581"/>
                  </a:lnTo>
                  <a:lnTo>
                    <a:pt x="9046679" y="125581"/>
                  </a:lnTo>
                  <a:lnTo>
                    <a:pt x="9046679" y="125581"/>
                  </a:lnTo>
                  <a:lnTo>
                    <a:pt x="9041206" y="125581"/>
                  </a:lnTo>
                  <a:lnTo>
                    <a:pt x="9041206" y="125581"/>
                  </a:lnTo>
                  <a:lnTo>
                    <a:pt x="9035733" y="125581"/>
                  </a:lnTo>
                  <a:lnTo>
                    <a:pt x="9035733" y="125581"/>
                  </a:lnTo>
                  <a:lnTo>
                    <a:pt x="9030260" y="125581"/>
                  </a:lnTo>
                  <a:lnTo>
                    <a:pt x="9030260" y="125581"/>
                  </a:lnTo>
                  <a:lnTo>
                    <a:pt x="9024788" y="125581"/>
                  </a:lnTo>
                  <a:lnTo>
                    <a:pt x="9024788" y="125581"/>
                  </a:lnTo>
                  <a:lnTo>
                    <a:pt x="9013842" y="125581"/>
                  </a:lnTo>
                  <a:lnTo>
                    <a:pt x="9013842" y="125581"/>
                  </a:lnTo>
                  <a:lnTo>
                    <a:pt x="9008369" y="125581"/>
                  </a:lnTo>
                  <a:lnTo>
                    <a:pt x="9008369" y="125581"/>
                  </a:lnTo>
                  <a:lnTo>
                    <a:pt x="9002896" y="125581"/>
                  </a:lnTo>
                  <a:lnTo>
                    <a:pt x="9002896" y="125581"/>
                  </a:lnTo>
                  <a:lnTo>
                    <a:pt x="8997423" y="125581"/>
                  </a:lnTo>
                  <a:lnTo>
                    <a:pt x="8997423" y="125581"/>
                  </a:lnTo>
                  <a:lnTo>
                    <a:pt x="8991950" y="125581"/>
                  </a:lnTo>
                  <a:lnTo>
                    <a:pt x="8991950" y="125581"/>
                  </a:lnTo>
                  <a:lnTo>
                    <a:pt x="8986477" y="125581"/>
                  </a:lnTo>
                  <a:lnTo>
                    <a:pt x="8986477" y="149933"/>
                  </a:lnTo>
                  <a:lnTo>
                    <a:pt x="8981004" y="149933"/>
                  </a:lnTo>
                  <a:lnTo>
                    <a:pt x="8981004" y="149933"/>
                  </a:lnTo>
                  <a:lnTo>
                    <a:pt x="8975532" y="149933"/>
                  </a:lnTo>
                  <a:lnTo>
                    <a:pt x="8975532" y="149933"/>
                  </a:lnTo>
                  <a:lnTo>
                    <a:pt x="8964586" y="149933"/>
                  </a:lnTo>
                  <a:lnTo>
                    <a:pt x="8964586" y="149933"/>
                  </a:lnTo>
                  <a:lnTo>
                    <a:pt x="8959113" y="149933"/>
                  </a:lnTo>
                  <a:lnTo>
                    <a:pt x="8959113" y="149933"/>
                  </a:lnTo>
                  <a:lnTo>
                    <a:pt x="8953640" y="149933"/>
                  </a:lnTo>
                  <a:lnTo>
                    <a:pt x="8953640" y="174193"/>
                  </a:lnTo>
                  <a:lnTo>
                    <a:pt x="8948167" y="174193"/>
                  </a:lnTo>
                  <a:lnTo>
                    <a:pt x="8948167" y="174193"/>
                  </a:lnTo>
                  <a:lnTo>
                    <a:pt x="8937221" y="174193"/>
                  </a:lnTo>
                  <a:lnTo>
                    <a:pt x="8937221" y="174193"/>
                  </a:lnTo>
                  <a:lnTo>
                    <a:pt x="8931749" y="174193"/>
                  </a:lnTo>
                  <a:lnTo>
                    <a:pt x="8931749" y="174193"/>
                  </a:lnTo>
                  <a:lnTo>
                    <a:pt x="8920803" y="174193"/>
                  </a:lnTo>
                  <a:lnTo>
                    <a:pt x="8920803" y="174193"/>
                  </a:lnTo>
                  <a:lnTo>
                    <a:pt x="8915330" y="174193"/>
                  </a:lnTo>
                  <a:lnTo>
                    <a:pt x="8915330" y="174193"/>
                  </a:lnTo>
                  <a:lnTo>
                    <a:pt x="8909857" y="174193"/>
                  </a:lnTo>
                  <a:lnTo>
                    <a:pt x="8909857" y="174193"/>
                  </a:lnTo>
                  <a:lnTo>
                    <a:pt x="8898911" y="174193"/>
                  </a:lnTo>
                  <a:lnTo>
                    <a:pt x="8898911" y="174193"/>
                  </a:lnTo>
                  <a:lnTo>
                    <a:pt x="8893438" y="174193"/>
                  </a:lnTo>
                  <a:lnTo>
                    <a:pt x="8893438" y="174193"/>
                  </a:lnTo>
                  <a:lnTo>
                    <a:pt x="8887965" y="174193"/>
                  </a:lnTo>
                  <a:lnTo>
                    <a:pt x="8887965" y="174193"/>
                  </a:lnTo>
                  <a:lnTo>
                    <a:pt x="8882493" y="174193"/>
                  </a:lnTo>
                  <a:lnTo>
                    <a:pt x="8882493" y="174193"/>
                  </a:lnTo>
                  <a:lnTo>
                    <a:pt x="8877020" y="174193"/>
                  </a:lnTo>
                  <a:lnTo>
                    <a:pt x="8877020" y="174193"/>
                  </a:lnTo>
                  <a:lnTo>
                    <a:pt x="8866074" y="174193"/>
                  </a:lnTo>
                  <a:lnTo>
                    <a:pt x="8866074" y="174193"/>
                  </a:lnTo>
                  <a:lnTo>
                    <a:pt x="8860601" y="174193"/>
                  </a:lnTo>
                  <a:lnTo>
                    <a:pt x="8860601" y="174193"/>
                  </a:lnTo>
                  <a:lnTo>
                    <a:pt x="8855128" y="174193"/>
                  </a:lnTo>
                  <a:lnTo>
                    <a:pt x="8855128" y="174193"/>
                  </a:lnTo>
                  <a:lnTo>
                    <a:pt x="8844182" y="174193"/>
                  </a:lnTo>
                  <a:lnTo>
                    <a:pt x="8844182" y="174193"/>
                  </a:lnTo>
                  <a:lnTo>
                    <a:pt x="8838709" y="174193"/>
                  </a:lnTo>
                  <a:lnTo>
                    <a:pt x="8838709" y="174193"/>
                  </a:lnTo>
                  <a:lnTo>
                    <a:pt x="8833237" y="174193"/>
                  </a:lnTo>
                  <a:lnTo>
                    <a:pt x="8833237" y="174193"/>
                  </a:lnTo>
                  <a:lnTo>
                    <a:pt x="8827764" y="174193"/>
                  </a:lnTo>
                  <a:lnTo>
                    <a:pt x="8827764" y="174193"/>
                  </a:lnTo>
                  <a:lnTo>
                    <a:pt x="8822291" y="174193"/>
                  </a:lnTo>
                  <a:lnTo>
                    <a:pt x="8822291" y="174193"/>
                  </a:lnTo>
                  <a:lnTo>
                    <a:pt x="8816818" y="174193"/>
                  </a:lnTo>
                  <a:lnTo>
                    <a:pt x="8816818" y="174193"/>
                  </a:lnTo>
                  <a:lnTo>
                    <a:pt x="8805872" y="174193"/>
                  </a:lnTo>
                  <a:lnTo>
                    <a:pt x="8805872" y="174193"/>
                  </a:lnTo>
                  <a:lnTo>
                    <a:pt x="8800399" y="174193"/>
                  </a:lnTo>
                  <a:lnTo>
                    <a:pt x="8800399" y="174193"/>
                  </a:lnTo>
                  <a:lnTo>
                    <a:pt x="8789453" y="174193"/>
                  </a:lnTo>
                  <a:lnTo>
                    <a:pt x="8789453" y="174193"/>
                  </a:lnTo>
                  <a:lnTo>
                    <a:pt x="8783981" y="174193"/>
                  </a:lnTo>
                  <a:lnTo>
                    <a:pt x="8783981" y="174193"/>
                  </a:lnTo>
                  <a:lnTo>
                    <a:pt x="8778508" y="174193"/>
                  </a:lnTo>
                  <a:lnTo>
                    <a:pt x="8778508" y="174193"/>
                  </a:lnTo>
                  <a:lnTo>
                    <a:pt x="8773035" y="174193"/>
                  </a:lnTo>
                  <a:lnTo>
                    <a:pt x="8773035" y="174193"/>
                  </a:lnTo>
                  <a:lnTo>
                    <a:pt x="8767562" y="174193"/>
                  </a:lnTo>
                  <a:lnTo>
                    <a:pt x="8767562" y="174193"/>
                  </a:lnTo>
                  <a:lnTo>
                    <a:pt x="8762089" y="174193"/>
                  </a:lnTo>
                  <a:lnTo>
                    <a:pt x="8762089" y="174193"/>
                  </a:lnTo>
                  <a:lnTo>
                    <a:pt x="8756616" y="174193"/>
                  </a:lnTo>
                  <a:lnTo>
                    <a:pt x="8756616" y="174193"/>
                  </a:lnTo>
                  <a:lnTo>
                    <a:pt x="8751143" y="174193"/>
                  </a:lnTo>
                  <a:lnTo>
                    <a:pt x="8751143" y="174193"/>
                  </a:lnTo>
                  <a:lnTo>
                    <a:pt x="8745670" y="174193"/>
                  </a:lnTo>
                  <a:lnTo>
                    <a:pt x="8745670" y="174193"/>
                  </a:lnTo>
                  <a:lnTo>
                    <a:pt x="8740198" y="174193"/>
                  </a:lnTo>
                  <a:lnTo>
                    <a:pt x="8740198" y="174193"/>
                  </a:lnTo>
                  <a:lnTo>
                    <a:pt x="8734725" y="174193"/>
                  </a:lnTo>
                  <a:lnTo>
                    <a:pt x="8734725" y="174193"/>
                  </a:lnTo>
                  <a:lnTo>
                    <a:pt x="8729252" y="174193"/>
                  </a:lnTo>
                  <a:lnTo>
                    <a:pt x="8729252" y="174193"/>
                  </a:lnTo>
                  <a:lnTo>
                    <a:pt x="8723779" y="174193"/>
                  </a:lnTo>
                  <a:lnTo>
                    <a:pt x="8723779" y="174193"/>
                  </a:lnTo>
                  <a:lnTo>
                    <a:pt x="8718306" y="174193"/>
                  </a:lnTo>
                  <a:lnTo>
                    <a:pt x="8718306" y="174193"/>
                  </a:lnTo>
                  <a:lnTo>
                    <a:pt x="8707360" y="174193"/>
                  </a:lnTo>
                  <a:lnTo>
                    <a:pt x="8707360" y="174193"/>
                  </a:lnTo>
                  <a:lnTo>
                    <a:pt x="8701887" y="174193"/>
                  </a:lnTo>
                  <a:lnTo>
                    <a:pt x="8701887" y="174193"/>
                  </a:lnTo>
                  <a:lnTo>
                    <a:pt x="8696414" y="174193"/>
                  </a:lnTo>
                  <a:lnTo>
                    <a:pt x="8696414" y="174193"/>
                  </a:lnTo>
                  <a:lnTo>
                    <a:pt x="8690942" y="174193"/>
                  </a:lnTo>
                  <a:lnTo>
                    <a:pt x="8690942" y="174193"/>
                  </a:lnTo>
                  <a:lnTo>
                    <a:pt x="8685469" y="174193"/>
                  </a:lnTo>
                  <a:lnTo>
                    <a:pt x="8685469" y="174193"/>
                  </a:lnTo>
                  <a:lnTo>
                    <a:pt x="8679996" y="174193"/>
                  </a:lnTo>
                  <a:lnTo>
                    <a:pt x="8679996" y="174193"/>
                  </a:lnTo>
                  <a:lnTo>
                    <a:pt x="8674523" y="174193"/>
                  </a:lnTo>
                  <a:lnTo>
                    <a:pt x="8674523" y="174193"/>
                  </a:lnTo>
                  <a:lnTo>
                    <a:pt x="8663577" y="174193"/>
                  </a:lnTo>
                  <a:lnTo>
                    <a:pt x="8663577" y="174193"/>
                  </a:lnTo>
                  <a:lnTo>
                    <a:pt x="8658104" y="174193"/>
                  </a:lnTo>
                  <a:lnTo>
                    <a:pt x="8658104" y="174193"/>
                  </a:lnTo>
                  <a:lnTo>
                    <a:pt x="8647158" y="174193"/>
                  </a:lnTo>
                  <a:lnTo>
                    <a:pt x="8647158" y="174193"/>
                  </a:lnTo>
                  <a:lnTo>
                    <a:pt x="8641686" y="174193"/>
                  </a:lnTo>
                  <a:lnTo>
                    <a:pt x="8641686" y="174193"/>
                  </a:lnTo>
                  <a:lnTo>
                    <a:pt x="8636213" y="174193"/>
                  </a:lnTo>
                  <a:lnTo>
                    <a:pt x="8636213" y="174193"/>
                  </a:lnTo>
                  <a:lnTo>
                    <a:pt x="8630740" y="174193"/>
                  </a:lnTo>
                  <a:lnTo>
                    <a:pt x="8630740" y="174193"/>
                  </a:lnTo>
                  <a:lnTo>
                    <a:pt x="8625267" y="174193"/>
                  </a:lnTo>
                  <a:lnTo>
                    <a:pt x="8625267" y="174193"/>
                  </a:lnTo>
                  <a:lnTo>
                    <a:pt x="8619794" y="174193"/>
                  </a:lnTo>
                  <a:lnTo>
                    <a:pt x="8619794" y="174193"/>
                  </a:lnTo>
                  <a:lnTo>
                    <a:pt x="8608848" y="174193"/>
                  </a:lnTo>
                  <a:lnTo>
                    <a:pt x="8608848" y="174193"/>
                  </a:lnTo>
                  <a:lnTo>
                    <a:pt x="8603375" y="174193"/>
                  </a:lnTo>
                  <a:lnTo>
                    <a:pt x="8603375" y="174193"/>
                  </a:lnTo>
                  <a:lnTo>
                    <a:pt x="8597903" y="174193"/>
                  </a:lnTo>
                  <a:lnTo>
                    <a:pt x="8597903" y="174193"/>
                  </a:lnTo>
                  <a:lnTo>
                    <a:pt x="8592430" y="174193"/>
                  </a:lnTo>
                  <a:lnTo>
                    <a:pt x="8592430" y="174193"/>
                  </a:lnTo>
                  <a:lnTo>
                    <a:pt x="8581484" y="174193"/>
                  </a:lnTo>
                  <a:lnTo>
                    <a:pt x="8581484" y="174193"/>
                  </a:lnTo>
                  <a:lnTo>
                    <a:pt x="8576011" y="174193"/>
                  </a:lnTo>
                  <a:lnTo>
                    <a:pt x="8576011" y="174193"/>
                  </a:lnTo>
                  <a:lnTo>
                    <a:pt x="8570538" y="174193"/>
                  </a:lnTo>
                  <a:lnTo>
                    <a:pt x="8570538" y="174193"/>
                  </a:lnTo>
                  <a:lnTo>
                    <a:pt x="8565065" y="174193"/>
                  </a:lnTo>
                  <a:lnTo>
                    <a:pt x="8565065" y="174193"/>
                  </a:lnTo>
                  <a:lnTo>
                    <a:pt x="8554119" y="174193"/>
                  </a:lnTo>
                  <a:lnTo>
                    <a:pt x="8554119" y="174193"/>
                  </a:lnTo>
                  <a:lnTo>
                    <a:pt x="8548647" y="174193"/>
                  </a:lnTo>
                  <a:lnTo>
                    <a:pt x="8548647" y="174193"/>
                  </a:lnTo>
                  <a:lnTo>
                    <a:pt x="8543174" y="174193"/>
                  </a:lnTo>
                  <a:lnTo>
                    <a:pt x="8543174" y="174193"/>
                  </a:lnTo>
                  <a:lnTo>
                    <a:pt x="8537701" y="174193"/>
                  </a:lnTo>
                  <a:lnTo>
                    <a:pt x="8537701" y="174193"/>
                  </a:lnTo>
                  <a:lnTo>
                    <a:pt x="8532228" y="174193"/>
                  </a:lnTo>
                  <a:lnTo>
                    <a:pt x="8532228" y="174193"/>
                  </a:lnTo>
                  <a:lnTo>
                    <a:pt x="8526755" y="174193"/>
                  </a:lnTo>
                  <a:lnTo>
                    <a:pt x="8526755" y="174193"/>
                  </a:lnTo>
                  <a:lnTo>
                    <a:pt x="8521282" y="174193"/>
                  </a:lnTo>
                  <a:lnTo>
                    <a:pt x="8521282" y="174193"/>
                  </a:lnTo>
                  <a:lnTo>
                    <a:pt x="8515809" y="174193"/>
                  </a:lnTo>
                  <a:lnTo>
                    <a:pt x="8515809" y="174193"/>
                  </a:lnTo>
                  <a:lnTo>
                    <a:pt x="8510336" y="174193"/>
                  </a:lnTo>
                  <a:lnTo>
                    <a:pt x="8510336" y="174193"/>
                  </a:lnTo>
                  <a:lnTo>
                    <a:pt x="8504863" y="174193"/>
                  </a:lnTo>
                  <a:lnTo>
                    <a:pt x="8504863" y="174193"/>
                  </a:lnTo>
                  <a:lnTo>
                    <a:pt x="8499391" y="174193"/>
                  </a:lnTo>
                  <a:lnTo>
                    <a:pt x="8499391" y="174193"/>
                  </a:lnTo>
                  <a:lnTo>
                    <a:pt x="8493918" y="174193"/>
                  </a:lnTo>
                  <a:lnTo>
                    <a:pt x="8493918" y="174193"/>
                  </a:lnTo>
                  <a:lnTo>
                    <a:pt x="8488445" y="174193"/>
                  </a:lnTo>
                  <a:lnTo>
                    <a:pt x="8488445" y="174193"/>
                  </a:lnTo>
                  <a:lnTo>
                    <a:pt x="8482972" y="174193"/>
                  </a:lnTo>
                  <a:lnTo>
                    <a:pt x="8482972" y="174193"/>
                  </a:lnTo>
                  <a:lnTo>
                    <a:pt x="8477499" y="174193"/>
                  </a:lnTo>
                  <a:lnTo>
                    <a:pt x="8477499" y="174193"/>
                  </a:lnTo>
                  <a:lnTo>
                    <a:pt x="8466553" y="174193"/>
                  </a:lnTo>
                  <a:lnTo>
                    <a:pt x="8466553" y="174193"/>
                  </a:lnTo>
                  <a:lnTo>
                    <a:pt x="8461080" y="174193"/>
                  </a:lnTo>
                  <a:lnTo>
                    <a:pt x="8461080" y="174193"/>
                  </a:lnTo>
                  <a:lnTo>
                    <a:pt x="8455607" y="174193"/>
                  </a:lnTo>
                  <a:lnTo>
                    <a:pt x="8455607" y="174193"/>
                  </a:lnTo>
                  <a:lnTo>
                    <a:pt x="8450135" y="174193"/>
                  </a:lnTo>
                  <a:lnTo>
                    <a:pt x="8450135" y="174193"/>
                  </a:lnTo>
                  <a:lnTo>
                    <a:pt x="8444662" y="174193"/>
                  </a:lnTo>
                  <a:lnTo>
                    <a:pt x="8444662" y="174193"/>
                  </a:lnTo>
                  <a:lnTo>
                    <a:pt x="8439189" y="174193"/>
                  </a:lnTo>
                  <a:lnTo>
                    <a:pt x="8439189" y="197509"/>
                  </a:lnTo>
                  <a:lnTo>
                    <a:pt x="8433716" y="197509"/>
                  </a:lnTo>
                  <a:lnTo>
                    <a:pt x="8433716" y="197509"/>
                  </a:lnTo>
                  <a:lnTo>
                    <a:pt x="8422770" y="197509"/>
                  </a:lnTo>
                  <a:lnTo>
                    <a:pt x="8422770" y="197509"/>
                  </a:lnTo>
                  <a:lnTo>
                    <a:pt x="8417297" y="197509"/>
                  </a:lnTo>
                  <a:lnTo>
                    <a:pt x="8417297" y="197509"/>
                  </a:lnTo>
                  <a:lnTo>
                    <a:pt x="8411824" y="197509"/>
                  </a:lnTo>
                  <a:lnTo>
                    <a:pt x="8411824" y="197509"/>
                  </a:lnTo>
                  <a:lnTo>
                    <a:pt x="8406352" y="197509"/>
                  </a:lnTo>
                  <a:lnTo>
                    <a:pt x="8406352" y="197509"/>
                  </a:lnTo>
                  <a:lnTo>
                    <a:pt x="8400879" y="197509"/>
                  </a:lnTo>
                  <a:lnTo>
                    <a:pt x="8400879" y="197509"/>
                  </a:lnTo>
                  <a:lnTo>
                    <a:pt x="8395406" y="197509"/>
                  </a:lnTo>
                  <a:lnTo>
                    <a:pt x="8395406" y="197509"/>
                  </a:lnTo>
                  <a:lnTo>
                    <a:pt x="8389933" y="197509"/>
                  </a:lnTo>
                  <a:lnTo>
                    <a:pt x="8389933" y="197509"/>
                  </a:lnTo>
                  <a:lnTo>
                    <a:pt x="8384460" y="197509"/>
                  </a:lnTo>
                  <a:lnTo>
                    <a:pt x="8384460" y="197509"/>
                  </a:lnTo>
                  <a:lnTo>
                    <a:pt x="8378987" y="197509"/>
                  </a:lnTo>
                  <a:lnTo>
                    <a:pt x="8378987" y="197509"/>
                  </a:lnTo>
                  <a:lnTo>
                    <a:pt x="8373514" y="197509"/>
                  </a:lnTo>
                  <a:lnTo>
                    <a:pt x="8373514" y="197509"/>
                  </a:lnTo>
                  <a:lnTo>
                    <a:pt x="8368041" y="197509"/>
                  </a:lnTo>
                  <a:lnTo>
                    <a:pt x="8368041" y="197509"/>
                  </a:lnTo>
                  <a:lnTo>
                    <a:pt x="8362568" y="197509"/>
                  </a:lnTo>
                  <a:lnTo>
                    <a:pt x="8362568" y="197509"/>
                  </a:lnTo>
                  <a:lnTo>
                    <a:pt x="8357096" y="197509"/>
                  </a:lnTo>
                  <a:lnTo>
                    <a:pt x="8357096" y="197509"/>
                  </a:lnTo>
                  <a:lnTo>
                    <a:pt x="8351623" y="197509"/>
                  </a:lnTo>
                  <a:lnTo>
                    <a:pt x="8351623" y="197509"/>
                  </a:lnTo>
                  <a:lnTo>
                    <a:pt x="8340677" y="197509"/>
                  </a:lnTo>
                  <a:lnTo>
                    <a:pt x="8340677" y="197509"/>
                  </a:lnTo>
                  <a:lnTo>
                    <a:pt x="8335204" y="197509"/>
                  </a:lnTo>
                  <a:lnTo>
                    <a:pt x="8335204" y="197509"/>
                  </a:lnTo>
                  <a:lnTo>
                    <a:pt x="8329731" y="197509"/>
                  </a:lnTo>
                  <a:lnTo>
                    <a:pt x="8329731" y="197509"/>
                  </a:lnTo>
                  <a:lnTo>
                    <a:pt x="8324258" y="197509"/>
                  </a:lnTo>
                  <a:lnTo>
                    <a:pt x="8324258" y="197509"/>
                  </a:lnTo>
                  <a:lnTo>
                    <a:pt x="8318785" y="197509"/>
                  </a:lnTo>
                  <a:lnTo>
                    <a:pt x="8318785" y="197509"/>
                  </a:lnTo>
                  <a:lnTo>
                    <a:pt x="8313312" y="197509"/>
                  </a:lnTo>
                  <a:lnTo>
                    <a:pt x="8313312" y="197509"/>
                  </a:lnTo>
                  <a:lnTo>
                    <a:pt x="8307840" y="197509"/>
                  </a:lnTo>
                  <a:lnTo>
                    <a:pt x="8307840" y="197509"/>
                  </a:lnTo>
                  <a:lnTo>
                    <a:pt x="8302367" y="197509"/>
                  </a:lnTo>
                  <a:lnTo>
                    <a:pt x="8302367" y="197509"/>
                  </a:lnTo>
                  <a:lnTo>
                    <a:pt x="8296894" y="197509"/>
                  </a:lnTo>
                  <a:lnTo>
                    <a:pt x="8296894" y="197509"/>
                  </a:lnTo>
                  <a:lnTo>
                    <a:pt x="8291421" y="197509"/>
                  </a:lnTo>
                  <a:lnTo>
                    <a:pt x="8291421" y="197509"/>
                  </a:lnTo>
                  <a:lnTo>
                    <a:pt x="8285948" y="197509"/>
                  </a:lnTo>
                  <a:lnTo>
                    <a:pt x="8285948" y="197509"/>
                  </a:lnTo>
                  <a:lnTo>
                    <a:pt x="8280475" y="197509"/>
                  </a:lnTo>
                  <a:lnTo>
                    <a:pt x="8280475" y="197509"/>
                  </a:lnTo>
                  <a:lnTo>
                    <a:pt x="8275002" y="197509"/>
                  </a:lnTo>
                  <a:lnTo>
                    <a:pt x="8275002" y="197509"/>
                  </a:lnTo>
                  <a:lnTo>
                    <a:pt x="8269529" y="197509"/>
                  </a:lnTo>
                  <a:lnTo>
                    <a:pt x="8269529" y="197509"/>
                  </a:lnTo>
                  <a:lnTo>
                    <a:pt x="8264056" y="197509"/>
                  </a:lnTo>
                  <a:lnTo>
                    <a:pt x="8264056" y="197509"/>
                  </a:lnTo>
                  <a:lnTo>
                    <a:pt x="8258584" y="197509"/>
                  </a:lnTo>
                  <a:lnTo>
                    <a:pt x="8258584" y="197509"/>
                  </a:lnTo>
                  <a:lnTo>
                    <a:pt x="8247638" y="197509"/>
                  </a:lnTo>
                  <a:lnTo>
                    <a:pt x="8247638" y="197509"/>
                  </a:lnTo>
                  <a:lnTo>
                    <a:pt x="8242165" y="197509"/>
                  </a:lnTo>
                  <a:lnTo>
                    <a:pt x="8242165" y="197509"/>
                  </a:lnTo>
                  <a:lnTo>
                    <a:pt x="8236692" y="197509"/>
                  </a:lnTo>
                  <a:lnTo>
                    <a:pt x="8236692" y="197509"/>
                  </a:lnTo>
                  <a:lnTo>
                    <a:pt x="8231219" y="197509"/>
                  </a:lnTo>
                  <a:lnTo>
                    <a:pt x="8231219" y="197509"/>
                  </a:lnTo>
                  <a:lnTo>
                    <a:pt x="8225746" y="197509"/>
                  </a:lnTo>
                  <a:lnTo>
                    <a:pt x="8225746" y="197509"/>
                  </a:lnTo>
                  <a:lnTo>
                    <a:pt x="8220273" y="197509"/>
                  </a:lnTo>
                  <a:lnTo>
                    <a:pt x="8220273" y="197509"/>
                  </a:lnTo>
                  <a:lnTo>
                    <a:pt x="8214801" y="197509"/>
                  </a:lnTo>
                  <a:lnTo>
                    <a:pt x="8214801" y="197509"/>
                  </a:lnTo>
                  <a:lnTo>
                    <a:pt x="8209328" y="197509"/>
                  </a:lnTo>
                  <a:lnTo>
                    <a:pt x="8209328" y="197509"/>
                  </a:lnTo>
                  <a:lnTo>
                    <a:pt x="8203855" y="197509"/>
                  </a:lnTo>
                  <a:lnTo>
                    <a:pt x="8203855" y="197509"/>
                  </a:lnTo>
                  <a:lnTo>
                    <a:pt x="8198382" y="197509"/>
                  </a:lnTo>
                  <a:lnTo>
                    <a:pt x="8198382" y="197509"/>
                  </a:lnTo>
                  <a:lnTo>
                    <a:pt x="8192909" y="197509"/>
                  </a:lnTo>
                  <a:lnTo>
                    <a:pt x="8192909" y="197509"/>
                  </a:lnTo>
                  <a:lnTo>
                    <a:pt x="8187436" y="197509"/>
                  </a:lnTo>
                  <a:lnTo>
                    <a:pt x="8187436" y="220290"/>
                  </a:lnTo>
                  <a:lnTo>
                    <a:pt x="8181963" y="220290"/>
                  </a:lnTo>
                  <a:lnTo>
                    <a:pt x="8181963" y="220290"/>
                  </a:lnTo>
                  <a:lnTo>
                    <a:pt x="8176490" y="220290"/>
                  </a:lnTo>
                  <a:lnTo>
                    <a:pt x="8176490" y="220290"/>
                  </a:lnTo>
                  <a:lnTo>
                    <a:pt x="8171017" y="220290"/>
                  </a:lnTo>
                  <a:lnTo>
                    <a:pt x="8171017" y="220290"/>
                  </a:lnTo>
                  <a:lnTo>
                    <a:pt x="8165545" y="220290"/>
                  </a:lnTo>
                  <a:lnTo>
                    <a:pt x="8165545" y="220290"/>
                  </a:lnTo>
                  <a:lnTo>
                    <a:pt x="8160072" y="220290"/>
                  </a:lnTo>
                  <a:lnTo>
                    <a:pt x="8160072" y="220290"/>
                  </a:lnTo>
                  <a:lnTo>
                    <a:pt x="8154599" y="220290"/>
                  </a:lnTo>
                  <a:lnTo>
                    <a:pt x="8154599" y="220290"/>
                  </a:lnTo>
                  <a:lnTo>
                    <a:pt x="8149126" y="220290"/>
                  </a:lnTo>
                  <a:lnTo>
                    <a:pt x="8149126" y="220290"/>
                  </a:lnTo>
                  <a:lnTo>
                    <a:pt x="8143653" y="220290"/>
                  </a:lnTo>
                  <a:lnTo>
                    <a:pt x="8143653" y="220290"/>
                  </a:lnTo>
                  <a:lnTo>
                    <a:pt x="8138180" y="220290"/>
                  </a:lnTo>
                  <a:lnTo>
                    <a:pt x="8138180" y="220290"/>
                  </a:lnTo>
                  <a:lnTo>
                    <a:pt x="8132707" y="220290"/>
                  </a:lnTo>
                  <a:lnTo>
                    <a:pt x="8132707" y="220290"/>
                  </a:lnTo>
                  <a:lnTo>
                    <a:pt x="8127234" y="220290"/>
                  </a:lnTo>
                  <a:lnTo>
                    <a:pt x="8127234" y="220290"/>
                  </a:lnTo>
                  <a:lnTo>
                    <a:pt x="8121761" y="220290"/>
                  </a:lnTo>
                  <a:lnTo>
                    <a:pt x="8121761" y="220290"/>
                  </a:lnTo>
                  <a:lnTo>
                    <a:pt x="8110816" y="220290"/>
                  </a:lnTo>
                  <a:lnTo>
                    <a:pt x="8110816" y="242940"/>
                  </a:lnTo>
                  <a:lnTo>
                    <a:pt x="8105343" y="242940"/>
                  </a:lnTo>
                  <a:lnTo>
                    <a:pt x="8105343" y="242940"/>
                  </a:lnTo>
                  <a:lnTo>
                    <a:pt x="8088924" y="242940"/>
                  </a:lnTo>
                  <a:lnTo>
                    <a:pt x="8088924" y="242940"/>
                  </a:lnTo>
                  <a:lnTo>
                    <a:pt x="8083451" y="242940"/>
                  </a:lnTo>
                  <a:lnTo>
                    <a:pt x="8083451" y="242940"/>
                  </a:lnTo>
                  <a:lnTo>
                    <a:pt x="8077978" y="242940"/>
                  </a:lnTo>
                  <a:lnTo>
                    <a:pt x="8077978" y="242940"/>
                  </a:lnTo>
                  <a:lnTo>
                    <a:pt x="8072506" y="242940"/>
                  </a:lnTo>
                  <a:lnTo>
                    <a:pt x="8072506" y="242940"/>
                  </a:lnTo>
                  <a:lnTo>
                    <a:pt x="8067033" y="242940"/>
                  </a:lnTo>
                  <a:lnTo>
                    <a:pt x="8067033" y="242940"/>
                  </a:lnTo>
                  <a:lnTo>
                    <a:pt x="8061560" y="242940"/>
                  </a:lnTo>
                  <a:lnTo>
                    <a:pt x="8061560" y="242940"/>
                  </a:lnTo>
                  <a:lnTo>
                    <a:pt x="8056087" y="242940"/>
                  </a:lnTo>
                  <a:lnTo>
                    <a:pt x="8056087" y="242940"/>
                  </a:lnTo>
                  <a:lnTo>
                    <a:pt x="8050614" y="242940"/>
                  </a:lnTo>
                  <a:lnTo>
                    <a:pt x="8050614" y="242940"/>
                  </a:lnTo>
                  <a:lnTo>
                    <a:pt x="8045141" y="242940"/>
                  </a:lnTo>
                  <a:lnTo>
                    <a:pt x="8045141" y="242940"/>
                  </a:lnTo>
                  <a:lnTo>
                    <a:pt x="8039668" y="242940"/>
                  </a:lnTo>
                  <a:lnTo>
                    <a:pt x="8039668" y="242940"/>
                  </a:lnTo>
                  <a:lnTo>
                    <a:pt x="8034195" y="242940"/>
                  </a:lnTo>
                  <a:lnTo>
                    <a:pt x="8034195" y="287904"/>
                  </a:lnTo>
                  <a:lnTo>
                    <a:pt x="8028722" y="287904"/>
                  </a:lnTo>
                  <a:lnTo>
                    <a:pt x="8028722" y="287904"/>
                  </a:lnTo>
                  <a:lnTo>
                    <a:pt x="8023250" y="287904"/>
                  </a:lnTo>
                  <a:lnTo>
                    <a:pt x="8023250" y="287904"/>
                  </a:lnTo>
                  <a:lnTo>
                    <a:pt x="8012304" y="287904"/>
                  </a:lnTo>
                  <a:lnTo>
                    <a:pt x="8012304" y="287904"/>
                  </a:lnTo>
                  <a:lnTo>
                    <a:pt x="8006831" y="287904"/>
                  </a:lnTo>
                  <a:lnTo>
                    <a:pt x="8006831" y="287904"/>
                  </a:lnTo>
                  <a:lnTo>
                    <a:pt x="8001358" y="287904"/>
                  </a:lnTo>
                  <a:lnTo>
                    <a:pt x="8001358" y="287904"/>
                  </a:lnTo>
                  <a:lnTo>
                    <a:pt x="7995885" y="287904"/>
                  </a:lnTo>
                  <a:lnTo>
                    <a:pt x="7995885" y="287904"/>
                  </a:lnTo>
                  <a:lnTo>
                    <a:pt x="7990412" y="287904"/>
                  </a:lnTo>
                  <a:lnTo>
                    <a:pt x="7990412" y="287904"/>
                  </a:lnTo>
                  <a:lnTo>
                    <a:pt x="7984939" y="287904"/>
                  </a:lnTo>
                  <a:lnTo>
                    <a:pt x="7984939" y="287904"/>
                  </a:lnTo>
                  <a:lnTo>
                    <a:pt x="7973994" y="287904"/>
                  </a:lnTo>
                  <a:lnTo>
                    <a:pt x="7973994" y="287904"/>
                  </a:lnTo>
                  <a:lnTo>
                    <a:pt x="7968521" y="287904"/>
                  </a:lnTo>
                  <a:lnTo>
                    <a:pt x="7968521" y="287904"/>
                  </a:lnTo>
                  <a:lnTo>
                    <a:pt x="7963048" y="287904"/>
                  </a:lnTo>
                  <a:lnTo>
                    <a:pt x="7963048" y="287904"/>
                  </a:lnTo>
                  <a:lnTo>
                    <a:pt x="7957575" y="287904"/>
                  </a:lnTo>
                  <a:lnTo>
                    <a:pt x="7957575" y="287904"/>
                  </a:lnTo>
                  <a:lnTo>
                    <a:pt x="7946629" y="287904"/>
                  </a:lnTo>
                  <a:lnTo>
                    <a:pt x="7946629" y="287904"/>
                  </a:lnTo>
                  <a:lnTo>
                    <a:pt x="7941156" y="287904"/>
                  </a:lnTo>
                  <a:lnTo>
                    <a:pt x="7941156" y="287904"/>
                  </a:lnTo>
                  <a:lnTo>
                    <a:pt x="7935683" y="287904"/>
                  </a:lnTo>
                  <a:lnTo>
                    <a:pt x="7935683" y="287904"/>
                  </a:lnTo>
                  <a:lnTo>
                    <a:pt x="7930210" y="287904"/>
                  </a:lnTo>
                  <a:lnTo>
                    <a:pt x="7930210" y="287904"/>
                  </a:lnTo>
                  <a:lnTo>
                    <a:pt x="7924738" y="287904"/>
                  </a:lnTo>
                  <a:lnTo>
                    <a:pt x="7924738" y="287904"/>
                  </a:lnTo>
                  <a:lnTo>
                    <a:pt x="7919265" y="287904"/>
                  </a:lnTo>
                  <a:lnTo>
                    <a:pt x="7919265" y="287904"/>
                  </a:lnTo>
                  <a:lnTo>
                    <a:pt x="7913792" y="287904"/>
                  </a:lnTo>
                  <a:lnTo>
                    <a:pt x="7913792" y="287904"/>
                  </a:lnTo>
                  <a:lnTo>
                    <a:pt x="7908319" y="287904"/>
                  </a:lnTo>
                  <a:lnTo>
                    <a:pt x="7908319" y="287904"/>
                  </a:lnTo>
                  <a:lnTo>
                    <a:pt x="7902846" y="287904"/>
                  </a:lnTo>
                  <a:lnTo>
                    <a:pt x="7902846" y="287904"/>
                  </a:lnTo>
                  <a:lnTo>
                    <a:pt x="7897373" y="287904"/>
                  </a:lnTo>
                  <a:lnTo>
                    <a:pt x="7897373" y="287904"/>
                  </a:lnTo>
                  <a:lnTo>
                    <a:pt x="7891900" y="287904"/>
                  </a:lnTo>
                  <a:lnTo>
                    <a:pt x="7891900" y="287904"/>
                  </a:lnTo>
                  <a:lnTo>
                    <a:pt x="7886427" y="287904"/>
                  </a:lnTo>
                  <a:lnTo>
                    <a:pt x="7886427" y="287904"/>
                  </a:lnTo>
                  <a:lnTo>
                    <a:pt x="7880955" y="287904"/>
                  </a:lnTo>
                  <a:lnTo>
                    <a:pt x="7880955" y="287904"/>
                  </a:lnTo>
                  <a:lnTo>
                    <a:pt x="7875482" y="287904"/>
                  </a:lnTo>
                  <a:lnTo>
                    <a:pt x="7875482" y="287904"/>
                  </a:lnTo>
                  <a:lnTo>
                    <a:pt x="7870009" y="287904"/>
                  </a:lnTo>
                  <a:lnTo>
                    <a:pt x="7870009" y="287904"/>
                  </a:lnTo>
                  <a:lnTo>
                    <a:pt x="7864536" y="287904"/>
                  </a:lnTo>
                  <a:lnTo>
                    <a:pt x="7864536" y="287904"/>
                  </a:lnTo>
                  <a:lnTo>
                    <a:pt x="7859063" y="287904"/>
                  </a:lnTo>
                  <a:lnTo>
                    <a:pt x="7859063" y="287904"/>
                  </a:lnTo>
                  <a:lnTo>
                    <a:pt x="7853590" y="287904"/>
                  </a:lnTo>
                  <a:lnTo>
                    <a:pt x="7853590" y="287904"/>
                  </a:lnTo>
                  <a:lnTo>
                    <a:pt x="7848117" y="287904"/>
                  </a:lnTo>
                  <a:lnTo>
                    <a:pt x="7848117" y="287904"/>
                  </a:lnTo>
                  <a:lnTo>
                    <a:pt x="7842644" y="287904"/>
                  </a:lnTo>
                  <a:lnTo>
                    <a:pt x="7842644" y="287904"/>
                  </a:lnTo>
                  <a:lnTo>
                    <a:pt x="7837171" y="287904"/>
                  </a:lnTo>
                  <a:lnTo>
                    <a:pt x="7837171" y="287904"/>
                  </a:lnTo>
                  <a:lnTo>
                    <a:pt x="7831699" y="287904"/>
                  </a:lnTo>
                  <a:lnTo>
                    <a:pt x="7831699" y="287904"/>
                  </a:lnTo>
                  <a:lnTo>
                    <a:pt x="7820753" y="287904"/>
                  </a:lnTo>
                  <a:lnTo>
                    <a:pt x="7820753" y="287904"/>
                  </a:lnTo>
                  <a:lnTo>
                    <a:pt x="7815280" y="287904"/>
                  </a:lnTo>
                  <a:lnTo>
                    <a:pt x="7815280" y="310091"/>
                  </a:lnTo>
                  <a:lnTo>
                    <a:pt x="7809807" y="310091"/>
                  </a:lnTo>
                  <a:lnTo>
                    <a:pt x="7809807" y="332255"/>
                  </a:lnTo>
                  <a:lnTo>
                    <a:pt x="7804334" y="332255"/>
                  </a:lnTo>
                  <a:lnTo>
                    <a:pt x="7804334" y="332255"/>
                  </a:lnTo>
                  <a:lnTo>
                    <a:pt x="7798861" y="332255"/>
                  </a:lnTo>
                  <a:lnTo>
                    <a:pt x="7798861" y="332255"/>
                  </a:lnTo>
                  <a:lnTo>
                    <a:pt x="7793388" y="332255"/>
                  </a:lnTo>
                  <a:lnTo>
                    <a:pt x="7793388" y="332255"/>
                  </a:lnTo>
                  <a:lnTo>
                    <a:pt x="7787915" y="332255"/>
                  </a:lnTo>
                  <a:lnTo>
                    <a:pt x="7787915" y="332255"/>
                  </a:lnTo>
                  <a:lnTo>
                    <a:pt x="7782443" y="332255"/>
                  </a:lnTo>
                  <a:lnTo>
                    <a:pt x="7782443" y="332255"/>
                  </a:lnTo>
                  <a:lnTo>
                    <a:pt x="7776970" y="332255"/>
                  </a:lnTo>
                  <a:lnTo>
                    <a:pt x="7776970" y="332255"/>
                  </a:lnTo>
                  <a:lnTo>
                    <a:pt x="7760551" y="332255"/>
                  </a:lnTo>
                  <a:lnTo>
                    <a:pt x="7760551" y="332255"/>
                  </a:lnTo>
                  <a:lnTo>
                    <a:pt x="7755078" y="332255"/>
                  </a:lnTo>
                  <a:lnTo>
                    <a:pt x="7755078" y="332255"/>
                  </a:lnTo>
                  <a:lnTo>
                    <a:pt x="7749605" y="332255"/>
                  </a:lnTo>
                  <a:lnTo>
                    <a:pt x="7749605" y="332255"/>
                  </a:lnTo>
                  <a:lnTo>
                    <a:pt x="7744132" y="332255"/>
                  </a:lnTo>
                  <a:lnTo>
                    <a:pt x="7744132" y="332255"/>
                  </a:lnTo>
                  <a:lnTo>
                    <a:pt x="7738659" y="332255"/>
                  </a:lnTo>
                  <a:lnTo>
                    <a:pt x="7738659" y="332255"/>
                  </a:lnTo>
                  <a:lnTo>
                    <a:pt x="7733187" y="332255"/>
                  </a:lnTo>
                  <a:lnTo>
                    <a:pt x="7733187" y="332255"/>
                  </a:lnTo>
                  <a:lnTo>
                    <a:pt x="7727714" y="332255"/>
                  </a:lnTo>
                  <a:lnTo>
                    <a:pt x="7727714" y="332255"/>
                  </a:lnTo>
                  <a:lnTo>
                    <a:pt x="7722241" y="332255"/>
                  </a:lnTo>
                  <a:lnTo>
                    <a:pt x="7722241" y="332255"/>
                  </a:lnTo>
                  <a:lnTo>
                    <a:pt x="7716768" y="332255"/>
                  </a:lnTo>
                  <a:lnTo>
                    <a:pt x="7716768" y="354295"/>
                  </a:lnTo>
                  <a:lnTo>
                    <a:pt x="7711295" y="354295"/>
                  </a:lnTo>
                  <a:lnTo>
                    <a:pt x="7711295" y="354295"/>
                  </a:lnTo>
                  <a:lnTo>
                    <a:pt x="7705822" y="354295"/>
                  </a:lnTo>
                  <a:lnTo>
                    <a:pt x="7705822" y="354295"/>
                  </a:lnTo>
                  <a:lnTo>
                    <a:pt x="7700349" y="354295"/>
                  </a:lnTo>
                  <a:lnTo>
                    <a:pt x="7700349" y="354295"/>
                  </a:lnTo>
                  <a:lnTo>
                    <a:pt x="7694876" y="354295"/>
                  </a:lnTo>
                  <a:lnTo>
                    <a:pt x="7694876" y="354295"/>
                  </a:lnTo>
                  <a:lnTo>
                    <a:pt x="7689404" y="354295"/>
                  </a:lnTo>
                  <a:lnTo>
                    <a:pt x="7689404" y="376238"/>
                  </a:lnTo>
                  <a:lnTo>
                    <a:pt x="7683931" y="376238"/>
                  </a:lnTo>
                  <a:lnTo>
                    <a:pt x="7683931" y="376238"/>
                  </a:lnTo>
                  <a:lnTo>
                    <a:pt x="7678458" y="376238"/>
                  </a:lnTo>
                  <a:lnTo>
                    <a:pt x="7678458" y="376238"/>
                  </a:lnTo>
                  <a:lnTo>
                    <a:pt x="7672985" y="376238"/>
                  </a:lnTo>
                  <a:lnTo>
                    <a:pt x="7672985" y="376238"/>
                  </a:lnTo>
                  <a:lnTo>
                    <a:pt x="7667512" y="376238"/>
                  </a:lnTo>
                  <a:lnTo>
                    <a:pt x="7667512" y="376238"/>
                  </a:lnTo>
                  <a:lnTo>
                    <a:pt x="7662039" y="376238"/>
                  </a:lnTo>
                  <a:lnTo>
                    <a:pt x="7662039" y="376238"/>
                  </a:lnTo>
                  <a:lnTo>
                    <a:pt x="7656566" y="376238"/>
                  </a:lnTo>
                  <a:lnTo>
                    <a:pt x="7656566" y="376238"/>
                  </a:lnTo>
                  <a:lnTo>
                    <a:pt x="7651093" y="376238"/>
                  </a:lnTo>
                  <a:lnTo>
                    <a:pt x="7651093" y="376238"/>
                  </a:lnTo>
                  <a:lnTo>
                    <a:pt x="7645620" y="376238"/>
                  </a:lnTo>
                  <a:lnTo>
                    <a:pt x="7645620" y="376238"/>
                  </a:lnTo>
                  <a:lnTo>
                    <a:pt x="7640148" y="376238"/>
                  </a:lnTo>
                  <a:lnTo>
                    <a:pt x="7640148" y="376238"/>
                  </a:lnTo>
                  <a:lnTo>
                    <a:pt x="7634675" y="376238"/>
                  </a:lnTo>
                  <a:lnTo>
                    <a:pt x="7634675" y="376238"/>
                  </a:lnTo>
                  <a:lnTo>
                    <a:pt x="7629202" y="376238"/>
                  </a:lnTo>
                  <a:lnTo>
                    <a:pt x="7629202" y="376238"/>
                  </a:lnTo>
                  <a:lnTo>
                    <a:pt x="7623729" y="376238"/>
                  </a:lnTo>
                  <a:lnTo>
                    <a:pt x="7623729" y="376238"/>
                  </a:lnTo>
                  <a:lnTo>
                    <a:pt x="7618256" y="376238"/>
                  </a:lnTo>
                  <a:lnTo>
                    <a:pt x="7618256" y="376238"/>
                  </a:lnTo>
                  <a:lnTo>
                    <a:pt x="7612783" y="376238"/>
                  </a:lnTo>
                  <a:lnTo>
                    <a:pt x="7612783" y="376238"/>
                  </a:lnTo>
                  <a:lnTo>
                    <a:pt x="7607310" y="376238"/>
                  </a:lnTo>
                  <a:lnTo>
                    <a:pt x="7607310" y="376238"/>
                  </a:lnTo>
                  <a:lnTo>
                    <a:pt x="7601837" y="376238"/>
                  </a:lnTo>
                  <a:lnTo>
                    <a:pt x="7601837" y="376238"/>
                  </a:lnTo>
                  <a:lnTo>
                    <a:pt x="7596364" y="376238"/>
                  </a:lnTo>
                  <a:lnTo>
                    <a:pt x="7596364" y="376238"/>
                  </a:lnTo>
                  <a:lnTo>
                    <a:pt x="7590892" y="376238"/>
                  </a:lnTo>
                  <a:lnTo>
                    <a:pt x="7590892" y="376238"/>
                  </a:lnTo>
                  <a:lnTo>
                    <a:pt x="7579946" y="376238"/>
                  </a:lnTo>
                  <a:lnTo>
                    <a:pt x="7579946" y="397936"/>
                  </a:lnTo>
                  <a:lnTo>
                    <a:pt x="7574473" y="397936"/>
                  </a:lnTo>
                  <a:lnTo>
                    <a:pt x="7574473" y="397936"/>
                  </a:lnTo>
                  <a:lnTo>
                    <a:pt x="7569000" y="397936"/>
                  </a:lnTo>
                  <a:lnTo>
                    <a:pt x="7569000" y="397936"/>
                  </a:lnTo>
                  <a:lnTo>
                    <a:pt x="7558054" y="397936"/>
                  </a:lnTo>
                  <a:lnTo>
                    <a:pt x="7558054" y="397936"/>
                  </a:lnTo>
                  <a:lnTo>
                    <a:pt x="7552581" y="397936"/>
                  </a:lnTo>
                  <a:lnTo>
                    <a:pt x="7552581" y="397936"/>
                  </a:lnTo>
                  <a:lnTo>
                    <a:pt x="7547109" y="397936"/>
                  </a:lnTo>
                  <a:lnTo>
                    <a:pt x="7547109" y="397936"/>
                  </a:lnTo>
                  <a:lnTo>
                    <a:pt x="7536163" y="397936"/>
                  </a:lnTo>
                  <a:lnTo>
                    <a:pt x="7536163" y="397936"/>
                  </a:lnTo>
                  <a:lnTo>
                    <a:pt x="7530690" y="397936"/>
                  </a:lnTo>
                  <a:lnTo>
                    <a:pt x="7530690" y="397936"/>
                  </a:lnTo>
                  <a:lnTo>
                    <a:pt x="7525217" y="397936"/>
                  </a:lnTo>
                  <a:lnTo>
                    <a:pt x="7525217" y="397936"/>
                  </a:lnTo>
                  <a:lnTo>
                    <a:pt x="7519744" y="397936"/>
                  </a:lnTo>
                  <a:lnTo>
                    <a:pt x="7519744" y="397936"/>
                  </a:lnTo>
                  <a:lnTo>
                    <a:pt x="7514271" y="397936"/>
                  </a:lnTo>
                  <a:lnTo>
                    <a:pt x="7514271" y="397936"/>
                  </a:lnTo>
                  <a:lnTo>
                    <a:pt x="7508798" y="397936"/>
                  </a:lnTo>
                  <a:lnTo>
                    <a:pt x="7508798" y="397936"/>
                  </a:lnTo>
                  <a:lnTo>
                    <a:pt x="7503325" y="397936"/>
                  </a:lnTo>
                  <a:lnTo>
                    <a:pt x="7503325" y="397936"/>
                  </a:lnTo>
                  <a:lnTo>
                    <a:pt x="7497853" y="397936"/>
                  </a:lnTo>
                  <a:lnTo>
                    <a:pt x="7497853" y="397936"/>
                  </a:lnTo>
                  <a:lnTo>
                    <a:pt x="7492380" y="397936"/>
                  </a:lnTo>
                  <a:lnTo>
                    <a:pt x="7492380" y="397936"/>
                  </a:lnTo>
                  <a:lnTo>
                    <a:pt x="7481434" y="397936"/>
                  </a:lnTo>
                  <a:lnTo>
                    <a:pt x="7481434" y="397936"/>
                  </a:lnTo>
                  <a:lnTo>
                    <a:pt x="7475961" y="397936"/>
                  </a:lnTo>
                  <a:lnTo>
                    <a:pt x="7475961" y="397936"/>
                  </a:lnTo>
                  <a:lnTo>
                    <a:pt x="7470488" y="397936"/>
                  </a:lnTo>
                  <a:lnTo>
                    <a:pt x="7470488" y="397936"/>
                  </a:lnTo>
                  <a:lnTo>
                    <a:pt x="7465015" y="397936"/>
                  </a:lnTo>
                  <a:lnTo>
                    <a:pt x="7465015" y="397936"/>
                  </a:lnTo>
                  <a:lnTo>
                    <a:pt x="7459542" y="397936"/>
                  </a:lnTo>
                  <a:lnTo>
                    <a:pt x="7459542" y="397936"/>
                  </a:lnTo>
                  <a:lnTo>
                    <a:pt x="7454069" y="397936"/>
                  </a:lnTo>
                  <a:lnTo>
                    <a:pt x="7454069" y="397936"/>
                  </a:lnTo>
                  <a:lnTo>
                    <a:pt x="7448597" y="397936"/>
                  </a:lnTo>
                  <a:lnTo>
                    <a:pt x="7448597" y="397936"/>
                  </a:lnTo>
                  <a:lnTo>
                    <a:pt x="7443124" y="397936"/>
                  </a:lnTo>
                  <a:lnTo>
                    <a:pt x="7443124" y="397936"/>
                  </a:lnTo>
                  <a:lnTo>
                    <a:pt x="7437651" y="397936"/>
                  </a:lnTo>
                  <a:lnTo>
                    <a:pt x="7437651" y="397936"/>
                  </a:lnTo>
                  <a:lnTo>
                    <a:pt x="7432178" y="397936"/>
                  </a:lnTo>
                  <a:lnTo>
                    <a:pt x="7432178" y="397936"/>
                  </a:lnTo>
                  <a:lnTo>
                    <a:pt x="7426705" y="397936"/>
                  </a:lnTo>
                  <a:lnTo>
                    <a:pt x="7426705" y="397936"/>
                  </a:lnTo>
                  <a:lnTo>
                    <a:pt x="7421232" y="397936"/>
                  </a:lnTo>
                  <a:lnTo>
                    <a:pt x="7421232" y="397936"/>
                  </a:lnTo>
                  <a:lnTo>
                    <a:pt x="7415759" y="397936"/>
                  </a:lnTo>
                  <a:lnTo>
                    <a:pt x="7415759" y="397936"/>
                  </a:lnTo>
                  <a:lnTo>
                    <a:pt x="7410286" y="397936"/>
                  </a:lnTo>
                  <a:lnTo>
                    <a:pt x="7410286" y="397936"/>
                  </a:lnTo>
                  <a:lnTo>
                    <a:pt x="7404813" y="397936"/>
                  </a:lnTo>
                  <a:lnTo>
                    <a:pt x="7404813" y="397936"/>
                  </a:lnTo>
                  <a:lnTo>
                    <a:pt x="7399341" y="397936"/>
                  </a:lnTo>
                  <a:lnTo>
                    <a:pt x="7399341" y="397936"/>
                  </a:lnTo>
                  <a:lnTo>
                    <a:pt x="7393868" y="397936"/>
                  </a:lnTo>
                  <a:lnTo>
                    <a:pt x="7393868" y="397936"/>
                  </a:lnTo>
                  <a:lnTo>
                    <a:pt x="7388395" y="397936"/>
                  </a:lnTo>
                  <a:lnTo>
                    <a:pt x="7388395" y="397936"/>
                  </a:lnTo>
                  <a:lnTo>
                    <a:pt x="7382922" y="397936"/>
                  </a:lnTo>
                  <a:lnTo>
                    <a:pt x="7382922" y="397936"/>
                  </a:lnTo>
                  <a:lnTo>
                    <a:pt x="7377449" y="397936"/>
                  </a:lnTo>
                  <a:lnTo>
                    <a:pt x="7377449" y="419209"/>
                  </a:lnTo>
                  <a:lnTo>
                    <a:pt x="7371976" y="419209"/>
                  </a:lnTo>
                  <a:lnTo>
                    <a:pt x="7371976" y="440439"/>
                  </a:lnTo>
                  <a:lnTo>
                    <a:pt x="7366503" y="440439"/>
                  </a:lnTo>
                  <a:lnTo>
                    <a:pt x="7366503" y="440439"/>
                  </a:lnTo>
                  <a:lnTo>
                    <a:pt x="7361030" y="440439"/>
                  </a:lnTo>
                  <a:lnTo>
                    <a:pt x="7361030" y="440439"/>
                  </a:lnTo>
                  <a:lnTo>
                    <a:pt x="7355558" y="440439"/>
                  </a:lnTo>
                  <a:lnTo>
                    <a:pt x="7355558" y="461648"/>
                  </a:lnTo>
                  <a:lnTo>
                    <a:pt x="7350085" y="461648"/>
                  </a:lnTo>
                  <a:lnTo>
                    <a:pt x="7350085" y="461648"/>
                  </a:lnTo>
                  <a:lnTo>
                    <a:pt x="7344612" y="461648"/>
                  </a:lnTo>
                  <a:lnTo>
                    <a:pt x="7344612" y="461648"/>
                  </a:lnTo>
                  <a:lnTo>
                    <a:pt x="7339139" y="461648"/>
                  </a:lnTo>
                  <a:lnTo>
                    <a:pt x="7339139" y="461648"/>
                  </a:lnTo>
                  <a:lnTo>
                    <a:pt x="7333666" y="461648"/>
                  </a:lnTo>
                  <a:lnTo>
                    <a:pt x="7333666" y="461648"/>
                  </a:lnTo>
                  <a:lnTo>
                    <a:pt x="7328193" y="461648"/>
                  </a:lnTo>
                  <a:lnTo>
                    <a:pt x="7328193" y="461648"/>
                  </a:lnTo>
                  <a:lnTo>
                    <a:pt x="7322720" y="461648"/>
                  </a:lnTo>
                  <a:lnTo>
                    <a:pt x="7322720" y="461648"/>
                  </a:lnTo>
                  <a:lnTo>
                    <a:pt x="7317247" y="461648"/>
                  </a:lnTo>
                  <a:lnTo>
                    <a:pt x="7317247" y="461648"/>
                  </a:lnTo>
                  <a:lnTo>
                    <a:pt x="7311774" y="461648"/>
                  </a:lnTo>
                  <a:lnTo>
                    <a:pt x="7311774" y="461648"/>
                  </a:lnTo>
                  <a:lnTo>
                    <a:pt x="7306302" y="461648"/>
                  </a:lnTo>
                  <a:lnTo>
                    <a:pt x="7306302" y="461648"/>
                  </a:lnTo>
                  <a:lnTo>
                    <a:pt x="7300829" y="461648"/>
                  </a:lnTo>
                  <a:lnTo>
                    <a:pt x="7300829" y="461648"/>
                  </a:lnTo>
                  <a:lnTo>
                    <a:pt x="7295356" y="461648"/>
                  </a:lnTo>
                  <a:lnTo>
                    <a:pt x="7295356" y="461648"/>
                  </a:lnTo>
                  <a:lnTo>
                    <a:pt x="7289883" y="461648"/>
                  </a:lnTo>
                  <a:lnTo>
                    <a:pt x="7289883" y="461648"/>
                  </a:lnTo>
                  <a:lnTo>
                    <a:pt x="7284410" y="461648"/>
                  </a:lnTo>
                  <a:lnTo>
                    <a:pt x="7284410" y="461648"/>
                  </a:lnTo>
                  <a:lnTo>
                    <a:pt x="7278937" y="461648"/>
                  </a:lnTo>
                  <a:lnTo>
                    <a:pt x="7278937" y="461648"/>
                  </a:lnTo>
                  <a:lnTo>
                    <a:pt x="7273464" y="461648"/>
                  </a:lnTo>
                  <a:lnTo>
                    <a:pt x="7273464" y="461648"/>
                  </a:lnTo>
                  <a:lnTo>
                    <a:pt x="7267991" y="461648"/>
                  </a:lnTo>
                  <a:lnTo>
                    <a:pt x="7267991" y="461648"/>
                  </a:lnTo>
                  <a:lnTo>
                    <a:pt x="7262518" y="461648"/>
                  </a:lnTo>
                  <a:lnTo>
                    <a:pt x="7262518" y="461648"/>
                  </a:lnTo>
                  <a:lnTo>
                    <a:pt x="7257046" y="461648"/>
                  </a:lnTo>
                  <a:lnTo>
                    <a:pt x="7257046" y="461648"/>
                  </a:lnTo>
                  <a:lnTo>
                    <a:pt x="7251573" y="461648"/>
                  </a:lnTo>
                  <a:lnTo>
                    <a:pt x="7251573" y="461648"/>
                  </a:lnTo>
                  <a:lnTo>
                    <a:pt x="7246100" y="461648"/>
                  </a:lnTo>
                  <a:lnTo>
                    <a:pt x="7246100" y="461648"/>
                  </a:lnTo>
                  <a:lnTo>
                    <a:pt x="7240627" y="461648"/>
                  </a:lnTo>
                  <a:lnTo>
                    <a:pt x="7240627" y="461648"/>
                  </a:lnTo>
                  <a:lnTo>
                    <a:pt x="7235154" y="461648"/>
                  </a:lnTo>
                  <a:lnTo>
                    <a:pt x="7235154" y="461648"/>
                  </a:lnTo>
                  <a:lnTo>
                    <a:pt x="7229681" y="461648"/>
                  </a:lnTo>
                  <a:lnTo>
                    <a:pt x="7229681" y="461648"/>
                  </a:lnTo>
                  <a:lnTo>
                    <a:pt x="7218735" y="461648"/>
                  </a:lnTo>
                  <a:lnTo>
                    <a:pt x="7218735" y="461648"/>
                  </a:lnTo>
                  <a:lnTo>
                    <a:pt x="7213262" y="461648"/>
                  </a:lnTo>
                  <a:lnTo>
                    <a:pt x="7213262" y="461648"/>
                  </a:lnTo>
                  <a:lnTo>
                    <a:pt x="7207790" y="461648"/>
                  </a:lnTo>
                  <a:lnTo>
                    <a:pt x="7207790" y="461648"/>
                  </a:lnTo>
                  <a:lnTo>
                    <a:pt x="7202317" y="461648"/>
                  </a:lnTo>
                  <a:lnTo>
                    <a:pt x="7202317" y="461648"/>
                  </a:lnTo>
                  <a:lnTo>
                    <a:pt x="7196844" y="461648"/>
                  </a:lnTo>
                  <a:lnTo>
                    <a:pt x="7196844" y="461648"/>
                  </a:lnTo>
                  <a:lnTo>
                    <a:pt x="7191371" y="461648"/>
                  </a:lnTo>
                  <a:lnTo>
                    <a:pt x="7191371" y="461648"/>
                  </a:lnTo>
                  <a:lnTo>
                    <a:pt x="7185898" y="461648"/>
                  </a:lnTo>
                  <a:lnTo>
                    <a:pt x="7185898" y="461648"/>
                  </a:lnTo>
                  <a:lnTo>
                    <a:pt x="7180425" y="461648"/>
                  </a:lnTo>
                  <a:lnTo>
                    <a:pt x="7180425" y="461648"/>
                  </a:lnTo>
                  <a:lnTo>
                    <a:pt x="7174952" y="461648"/>
                  </a:lnTo>
                  <a:lnTo>
                    <a:pt x="7174952" y="461648"/>
                  </a:lnTo>
                  <a:lnTo>
                    <a:pt x="7169479" y="461648"/>
                  </a:lnTo>
                  <a:lnTo>
                    <a:pt x="7169479" y="461648"/>
                  </a:lnTo>
                  <a:lnTo>
                    <a:pt x="7164007" y="461648"/>
                  </a:lnTo>
                  <a:lnTo>
                    <a:pt x="7164007" y="461648"/>
                  </a:lnTo>
                  <a:lnTo>
                    <a:pt x="7158534" y="461648"/>
                  </a:lnTo>
                  <a:lnTo>
                    <a:pt x="7158534" y="461648"/>
                  </a:lnTo>
                  <a:lnTo>
                    <a:pt x="7153061" y="461648"/>
                  </a:lnTo>
                  <a:lnTo>
                    <a:pt x="7153061" y="461648"/>
                  </a:lnTo>
                  <a:lnTo>
                    <a:pt x="7147588" y="461648"/>
                  </a:lnTo>
                  <a:lnTo>
                    <a:pt x="7147588" y="461648"/>
                  </a:lnTo>
                  <a:lnTo>
                    <a:pt x="7142115" y="461648"/>
                  </a:lnTo>
                  <a:lnTo>
                    <a:pt x="7142115" y="461648"/>
                  </a:lnTo>
                  <a:lnTo>
                    <a:pt x="7136642" y="461648"/>
                  </a:lnTo>
                  <a:lnTo>
                    <a:pt x="7136642" y="461648"/>
                  </a:lnTo>
                  <a:lnTo>
                    <a:pt x="7131169" y="461648"/>
                  </a:lnTo>
                  <a:lnTo>
                    <a:pt x="7131169" y="461648"/>
                  </a:lnTo>
                  <a:lnTo>
                    <a:pt x="7125696" y="461648"/>
                  </a:lnTo>
                  <a:lnTo>
                    <a:pt x="7125696" y="461648"/>
                  </a:lnTo>
                  <a:lnTo>
                    <a:pt x="7120223" y="461648"/>
                  </a:lnTo>
                  <a:lnTo>
                    <a:pt x="7120223" y="461648"/>
                  </a:lnTo>
                  <a:lnTo>
                    <a:pt x="7114751" y="461648"/>
                  </a:lnTo>
                  <a:lnTo>
                    <a:pt x="7114751" y="461648"/>
                  </a:lnTo>
                  <a:lnTo>
                    <a:pt x="7109278" y="461648"/>
                  </a:lnTo>
                  <a:lnTo>
                    <a:pt x="7109278" y="461648"/>
                  </a:lnTo>
                  <a:lnTo>
                    <a:pt x="7103805" y="461648"/>
                  </a:lnTo>
                  <a:lnTo>
                    <a:pt x="7103805" y="461648"/>
                  </a:lnTo>
                  <a:lnTo>
                    <a:pt x="7098332" y="461648"/>
                  </a:lnTo>
                  <a:lnTo>
                    <a:pt x="7098332" y="461648"/>
                  </a:lnTo>
                  <a:lnTo>
                    <a:pt x="7092859" y="461648"/>
                  </a:lnTo>
                  <a:lnTo>
                    <a:pt x="7092859" y="461648"/>
                  </a:lnTo>
                  <a:lnTo>
                    <a:pt x="7087386" y="461648"/>
                  </a:lnTo>
                  <a:lnTo>
                    <a:pt x="7087386" y="482326"/>
                  </a:lnTo>
                  <a:lnTo>
                    <a:pt x="7081913" y="482326"/>
                  </a:lnTo>
                  <a:lnTo>
                    <a:pt x="7081913" y="482326"/>
                  </a:lnTo>
                  <a:lnTo>
                    <a:pt x="7076440" y="482326"/>
                  </a:lnTo>
                  <a:lnTo>
                    <a:pt x="7076440" y="482326"/>
                  </a:lnTo>
                  <a:lnTo>
                    <a:pt x="7070967" y="482326"/>
                  </a:lnTo>
                  <a:lnTo>
                    <a:pt x="7070967" y="482326"/>
                  </a:lnTo>
                  <a:lnTo>
                    <a:pt x="7060022" y="482326"/>
                  </a:lnTo>
                  <a:lnTo>
                    <a:pt x="7060022" y="482326"/>
                  </a:lnTo>
                  <a:lnTo>
                    <a:pt x="7054549" y="482326"/>
                  </a:lnTo>
                  <a:lnTo>
                    <a:pt x="7054549" y="482326"/>
                  </a:lnTo>
                  <a:lnTo>
                    <a:pt x="7049076" y="482326"/>
                  </a:lnTo>
                  <a:lnTo>
                    <a:pt x="7049076" y="482326"/>
                  </a:lnTo>
                  <a:lnTo>
                    <a:pt x="7043603" y="482326"/>
                  </a:lnTo>
                  <a:lnTo>
                    <a:pt x="7043603" y="482326"/>
                  </a:lnTo>
                  <a:lnTo>
                    <a:pt x="7038130" y="482326"/>
                  </a:lnTo>
                  <a:lnTo>
                    <a:pt x="7038130" y="482326"/>
                  </a:lnTo>
                  <a:lnTo>
                    <a:pt x="7032657" y="482326"/>
                  </a:lnTo>
                  <a:lnTo>
                    <a:pt x="7032657" y="482326"/>
                  </a:lnTo>
                  <a:lnTo>
                    <a:pt x="7027184" y="482326"/>
                  </a:lnTo>
                  <a:lnTo>
                    <a:pt x="7027184" y="482326"/>
                  </a:lnTo>
                  <a:lnTo>
                    <a:pt x="7021712" y="482326"/>
                  </a:lnTo>
                  <a:lnTo>
                    <a:pt x="7021712" y="482326"/>
                  </a:lnTo>
                  <a:lnTo>
                    <a:pt x="7016239" y="482326"/>
                  </a:lnTo>
                  <a:lnTo>
                    <a:pt x="7016239" y="482326"/>
                  </a:lnTo>
                  <a:lnTo>
                    <a:pt x="7010766" y="482326"/>
                  </a:lnTo>
                  <a:lnTo>
                    <a:pt x="7010766" y="482326"/>
                  </a:lnTo>
                  <a:lnTo>
                    <a:pt x="7005293" y="482326"/>
                  </a:lnTo>
                  <a:lnTo>
                    <a:pt x="7005293" y="482326"/>
                  </a:lnTo>
                  <a:lnTo>
                    <a:pt x="6999820" y="482326"/>
                  </a:lnTo>
                  <a:lnTo>
                    <a:pt x="6999820" y="482326"/>
                  </a:lnTo>
                  <a:lnTo>
                    <a:pt x="6994347" y="482326"/>
                  </a:lnTo>
                  <a:lnTo>
                    <a:pt x="6994347" y="482326"/>
                  </a:lnTo>
                  <a:lnTo>
                    <a:pt x="6988874" y="482326"/>
                  </a:lnTo>
                  <a:lnTo>
                    <a:pt x="6988874" y="482326"/>
                  </a:lnTo>
                  <a:lnTo>
                    <a:pt x="6983401" y="482326"/>
                  </a:lnTo>
                  <a:lnTo>
                    <a:pt x="6983401" y="482326"/>
                  </a:lnTo>
                  <a:lnTo>
                    <a:pt x="6977928" y="482326"/>
                  </a:lnTo>
                  <a:lnTo>
                    <a:pt x="6977928" y="482326"/>
                  </a:lnTo>
                  <a:lnTo>
                    <a:pt x="6972456" y="482326"/>
                  </a:lnTo>
                  <a:lnTo>
                    <a:pt x="6972456" y="482326"/>
                  </a:lnTo>
                  <a:lnTo>
                    <a:pt x="6966983" y="482326"/>
                  </a:lnTo>
                  <a:lnTo>
                    <a:pt x="6966983" y="482326"/>
                  </a:lnTo>
                  <a:lnTo>
                    <a:pt x="6961510" y="482326"/>
                  </a:lnTo>
                  <a:lnTo>
                    <a:pt x="6961510" y="482326"/>
                  </a:lnTo>
                  <a:lnTo>
                    <a:pt x="6956037" y="482326"/>
                  </a:lnTo>
                  <a:lnTo>
                    <a:pt x="6956037" y="482326"/>
                  </a:lnTo>
                  <a:lnTo>
                    <a:pt x="6950564" y="482326"/>
                  </a:lnTo>
                  <a:lnTo>
                    <a:pt x="6950564" y="482326"/>
                  </a:lnTo>
                  <a:lnTo>
                    <a:pt x="6945091" y="482326"/>
                  </a:lnTo>
                  <a:lnTo>
                    <a:pt x="6945091" y="482326"/>
                  </a:lnTo>
                  <a:lnTo>
                    <a:pt x="6939618" y="482326"/>
                  </a:lnTo>
                  <a:lnTo>
                    <a:pt x="6939618" y="482326"/>
                  </a:lnTo>
                  <a:lnTo>
                    <a:pt x="6934145" y="482326"/>
                  </a:lnTo>
                  <a:lnTo>
                    <a:pt x="6934145" y="482326"/>
                  </a:lnTo>
                  <a:lnTo>
                    <a:pt x="6928672" y="482326"/>
                  </a:lnTo>
                  <a:lnTo>
                    <a:pt x="6928672" y="482326"/>
                  </a:lnTo>
                  <a:lnTo>
                    <a:pt x="6923200" y="482326"/>
                  </a:lnTo>
                  <a:lnTo>
                    <a:pt x="6923200" y="482326"/>
                  </a:lnTo>
                  <a:lnTo>
                    <a:pt x="6917727" y="482326"/>
                  </a:lnTo>
                  <a:lnTo>
                    <a:pt x="6917727" y="502690"/>
                  </a:lnTo>
                  <a:lnTo>
                    <a:pt x="6912254" y="502690"/>
                  </a:lnTo>
                  <a:lnTo>
                    <a:pt x="6912254" y="502690"/>
                  </a:lnTo>
                  <a:lnTo>
                    <a:pt x="6906781" y="502690"/>
                  </a:lnTo>
                  <a:lnTo>
                    <a:pt x="6906781" y="502690"/>
                  </a:lnTo>
                  <a:lnTo>
                    <a:pt x="6901308" y="502690"/>
                  </a:lnTo>
                  <a:lnTo>
                    <a:pt x="6901308" y="502690"/>
                  </a:lnTo>
                  <a:lnTo>
                    <a:pt x="6895835" y="502690"/>
                  </a:lnTo>
                  <a:lnTo>
                    <a:pt x="6895835" y="502690"/>
                  </a:lnTo>
                  <a:lnTo>
                    <a:pt x="6890362" y="502690"/>
                  </a:lnTo>
                  <a:lnTo>
                    <a:pt x="6890362" y="502690"/>
                  </a:lnTo>
                  <a:lnTo>
                    <a:pt x="6884889" y="502690"/>
                  </a:lnTo>
                  <a:lnTo>
                    <a:pt x="6884889" y="502690"/>
                  </a:lnTo>
                  <a:lnTo>
                    <a:pt x="6879416" y="502690"/>
                  </a:lnTo>
                  <a:lnTo>
                    <a:pt x="6879416" y="502690"/>
                  </a:lnTo>
                  <a:lnTo>
                    <a:pt x="6873944" y="502690"/>
                  </a:lnTo>
                  <a:lnTo>
                    <a:pt x="6873944" y="502690"/>
                  </a:lnTo>
                  <a:lnTo>
                    <a:pt x="6868471" y="502690"/>
                  </a:lnTo>
                  <a:lnTo>
                    <a:pt x="6868471" y="502690"/>
                  </a:lnTo>
                  <a:lnTo>
                    <a:pt x="6862998" y="502690"/>
                  </a:lnTo>
                  <a:lnTo>
                    <a:pt x="6862998" y="502690"/>
                  </a:lnTo>
                  <a:lnTo>
                    <a:pt x="6857525" y="502690"/>
                  </a:lnTo>
                  <a:lnTo>
                    <a:pt x="6857525" y="502690"/>
                  </a:lnTo>
                  <a:lnTo>
                    <a:pt x="6852052" y="502690"/>
                  </a:lnTo>
                  <a:lnTo>
                    <a:pt x="6852052" y="502690"/>
                  </a:lnTo>
                  <a:lnTo>
                    <a:pt x="6846579" y="502690"/>
                  </a:lnTo>
                  <a:lnTo>
                    <a:pt x="6846579" y="502690"/>
                  </a:lnTo>
                  <a:lnTo>
                    <a:pt x="6841106" y="502690"/>
                  </a:lnTo>
                  <a:lnTo>
                    <a:pt x="6841106" y="502690"/>
                  </a:lnTo>
                  <a:lnTo>
                    <a:pt x="6835633" y="502690"/>
                  </a:lnTo>
                  <a:lnTo>
                    <a:pt x="6835633" y="522912"/>
                  </a:lnTo>
                  <a:lnTo>
                    <a:pt x="6830161" y="522912"/>
                  </a:lnTo>
                  <a:lnTo>
                    <a:pt x="6830161" y="522912"/>
                  </a:lnTo>
                  <a:lnTo>
                    <a:pt x="6824688" y="522912"/>
                  </a:lnTo>
                  <a:lnTo>
                    <a:pt x="6824688" y="522912"/>
                  </a:lnTo>
                  <a:lnTo>
                    <a:pt x="6819215" y="522912"/>
                  </a:lnTo>
                  <a:lnTo>
                    <a:pt x="6819215" y="522912"/>
                  </a:lnTo>
                  <a:lnTo>
                    <a:pt x="6813742" y="522912"/>
                  </a:lnTo>
                  <a:lnTo>
                    <a:pt x="6813742" y="522912"/>
                  </a:lnTo>
                  <a:lnTo>
                    <a:pt x="6808269" y="522912"/>
                  </a:lnTo>
                  <a:lnTo>
                    <a:pt x="6808269" y="522912"/>
                  </a:lnTo>
                  <a:lnTo>
                    <a:pt x="6802796" y="522912"/>
                  </a:lnTo>
                  <a:lnTo>
                    <a:pt x="6802796" y="522912"/>
                  </a:lnTo>
                  <a:lnTo>
                    <a:pt x="6797323" y="522912"/>
                  </a:lnTo>
                  <a:lnTo>
                    <a:pt x="6797323" y="522912"/>
                  </a:lnTo>
                  <a:lnTo>
                    <a:pt x="6786377" y="522912"/>
                  </a:lnTo>
                  <a:lnTo>
                    <a:pt x="6786377" y="522912"/>
                  </a:lnTo>
                  <a:lnTo>
                    <a:pt x="6780905" y="522912"/>
                  </a:lnTo>
                  <a:lnTo>
                    <a:pt x="6780905" y="522912"/>
                  </a:lnTo>
                  <a:lnTo>
                    <a:pt x="6775432" y="522912"/>
                  </a:lnTo>
                  <a:lnTo>
                    <a:pt x="6775432" y="522912"/>
                  </a:lnTo>
                  <a:lnTo>
                    <a:pt x="6769959" y="522912"/>
                  </a:lnTo>
                  <a:lnTo>
                    <a:pt x="6769959" y="522912"/>
                  </a:lnTo>
                  <a:lnTo>
                    <a:pt x="6764486" y="522912"/>
                  </a:lnTo>
                  <a:lnTo>
                    <a:pt x="6764486" y="522912"/>
                  </a:lnTo>
                  <a:lnTo>
                    <a:pt x="6759013" y="522912"/>
                  </a:lnTo>
                  <a:lnTo>
                    <a:pt x="6759013" y="522912"/>
                  </a:lnTo>
                  <a:lnTo>
                    <a:pt x="6753540" y="522912"/>
                  </a:lnTo>
                  <a:lnTo>
                    <a:pt x="6753540" y="522912"/>
                  </a:lnTo>
                  <a:lnTo>
                    <a:pt x="6748067" y="522912"/>
                  </a:lnTo>
                  <a:lnTo>
                    <a:pt x="6748067" y="522912"/>
                  </a:lnTo>
                  <a:lnTo>
                    <a:pt x="6742594" y="522912"/>
                  </a:lnTo>
                  <a:lnTo>
                    <a:pt x="6742594" y="522912"/>
                  </a:lnTo>
                  <a:lnTo>
                    <a:pt x="6737121" y="522912"/>
                  </a:lnTo>
                  <a:lnTo>
                    <a:pt x="6737121" y="522912"/>
                  </a:lnTo>
                  <a:lnTo>
                    <a:pt x="6731649" y="522912"/>
                  </a:lnTo>
                  <a:lnTo>
                    <a:pt x="6731649" y="522912"/>
                  </a:lnTo>
                  <a:lnTo>
                    <a:pt x="6726176" y="522912"/>
                  </a:lnTo>
                  <a:lnTo>
                    <a:pt x="6726176" y="522912"/>
                  </a:lnTo>
                  <a:lnTo>
                    <a:pt x="6720703" y="522912"/>
                  </a:lnTo>
                  <a:lnTo>
                    <a:pt x="6720703" y="522912"/>
                  </a:lnTo>
                  <a:lnTo>
                    <a:pt x="6715230" y="522912"/>
                  </a:lnTo>
                  <a:lnTo>
                    <a:pt x="6715230" y="522912"/>
                  </a:lnTo>
                  <a:lnTo>
                    <a:pt x="6709757" y="522912"/>
                  </a:lnTo>
                  <a:lnTo>
                    <a:pt x="6709757" y="522912"/>
                  </a:lnTo>
                  <a:lnTo>
                    <a:pt x="6704284" y="522912"/>
                  </a:lnTo>
                  <a:lnTo>
                    <a:pt x="6704284" y="522912"/>
                  </a:lnTo>
                  <a:lnTo>
                    <a:pt x="6698811" y="522912"/>
                  </a:lnTo>
                  <a:lnTo>
                    <a:pt x="6698811" y="522912"/>
                  </a:lnTo>
                  <a:lnTo>
                    <a:pt x="6693338" y="522912"/>
                  </a:lnTo>
                  <a:lnTo>
                    <a:pt x="6693338" y="522912"/>
                  </a:lnTo>
                  <a:lnTo>
                    <a:pt x="6687865" y="522912"/>
                  </a:lnTo>
                  <a:lnTo>
                    <a:pt x="6687865" y="522912"/>
                  </a:lnTo>
                  <a:lnTo>
                    <a:pt x="6682393" y="522912"/>
                  </a:lnTo>
                  <a:lnTo>
                    <a:pt x="6682393" y="522912"/>
                  </a:lnTo>
                  <a:lnTo>
                    <a:pt x="6676920" y="522912"/>
                  </a:lnTo>
                  <a:lnTo>
                    <a:pt x="6676920" y="522912"/>
                  </a:lnTo>
                  <a:lnTo>
                    <a:pt x="6671447" y="522912"/>
                  </a:lnTo>
                  <a:lnTo>
                    <a:pt x="6671447" y="522912"/>
                  </a:lnTo>
                  <a:lnTo>
                    <a:pt x="6665974" y="522912"/>
                  </a:lnTo>
                  <a:lnTo>
                    <a:pt x="6665974" y="522912"/>
                  </a:lnTo>
                  <a:lnTo>
                    <a:pt x="6660501" y="522912"/>
                  </a:lnTo>
                  <a:lnTo>
                    <a:pt x="6660501" y="522912"/>
                  </a:lnTo>
                  <a:lnTo>
                    <a:pt x="6655028" y="522912"/>
                  </a:lnTo>
                  <a:lnTo>
                    <a:pt x="6655028" y="522912"/>
                  </a:lnTo>
                  <a:lnTo>
                    <a:pt x="6649555" y="522912"/>
                  </a:lnTo>
                  <a:lnTo>
                    <a:pt x="6649555" y="522912"/>
                  </a:lnTo>
                  <a:lnTo>
                    <a:pt x="6644082" y="522912"/>
                  </a:lnTo>
                  <a:lnTo>
                    <a:pt x="6644082" y="522912"/>
                  </a:lnTo>
                  <a:lnTo>
                    <a:pt x="6638610" y="522912"/>
                  </a:lnTo>
                  <a:lnTo>
                    <a:pt x="6638610" y="522912"/>
                  </a:lnTo>
                  <a:lnTo>
                    <a:pt x="6633137" y="522912"/>
                  </a:lnTo>
                  <a:lnTo>
                    <a:pt x="6633137" y="522912"/>
                  </a:lnTo>
                  <a:lnTo>
                    <a:pt x="6627664" y="522912"/>
                  </a:lnTo>
                  <a:lnTo>
                    <a:pt x="6627664" y="522912"/>
                  </a:lnTo>
                  <a:lnTo>
                    <a:pt x="6622191" y="522912"/>
                  </a:lnTo>
                  <a:lnTo>
                    <a:pt x="6622191" y="522912"/>
                  </a:lnTo>
                  <a:lnTo>
                    <a:pt x="6616718" y="522912"/>
                  </a:lnTo>
                  <a:lnTo>
                    <a:pt x="6616718" y="522912"/>
                  </a:lnTo>
                  <a:lnTo>
                    <a:pt x="6611245" y="522912"/>
                  </a:lnTo>
                  <a:lnTo>
                    <a:pt x="6611245" y="522912"/>
                  </a:lnTo>
                  <a:lnTo>
                    <a:pt x="6605772" y="522912"/>
                  </a:lnTo>
                  <a:lnTo>
                    <a:pt x="6605772" y="522912"/>
                  </a:lnTo>
                  <a:lnTo>
                    <a:pt x="6600299" y="522912"/>
                  </a:lnTo>
                  <a:lnTo>
                    <a:pt x="6600299" y="522912"/>
                  </a:lnTo>
                  <a:lnTo>
                    <a:pt x="6594826" y="522912"/>
                  </a:lnTo>
                  <a:lnTo>
                    <a:pt x="6594826" y="522912"/>
                  </a:lnTo>
                  <a:lnTo>
                    <a:pt x="6589354" y="522912"/>
                  </a:lnTo>
                  <a:lnTo>
                    <a:pt x="6589354" y="522912"/>
                  </a:lnTo>
                  <a:lnTo>
                    <a:pt x="6583881" y="522912"/>
                  </a:lnTo>
                  <a:lnTo>
                    <a:pt x="6583881" y="522912"/>
                  </a:lnTo>
                  <a:lnTo>
                    <a:pt x="6578408" y="522912"/>
                  </a:lnTo>
                  <a:lnTo>
                    <a:pt x="6578408" y="522912"/>
                  </a:lnTo>
                  <a:lnTo>
                    <a:pt x="6572935" y="522912"/>
                  </a:lnTo>
                  <a:lnTo>
                    <a:pt x="6572935" y="522912"/>
                  </a:lnTo>
                  <a:lnTo>
                    <a:pt x="6567462" y="522912"/>
                  </a:lnTo>
                  <a:lnTo>
                    <a:pt x="6567462" y="522912"/>
                  </a:lnTo>
                  <a:lnTo>
                    <a:pt x="6561989" y="522912"/>
                  </a:lnTo>
                  <a:lnTo>
                    <a:pt x="6561989" y="522912"/>
                  </a:lnTo>
                  <a:lnTo>
                    <a:pt x="6556516" y="522912"/>
                  </a:lnTo>
                  <a:lnTo>
                    <a:pt x="6556516" y="522912"/>
                  </a:lnTo>
                  <a:lnTo>
                    <a:pt x="6551043" y="522912"/>
                  </a:lnTo>
                  <a:lnTo>
                    <a:pt x="6551043" y="522912"/>
                  </a:lnTo>
                  <a:lnTo>
                    <a:pt x="6545570" y="522912"/>
                  </a:lnTo>
                  <a:lnTo>
                    <a:pt x="6545570" y="522912"/>
                  </a:lnTo>
                  <a:lnTo>
                    <a:pt x="6540098" y="522912"/>
                  </a:lnTo>
                  <a:lnTo>
                    <a:pt x="6540098" y="522912"/>
                  </a:lnTo>
                  <a:lnTo>
                    <a:pt x="6529152" y="522912"/>
                  </a:lnTo>
                  <a:lnTo>
                    <a:pt x="6529152" y="522912"/>
                  </a:lnTo>
                  <a:lnTo>
                    <a:pt x="6518206" y="522912"/>
                  </a:lnTo>
                  <a:lnTo>
                    <a:pt x="6518206" y="522912"/>
                  </a:lnTo>
                  <a:lnTo>
                    <a:pt x="6512733" y="522912"/>
                  </a:lnTo>
                  <a:lnTo>
                    <a:pt x="6512733" y="522912"/>
                  </a:lnTo>
                  <a:lnTo>
                    <a:pt x="6507260" y="522912"/>
                  </a:lnTo>
                  <a:lnTo>
                    <a:pt x="6507260" y="522912"/>
                  </a:lnTo>
                  <a:lnTo>
                    <a:pt x="6501787" y="522912"/>
                  </a:lnTo>
                  <a:lnTo>
                    <a:pt x="6501787" y="522912"/>
                  </a:lnTo>
                  <a:lnTo>
                    <a:pt x="6496315" y="522912"/>
                  </a:lnTo>
                  <a:lnTo>
                    <a:pt x="6496315" y="522912"/>
                  </a:lnTo>
                  <a:lnTo>
                    <a:pt x="6490842" y="522912"/>
                  </a:lnTo>
                  <a:lnTo>
                    <a:pt x="6490842" y="522912"/>
                  </a:lnTo>
                  <a:lnTo>
                    <a:pt x="6485369" y="522912"/>
                  </a:lnTo>
                  <a:lnTo>
                    <a:pt x="6485369" y="522912"/>
                  </a:lnTo>
                  <a:lnTo>
                    <a:pt x="6479896" y="522912"/>
                  </a:lnTo>
                  <a:lnTo>
                    <a:pt x="6479896" y="522912"/>
                  </a:lnTo>
                  <a:lnTo>
                    <a:pt x="6474423" y="522912"/>
                  </a:lnTo>
                  <a:lnTo>
                    <a:pt x="6474423" y="522912"/>
                  </a:lnTo>
                  <a:lnTo>
                    <a:pt x="6468950" y="522912"/>
                  </a:lnTo>
                  <a:lnTo>
                    <a:pt x="6468950" y="522912"/>
                  </a:lnTo>
                  <a:lnTo>
                    <a:pt x="6463477" y="522912"/>
                  </a:lnTo>
                  <a:lnTo>
                    <a:pt x="6463477" y="522912"/>
                  </a:lnTo>
                  <a:lnTo>
                    <a:pt x="6458004" y="522912"/>
                  </a:lnTo>
                  <a:lnTo>
                    <a:pt x="6458004" y="522912"/>
                  </a:lnTo>
                  <a:lnTo>
                    <a:pt x="6452531" y="522912"/>
                  </a:lnTo>
                  <a:lnTo>
                    <a:pt x="6452531" y="522912"/>
                  </a:lnTo>
                  <a:lnTo>
                    <a:pt x="6447059" y="522912"/>
                  </a:lnTo>
                  <a:lnTo>
                    <a:pt x="6447059" y="522912"/>
                  </a:lnTo>
                  <a:lnTo>
                    <a:pt x="6441586" y="522912"/>
                  </a:lnTo>
                  <a:lnTo>
                    <a:pt x="6441586" y="522912"/>
                  </a:lnTo>
                  <a:lnTo>
                    <a:pt x="6436113" y="522912"/>
                  </a:lnTo>
                  <a:lnTo>
                    <a:pt x="6436113" y="522912"/>
                  </a:lnTo>
                  <a:lnTo>
                    <a:pt x="6430640" y="522912"/>
                  </a:lnTo>
                  <a:lnTo>
                    <a:pt x="6430640" y="522912"/>
                  </a:lnTo>
                  <a:lnTo>
                    <a:pt x="6425167" y="522912"/>
                  </a:lnTo>
                  <a:lnTo>
                    <a:pt x="6425167" y="522912"/>
                  </a:lnTo>
                  <a:lnTo>
                    <a:pt x="6419694" y="522912"/>
                  </a:lnTo>
                  <a:lnTo>
                    <a:pt x="6419694" y="542549"/>
                  </a:lnTo>
                  <a:lnTo>
                    <a:pt x="6414221" y="542549"/>
                  </a:lnTo>
                  <a:lnTo>
                    <a:pt x="6414221" y="542549"/>
                  </a:lnTo>
                  <a:lnTo>
                    <a:pt x="6408748" y="542549"/>
                  </a:lnTo>
                  <a:lnTo>
                    <a:pt x="6408748" y="542549"/>
                  </a:lnTo>
                  <a:lnTo>
                    <a:pt x="6403275" y="542549"/>
                  </a:lnTo>
                  <a:lnTo>
                    <a:pt x="6403275" y="542549"/>
                  </a:lnTo>
                  <a:lnTo>
                    <a:pt x="6397803" y="542549"/>
                  </a:lnTo>
                  <a:lnTo>
                    <a:pt x="6397803" y="542549"/>
                  </a:lnTo>
                  <a:lnTo>
                    <a:pt x="6392330" y="542549"/>
                  </a:lnTo>
                  <a:lnTo>
                    <a:pt x="6392330" y="542549"/>
                  </a:lnTo>
                  <a:lnTo>
                    <a:pt x="6386857" y="542549"/>
                  </a:lnTo>
                  <a:lnTo>
                    <a:pt x="6386857" y="542549"/>
                  </a:lnTo>
                  <a:lnTo>
                    <a:pt x="6381384" y="542549"/>
                  </a:lnTo>
                  <a:lnTo>
                    <a:pt x="6381384" y="542549"/>
                  </a:lnTo>
                  <a:lnTo>
                    <a:pt x="6375911" y="542549"/>
                  </a:lnTo>
                  <a:lnTo>
                    <a:pt x="6375911" y="542549"/>
                  </a:lnTo>
                  <a:lnTo>
                    <a:pt x="6370438" y="542549"/>
                  </a:lnTo>
                  <a:lnTo>
                    <a:pt x="6370438" y="542549"/>
                  </a:lnTo>
                  <a:lnTo>
                    <a:pt x="6364965" y="542549"/>
                  </a:lnTo>
                  <a:lnTo>
                    <a:pt x="6364965" y="542549"/>
                  </a:lnTo>
                  <a:lnTo>
                    <a:pt x="6359492" y="542549"/>
                  </a:lnTo>
                  <a:lnTo>
                    <a:pt x="6359492" y="542549"/>
                  </a:lnTo>
                  <a:lnTo>
                    <a:pt x="6354019" y="542549"/>
                  </a:lnTo>
                  <a:lnTo>
                    <a:pt x="6354019" y="542549"/>
                  </a:lnTo>
                  <a:lnTo>
                    <a:pt x="6348547" y="542549"/>
                  </a:lnTo>
                  <a:lnTo>
                    <a:pt x="6348547" y="542549"/>
                  </a:lnTo>
                  <a:lnTo>
                    <a:pt x="6343074" y="542549"/>
                  </a:lnTo>
                  <a:lnTo>
                    <a:pt x="6343074" y="542549"/>
                  </a:lnTo>
                  <a:lnTo>
                    <a:pt x="6332128" y="542549"/>
                  </a:lnTo>
                  <a:lnTo>
                    <a:pt x="6332128" y="542549"/>
                  </a:lnTo>
                  <a:lnTo>
                    <a:pt x="6326655" y="542549"/>
                  </a:lnTo>
                  <a:lnTo>
                    <a:pt x="6326655" y="542549"/>
                  </a:lnTo>
                  <a:lnTo>
                    <a:pt x="6321182" y="542549"/>
                  </a:lnTo>
                  <a:lnTo>
                    <a:pt x="6321182" y="542549"/>
                  </a:lnTo>
                  <a:lnTo>
                    <a:pt x="6315709" y="542549"/>
                  </a:lnTo>
                  <a:lnTo>
                    <a:pt x="6315709" y="542549"/>
                  </a:lnTo>
                  <a:lnTo>
                    <a:pt x="6310236" y="542549"/>
                  </a:lnTo>
                  <a:lnTo>
                    <a:pt x="6310236" y="542549"/>
                  </a:lnTo>
                  <a:lnTo>
                    <a:pt x="6304764" y="542549"/>
                  </a:lnTo>
                  <a:lnTo>
                    <a:pt x="6304764" y="562058"/>
                  </a:lnTo>
                  <a:lnTo>
                    <a:pt x="6299291" y="562058"/>
                  </a:lnTo>
                  <a:lnTo>
                    <a:pt x="6299291" y="562058"/>
                  </a:lnTo>
                  <a:lnTo>
                    <a:pt x="6293818" y="562058"/>
                  </a:lnTo>
                  <a:lnTo>
                    <a:pt x="6293818" y="562058"/>
                  </a:lnTo>
                  <a:lnTo>
                    <a:pt x="6288345" y="562058"/>
                  </a:lnTo>
                  <a:lnTo>
                    <a:pt x="6288345" y="562058"/>
                  </a:lnTo>
                  <a:lnTo>
                    <a:pt x="6282872" y="562058"/>
                  </a:lnTo>
                  <a:lnTo>
                    <a:pt x="6282872" y="562058"/>
                  </a:lnTo>
                  <a:lnTo>
                    <a:pt x="6277399" y="562058"/>
                  </a:lnTo>
                  <a:lnTo>
                    <a:pt x="6277399" y="562058"/>
                  </a:lnTo>
                  <a:lnTo>
                    <a:pt x="6271926" y="562058"/>
                  </a:lnTo>
                  <a:lnTo>
                    <a:pt x="6271926" y="562058"/>
                  </a:lnTo>
                  <a:lnTo>
                    <a:pt x="6266453" y="562058"/>
                  </a:lnTo>
                  <a:lnTo>
                    <a:pt x="6266453" y="562058"/>
                  </a:lnTo>
                  <a:lnTo>
                    <a:pt x="6260980" y="562058"/>
                  </a:lnTo>
                  <a:lnTo>
                    <a:pt x="6260980" y="562058"/>
                  </a:lnTo>
                  <a:lnTo>
                    <a:pt x="6255508" y="562058"/>
                  </a:lnTo>
                  <a:lnTo>
                    <a:pt x="6255508" y="562058"/>
                  </a:lnTo>
                  <a:lnTo>
                    <a:pt x="6250035" y="562058"/>
                  </a:lnTo>
                  <a:lnTo>
                    <a:pt x="6250035" y="562058"/>
                  </a:lnTo>
                  <a:lnTo>
                    <a:pt x="6239089" y="562058"/>
                  </a:lnTo>
                  <a:lnTo>
                    <a:pt x="6239089" y="562058"/>
                  </a:lnTo>
                  <a:lnTo>
                    <a:pt x="6233616" y="562058"/>
                  </a:lnTo>
                  <a:lnTo>
                    <a:pt x="6233616" y="562058"/>
                  </a:lnTo>
                  <a:lnTo>
                    <a:pt x="6228143" y="562058"/>
                  </a:lnTo>
                  <a:lnTo>
                    <a:pt x="6228143" y="562058"/>
                  </a:lnTo>
                  <a:lnTo>
                    <a:pt x="6222670" y="562058"/>
                  </a:lnTo>
                  <a:lnTo>
                    <a:pt x="6222670" y="562058"/>
                  </a:lnTo>
                  <a:lnTo>
                    <a:pt x="6217197" y="562058"/>
                  </a:lnTo>
                  <a:lnTo>
                    <a:pt x="6217197" y="562058"/>
                  </a:lnTo>
                  <a:lnTo>
                    <a:pt x="6211724" y="562058"/>
                  </a:lnTo>
                  <a:lnTo>
                    <a:pt x="6211724" y="562058"/>
                  </a:lnTo>
                  <a:lnTo>
                    <a:pt x="6206252" y="562058"/>
                  </a:lnTo>
                  <a:lnTo>
                    <a:pt x="6206252" y="562058"/>
                  </a:lnTo>
                  <a:lnTo>
                    <a:pt x="6200779" y="562058"/>
                  </a:lnTo>
                  <a:lnTo>
                    <a:pt x="6200779" y="562058"/>
                  </a:lnTo>
                  <a:lnTo>
                    <a:pt x="6195306" y="562058"/>
                  </a:lnTo>
                  <a:lnTo>
                    <a:pt x="6195306" y="600625"/>
                  </a:lnTo>
                  <a:lnTo>
                    <a:pt x="6189833" y="600625"/>
                  </a:lnTo>
                  <a:lnTo>
                    <a:pt x="6189833" y="600625"/>
                  </a:lnTo>
                  <a:lnTo>
                    <a:pt x="6184360" y="600625"/>
                  </a:lnTo>
                  <a:lnTo>
                    <a:pt x="6184360" y="600625"/>
                  </a:lnTo>
                  <a:lnTo>
                    <a:pt x="6178887" y="600625"/>
                  </a:lnTo>
                  <a:lnTo>
                    <a:pt x="6178887" y="600625"/>
                  </a:lnTo>
                  <a:lnTo>
                    <a:pt x="6173414" y="600625"/>
                  </a:lnTo>
                  <a:lnTo>
                    <a:pt x="6173414" y="600625"/>
                  </a:lnTo>
                  <a:lnTo>
                    <a:pt x="6167941" y="600625"/>
                  </a:lnTo>
                  <a:lnTo>
                    <a:pt x="6167941" y="600625"/>
                  </a:lnTo>
                  <a:lnTo>
                    <a:pt x="6162468" y="600625"/>
                  </a:lnTo>
                  <a:lnTo>
                    <a:pt x="6162468" y="600625"/>
                  </a:lnTo>
                  <a:lnTo>
                    <a:pt x="6156996" y="600625"/>
                  </a:lnTo>
                  <a:lnTo>
                    <a:pt x="6156996" y="600625"/>
                  </a:lnTo>
                  <a:lnTo>
                    <a:pt x="6151523" y="600625"/>
                  </a:lnTo>
                  <a:lnTo>
                    <a:pt x="6151523" y="619759"/>
                  </a:lnTo>
                  <a:lnTo>
                    <a:pt x="6146050" y="619759"/>
                  </a:lnTo>
                  <a:lnTo>
                    <a:pt x="6146050" y="619759"/>
                  </a:lnTo>
                  <a:lnTo>
                    <a:pt x="6140577" y="619759"/>
                  </a:lnTo>
                  <a:lnTo>
                    <a:pt x="6140577" y="619759"/>
                  </a:lnTo>
                  <a:lnTo>
                    <a:pt x="6135104" y="619759"/>
                  </a:lnTo>
                  <a:lnTo>
                    <a:pt x="6135104" y="619759"/>
                  </a:lnTo>
                  <a:lnTo>
                    <a:pt x="6129631" y="619759"/>
                  </a:lnTo>
                  <a:lnTo>
                    <a:pt x="6129631" y="619759"/>
                  </a:lnTo>
                  <a:lnTo>
                    <a:pt x="6124158" y="619759"/>
                  </a:lnTo>
                  <a:lnTo>
                    <a:pt x="6124158" y="619759"/>
                  </a:lnTo>
                  <a:lnTo>
                    <a:pt x="6118685" y="619759"/>
                  </a:lnTo>
                  <a:lnTo>
                    <a:pt x="6118685" y="619759"/>
                  </a:lnTo>
                  <a:lnTo>
                    <a:pt x="6113213" y="619759"/>
                  </a:lnTo>
                  <a:lnTo>
                    <a:pt x="6113213" y="619759"/>
                  </a:lnTo>
                  <a:lnTo>
                    <a:pt x="6107740" y="619759"/>
                  </a:lnTo>
                  <a:lnTo>
                    <a:pt x="6107740" y="638755"/>
                  </a:lnTo>
                  <a:lnTo>
                    <a:pt x="6102267" y="638755"/>
                  </a:lnTo>
                  <a:lnTo>
                    <a:pt x="6102267" y="638755"/>
                  </a:lnTo>
                  <a:lnTo>
                    <a:pt x="6096794" y="638755"/>
                  </a:lnTo>
                  <a:lnTo>
                    <a:pt x="6096794" y="638755"/>
                  </a:lnTo>
                  <a:lnTo>
                    <a:pt x="6091321" y="638755"/>
                  </a:lnTo>
                  <a:lnTo>
                    <a:pt x="6091321" y="638755"/>
                  </a:lnTo>
                  <a:lnTo>
                    <a:pt x="6085848" y="638755"/>
                  </a:lnTo>
                  <a:lnTo>
                    <a:pt x="6085848" y="638755"/>
                  </a:lnTo>
                  <a:lnTo>
                    <a:pt x="6080375" y="638755"/>
                  </a:lnTo>
                  <a:lnTo>
                    <a:pt x="6080375" y="638755"/>
                  </a:lnTo>
                  <a:lnTo>
                    <a:pt x="6074902" y="638755"/>
                  </a:lnTo>
                  <a:lnTo>
                    <a:pt x="6074902" y="638755"/>
                  </a:lnTo>
                  <a:lnTo>
                    <a:pt x="6069429" y="638755"/>
                  </a:lnTo>
                  <a:lnTo>
                    <a:pt x="6069429" y="657597"/>
                  </a:lnTo>
                  <a:lnTo>
                    <a:pt x="6063957" y="657597"/>
                  </a:lnTo>
                  <a:lnTo>
                    <a:pt x="6063957" y="657597"/>
                  </a:lnTo>
                  <a:lnTo>
                    <a:pt x="6058484" y="657597"/>
                  </a:lnTo>
                  <a:lnTo>
                    <a:pt x="6058484" y="657597"/>
                  </a:lnTo>
                  <a:lnTo>
                    <a:pt x="6053011" y="657597"/>
                  </a:lnTo>
                  <a:lnTo>
                    <a:pt x="6053011" y="676423"/>
                  </a:lnTo>
                  <a:lnTo>
                    <a:pt x="6047538" y="676423"/>
                  </a:lnTo>
                  <a:lnTo>
                    <a:pt x="6047538" y="695234"/>
                  </a:lnTo>
                  <a:lnTo>
                    <a:pt x="6042065" y="695234"/>
                  </a:lnTo>
                  <a:lnTo>
                    <a:pt x="6042065" y="695234"/>
                  </a:lnTo>
                  <a:lnTo>
                    <a:pt x="6036592" y="695234"/>
                  </a:lnTo>
                  <a:lnTo>
                    <a:pt x="6036592" y="695234"/>
                  </a:lnTo>
                  <a:lnTo>
                    <a:pt x="6031119" y="695234"/>
                  </a:lnTo>
                  <a:lnTo>
                    <a:pt x="6031119" y="695234"/>
                  </a:lnTo>
                  <a:lnTo>
                    <a:pt x="6025646" y="695234"/>
                  </a:lnTo>
                  <a:lnTo>
                    <a:pt x="6025646" y="695234"/>
                  </a:lnTo>
                  <a:lnTo>
                    <a:pt x="6020173" y="695234"/>
                  </a:lnTo>
                  <a:lnTo>
                    <a:pt x="6020173" y="695234"/>
                  </a:lnTo>
                  <a:lnTo>
                    <a:pt x="6014701" y="695234"/>
                  </a:lnTo>
                  <a:lnTo>
                    <a:pt x="6014701" y="695234"/>
                  </a:lnTo>
                  <a:lnTo>
                    <a:pt x="6009228" y="695234"/>
                  </a:lnTo>
                  <a:lnTo>
                    <a:pt x="6009228" y="695234"/>
                  </a:lnTo>
                  <a:lnTo>
                    <a:pt x="6003755" y="695234"/>
                  </a:lnTo>
                  <a:lnTo>
                    <a:pt x="6003755" y="695234"/>
                  </a:lnTo>
                  <a:lnTo>
                    <a:pt x="5998282" y="695234"/>
                  </a:lnTo>
                  <a:lnTo>
                    <a:pt x="5998282" y="695234"/>
                  </a:lnTo>
                  <a:lnTo>
                    <a:pt x="5992809" y="695234"/>
                  </a:lnTo>
                  <a:lnTo>
                    <a:pt x="5992809" y="695234"/>
                  </a:lnTo>
                  <a:lnTo>
                    <a:pt x="5987336" y="695234"/>
                  </a:lnTo>
                  <a:lnTo>
                    <a:pt x="5987336" y="695234"/>
                  </a:lnTo>
                  <a:lnTo>
                    <a:pt x="5981863" y="695234"/>
                  </a:lnTo>
                  <a:lnTo>
                    <a:pt x="5981863" y="695234"/>
                  </a:lnTo>
                  <a:lnTo>
                    <a:pt x="5976390" y="695234"/>
                  </a:lnTo>
                  <a:lnTo>
                    <a:pt x="5976390" y="695234"/>
                  </a:lnTo>
                  <a:lnTo>
                    <a:pt x="5970918" y="695234"/>
                  </a:lnTo>
                  <a:lnTo>
                    <a:pt x="5970918" y="695234"/>
                  </a:lnTo>
                  <a:lnTo>
                    <a:pt x="5965445" y="695234"/>
                  </a:lnTo>
                  <a:lnTo>
                    <a:pt x="5965445" y="695234"/>
                  </a:lnTo>
                  <a:lnTo>
                    <a:pt x="5959972" y="695234"/>
                  </a:lnTo>
                  <a:lnTo>
                    <a:pt x="5959972" y="695234"/>
                  </a:lnTo>
                  <a:lnTo>
                    <a:pt x="5954499" y="695234"/>
                  </a:lnTo>
                  <a:lnTo>
                    <a:pt x="5954499" y="695234"/>
                  </a:lnTo>
                  <a:lnTo>
                    <a:pt x="5949026" y="695234"/>
                  </a:lnTo>
                  <a:lnTo>
                    <a:pt x="5949026" y="695234"/>
                  </a:lnTo>
                  <a:lnTo>
                    <a:pt x="5943553" y="695234"/>
                  </a:lnTo>
                  <a:lnTo>
                    <a:pt x="5943553" y="695234"/>
                  </a:lnTo>
                  <a:lnTo>
                    <a:pt x="5938080" y="695234"/>
                  </a:lnTo>
                  <a:lnTo>
                    <a:pt x="5938080" y="695234"/>
                  </a:lnTo>
                  <a:lnTo>
                    <a:pt x="5932607" y="695234"/>
                  </a:lnTo>
                  <a:lnTo>
                    <a:pt x="5932607" y="695234"/>
                  </a:lnTo>
                  <a:lnTo>
                    <a:pt x="5927134" y="695234"/>
                  </a:lnTo>
                  <a:lnTo>
                    <a:pt x="5927134" y="695234"/>
                  </a:lnTo>
                  <a:lnTo>
                    <a:pt x="5921662" y="695234"/>
                  </a:lnTo>
                  <a:lnTo>
                    <a:pt x="5921662" y="695234"/>
                  </a:lnTo>
                  <a:lnTo>
                    <a:pt x="5916189" y="695234"/>
                  </a:lnTo>
                  <a:lnTo>
                    <a:pt x="5916189" y="695234"/>
                  </a:lnTo>
                  <a:lnTo>
                    <a:pt x="5910716" y="695234"/>
                  </a:lnTo>
                  <a:lnTo>
                    <a:pt x="5910716" y="695234"/>
                  </a:lnTo>
                  <a:lnTo>
                    <a:pt x="5905243" y="695234"/>
                  </a:lnTo>
                  <a:lnTo>
                    <a:pt x="5905243" y="695234"/>
                  </a:lnTo>
                  <a:lnTo>
                    <a:pt x="5899770" y="695234"/>
                  </a:lnTo>
                  <a:lnTo>
                    <a:pt x="5899770" y="695234"/>
                  </a:lnTo>
                  <a:lnTo>
                    <a:pt x="5894297" y="695234"/>
                  </a:lnTo>
                  <a:lnTo>
                    <a:pt x="5894297" y="695234"/>
                  </a:lnTo>
                  <a:lnTo>
                    <a:pt x="5888824" y="695234"/>
                  </a:lnTo>
                  <a:lnTo>
                    <a:pt x="5888824" y="695234"/>
                  </a:lnTo>
                  <a:lnTo>
                    <a:pt x="5883351" y="695234"/>
                  </a:lnTo>
                  <a:lnTo>
                    <a:pt x="5883351" y="695234"/>
                  </a:lnTo>
                  <a:lnTo>
                    <a:pt x="5877878" y="695234"/>
                  </a:lnTo>
                  <a:lnTo>
                    <a:pt x="5877878" y="695234"/>
                  </a:lnTo>
                  <a:lnTo>
                    <a:pt x="5872406" y="695234"/>
                  </a:lnTo>
                  <a:lnTo>
                    <a:pt x="5872406" y="695234"/>
                  </a:lnTo>
                  <a:lnTo>
                    <a:pt x="5866933" y="695234"/>
                  </a:lnTo>
                  <a:lnTo>
                    <a:pt x="5866933" y="695234"/>
                  </a:lnTo>
                  <a:lnTo>
                    <a:pt x="5861460" y="695234"/>
                  </a:lnTo>
                  <a:lnTo>
                    <a:pt x="5861460" y="695234"/>
                  </a:lnTo>
                  <a:lnTo>
                    <a:pt x="5855987" y="695234"/>
                  </a:lnTo>
                  <a:lnTo>
                    <a:pt x="5855987" y="695234"/>
                  </a:lnTo>
                  <a:lnTo>
                    <a:pt x="5850514" y="695234"/>
                  </a:lnTo>
                  <a:lnTo>
                    <a:pt x="5850514" y="695234"/>
                  </a:lnTo>
                  <a:lnTo>
                    <a:pt x="5845041" y="695234"/>
                  </a:lnTo>
                  <a:lnTo>
                    <a:pt x="5845041" y="695234"/>
                  </a:lnTo>
                  <a:lnTo>
                    <a:pt x="5839568" y="695234"/>
                  </a:lnTo>
                  <a:lnTo>
                    <a:pt x="5839568" y="695234"/>
                  </a:lnTo>
                  <a:lnTo>
                    <a:pt x="5834095" y="695234"/>
                  </a:lnTo>
                  <a:lnTo>
                    <a:pt x="5834095" y="695234"/>
                  </a:lnTo>
                  <a:lnTo>
                    <a:pt x="5828622" y="695234"/>
                  </a:lnTo>
                  <a:lnTo>
                    <a:pt x="5828622" y="695234"/>
                  </a:lnTo>
                  <a:lnTo>
                    <a:pt x="5823150" y="695234"/>
                  </a:lnTo>
                  <a:lnTo>
                    <a:pt x="5823150" y="695234"/>
                  </a:lnTo>
                  <a:lnTo>
                    <a:pt x="5817677" y="695234"/>
                  </a:lnTo>
                  <a:lnTo>
                    <a:pt x="5817677" y="695234"/>
                  </a:lnTo>
                  <a:lnTo>
                    <a:pt x="5812204" y="695234"/>
                  </a:lnTo>
                  <a:lnTo>
                    <a:pt x="5812204" y="695234"/>
                  </a:lnTo>
                  <a:lnTo>
                    <a:pt x="5806731" y="695234"/>
                  </a:lnTo>
                  <a:lnTo>
                    <a:pt x="5806731" y="695234"/>
                  </a:lnTo>
                  <a:lnTo>
                    <a:pt x="5801258" y="695234"/>
                  </a:lnTo>
                  <a:lnTo>
                    <a:pt x="5801258" y="695234"/>
                  </a:lnTo>
                  <a:lnTo>
                    <a:pt x="5795785" y="695234"/>
                  </a:lnTo>
                  <a:lnTo>
                    <a:pt x="5795785" y="695234"/>
                  </a:lnTo>
                  <a:lnTo>
                    <a:pt x="5790312" y="695234"/>
                  </a:lnTo>
                  <a:lnTo>
                    <a:pt x="5790312" y="695234"/>
                  </a:lnTo>
                  <a:lnTo>
                    <a:pt x="5784839" y="695234"/>
                  </a:lnTo>
                  <a:lnTo>
                    <a:pt x="5784839" y="695234"/>
                  </a:lnTo>
                  <a:lnTo>
                    <a:pt x="5779367" y="695234"/>
                  </a:lnTo>
                  <a:lnTo>
                    <a:pt x="5779367" y="695234"/>
                  </a:lnTo>
                  <a:lnTo>
                    <a:pt x="5773894" y="695234"/>
                  </a:lnTo>
                  <a:lnTo>
                    <a:pt x="5773894" y="695234"/>
                  </a:lnTo>
                  <a:lnTo>
                    <a:pt x="5768421" y="695234"/>
                  </a:lnTo>
                  <a:lnTo>
                    <a:pt x="5768421" y="695234"/>
                  </a:lnTo>
                  <a:lnTo>
                    <a:pt x="5762948" y="695234"/>
                  </a:lnTo>
                  <a:lnTo>
                    <a:pt x="5762948" y="713556"/>
                  </a:lnTo>
                  <a:lnTo>
                    <a:pt x="5757475" y="713556"/>
                  </a:lnTo>
                  <a:lnTo>
                    <a:pt x="5757475" y="713556"/>
                  </a:lnTo>
                  <a:lnTo>
                    <a:pt x="5752002" y="713556"/>
                  </a:lnTo>
                  <a:lnTo>
                    <a:pt x="5752002" y="713556"/>
                  </a:lnTo>
                  <a:lnTo>
                    <a:pt x="5746529" y="713556"/>
                  </a:lnTo>
                  <a:lnTo>
                    <a:pt x="5746529" y="713556"/>
                  </a:lnTo>
                  <a:lnTo>
                    <a:pt x="5741056" y="713556"/>
                  </a:lnTo>
                  <a:lnTo>
                    <a:pt x="5741056" y="713556"/>
                  </a:lnTo>
                  <a:lnTo>
                    <a:pt x="5735583" y="713556"/>
                  </a:lnTo>
                  <a:lnTo>
                    <a:pt x="5735583" y="731816"/>
                  </a:lnTo>
                  <a:lnTo>
                    <a:pt x="5730111" y="731816"/>
                  </a:lnTo>
                  <a:lnTo>
                    <a:pt x="5730111" y="731816"/>
                  </a:lnTo>
                  <a:lnTo>
                    <a:pt x="5724638" y="731816"/>
                  </a:lnTo>
                  <a:lnTo>
                    <a:pt x="5724638" y="731816"/>
                  </a:lnTo>
                  <a:lnTo>
                    <a:pt x="5719165" y="731816"/>
                  </a:lnTo>
                  <a:lnTo>
                    <a:pt x="5719165" y="731816"/>
                  </a:lnTo>
                  <a:lnTo>
                    <a:pt x="5713692" y="731816"/>
                  </a:lnTo>
                  <a:lnTo>
                    <a:pt x="5713692" y="731816"/>
                  </a:lnTo>
                  <a:lnTo>
                    <a:pt x="5708219" y="731816"/>
                  </a:lnTo>
                  <a:lnTo>
                    <a:pt x="5708219" y="731816"/>
                  </a:lnTo>
                  <a:lnTo>
                    <a:pt x="5702746" y="731816"/>
                  </a:lnTo>
                  <a:lnTo>
                    <a:pt x="5702746" y="731816"/>
                  </a:lnTo>
                  <a:lnTo>
                    <a:pt x="5697273" y="731816"/>
                  </a:lnTo>
                  <a:lnTo>
                    <a:pt x="5697273" y="731816"/>
                  </a:lnTo>
                  <a:lnTo>
                    <a:pt x="5691800" y="731816"/>
                  </a:lnTo>
                  <a:lnTo>
                    <a:pt x="5691800" y="731816"/>
                  </a:lnTo>
                  <a:lnTo>
                    <a:pt x="5686327" y="731816"/>
                  </a:lnTo>
                  <a:lnTo>
                    <a:pt x="5686327" y="749952"/>
                  </a:lnTo>
                  <a:lnTo>
                    <a:pt x="5680855" y="749952"/>
                  </a:lnTo>
                  <a:lnTo>
                    <a:pt x="5680855" y="749952"/>
                  </a:lnTo>
                  <a:lnTo>
                    <a:pt x="5675382" y="749952"/>
                  </a:lnTo>
                  <a:lnTo>
                    <a:pt x="5675382" y="749952"/>
                  </a:lnTo>
                  <a:lnTo>
                    <a:pt x="5669909" y="749952"/>
                  </a:lnTo>
                  <a:lnTo>
                    <a:pt x="5669909" y="749952"/>
                  </a:lnTo>
                  <a:lnTo>
                    <a:pt x="5664436" y="749952"/>
                  </a:lnTo>
                  <a:lnTo>
                    <a:pt x="5664436" y="749952"/>
                  </a:lnTo>
                  <a:lnTo>
                    <a:pt x="5658963" y="749952"/>
                  </a:lnTo>
                  <a:lnTo>
                    <a:pt x="5658963" y="749952"/>
                  </a:lnTo>
                  <a:lnTo>
                    <a:pt x="5653490" y="749952"/>
                  </a:lnTo>
                  <a:lnTo>
                    <a:pt x="5653490" y="749952"/>
                  </a:lnTo>
                  <a:lnTo>
                    <a:pt x="5648017" y="749952"/>
                  </a:lnTo>
                  <a:lnTo>
                    <a:pt x="5648017" y="749952"/>
                  </a:lnTo>
                  <a:lnTo>
                    <a:pt x="5642544" y="749952"/>
                  </a:lnTo>
                  <a:lnTo>
                    <a:pt x="5642544" y="749952"/>
                  </a:lnTo>
                  <a:lnTo>
                    <a:pt x="5637071" y="749952"/>
                  </a:lnTo>
                  <a:lnTo>
                    <a:pt x="5637071" y="749952"/>
                  </a:lnTo>
                  <a:lnTo>
                    <a:pt x="5631599" y="749952"/>
                  </a:lnTo>
                  <a:lnTo>
                    <a:pt x="5631599" y="749952"/>
                  </a:lnTo>
                  <a:lnTo>
                    <a:pt x="5626126" y="749952"/>
                  </a:lnTo>
                  <a:lnTo>
                    <a:pt x="5626126" y="749952"/>
                  </a:lnTo>
                  <a:lnTo>
                    <a:pt x="5620653" y="749952"/>
                  </a:lnTo>
                  <a:lnTo>
                    <a:pt x="5620653" y="749952"/>
                  </a:lnTo>
                  <a:lnTo>
                    <a:pt x="5615180" y="749952"/>
                  </a:lnTo>
                  <a:lnTo>
                    <a:pt x="5615180" y="749952"/>
                  </a:lnTo>
                  <a:lnTo>
                    <a:pt x="5609707" y="749952"/>
                  </a:lnTo>
                  <a:lnTo>
                    <a:pt x="5609707" y="749952"/>
                  </a:lnTo>
                  <a:lnTo>
                    <a:pt x="5604234" y="749952"/>
                  </a:lnTo>
                  <a:lnTo>
                    <a:pt x="5604234" y="749952"/>
                  </a:lnTo>
                  <a:lnTo>
                    <a:pt x="5598761" y="749952"/>
                  </a:lnTo>
                  <a:lnTo>
                    <a:pt x="5598761" y="749952"/>
                  </a:lnTo>
                  <a:lnTo>
                    <a:pt x="5593288" y="749952"/>
                  </a:lnTo>
                  <a:lnTo>
                    <a:pt x="5593288" y="749952"/>
                  </a:lnTo>
                  <a:lnTo>
                    <a:pt x="5587816" y="749952"/>
                  </a:lnTo>
                  <a:lnTo>
                    <a:pt x="5587816" y="749952"/>
                  </a:lnTo>
                  <a:lnTo>
                    <a:pt x="5582343" y="749952"/>
                  </a:lnTo>
                  <a:lnTo>
                    <a:pt x="5582343" y="749952"/>
                  </a:lnTo>
                  <a:lnTo>
                    <a:pt x="5576870" y="749952"/>
                  </a:lnTo>
                  <a:lnTo>
                    <a:pt x="5576870" y="749952"/>
                  </a:lnTo>
                  <a:lnTo>
                    <a:pt x="5571397" y="749952"/>
                  </a:lnTo>
                  <a:lnTo>
                    <a:pt x="5571397" y="749952"/>
                  </a:lnTo>
                  <a:lnTo>
                    <a:pt x="5565924" y="749952"/>
                  </a:lnTo>
                  <a:lnTo>
                    <a:pt x="5565924" y="749952"/>
                  </a:lnTo>
                  <a:lnTo>
                    <a:pt x="5560451" y="749952"/>
                  </a:lnTo>
                  <a:lnTo>
                    <a:pt x="5560451" y="749952"/>
                  </a:lnTo>
                  <a:lnTo>
                    <a:pt x="5554978" y="749952"/>
                  </a:lnTo>
                  <a:lnTo>
                    <a:pt x="5554978" y="749952"/>
                  </a:lnTo>
                  <a:lnTo>
                    <a:pt x="5549505" y="749952"/>
                  </a:lnTo>
                  <a:lnTo>
                    <a:pt x="5549505" y="749952"/>
                  </a:lnTo>
                  <a:lnTo>
                    <a:pt x="5544032" y="749952"/>
                  </a:lnTo>
                  <a:lnTo>
                    <a:pt x="5544032" y="749952"/>
                  </a:lnTo>
                  <a:lnTo>
                    <a:pt x="5538560" y="749952"/>
                  </a:lnTo>
                  <a:lnTo>
                    <a:pt x="5538560" y="749952"/>
                  </a:lnTo>
                  <a:lnTo>
                    <a:pt x="5533087" y="749952"/>
                  </a:lnTo>
                  <a:lnTo>
                    <a:pt x="5533087" y="749952"/>
                  </a:lnTo>
                  <a:lnTo>
                    <a:pt x="5527614" y="749952"/>
                  </a:lnTo>
                  <a:lnTo>
                    <a:pt x="5527614" y="749952"/>
                  </a:lnTo>
                  <a:lnTo>
                    <a:pt x="5522141" y="749952"/>
                  </a:lnTo>
                  <a:lnTo>
                    <a:pt x="5522141" y="749952"/>
                  </a:lnTo>
                  <a:lnTo>
                    <a:pt x="5516668" y="749952"/>
                  </a:lnTo>
                  <a:lnTo>
                    <a:pt x="5516668" y="749952"/>
                  </a:lnTo>
                  <a:lnTo>
                    <a:pt x="5511195" y="749952"/>
                  </a:lnTo>
                  <a:lnTo>
                    <a:pt x="5511195" y="749952"/>
                  </a:lnTo>
                  <a:lnTo>
                    <a:pt x="5505722" y="749952"/>
                  </a:lnTo>
                  <a:lnTo>
                    <a:pt x="5505722" y="749952"/>
                  </a:lnTo>
                  <a:lnTo>
                    <a:pt x="5500249" y="749952"/>
                  </a:lnTo>
                  <a:lnTo>
                    <a:pt x="5500249" y="749952"/>
                  </a:lnTo>
                  <a:lnTo>
                    <a:pt x="5494776" y="749952"/>
                  </a:lnTo>
                  <a:lnTo>
                    <a:pt x="5494776" y="749952"/>
                  </a:lnTo>
                  <a:lnTo>
                    <a:pt x="5489304" y="749952"/>
                  </a:lnTo>
                  <a:lnTo>
                    <a:pt x="5489304" y="749952"/>
                  </a:lnTo>
                  <a:lnTo>
                    <a:pt x="5483831" y="749952"/>
                  </a:lnTo>
                  <a:lnTo>
                    <a:pt x="5483831" y="749952"/>
                  </a:lnTo>
                  <a:lnTo>
                    <a:pt x="5478358" y="749952"/>
                  </a:lnTo>
                  <a:lnTo>
                    <a:pt x="5478358" y="749952"/>
                  </a:lnTo>
                  <a:lnTo>
                    <a:pt x="5472885" y="749952"/>
                  </a:lnTo>
                  <a:lnTo>
                    <a:pt x="5472885" y="749952"/>
                  </a:lnTo>
                  <a:lnTo>
                    <a:pt x="5467412" y="749952"/>
                  </a:lnTo>
                  <a:lnTo>
                    <a:pt x="5467412" y="749952"/>
                  </a:lnTo>
                  <a:lnTo>
                    <a:pt x="5461939" y="749952"/>
                  </a:lnTo>
                  <a:lnTo>
                    <a:pt x="5461939" y="767655"/>
                  </a:lnTo>
                  <a:lnTo>
                    <a:pt x="5456466" y="767655"/>
                  </a:lnTo>
                  <a:lnTo>
                    <a:pt x="5456466" y="767655"/>
                  </a:lnTo>
                  <a:lnTo>
                    <a:pt x="5450993" y="767655"/>
                  </a:lnTo>
                  <a:lnTo>
                    <a:pt x="5450993" y="767655"/>
                  </a:lnTo>
                  <a:lnTo>
                    <a:pt x="5445520" y="767655"/>
                  </a:lnTo>
                  <a:lnTo>
                    <a:pt x="5445520" y="785315"/>
                  </a:lnTo>
                  <a:lnTo>
                    <a:pt x="5440048" y="785315"/>
                  </a:lnTo>
                  <a:lnTo>
                    <a:pt x="5440048" y="802962"/>
                  </a:lnTo>
                  <a:lnTo>
                    <a:pt x="5434575" y="802962"/>
                  </a:lnTo>
                  <a:lnTo>
                    <a:pt x="5434575" y="802962"/>
                  </a:lnTo>
                  <a:lnTo>
                    <a:pt x="5429102" y="802962"/>
                  </a:lnTo>
                  <a:lnTo>
                    <a:pt x="5429102" y="802962"/>
                  </a:lnTo>
                  <a:lnTo>
                    <a:pt x="5423629" y="802962"/>
                  </a:lnTo>
                  <a:lnTo>
                    <a:pt x="5423629" y="802962"/>
                  </a:lnTo>
                  <a:lnTo>
                    <a:pt x="5418156" y="802962"/>
                  </a:lnTo>
                  <a:lnTo>
                    <a:pt x="5418156" y="802962"/>
                  </a:lnTo>
                  <a:lnTo>
                    <a:pt x="5412683" y="802962"/>
                  </a:lnTo>
                  <a:lnTo>
                    <a:pt x="5412683" y="802962"/>
                  </a:lnTo>
                  <a:lnTo>
                    <a:pt x="5407210" y="802962"/>
                  </a:lnTo>
                  <a:lnTo>
                    <a:pt x="5407210" y="802962"/>
                  </a:lnTo>
                  <a:lnTo>
                    <a:pt x="5401737" y="802962"/>
                  </a:lnTo>
                  <a:lnTo>
                    <a:pt x="5401737" y="802962"/>
                  </a:lnTo>
                  <a:lnTo>
                    <a:pt x="5396265" y="802962"/>
                  </a:lnTo>
                  <a:lnTo>
                    <a:pt x="5396265" y="802962"/>
                  </a:lnTo>
                  <a:lnTo>
                    <a:pt x="5390792" y="802962"/>
                  </a:lnTo>
                  <a:lnTo>
                    <a:pt x="5390792" y="802962"/>
                  </a:lnTo>
                  <a:lnTo>
                    <a:pt x="5385319" y="802962"/>
                  </a:lnTo>
                  <a:lnTo>
                    <a:pt x="5385319" y="802962"/>
                  </a:lnTo>
                  <a:lnTo>
                    <a:pt x="5379846" y="802962"/>
                  </a:lnTo>
                  <a:lnTo>
                    <a:pt x="5379846" y="802962"/>
                  </a:lnTo>
                  <a:lnTo>
                    <a:pt x="5374373" y="802962"/>
                  </a:lnTo>
                  <a:lnTo>
                    <a:pt x="5374373" y="802962"/>
                  </a:lnTo>
                  <a:lnTo>
                    <a:pt x="5368900" y="802962"/>
                  </a:lnTo>
                  <a:lnTo>
                    <a:pt x="5368900" y="802962"/>
                  </a:lnTo>
                  <a:lnTo>
                    <a:pt x="5363427" y="802962"/>
                  </a:lnTo>
                  <a:lnTo>
                    <a:pt x="5363427" y="802962"/>
                  </a:lnTo>
                  <a:lnTo>
                    <a:pt x="5357954" y="802962"/>
                  </a:lnTo>
                  <a:lnTo>
                    <a:pt x="5357954" y="802962"/>
                  </a:lnTo>
                  <a:lnTo>
                    <a:pt x="5352481" y="802962"/>
                  </a:lnTo>
                  <a:lnTo>
                    <a:pt x="5352481" y="820382"/>
                  </a:lnTo>
                  <a:lnTo>
                    <a:pt x="5347009" y="820382"/>
                  </a:lnTo>
                  <a:lnTo>
                    <a:pt x="5347009" y="820382"/>
                  </a:lnTo>
                  <a:lnTo>
                    <a:pt x="5341536" y="820382"/>
                  </a:lnTo>
                  <a:lnTo>
                    <a:pt x="5341536" y="820382"/>
                  </a:lnTo>
                  <a:lnTo>
                    <a:pt x="5336063" y="820382"/>
                  </a:lnTo>
                  <a:lnTo>
                    <a:pt x="5336063" y="820382"/>
                  </a:lnTo>
                  <a:lnTo>
                    <a:pt x="5330590" y="820382"/>
                  </a:lnTo>
                  <a:lnTo>
                    <a:pt x="5330590" y="820382"/>
                  </a:lnTo>
                  <a:lnTo>
                    <a:pt x="5325117" y="820382"/>
                  </a:lnTo>
                  <a:lnTo>
                    <a:pt x="5325117" y="820382"/>
                  </a:lnTo>
                  <a:lnTo>
                    <a:pt x="5319644" y="820382"/>
                  </a:lnTo>
                  <a:lnTo>
                    <a:pt x="5319644" y="820382"/>
                  </a:lnTo>
                  <a:lnTo>
                    <a:pt x="5314171" y="820382"/>
                  </a:lnTo>
                  <a:lnTo>
                    <a:pt x="5314171" y="820382"/>
                  </a:lnTo>
                  <a:lnTo>
                    <a:pt x="5308698" y="820382"/>
                  </a:lnTo>
                  <a:lnTo>
                    <a:pt x="5308698" y="820382"/>
                  </a:lnTo>
                  <a:lnTo>
                    <a:pt x="5303225" y="820382"/>
                  </a:lnTo>
                  <a:lnTo>
                    <a:pt x="5303225" y="820382"/>
                  </a:lnTo>
                  <a:lnTo>
                    <a:pt x="5297753" y="820382"/>
                  </a:lnTo>
                  <a:lnTo>
                    <a:pt x="5297753" y="820382"/>
                  </a:lnTo>
                  <a:lnTo>
                    <a:pt x="5292280" y="820382"/>
                  </a:lnTo>
                  <a:lnTo>
                    <a:pt x="5292280" y="820382"/>
                  </a:lnTo>
                  <a:lnTo>
                    <a:pt x="5286807" y="820382"/>
                  </a:lnTo>
                  <a:lnTo>
                    <a:pt x="5286807" y="837692"/>
                  </a:lnTo>
                  <a:lnTo>
                    <a:pt x="5281334" y="837692"/>
                  </a:lnTo>
                  <a:lnTo>
                    <a:pt x="5281334" y="837692"/>
                  </a:lnTo>
                  <a:lnTo>
                    <a:pt x="5275861" y="837692"/>
                  </a:lnTo>
                  <a:lnTo>
                    <a:pt x="5275861" y="854974"/>
                  </a:lnTo>
                  <a:lnTo>
                    <a:pt x="5270388" y="854974"/>
                  </a:lnTo>
                  <a:lnTo>
                    <a:pt x="5270388" y="854974"/>
                  </a:lnTo>
                  <a:lnTo>
                    <a:pt x="5264915" y="854974"/>
                  </a:lnTo>
                  <a:lnTo>
                    <a:pt x="5264915" y="854974"/>
                  </a:lnTo>
                  <a:lnTo>
                    <a:pt x="5259442" y="854974"/>
                  </a:lnTo>
                  <a:lnTo>
                    <a:pt x="5259442" y="854974"/>
                  </a:lnTo>
                  <a:lnTo>
                    <a:pt x="5253970" y="854974"/>
                  </a:lnTo>
                  <a:lnTo>
                    <a:pt x="5253970" y="854974"/>
                  </a:lnTo>
                  <a:lnTo>
                    <a:pt x="5248497" y="854974"/>
                  </a:lnTo>
                  <a:lnTo>
                    <a:pt x="5248497" y="854974"/>
                  </a:lnTo>
                  <a:lnTo>
                    <a:pt x="5243024" y="854974"/>
                  </a:lnTo>
                  <a:lnTo>
                    <a:pt x="5243024" y="854974"/>
                  </a:lnTo>
                  <a:lnTo>
                    <a:pt x="5237551" y="854974"/>
                  </a:lnTo>
                  <a:lnTo>
                    <a:pt x="5237551" y="854974"/>
                  </a:lnTo>
                  <a:lnTo>
                    <a:pt x="5232078" y="854974"/>
                  </a:lnTo>
                  <a:lnTo>
                    <a:pt x="5232078" y="854974"/>
                  </a:lnTo>
                  <a:lnTo>
                    <a:pt x="5226605" y="854974"/>
                  </a:lnTo>
                  <a:lnTo>
                    <a:pt x="5226605" y="854974"/>
                  </a:lnTo>
                  <a:lnTo>
                    <a:pt x="5221132" y="854974"/>
                  </a:lnTo>
                  <a:lnTo>
                    <a:pt x="5221132" y="854974"/>
                  </a:lnTo>
                  <a:lnTo>
                    <a:pt x="5215659" y="854974"/>
                  </a:lnTo>
                  <a:lnTo>
                    <a:pt x="5215659" y="854974"/>
                  </a:lnTo>
                  <a:lnTo>
                    <a:pt x="5210186" y="854974"/>
                  </a:lnTo>
                  <a:lnTo>
                    <a:pt x="5210186" y="854974"/>
                  </a:lnTo>
                  <a:lnTo>
                    <a:pt x="5204714" y="854974"/>
                  </a:lnTo>
                  <a:lnTo>
                    <a:pt x="5204714" y="854974"/>
                  </a:lnTo>
                  <a:lnTo>
                    <a:pt x="5199241" y="854974"/>
                  </a:lnTo>
                  <a:lnTo>
                    <a:pt x="5199241" y="854974"/>
                  </a:lnTo>
                  <a:lnTo>
                    <a:pt x="5193768" y="854974"/>
                  </a:lnTo>
                  <a:lnTo>
                    <a:pt x="5193768" y="854974"/>
                  </a:lnTo>
                  <a:lnTo>
                    <a:pt x="5188295" y="854974"/>
                  </a:lnTo>
                  <a:lnTo>
                    <a:pt x="5188295" y="854974"/>
                  </a:lnTo>
                  <a:lnTo>
                    <a:pt x="5182822" y="854974"/>
                  </a:lnTo>
                  <a:lnTo>
                    <a:pt x="5182822" y="854974"/>
                  </a:lnTo>
                  <a:lnTo>
                    <a:pt x="5177349" y="854974"/>
                  </a:lnTo>
                  <a:lnTo>
                    <a:pt x="5177349" y="854974"/>
                  </a:lnTo>
                  <a:lnTo>
                    <a:pt x="5171876" y="854974"/>
                  </a:lnTo>
                  <a:lnTo>
                    <a:pt x="5171876" y="872068"/>
                  </a:lnTo>
                  <a:lnTo>
                    <a:pt x="5166403" y="872068"/>
                  </a:lnTo>
                  <a:lnTo>
                    <a:pt x="5166403" y="872068"/>
                  </a:lnTo>
                  <a:lnTo>
                    <a:pt x="5160930" y="872068"/>
                  </a:lnTo>
                  <a:lnTo>
                    <a:pt x="5160930" y="872068"/>
                  </a:lnTo>
                  <a:lnTo>
                    <a:pt x="5155458" y="872068"/>
                  </a:lnTo>
                  <a:lnTo>
                    <a:pt x="5155458" y="872068"/>
                  </a:lnTo>
                  <a:lnTo>
                    <a:pt x="5149985" y="872068"/>
                  </a:lnTo>
                  <a:lnTo>
                    <a:pt x="5149985" y="872068"/>
                  </a:lnTo>
                  <a:lnTo>
                    <a:pt x="5144512" y="872068"/>
                  </a:lnTo>
                  <a:lnTo>
                    <a:pt x="5144512" y="872068"/>
                  </a:lnTo>
                  <a:lnTo>
                    <a:pt x="5139039" y="872068"/>
                  </a:lnTo>
                  <a:lnTo>
                    <a:pt x="5139039" y="872068"/>
                  </a:lnTo>
                  <a:lnTo>
                    <a:pt x="5133566" y="872068"/>
                  </a:lnTo>
                  <a:lnTo>
                    <a:pt x="5133566" y="872068"/>
                  </a:lnTo>
                  <a:lnTo>
                    <a:pt x="5128093" y="872068"/>
                  </a:lnTo>
                  <a:lnTo>
                    <a:pt x="5128093" y="872068"/>
                  </a:lnTo>
                  <a:lnTo>
                    <a:pt x="5122620" y="872068"/>
                  </a:lnTo>
                  <a:lnTo>
                    <a:pt x="5122620" y="872068"/>
                  </a:lnTo>
                  <a:lnTo>
                    <a:pt x="5117147" y="872068"/>
                  </a:lnTo>
                  <a:lnTo>
                    <a:pt x="5117147" y="872068"/>
                  </a:lnTo>
                  <a:lnTo>
                    <a:pt x="5111674" y="872068"/>
                  </a:lnTo>
                  <a:lnTo>
                    <a:pt x="5111674" y="872068"/>
                  </a:lnTo>
                  <a:lnTo>
                    <a:pt x="5106202" y="872068"/>
                  </a:lnTo>
                  <a:lnTo>
                    <a:pt x="5106202" y="872068"/>
                  </a:lnTo>
                  <a:lnTo>
                    <a:pt x="5100729" y="872068"/>
                  </a:lnTo>
                  <a:lnTo>
                    <a:pt x="5100729" y="872068"/>
                  </a:lnTo>
                  <a:lnTo>
                    <a:pt x="5095256" y="872068"/>
                  </a:lnTo>
                  <a:lnTo>
                    <a:pt x="5095256" y="872068"/>
                  </a:lnTo>
                  <a:lnTo>
                    <a:pt x="5089783" y="872068"/>
                  </a:lnTo>
                  <a:lnTo>
                    <a:pt x="5089783" y="872068"/>
                  </a:lnTo>
                  <a:lnTo>
                    <a:pt x="5084310" y="872068"/>
                  </a:lnTo>
                  <a:lnTo>
                    <a:pt x="5084310" y="872068"/>
                  </a:lnTo>
                  <a:lnTo>
                    <a:pt x="5078837" y="872068"/>
                  </a:lnTo>
                  <a:lnTo>
                    <a:pt x="5078837" y="872068"/>
                  </a:lnTo>
                  <a:lnTo>
                    <a:pt x="5073364" y="872068"/>
                  </a:lnTo>
                  <a:lnTo>
                    <a:pt x="5073364" y="872068"/>
                  </a:lnTo>
                  <a:lnTo>
                    <a:pt x="5067891" y="872068"/>
                  </a:lnTo>
                  <a:lnTo>
                    <a:pt x="5067891" y="872068"/>
                  </a:lnTo>
                  <a:lnTo>
                    <a:pt x="5062419" y="872068"/>
                  </a:lnTo>
                  <a:lnTo>
                    <a:pt x="5062419" y="872068"/>
                  </a:lnTo>
                  <a:lnTo>
                    <a:pt x="5056946" y="872068"/>
                  </a:lnTo>
                  <a:lnTo>
                    <a:pt x="5056946" y="872068"/>
                  </a:lnTo>
                  <a:lnTo>
                    <a:pt x="5051473" y="872068"/>
                  </a:lnTo>
                  <a:lnTo>
                    <a:pt x="5051473" y="872068"/>
                  </a:lnTo>
                  <a:lnTo>
                    <a:pt x="5046000" y="872068"/>
                  </a:lnTo>
                  <a:lnTo>
                    <a:pt x="5046000" y="888926"/>
                  </a:lnTo>
                  <a:lnTo>
                    <a:pt x="5040527" y="888926"/>
                  </a:lnTo>
                  <a:lnTo>
                    <a:pt x="5040527" y="888926"/>
                  </a:lnTo>
                  <a:lnTo>
                    <a:pt x="5035054" y="888926"/>
                  </a:lnTo>
                  <a:lnTo>
                    <a:pt x="5035054" y="888926"/>
                  </a:lnTo>
                  <a:lnTo>
                    <a:pt x="5029581" y="888926"/>
                  </a:lnTo>
                  <a:lnTo>
                    <a:pt x="5029581" y="888926"/>
                  </a:lnTo>
                  <a:lnTo>
                    <a:pt x="5024108" y="888926"/>
                  </a:lnTo>
                  <a:lnTo>
                    <a:pt x="5024108" y="888926"/>
                  </a:lnTo>
                  <a:lnTo>
                    <a:pt x="5018635" y="888926"/>
                  </a:lnTo>
                  <a:lnTo>
                    <a:pt x="5018635" y="888926"/>
                  </a:lnTo>
                  <a:lnTo>
                    <a:pt x="5013163" y="888926"/>
                  </a:lnTo>
                  <a:lnTo>
                    <a:pt x="5013163" y="888926"/>
                  </a:lnTo>
                  <a:lnTo>
                    <a:pt x="5007690" y="888926"/>
                  </a:lnTo>
                  <a:lnTo>
                    <a:pt x="5007690" y="888926"/>
                  </a:lnTo>
                  <a:lnTo>
                    <a:pt x="5002217" y="888926"/>
                  </a:lnTo>
                  <a:lnTo>
                    <a:pt x="5002217" y="888926"/>
                  </a:lnTo>
                  <a:lnTo>
                    <a:pt x="4996744" y="888926"/>
                  </a:lnTo>
                  <a:lnTo>
                    <a:pt x="4996744" y="888926"/>
                  </a:lnTo>
                  <a:lnTo>
                    <a:pt x="4991271" y="888926"/>
                  </a:lnTo>
                  <a:lnTo>
                    <a:pt x="4991271" y="888926"/>
                  </a:lnTo>
                  <a:lnTo>
                    <a:pt x="4985798" y="888926"/>
                  </a:lnTo>
                  <a:lnTo>
                    <a:pt x="4985798" y="888926"/>
                  </a:lnTo>
                  <a:lnTo>
                    <a:pt x="4980325" y="888926"/>
                  </a:lnTo>
                  <a:lnTo>
                    <a:pt x="4980325" y="888926"/>
                  </a:lnTo>
                  <a:lnTo>
                    <a:pt x="4974852" y="888926"/>
                  </a:lnTo>
                  <a:lnTo>
                    <a:pt x="4974852" y="888926"/>
                  </a:lnTo>
                  <a:lnTo>
                    <a:pt x="4969379" y="888926"/>
                  </a:lnTo>
                  <a:lnTo>
                    <a:pt x="4969379" y="888926"/>
                  </a:lnTo>
                  <a:lnTo>
                    <a:pt x="4963907" y="888926"/>
                  </a:lnTo>
                  <a:lnTo>
                    <a:pt x="4963907" y="888926"/>
                  </a:lnTo>
                  <a:lnTo>
                    <a:pt x="4958434" y="888926"/>
                  </a:lnTo>
                  <a:lnTo>
                    <a:pt x="4958434" y="888926"/>
                  </a:lnTo>
                  <a:lnTo>
                    <a:pt x="4952961" y="888926"/>
                  </a:lnTo>
                  <a:lnTo>
                    <a:pt x="4952961" y="888926"/>
                  </a:lnTo>
                  <a:lnTo>
                    <a:pt x="4947488" y="888926"/>
                  </a:lnTo>
                  <a:lnTo>
                    <a:pt x="4947488" y="888926"/>
                  </a:lnTo>
                  <a:lnTo>
                    <a:pt x="4942015" y="888926"/>
                  </a:lnTo>
                  <a:lnTo>
                    <a:pt x="4942015" y="888926"/>
                  </a:lnTo>
                  <a:lnTo>
                    <a:pt x="4936542" y="888926"/>
                  </a:lnTo>
                  <a:lnTo>
                    <a:pt x="4936542" y="888926"/>
                  </a:lnTo>
                  <a:lnTo>
                    <a:pt x="4931069" y="888926"/>
                  </a:lnTo>
                  <a:lnTo>
                    <a:pt x="4931069" y="888926"/>
                  </a:lnTo>
                  <a:lnTo>
                    <a:pt x="4925596" y="888926"/>
                  </a:lnTo>
                  <a:lnTo>
                    <a:pt x="4925596" y="905594"/>
                  </a:lnTo>
                  <a:lnTo>
                    <a:pt x="4920123" y="905594"/>
                  </a:lnTo>
                  <a:lnTo>
                    <a:pt x="4920123" y="905594"/>
                  </a:lnTo>
                  <a:lnTo>
                    <a:pt x="4914651" y="905594"/>
                  </a:lnTo>
                  <a:lnTo>
                    <a:pt x="4914651" y="905594"/>
                  </a:lnTo>
                  <a:lnTo>
                    <a:pt x="4909178" y="905594"/>
                  </a:lnTo>
                  <a:lnTo>
                    <a:pt x="4909178" y="905594"/>
                  </a:lnTo>
                  <a:lnTo>
                    <a:pt x="4903705" y="905594"/>
                  </a:lnTo>
                  <a:lnTo>
                    <a:pt x="4903705" y="905594"/>
                  </a:lnTo>
                  <a:lnTo>
                    <a:pt x="4898232" y="905594"/>
                  </a:lnTo>
                  <a:lnTo>
                    <a:pt x="4898232" y="905594"/>
                  </a:lnTo>
                  <a:lnTo>
                    <a:pt x="4892759" y="905594"/>
                  </a:lnTo>
                  <a:lnTo>
                    <a:pt x="4892759" y="905594"/>
                  </a:lnTo>
                  <a:lnTo>
                    <a:pt x="4887286" y="905594"/>
                  </a:lnTo>
                  <a:lnTo>
                    <a:pt x="4887286" y="905594"/>
                  </a:lnTo>
                  <a:lnTo>
                    <a:pt x="4881813" y="905594"/>
                  </a:lnTo>
                  <a:lnTo>
                    <a:pt x="4881813" y="905594"/>
                  </a:lnTo>
                  <a:lnTo>
                    <a:pt x="4876340" y="905594"/>
                  </a:lnTo>
                  <a:lnTo>
                    <a:pt x="4876340" y="905594"/>
                  </a:lnTo>
                  <a:lnTo>
                    <a:pt x="4870868" y="905594"/>
                  </a:lnTo>
                  <a:lnTo>
                    <a:pt x="4870868" y="905594"/>
                  </a:lnTo>
                  <a:lnTo>
                    <a:pt x="4865395" y="905594"/>
                  </a:lnTo>
                  <a:lnTo>
                    <a:pt x="4865395" y="905594"/>
                  </a:lnTo>
                  <a:lnTo>
                    <a:pt x="4859922" y="905594"/>
                  </a:lnTo>
                  <a:lnTo>
                    <a:pt x="4859922" y="905594"/>
                  </a:lnTo>
                  <a:lnTo>
                    <a:pt x="4854449" y="905594"/>
                  </a:lnTo>
                  <a:lnTo>
                    <a:pt x="4854449" y="905594"/>
                  </a:lnTo>
                  <a:lnTo>
                    <a:pt x="4848976" y="905594"/>
                  </a:lnTo>
                  <a:lnTo>
                    <a:pt x="4848976" y="905594"/>
                  </a:lnTo>
                  <a:lnTo>
                    <a:pt x="4843503" y="905594"/>
                  </a:lnTo>
                  <a:lnTo>
                    <a:pt x="4843503" y="905594"/>
                  </a:lnTo>
                  <a:lnTo>
                    <a:pt x="4838030" y="905594"/>
                  </a:lnTo>
                  <a:lnTo>
                    <a:pt x="4838030" y="905594"/>
                  </a:lnTo>
                  <a:lnTo>
                    <a:pt x="4832557" y="905594"/>
                  </a:lnTo>
                  <a:lnTo>
                    <a:pt x="4832557" y="905594"/>
                  </a:lnTo>
                  <a:lnTo>
                    <a:pt x="4827084" y="905594"/>
                  </a:lnTo>
                  <a:lnTo>
                    <a:pt x="4827084" y="905594"/>
                  </a:lnTo>
                  <a:lnTo>
                    <a:pt x="4821612" y="905594"/>
                  </a:lnTo>
                  <a:lnTo>
                    <a:pt x="4821612" y="905594"/>
                  </a:lnTo>
                  <a:lnTo>
                    <a:pt x="4816139" y="905594"/>
                  </a:lnTo>
                  <a:lnTo>
                    <a:pt x="4816139" y="905594"/>
                  </a:lnTo>
                  <a:lnTo>
                    <a:pt x="4810666" y="905594"/>
                  </a:lnTo>
                  <a:lnTo>
                    <a:pt x="4810666" y="905594"/>
                  </a:lnTo>
                  <a:lnTo>
                    <a:pt x="4805193" y="905594"/>
                  </a:lnTo>
                  <a:lnTo>
                    <a:pt x="4805193" y="905594"/>
                  </a:lnTo>
                  <a:lnTo>
                    <a:pt x="4799720" y="905594"/>
                  </a:lnTo>
                  <a:lnTo>
                    <a:pt x="4799720" y="905594"/>
                  </a:lnTo>
                  <a:lnTo>
                    <a:pt x="4794247" y="905594"/>
                  </a:lnTo>
                  <a:lnTo>
                    <a:pt x="4794247" y="905594"/>
                  </a:lnTo>
                  <a:lnTo>
                    <a:pt x="4788774" y="905594"/>
                  </a:lnTo>
                  <a:lnTo>
                    <a:pt x="4788774" y="905594"/>
                  </a:lnTo>
                  <a:lnTo>
                    <a:pt x="4783301" y="905594"/>
                  </a:lnTo>
                  <a:lnTo>
                    <a:pt x="4783301" y="905594"/>
                  </a:lnTo>
                  <a:lnTo>
                    <a:pt x="4777828" y="905594"/>
                  </a:lnTo>
                  <a:lnTo>
                    <a:pt x="4777828" y="921957"/>
                  </a:lnTo>
                  <a:lnTo>
                    <a:pt x="4772356" y="921957"/>
                  </a:lnTo>
                  <a:lnTo>
                    <a:pt x="4772356" y="921957"/>
                  </a:lnTo>
                  <a:lnTo>
                    <a:pt x="4766883" y="921957"/>
                  </a:lnTo>
                  <a:lnTo>
                    <a:pt x="4766883" y="921957"/>
                  </a:lnTo>
                  <a:lnTo>
                    <a:pt x="4761410" y="921957"/>
                  </a:lnTo>
                  <a:lnTo>
                    <a:pt x="4761410" y="921957"/>
                  </a:lnTo>
                  <a:lnTo>
                    <a:pt x="4755937" y="921957"/>
                  </a:lnTo>
                  <a:lnTo>
                    <a:pt x="4755937" y="921957"/>
                  </a:lnTo>
                  <a:lnTo>
                    <a:pt x="4750464" y="921957"/>
                  </a:lnTo>
                  <a:lnTo>
                    <a:pt x="4750464" y="921957"/>
                  </a:lnTo>
                  <a:lnTo>
                    <a:pt x="4744991" y="921957"/>
                  </a:lnTo>
                  <a:lnTo>
                    <a:pt x="4744991" y="921957"/>
                  </a:lnTo>
                  <a:lnTo>
                    <a:pt x="4739518" y="921957"/>
                  </a:lnTo>
                  <a:lnTo>
                    <a:pt x="4739518" y="921957"/>
                  </a:lnTo>
                  <a:lnTo>
                    <a:pt x="4734045" y="921957"/>
                  </a:lnTo>
                  <a:lnTo>
                    <a:pt x="4734045" y="921957"/>
                  </a:lnTo>
                  <a:lnTo>
                    <a:pt x="4728573" y="921957"/>
                  </a:lnTo>
                  <a:lnTo>
                    <a:pt x="4728573" y="921957"/>
                  </a:lnTo>
                  <a:lnTo>
                    <a:pt x="4723100" y="921957"/>
                  </a:lnTo>
                  <a:lnTo>
                    <a:pt x="4723100" y="921957"/>
                  </a:lnTo>
                  <a:lnTo>
                    <a:pt x="4717627" y="921957"/>
                  </a:lnTo>
                  <a:lnTo>
                    <a:pt x="4717627" y="921957"/>
                  </a:lnTo>
                  <a:lnTo>
                    <a:pt x="4712154" y="921957"/>
                  </a:lnTo>
                  <a:lnTo>
                    <a:pt x="4712154" y="938179"/>
                  </a:lnTo>
                  <a:lnTo>
                    <a:pt x="4706681" y="938179"/>
                  </a:lnTo>
                  <a:lnTo>
                    <a:pt x="4706681" y="938179"/>
                  </a:lnTo>
                  <a:lnTo>
                    <a:pt x="4701208" y="938179"/>
                  </a:lnTo>
                  <a:lnTo>
                    <a:pt x="4701208" y="938179"/>
                  </a:lnTo>
                  <a:lnTo>
                    <a:pt x="4695735" y="938179"/>
                  </a:lnTo>
                  <a:lnTo>
                    <a:pt x="4695735" y="954355"/>
                  </a:lnTo>
                  <a:lnTo>
                    <a:pt x="4690262" y="954355"/>
                  </a:lnTo>
                  <a:lnTo>
                    <a:pt x="4690262" y="954355"/>
                  </a:lnTo>
                  <a:lnTo>
                    <a:pt x="4684789" y="954355"/>
                  </a:lnTo>
                  <a:lnTo>
                    <a:pt x="4684789" y="954355"/>
                  </a:lnTo>
                  <a:lnTo>
                    <a:pt x="4679317" y="954355"/>
                  </a:lnTo>
                  <a:lnTo>
                    <a:pt x="4679317" y="954355"/>
                  </a:lnTo>
                  <a:lnTo>
                    <a:pt x="4673844" y="954355"/>
                  </a:lnTo>
                  <a:lnTo>
                    <a:pt x="4673844" y="954355"/>
                  </a:lnTo>
                  <a:lnTo>
                    <a:pt x="4668371" y="954355"/>
                  </a:lnTo>
                  <a:lnTo>
                    <a:pt x="4668371" y="954355"/>
                  </a:lnTo>
                  <a:lnTo>
                    <a:pt x="4662898" y="954355"/>
                  </a:lnTo>
                  <a:lnTo>
                    <a:pt x="4662898" y="954355"/>
                  </a:lnTo>
                  <a:lnTo>
                    <a:pt x="4657425" y="954355"/>
                  </a:lnTo>
                  <a:lnTo>
                    <a:pt x="4657425" y="954355"/>
                  </a:lnTo>
                  <a:lnTo>
                    <a:pt x="4651952" y="954355"/>
                  </a:lnTo>
                  <a:lnTo>
                    <a:pt x="4651952" y="954355"/>
                  </a:lnTo>
                  <a:lnTo>
                    <a:pt x="4646479" y="954355"/>
                  </a:lnTo>
                  <a:lnTo>
                    <a:pt x="4646479" y="954355"/>
                  </a:lnTo>
                  <a:lnTo>
                    <a:pt x="4641006" y="954355"/>
                  </a:lnTo>
                  <a:lnTo>
                    <a:pt x="4641006" y="954355"/>
                  </a:lnTo>
                  <a:lnTo>
                    <a:pt x="4635533" y="954355"/>
                  </a:lnTo>
                  <a:lnTo>
                    <a:pt x="4635533" y="954355"/>
                  </a:lnTo>
                  <a:lnTo>
                    <a:pt x="4630061" y="954355"/>
                  </a:lnTo>
                  <a:lnTo>
                    <a:pt x="4630061" y="954355"/>
                  </a:lnTo>
                  <a:lnTo>
                    <a:pt x="4624588" y="954355"/>
                  </a:lnTo>
                  <a:lnTo>
                    <a:pt x="4624588" y="954355"/>
                  </a:lnTo>
                  <a:lnTo>
                    <a:pt x="4619115" y="954355"/>
                  </a:lnTo>
                  <a:lnTo>
                    <a:pt x="4619115" y="954355"/>
                  </a:lnTo>
                  <a:lnTo>
                    <a:pt x="4613642" y="954355"/>
                  </a:lnTo>
                  <a:lnTo>
                    <a:pt x="4613642" y="970473"/>
                  </a:lnTo>
                  <a:lnTo>
                    <a:pt x="4608169" y="970473"/>
                  </a:lnTo>
                  <a:lnTo>
                    <a:pt x="4608169" y="970473"/>
                  </a:lnTo>
                  <a:lnTo>
                    <a:pt x="4602696" y="970473"/>
                  </a:lnTo>
                  <a:lnTo>
                    <a:pt x="4602696" y="970473"/>
                  </a:lnTo>
                  <a:lnTo>
                    <a:pt x="4597223" y="970473"/>
                  </a:lnTo>
                  <a:lnTo>
                    <a:pt x="4597223" y="970473"/>
                  </a:lnTo>
                  <a:lnTo>
                    <a:pt x="4591750" y="970473"/>
                  </a:lnTo>
                  <a:lnTo>
                    <a:pt x="4591750" y="970473"/>
                  </a:lnTo>
                  <a:lnTo>
                    <a:pt x="4586277" y="970473"/>
                  </a:lnTo>
                  <a:lnTo>
                    <a:pt x="4586277" y="970473"/>
                  </a:lnTo>
                  <a:lnTo>
                    <a:pt x="4580805" y="970473"/>
                  </a:lnTo>
                  <a:lnTo>
                    <a:pt x="4580805" y="986499"/>
                  </a:lnTo>
                  <a:lnTo>
                    <a:pt x="4575332" y="986499"/>
                  </a:lnTo>
                  <a:lnTo>
                    <a:pt x="4575332" y="986499"/>
                  </a:lnTo>
                  <a:lnTo>
                    <a:pt x="4569859" y="986499"/>
                  </a:lnTo>
                  <a:lnTo>
                    <a:pt x="4569859" y="986499"/>
                  </a:lnTo>
                  <a:lnTo>
                    <a:pt x="4564386" y="986499"/>
                  </a:lnTo>
                  <a:lnTo>
                    <a:pt x="4564386" y="986499"/>
                  </a:lnTo>
                  <a:lnTo>
                    <a:pt x="4558913" y="986499"/>
                  </a:lnTo>
                  <a:lnTo>
                    <a:pt x="4558913" y="986499"/>
                  </a:lnTo>
                  <a:lnTo>
                    <a:pt x="4553440" y="986499"/>
                  </a:lnTo>
                  <a:lnTo>
                    <a:pt x="4553440" y="1002502"/>
                  </a:lnTo>
                  <a:lnTo>
                    <a:pt x="4547967" y="1002502"/>
                  </a:lnTo>
                  <a:lnTo>
                    <a:pt x="4547967" y="1018472"/>
                  </a:lnTo>
                  <a:lnTo>
                    <a:pt x="4542494" y="1018472"/>
                  </a:lnTo>
                  <a:lnTo>
                    <a:pt x="4542494" y="1018472"/>
                  </a:lnTo>
                  <a:lnTo>
                    <a:pt x="4537022" y="1018472"/>
                  </a:lnTo>
                  <a:lnTo>
                    <a:pt x="4537022" y="1018472"/>
                  </a:lnTo>
                  <a:lnTo>
                    <a:pt x="4531549" y="1018472"/>
                  </a:lnTo>
                  <a:lnTo>
                    <a:pt x="4531549" y="1018472"/>
                  </a:lnTo>
                  <a:lnTo>
                    <a:pt x="4526076" y="1018472"/>
                  </a:lnTo>
                  <a:lnTo>
                    <a:pt x="4526076" y="1018472"/>
                  </a:lnTo>
                  <a:lnTo>
                    <a:pt x="4520603" y="1018472"/>
                  </a:lnTo>
                  <a:lnTo>
                    <a:pt x="4520603" y="1018472"/>
                  </a:lnTo>
                  <a:lnTo>
                    <a:pt x="4515130" y="1018472"/>
                  </a:lnTo>
                  <a:lnTo>
                    <a:pt x="4515130" y="1018472"/>
                  </a:lnTo>
                  <a:lnTo>
                    <a:pt x="4509657" y="1018472"/>
                  </a:lnTo>
                  <a:lnTo>
                    <a:pt x="4509657" y="1018472"/>
                  </a:lnTo>
                  <a:lnTo>
                    <a:pt x="4504184" y="1018472"/>
                  </a:lnTo>
                  <a:lnTo>
                    <a:pt x="4504184" y="1018472"/>
                  </a:lnTo>
                  <a:lnTo>
                    <a:pt x="4498711" y="1018472"/>
                  </a:lnTo>
                  <a:lnTo>
                    <a:pt x="4498711" y="1034395"/>
                  </a:lnTo>
                  <a:lnTo>
                    <a:pt x="4493238" y="1034395"/>
                  </a:lnTo>
                  <a:lnTo>
                    <a:pt x="4493238" y="1050296"/>
                  </a:lnTo>
                  <a:lnTo>
                    <a:pt x="4487766" y="1050296"/>
                  </a:lnTo>
                  <a:lnTo>
                    <a:pt x="4487766" y="1050296"/>
                  </a:lnTo>
                  <a:lnTo>
                    <a:pt x="4482293" y="1050296"/>
                  </a:lnTo>
                  <a:lnTo>
                    <a:pt x="4482293" y="1050296"/>
                  </a:lnTo>
                  <a:lnTo>
                    <a:pt x="4476820" y="1050296"/>
                  </a:lnTo>
                  <a:lnTo>
                    <a:pt x="4476820" y="1050296"/>
                  </a:lnTo>
                  <a:lnTo>
                    <a:pt x="4471347" y="1050296"/>
                  </a:lnTo>
                  <a:lnTo>
                    <a:pt x="4471347" y="1050296"/>
                  </a:lnTo>
                  <a:lnTo>
                    <a:pt x="4465874" y="1050296"/>
                  </a:lnTo>
                  <a:lnTo>
                    <a:pt x="4465874" y="1050296"/>
                  </a:lnTo>
                  <a:lnTo>
                    <a:pt x="4460401" y="1050296"/>
                  </a:lnTo>
                  <a:lnTo>
                    <a:pt x="4460401" y="1050296"/>
                  </a:lnTo>
                  <a:lnTo>
                    <a:pt x="4454928" y="1050296"/>
                  </a:lnTo>
                  <a:lnTo>
                    <a:pt x="4454928" y="1050296"/>
                  </a:lnTo>
                  <a:lnTo>
                    <a:pt x="4449455" y="1050296"/>
                  </a:lnTo>
                  <a:lnTo>
                    <a:pt x="4449455" y="1050296"/>
                  </a:lnTo>
                  <a:lnTo>
                    <a:pt x="4443982" y="1050296"/>
                  </a:lnTo>
                  <a:lnTo>
                    <a:pt x="4443982" y="1050296"/>
                  </a:lnTo>
                  <a:lnTo>
                    <a:pt x="4438510" y="1050296"/>
                  </a:lnTo>
                  <a:lnTo>
                    <a:pt x="4438510" y="1050296"/>
                  </a:lnTo>
                  <a:lnTo>
                    <a:pt x="4433037" y="1050296"/>
                  </a:lnTo>
                  <a:lnTo>
                    <a:pt x="4433037" y="1050296"/>
                  </a:lnTo>
                  <a:lnTo>
                    <a:pt x="4427564" y="1050296"/>
                  </a:lnTo>
                  <a:lnTo>
                    <a:pt x="4427564" y="1050296"/>
                  </a:lnTo>
                  <a:lnTo>
                    <a:pt x="4422091" y="1050296"/>
                  </a:lnTo>
                  <a:lnTo>
                    <a:pt x="4422091" y="1050296"/>
                  </a:lnTo>
                  <a:lnTo>
                    <a:pt x="4416618" y="1050296"/>
                  </a:lnTo>
                  <a:lnTo>
                    <a:pt x="4416618" y="1050296"/>
                  </a:lnTo>
                  <a:lnTo>
                    <a:pt x="4411145" y="1050296"/>
                  </a:lnTo>
                  <a:lnTo>
                    <a:pt x="4411145" y="1050296"/>
                  </a:lnTo>
                  <a:lnTo>
                    <a:pt x="4405672" y="1050296"/>
                  </a:lnTo>
                  <a:lnTo>
                    <a:pt x="4405672" y="1050296"/>
                  </a:lnTo>
                  <a:lnTo>
                    <a:pt x="4400199" y="1050296"/>
                  </a:lnTo>
                  <a:lnTo>
                    <a:pt x="4400199" y="1050296"/>
                  </a:lnTo>
                  <a:lnTo>
                    <a:pt x="4394726" y="1050296"/>
                  </a:lnTo>
                  <a:lnTo>
                    <a:pt x="4394726" y="1050296"/>
                  </a:lnTo>
                  <a:lnTo>
                    <a:pt x="4389254" y="1050296"/>
                  </a:lnTo>
                  <a:lnTo>
                    <a:pt x="4389254" y="1050296"/>
                  </a:lnTo>
                  <a:lnTo>
                    <a:pt x="4383781" y="1050296"/>
                  </a:lnTo>
                  <a:lnTo>
                    <a:pt x="4383781" y="1050296"/>
                  </a:lnTo>
                  <a:lnTo>
                    <a:pt x="4378308" y="1050296"/>
                  </a:lnTo>
                  <a:lnTo>
                    <a:pt x="4378308" y="1050296"/>
                  </a:lnTo>
                  <a:lnTo>
                    <a:pt x="4372835" y="1050296"/>
                  </a:lnTo>
                  <a:lnTo>
                    <a:pt x="4372835" y="1050296"/>
                  </a:lnTo>
                  <a:lnTo>
                    <a:pt x="4367362" y="1050296"/>
                  </a:lnTo>
                  <a:lnTo>
                    <a:pt x="4367362" y="1050296"/>
                  </a:lnTo>
                  <a:lnTo>
                    <a:pt x="4361889" y="1050296"/>
                  </a:lnTo>
                  <a:lnTo>
                    <a:pt x="4361889" y="1050296"/>
                  </a:lnTo>
                  <a:lnTo>
                    <a:pt x="4356416" y="1050296"/>
                  </a:lnTo>
                  <a:lnTo>
                    <a:pt x="4356416" y="1050296"/>
                  </a:lnTo>
                  <a:lnTo>
                    <a:pt x="4350943" y="1050296"/>
                  </a:lnTo>
                  <a:lnTo>
                    <a:pt x="4350943" y="1050296"/>
                  </a:lnTo>
                  <a:lnTo>
                    <a:pt x="4345471" y="1050296"/>
                  </a:lnTo>
                  <a:lnTo>
                    <a:pt x="4345471" y="1050296"/>
                  </a:lnTo>
                  <a:lnTo>
                    <a:pt x="4339998" y="1050296"/>
                  </a:lnTo>
                  <a:lnTo>
                    <a:pt x="4339998" y="1050296"/>
                  </a:lnTo>
                  <a:lnTo>
                    <a:pt x="4334525" y="1050296"/>
                  </a:lnTo>
                  <a:lnTo>
                    <a:pt x="4334525" y="1050296"/>
                  </a:lnTo>
                  <a:lnTo>
                    <a:pt x="4329052" y="1050296"/>
                  </a:lnTo>
                  <a:lnTo>
                    <a:pt x="4329052" y="1050296"/>
                  </a:lnTo>
                  <a:lnTo>
                    <a:pt x="4323579" y="1050296"/>
                  </a:lnTo>
                  <a:lnTo>
                    <a:pt x="4323579" y="1050296"/>
                  </a:lnTo>
                  <a:lnTo>
                    <a:pt x="4318106" y="1050296"/>
                  </a:lnTo>
                  <a:lnTo>
                    <a:pt x="4318106" y="1050296"/>
                  </a:lnTo>
                  <a:lnTo>
                    <a:pt x="4312633" y="1050296"/>
                  </a:lnTo>
                  <a:lnTo>
                    <a:pt x="4312633" y="1050296"/>
                  </a:lnTo>
                  <a:lnTo>
                    <a:pt x="4307160" y="1050296"/>
                  </a:lnTo>
                  <a:lnTo>
                    <a:pt x="4307160" y="1050296"/>
                  </a:lnTo>
                  <a:lnTo>
                    <a:pt x="4301687" y="1050296"/>
                  </a:lnTo>
                  <a:lnTo>
                    <a:pt x="4301687" y="1050296"/>
                  </a:lnTo>
                  <a:lnTo>
                    <a:pt x="4296215" y="1050296"/>
                  </a:lnTo>
                  <a:lnTo>
                    <a:pt x="4296215" y="1050296"/>
                  </a:lnTo>
                  <a:lnTo>
                    <a:pt x="4290742" y="1050296"/>
                  </a:lnTo>
                  <a:lnTo>
                    <a:pt x="4290742" y="1050296"/>
                  </a:lnTo>
                  <a:lnTo>
                    <a:pt x="4285269" y="1050296"/>
                  </a:lnTo>
                  <a:lnTo>
                    <a:pt x="4285269" y="1050296"/>
                  </a:lnTo>
                  <a:lnTo>
                    <a:pt x="4279796" y="1050296"/>
                  </a:lnTo>
                  <a:lnTo>
                    <a:pt x="4279796" y="1065894"/>
                  </a:lnTo>
                  <a:lnTo>
                    <a:pt x="4274323" y="1065894"/>
                  </a:lnTo>
                  <a:lnTo>
                    <a:pt x="4274323" y="1081481"/>
                  </a:lnTo>
                  <a:lnTo>
                    <a:pt x="4268850" y="1081481"/>
                  </a:lnTo>
                  <a:lnTo>
                    <a:pt x="4268850" y="1081481"/>
                  </a:lnTo>
                  <a:lnTo>
                    <a:pt x="4263377" y="1081481"/>
                  </a:lnTo>
                  <a:lnTo>
                    <a:pt x="4263377" y="1081481"/>
                  </a:lnTo>
                  <a:lnTo>
                    <a:pt x="4257904" y="1081481"/>
                  </a:lnTo>
                  <a:lnTo>
                    <a:pt x="4257904" y="1081481"/>
                  </a:lnTo>
                  <a:lnTo>
                    <a:pt x="4252431" y="1081481"/>
                  </a:lnTo>
                  <a:lnTo>
                    <a:pt x="4252431" y="1081481"/>
                  </a:lnTo>
                  <a:lnTo>
                    <a:pt x="4246959" y="1081481"/>
                  </a:lnTo>
                  <a:lnTo>
                    <a:pt x="4246959" y="1081481"/>
                  </a:lnTo>
                  <a:lnTo>
                    <a:pt x="4241486" y="1081481"/>
                  </a:lnTo>
                  <a:lnTo>
                    <a:pt x="4241486" y="1081481"/>
                  </a:lnTo>
                  <a:lnTo>
                    <a:pt x="4236013" y="1081481"/>
                  </a:lnTo>
                  <a:lnTo>
                    <a:pt x="4236013" y="1081481"/>
                  </a:lnTo>
                  <a:lnTo>
                    <a:pt x="4230540" y="1081481"/>
                  </a:lnTo>
                  <a:lnTo>
                    <a:pt x="4230540" y="1081481"/>
                  </a:lnTo>
                  <a:lnTo>
                    <a:pt x="4225067" y="1081481"/>
                  </a:lnTo>
                  <a:lnTo>
                    <a:pt x="4225067" y="1081481"/>
                  </a:lnTo>
                  <a:lnTo>
                    <a:pt x="4219594" y="1081481"/>
                  </a:lnTo>
                  <a:lnTo>
                    <a:pt x="4219594" y="1081481"/>
                  </a:lnTo>
                  <a:lnTo>
                    <a:pt x="4214121" y="1081481"/>
                  </a:lnTo>
                  <a:lnTo>
                    <a:pt x="4214121" y="1081481"/>
                  </a:lnTo>
                  <a:lnTo>
                    <a:pt x="4208648" y="1081481"/>
                  </a:lnTo>
                  <a:lnTo>
                    <a:pt x="4208648" y="1081481"/>
                  </a:lnTo>
                  <a:lnTo>
                    <a:pt x="4203176" y="1081481"/>
                  </a:lnTo>
                  <a:lnTo>
                    <a:pt x="4203176" y="1096973"/>
                  </a:lnTo>
                  <a:lnTo>
                    <a:pt x="4197703" y="1096973"/>
                  </a:lnTo>
                  <a:lnTo>
                    <a:pt x="4197703" y="1112453"/>
                  </a:lnTo>
                  <a:lnTo>
                    <a:pt x="4192230" y="1112453"/>
                  </a:lnTo>
                  <a:lnTo>
                    <a:pt x="4192230" y="1112453"/>
                  </a:lnTo>
                  <a:lnTo>
                    <a:pt x="4186757" y="1112453"/>
                  </a:lnTo>
                  <a:lnTo>
                    <a:pt x="4186757" y="1143338"/>
                  </a:lnTo>
                  <a:lnTo>
                    <a:pt x="4181284" y="1143338"/>
                  </a:lnTo>
                  <a:lnTo>
                    <a:pt x="4181284" y="1143338"/>
                  </a:lnTo>
                  <a:lnTo>
                    <a:pt x="4175811" y="1143338"/>
                  </a:lnTo>
                  <a:lnTo>
                    <a:pt x="4175811" y="1143338"/>
                  </a:lnTo>
                  <a:lnTo>
                    <a:pt x="4170338" y="1143338"/>
                  </a:lnTo>
                  <a:lnTo>
                    <a:pt x="4170338" y="1143338"/>
                  </a:lnTo>
                  <a:lnTo>
                    <a:pt x="4164865" y="1143338"/>
                  </a:lnTo>
                  <a:lnTo>
                    <a:pt x="4164865" y="1143338"/>
                  </a:lnTo>
                  <a:lnTo>
                    <a:pt x="4159392" y="1143338"/>
                  </a:lnTo>
                  <a:lnTo>
                    <a:pt x="4159392" y="1143338"/>
                  </a:lnTo>
                  <a:lnTo>
                    <a:pt x="4153920" y="1143338"/>
                  </a:lnTo>
                  <a:lnTo>
                    <a:pt x="4153920" y="1143338"/>
                  </a:lnTo>
                  <a:lnTo>
                    <a:pt x="4148447" y="1143338"/>
                  </a:lnTo>
                  <a:lnTo>
                    <a:pt x="4148447" y="1143338"/>
                  </a:lnTo>
                  <a:lnTo>
                    <a:pt x="4142974" y="1143338"/>
                  </a:lnTo>
                  <a:lnTo>
                    <a:pt x="4142974" y="1158712"/>
                  </a:lnTo>
                  <a:lnTo>
                    <a:pt x="4137501" y="1158712"/>
                  </a:lnTo>
                  <a:lnTo>
                    <a:pt x="4137501" y="1158712"/>
                  </a:lnTo>
                  <a:lnTo>
                    <a:pt x="4132028" y="1158712"/>
                  </a:lnTo>
                  <a:lnTo>
                    <a:pt x="4132028" y="1158712"/>
                  </a:lnTo>
                  <a:lnTo>
                    <a:pt x="4126555" y="1158712"/>
                  </a:lnTo>
                  <a:lnTo>
                    <a:pt x="4126555" y="1158712"/>
                  </a:lnTo>
                  <a:lnTo>
                    <a:pt x="4121082" y="1158712"/>
                  </a:lnTo>
                  <a:lnTo>
                    <a:pt x="4121082" y="1158712"/>
                  </a:lnTo>
                  <a:lnTo>
                    <a:pt x="4115609" y="1158712"/>
                  </a:lnTo>
                  <a:lnTo>
                    <a:pt x="4115609" y="1158712"/>
                  </a:lnTo>
                  <a:lnTo>
                    <a:pt x="4110136" y="1158712"/>
                  </a:lnTo>
                  <a:lnTo>
                    <a:pt x="4110136" y="1158712"/>
                  </a:lnTo>
                  <a:lnTo>
                    <a:pt x="4104664" y="1158712"/>
                  </a:lnTo>
                  <a:lnTo>
                    <a:pt x="4104664" y="1158712"/>
                  </a:lnTo>
                  <a:lnTo>
                    <a:pt x="4099191" y="1158712"/>
                  </a:lnTo>
                  <a:lnTo>
                    <a:pt x="4099191" y="1174033"/>
                  </a:lnTo>
                  <a:lnTo>
                    <a:pt x="4093718" y="1174033"/>
                  </a:lnTo>
                  <a:lnTo>
                    <a:pt x="4093718" y="1174033"/>
                  </a:lnTo>
                  <a:lnTo>
                    <a:pt x="4088245" y="1174033"/>
                  </a:lnTo>
                  <a:lnTo>
                    <a:pt x="4088245" y="1189333"/>
                  </a:lnTo>
                  <a:lnTo>
                    <a:pt x="4082772" y="1189333"/>
                  </a:lnTo>
                  <a:lnTo>
                    <a:pt x="4082772" y="1189333"/>
                  </a:lnTo>
                  <a:lnTo>
                    <a:pt x="4077299" y="1189333"/>
                  </a:lnTo>
                  <a:lnTo>
                    <a:pt x="4077299" y="1204601"/>
                  </a:lnTo>
                  <a:lnTo>
                    <a:pt x="4071826" y="1204601"/>
                  </a:lnTo>
                  <a:lnTo>
                    <a:pt x="4071826" y="1204601"/>
                  </a:lnTo>
                  <a:lnTo>
                    <a:pt x="4066353" y="1204601"/>
                  </a:lnTo>
                  <a:lnTo>
                    <a:pt x="4066353" y="1204601"/>
                  </a:lnTo>
                  <a:lnTo>
                    <a:pt x="4060880" y="1204601"/>
                  </a:lnTo>
                  <a:lnTo>
                    <a:pt x="4060880" y="1204601"/>
                  </a:lnTo>
                  <a:lnTo>
                    <a:pt x="4055408" y="1204601"/>
                  </a:lnTo>
                  <a:lnTo>
                    <a:pt x="4055408" y="1204601"/>
                  </a:lnTo>
                  <a:lnTo>
                    <a:pt x="4049935" y="1204601"/>
                  </a:lnTo>
                  <a:lnTo>
                    <a:pt x="4049935" y="1204601"/>
                  </a:lnTo>
                  <a:lnTo>
                    <a:pt x="4044462" y="1204601"/>
                  </a:lnTo>
                  <a:lnTo>
                    <a:pt x="4044462" y="1204601"/>
                  </a:lnTo>
                  <a:lnTo>
                    <a:pt x="4038989" y="1204601"/>
                  </a:lnTo>
                  <a:lnTo>
                    <a:pt x="4038989" y="1204601"/>
                  </a:lnTo>
                  <a:lnTo>
                    <a:pt x="4033516" y="1204601"/>
                  </a:lnTo>
                  <a:lnTo>
                    <a:pt x="4033516" y="1204601"/>
                  </a:lnTo>
                  <a:lnTo>
                    <a:pt x="4028043" y="1204601"/>
                  </a:lnTo>
                  <a:lnTo>
                    <a:pt x="4028043" y="1204601"/>
                  </a:lnTo>
                  <a:lnTo>
                    <a:pt x="4022570" y="1204601"/>
                  </a:lnTo>
                  <a:lnTo>
                    <a:pt x="4022570" y="1204601"/>
                  </a:lnTo>
                  <a:lnTo>
                    <a:pt x="4017097" y="1204601"/>
                  </a:lnTo>
                  <a:lnTo>
                    <a:pt x="4017097" y="1204601"/>
                  </a:lnTo>
                  <a:lnTo>
                    <a:pt x="4011625" y="1204601"/>
                  </a:lnTo>
                  <a:lnTo>
                    <a:pt x="4011625" y="1204601"/>
                  </a:lnTo>
                  <a:lnTo>
                    <a:pt x="4006152" y="1204601"/>
                  </a:lnTo>
                  <a:lnTo>
                    <a:pt x="4006152" y="1204601"/>
                  </a:lnTo>
                  <a:lnTo>
                    <a:pt x="4000679" y="1204601"/>
                  </a:lnTo>
                  <a:lnTo>
                    <a:pt x="4000679" y="1204601"/>
                  </a:lnTo>
                  <a:lnTo>
                    <a:pt x="3995206" y="1204601"/>
                  </a:lnTo>
                  <a:lnTo>
                    <a:pt x="3995206" y="1204601"/>
                  </a:lnTo>
                  <a:lnTo>
                    <a:pt x="3989733" y="1204601"/>
                  </a:lnTo>
                  <a:lnTo>
                    <a:pt x="3989733" y="1204601"/>
                  </a:lnTo>
                  <a:lnTo>
                    <a:pt x="3984260" y="1204601"/>
                  </a:lnTo>
                  <a:lnTo>
                    <a:pt x="3984260" y="1204601"/>
                  </a:lnTo>
                  <a:lnTo>
                    <a:pt x="3978787" y="1204601"/>
                  </a:lnTo>
                  <a:lnTo>
                    <a:pt x="3978787" y="1204601"/>
                  </a:lnTo>
                  <a:lnTo>
                    <a:pt x="3973314" y="1204601"/>
                  </a:lnTo>
                  <a:lnTo>
                    <a:pt x="3973314" y="1234903"/>
                  </a:lnTo>
                  <a:lnTo>
                    <a:pt x="3967841" y="1234903"/>
                  </a:lnTo>
                  <a:lnTo>
                    <a:pt x="3967841" y="1234903"/>
                  </a:lnTo>
                  <a:lnTo>
                    <a:pt x="3962369" y="1234903"/>
                  </a:lnTo>
                  <a:lnTo>
                    <a:pt x="3962369" y="1234903"/>
                  </a:lnTo>
                  <a:lnTo>
                    <a:pt x="3956896" y="1234903"/>
                  </a:lnTo>
                  <a:lnTo>
                    <a:pt x="3956896" y="1234903"/>
                  </a:lnTo>
                  <a:lnTo>
                    <a:pt x="3951423" y="1234903"/>
                  </a:lnTo>
                  <a:lnTo>
                    <a:pt x="3951423" y="1234903"/>
                  </a:lnTo>
                  <a:lnTo>
                    <a:pt x="3945950" y="1234903"/>
                  </a:lnTo>
                  <a:lnTo>
                    <a:pt x="3945950" y="1234903"/>
                  </a:lnTo>
                  <a:lnTo>
                    <a:pt x="3940477" y="1234903"/>
                  </a:lnTo>
                  <a:lnTo>
                    <a:pt x="3940477" y="1234903"/>
                  </a:lnTo>
                  <a:lnTo>
                    <a:pt x="3935004" y="1234903"/>
                  </a:lnTo>
                  <a:lnTo>
                    <a:pt x="3935004" y="1250016"/>
                  </a:lnTo>
                  <a:lnTo>
                    <a:pt x="3929531" y="1250016"/>
                  </a:lnTo>
                  <a:lnTo>
                    <a:pt x="3929531" y="1265117"/>
                  </a:lnTo>
                  <a:lnTo>
                    <a:pt x="3924058" y="1265117"/>
                  </a:lnTo>
                  <a:lnTo>
                    <a:pt x="3924058" y="1265117"/>
                  </a:lnTo>
                  <a:lnTo>
                    <a:pt x="3918585" y="1265117"/>
                  </a:lnTo>
                  <a:lnTo>
                    <a:pt x="3918585" y="1265117"/>
                  </a:lnTo>
                  <a:lnTo>
                    <a:pt x="3913113" y="1265117"/>
                  </a:lnTo>
                  <a:lnTo>
                    <a:pt x="3913113" y="1280205"/>
                  </a:lnTo>
                  <a:lnTo>
                    <a:pt x="3907640" y="1280205"/>
                  </a:lnTo>
                  <a:lnTo>
                    <a:pt x="3907640" y="1280205"/>
                  </a:lnTo>
                  <a:lnTo>
                    <a:pt x="3902167" y="1280205"/>
                  </a:lnTo>
                  <a:lnTo>
                    <a:pt x="3902167" y="1295250"/>
                  </a:lnTo>
                  <a:lnTo>
                    <a:pt x="3896694" y="1295250"/>
                  </a:lnTo>
                  <a:lnTo>
                    <a:pt x="3896694" y="1295250"/>
                  </a:lnTo>
                  <a:lnTo>
                    <a:pt x="3891221" y="1295250"/>
                  </a:lnTo>
                  <a:lnTo>
                    <a:pt x="3891221" y="1310264"/>
                  </a:lnTo>
                  <a:lnTo>
                    <a:pt x="3885748" y="1310264"/>
                  </a:lnTo>
                  <a:lnTo>
                    <a:pt x="3885748" y="1310264"/>
                  </a:lnTo>
                  <a:lnTo>
                    <a:pt x="3880275" y="1310264"/>
                  </a:lnTo>
                  <a:lnTo>
                    <a:pt x="3880275" y="1310264"/>
                  </a:lnTo>
                  <a:lnTo>
                    <a:pt x="3874802" y="1310264"/>
                  </a:lnTo>
                  <a:lnTo>
                    <a:pt x="3874802" y="1310264"/>
                  </a:lnTo>
                  <a:lnTo>
                    <a:pt x="3869329" y="1310264"/>
                  </a:lnTo>
                  <a:lnTo>
                    <a:pt x="3869329" y="1310264"/>
                  </a:lnTo>
                  <a:lnTo>
                    <a:pt x="3863857" y="1310264"/>
                  </a:lnTo>
                  <a:lnTo>
                    <a:pt x="3863857" y="1310264"/>
                  </a:lnTo>
                  <a:lnTo>
                    <a:pt x="3858384" y="1310264"/>
                  </a:lnTo>
                  <a:lnTo>
                    <a:pt x="3858384" y="1310264"/>
                  </a:lnTo>
                  <a:lnTo>
                    <a:pt x="3852911" y="1310264"/>
                  </a:lnTo>
                  <a:lnTo>
                    <a:pt x="3852911" y="1310264"/>
                  </a:lnTo>
                  <a:lnTo>
                    <a:pt x="3847438" y="1310264"/>
                  </a:lnTo>
                  <a:lnTo>
                    <a:pt x="3847438" y="1310264"/>
                  </a:lnTo>
                  <a:lnTo>
                    <a:pt x="3841965" y="1310264"/>
                  </a:lnTo>
                  <a:lnTo>
                    <a:pt x="3841965" y="1310264"/>
                  </a:lnTo>
                  <a:lnTo>
                    <a:pt x="3836492" y="1310264"/>
                  </a:lnTo>
                  <a:lnTo>
                    <a:pt x="3836492" y="1310264"/>
                  </a:lnTo>
                  <a:lnTo>
                    <a:pt x="3831019" y="1310264"/>
                  </a:lnTo>
                  <a:lnTo>
                    <a:pt x="3831019" y="1310264"/>
                  </a:lnTo>
                  <a:lnTo>
                    <a:pt x="3825546" y="1310264"/>
                  </a:lnTo>
                  <a:lnTo>
                    <a:pt x="3825546" y="1310264"/>
                  </a:lnTo>
                  <a:lnTo>
                    <a:pt x="3820074" y="1310264"/>
                  </a:lnTo>
                  <a:lnTo>
                    <a:pt x="3820074" y="1310264"/>
                  </a:lnTo>
                  <a:lnTo>
                    <a:pt x="3814601" y="1310264"/>
                  </a:lnTo>
                  <a:lnTo>
                    <a:pt x="3814601" y="1310264"/>
                  </a:lnTo>
                  <a:lnTo>
                    <a:pt x="3809128" y="1310264"/>
                  </a:lnTo>
                  <a:lnTo>
                    <a:pt x="3809128" y="1310264"/>
                  </a:lnTo>
                  <a:lnTo>
                    <a:pt x="3803655" y="1310264"/>
                  </a:lnTo>
                  <a:lnTo>
                    <a:pt x="3803655" y="1310264"/>
                  </a:lnTo>
                  <a:lnTo>
                    <a:pt x="3798182" y="1310264"/>
                  </a:lnTo>
                  <a:lnTo>
                    <a:pt x="3798182" y="1310264"/>
                  </a:lnTo>
                  <a:lnTo>
                    <a:pt x="3792709" y="1310264"/>
                  </a:lnTo>
                  <a:lnTo>
                    <a:pt x="3792709" y="1310264"/>
                  </a:lnTo>
                  <a:lnTo>
                    <a:pt x="3787236" y="1310264"/>
                  </a:lnTo>
                  <a:lnTo>
                    <a:pt x="3787236" y="1310264"/>
                  </a:lnTo>
                  <a:lnTo>
                    <a:pt x="3781763" y="1310264"/>
                  </a:lnTo>
                  <a:lnTo>
                    <a:pt x="3781763" y="1310264"/>
                  </a:lnTo>
                  <a:lnTo>
                    <a:pt x="3776290" y="1310264"/>
                  </a:lnTo>
                  <a:lnTo>
                    <a:pt x="3776290" y="1310264"/>
                  </a:lnTo>
                  <a:lnTo>
                    <a:pt x="3770818" y="1310264"/>
                  </a:lnTo>
                  <a:lnTo>
                    <a:pt x="3770818" y="1310264"/>
                  </a:lnTo>
                  <a:lnTo>
                    <a:pt x="3765345" y="1310264"/>
                  </a:lnTo>
                  <a:lnTo>
                    <a:pt x="3765345" y="1310264"/>
                  </a:lnTo>
                  <a:lnTo>
                    <a:pt x="3759872" y="1310264"/>
                  </a:lnTo>
                  <a:lnTo>
                    <a:pt x="3759872" y="1310264"/>
                  </a:lnTo>
                  <a:lnTo>
                    <a:pt x="3754399" y="1310264"/>
                  </a:lnTo>
                  <a:lnTo>
                    <a:pt x="3754399" y="1310264"/>
                  </a:lnTo>
                  <a:lnTo>
                    <a:pt x="3748926" y="1310264"/>
                  </a:lnTo>
                  <a:lnTo>
                    <a:pt x="3748926" y="1310264"/>
                  </a:lnTo>
                  <a:lnTo>
                    <a:pt x="3743453" y="1310264"/>
                  </a:lnTo>
                  <a:lnTo>
                    <a:pt x="3743453" y="1310264"/>
                  </a:lnTo>
                  <a:lnTo>
                    <a:pt x="3737980" y="1310264"/>
                  </a:lnTo>
                  <a:lnTo>
                    <a:pt x="3737980" y="1310264"/>
                  </a:lnTo>
                  <a:lnTo>
                    <a:pt x="3732507" y="1310264"/>
                  </a:lnTo>
                  <a:lnTo>
                    <a:pt x="3732507" y="1310264"/>
                  </a:lnTo>
                  <a:lnTo>
                    <a:pt x="3727034" y="1310264"/>
                  </a:lnTo>
                  <a:lnTo>
                    <a:pt x="3727034" y="1310264"/>
                  </a:lnTo>
                  <a:lnTo>
                    <a:pt x="3721562" y="1310264"/>
                  </a:lnTo>
                  <a:lnTo>
                    <a:pt x="3721562" y="1310264"/>
                  </a:lnTo>
                  <a:lnTo>
                    <a:pt x="3716089" y="1310264"/>
                  </a:lnTo>
                  <a:lnTo>
                    <a:pt x="3716089" y="1324952"/>
                  </a:lnTo>
                  <a:lnTo>
                    <a:pt x="3710616" y="1324952"/>
                  </a:lnTo>
                  <a:lnTo>
                    <a:pt x="3710616" y="1324952"/>
                  </a:lnTo>
                  <a:lnTo>
                    <a:pt x="3705143" y="1324952"/>
                  </a:lnTo>
                  <a:lnTo>
                    <a:pt x="3705143" y="1339601"/>
                  </a:lnTo>
                  <a:lnTo>
                    <a:pt x="3699670" y="1339601"/>
                  </a:lnTo>
                  <a:lnTo>
                    <a:pt x="3699670" y="1339601"/>
                  </a:lnTo>
                  <a:lnTo>
                    <a:pt x="3694197" y="1339601"/>
                  </a:lnTo>
                  <a:lnTo>
                    <a:pt x="3694197" y="1339601"/>
                  </a:lnTo>
                  <a:lnTo>
                    <a:pt x="3688724" y="1339601"/>
                  </a:lnTo>
                  <a:lnTo>
                    <a:pt x="3688724" y="1339601"/>
                  </a:lnTo>
                  <a:lnTo>
                    <a:pt x="3683251" y="1339601"/>
                  </a:lnTo>
                  <a:lnTo>
                    <a:pt x="3683251" y="1339601"/>
                  </a:lnTo>
                  <a:lnTo>
                    <a:pt x="3677779" y="1339601"/>
                  </a:lnTo>
                  <a:lnTo>
                    <a:pt x="3677779" y="1339601"/>
                  </a:lnTo>
                  <a:lnTo>
                    <a:pt x="3672306" y="1339601"/>
                  </a:lnTo>
                  <a:lnTo>
                    <a:pt x="3672306" y="1339601"/>
                  </a:lnTo>
                  <a:lnTo>
                    <a:pt x="3666833" y="1339601"/>
                  </a:lnTo>
                  <a:lnTo>
                    <a:pt x="3666833" y="1339601"/>
                  </a:lnTo>
                  <a:lnTo>
                    <a:pt x="3661360" y="1339601"/>
                  </a:lnTo>
                  <a:lnTo>
                    <a:pt x="3661360" y="1339601"/>
                  </a:lnTo>
                  <a:lnTo>
                    <a:pt x="3655887" y="1339601"/>
                  </a:lnTo>
                  <a:lnTo>
                    <a:pt x="3655887" y="1339601"/>
                  </a:lnTo>
                  <a:lnTo>
                    <a:pt x="3650414" y="1339601"/>
                  </a:lnTo>
                  <a:lnTo>
                    <a:pt x="3650414" y="1339601"/>
                  </a:lnTo>
                  <a:lnTo>
                    <a:pt x="3644941" y="1339601"/>
                  </a:lnTo>
                  <a:lnTo>
                    <a:pt x="3644941" y="1354202"/>
                  </a:lnTo>
                  <a:lnTo>
                    <a:pt x="3639468" y="1354202"/>
                  </a:lnTo>
                  <a:lnTo>
                    <a:pt x="3639468" y="1354202"/>
                  </a:lnTo>
                  <a:lnTo>
                    <a:pt x="3633995" y="1354202"/>
                  </a:lnTo>
                  <a:lnTo>
                    <a:pt x="3633995" y="1354202"/>
                  </a:lnTo>
                  <a:lnTo>
                    <a:pt x="3628523" y="1354202"/>
                  </a:lnTo>
                  <a:lnTo>
                    <a:pt x="3628523" y="1354202"/>
                  </a:lnTo>
                  <a:lnTo>
                    <a:pt x="3623050" y="1354202"/>
                  </a:lnTo>
                  <a:lnTo>
                    <a:pt x="3623050" y="1354202"/>
                  </a:lnTo>
                  <a:lnTo>
                    <a:pt x="3617577" y="1354202"/>
                  </a:lnTo>
                  <a:lnTo>
                    <a:pt x="3617577" y="1354202"/>
                  </a:lnTo>
                  <a:lnTo>
                    <a:pt x="3612104" y="1354202"/>
                  </a:lnTo>
                  <a:lnTo>
                    <a:pt x="3612104" y="1354202"/>
                  </a:lnTo>
                  <a:lnTo>
                    <a:pt x="3606631" y="1354202"/>
                  </a:lnTo>
                  <a:lnTo>
                    <a:pt x="3606631" y="1368729"/>
                  </a:lnTo>
                  <a:lnTo>
                    <a:pt x="3601158" y="1368729"/>
                  </a:lnTo>
                  <a:lnTo>
                    <a:pt x="3601158" y="1368729"/>
                  </a:lnTo>
                  <a:lnTo>
                    <a:pt x="3595685" y="1368729"/>
                  </a:lnTo>
                  <a:lnTo>
                    <a:pt x="3595685" y="1368729"/>
                  </a:lnTo>
                  <a:lnTo>
                    <a:pt x="3590212" y="1368729"/>
                  </a:lnTo>
                  <a:lnTo>
                    <a:pt x="3590212" y="1383226"/>
                  </a:lnTo>
                  <a:lnTo>
                    <a:pt x="3584739" y="1383226"/>
                  </a:lnTo>
                  <a:lnTo>
                    <a:pt x="3584739" y="1383226"/>
                  </a:lnTo>
                  <a:lnTo>
                    <a:pt x="3579267" y="1383226"/>
                  </a:lnTo>
                  <a:lnTo>
                    <a:pt x="3579267" y="1397675"/>
                  </a:lnTo>
                  <a:lnTo>
                    <a:pt x="3573794" y="1397675"/>
                  </a:lnTo>
                  <a:lnTo>
                    <a:pt x="3573794" y="1397675"/>
                  </a:lnTo>
                  <a:lnTo>
                    <a:pt x="3568321" y="1397675"/>
                  </a:lnTo>
                  <a:lnTo>
                    <a:pt x="3568321" y="1397675"/>
                  </a:lnTo>
                  <a:lnTo>
                    <a:pt x="3562848" y="1397675"/>
                  </a:lnTo>
                  <a:lnTo>
                    <a:pt x="3562848" y="1397675"/>
                  </a:lnTo>
                  <a:lnTo>
                    <a:pt x="3557375" y="1397675"/>
                  </a:lnTo>
                  <a:lnTo>
                    <a:pt x="3557375" y="1397675"/>
                  </a:lnTo>
                  <a:lnTo>
                    <a:pt x="3551902" y="1397675"/>
                  </a:lnTo>
                  <a:lnTo>
                    <a:pt x="3551902" y="1397675"/>
                  </a:lnTo>
                  <a:lnTo>
                    <a:pt x="3546429" y="1397675"/>
                  </a:lnTo>
                  <a:lnTo>
                    <a:pt x="3546429" y="1397675"/>
                  </a:lnTo>
                  <a:lnTo>
                    <a:pt x="3540956" y="1397675"/>
                  </a:lnTo>
                  <a:lnTo>
                    <a:pt x="3540956" y="1397675"/>
                  </a:lnTo>
                  <a:lnTo>
                    <a:pt x="3535483" y="1397675"/>
                  </a:lnTo>
                  <a:lnTo>
                    <a:pt x="3535483" y="1397675"/>
                  </a:lnTo>
                  <a:lnTo>
                    <a:pt x="3530011" y="1397675"/>
                  </a:lnTo>
                  <a:lnTo>
                    <a:pt x="3530011" y="1397675"/>
                  </a:lnTo>
                  <a:lnTo>
                    <a:pt x="3524538" y="1397675"/>
                  </a:lnTo>
                  <a:lnTo>
                    <a:pt x="3524538" y="1412043"/>
                  </a:lnTo>
                  <a:lnTo>
                    <a:pt x="3519065" y="1412043"/>
                  </a:lnTo>
                  <a:lnTo>
                    <a:pt x="3519065" y="1412043"/>
                  </a:lnTo>
                  <a:lnTo>
                    <a:pt x="3513592" y="1412043"/>
                  </a:lnTo>
                  <a:lnTo>
                    <a:pt x="3513592" y="1426373"/>
                  </a:lnTo>
                  <a:lnTo>
                    <a:pt x="3508119" y="1426373"/>
                  </a:lnTo>
                  <a:lnTo>
                    <a:pt x="3508119" y="1426373"/>
                  </a:lnTo>
                  <a:lnTo>
                    <a:pt x="3502646" y="1426373"/>
                  </a:lnTo>
                  <a:lnTo>
                    <a:pt x="3502646" y="1426373"/>
                  </a:lnTo>
                  <a:lnTo>
                    <a:pt x="3497173" y="1426373"/>
                  </a:lnTo>
                  <a:lnTo>
                    <a:pt x="3497173" y="1426373"/>
                  </a:lnTo>
                  <a:lnTo>
                    <a:pt x="3491700" y="1426373"/>
                  </a:lnTo>
                  <a:lnTo>
                    <a:pt x="3491700" y="1426373"/>
                  </a:lnTo>
                  <a:lnTo>
                    <a:pt x="3486228" y="1426373"/>
                  </a:lnTo>
                  <a:lnTo>
                    <a:pt x="3486228" y="1426373"/>
                  </a:lnTo>
                  <a:lnTo>
                    <a:pt x="3480755" y="1426373"/>
                  </a:lnTo>
                  <a:lnTo>
                    <a:pt x="3480755" y="1426373"/>
                  </a:lnTo>
                  <a:lnTo>
                    <a:pt x="3475282" y="1426373"/>
                  </a:lnTo>
                  <a:lnTo>
                    <a:pt x="3475282" y="1426373"/>
                  </a:lnTo>
                  <a:lnTo>
                    <a:pt x="3469809" y="1426373"/>
                  </a:lnTo>
                  <a:lnTo>
                    <a:pt x="3469809" y="1426373"/>
                  </a:lnTo>
                  <a:lnTo>
                    <a:pt x="3464336" y="1426373"/>
                  </a:lnTo>
                  <a:lnTo>
                    <a:pt x="3464336" y="1440631"/>
                  </a:lnTo>
                  <a:lnTo>
                    <a:pt x="3458863" y="1440631"/>
                  </a:lnTo>
                  <a:lnTo>
                    <a:pt x="3458863" y="1454867"/>
                  </a:lnTo>
                  <a:lnTo>
                    <a:pt x="3453390" y="1454867"/>
                  </a:lnTo>
                  <a:lnTo>
                    <a:pt x="3453390" y="1454867"/>
                  </a:lnTo>
                  <a:lnTo>
                    <a:pt x="3447917" y="1454867"/>
                  </a:lnTo>
                  <a:lnTo>
                    <a:pt x="3447917" y="1454867"/>
                  </a:lnTo>
                  <a:lnTo>
                    <a:pt x="3442444" y="1454867"/>
                  </a:lnTo>
                  <a:lnTo>
                    <a:pt x="3442444" y="1454867"/>
                  </a:lnTo>
                  <a:lnTo>
                    <a:pt x="3436972" y="1454867"/>
                  </a:lnTo>
                  <a:lnTo>
                    <a:pt x="3436972" y="1454867"/>
                  </a:lnTo>
                  <a:lnTo>
                    <a:pt x="3431499" y="1454867"/>
                  </a:lnTo>
                  <a:lnTo>
                    <a:pt x="3431499" y="1454867"/>
                  </a:lnTo>
                  <a:lnTo>
                    <a:pt x="3426026" y="1454867"/>
                  </a:lnTo>
                  <a:lnTo>
                    <a:pt x="3426026" y="1454867"/>
                  </a:lnTo>
                  <a:lnTo>
                    <a:pt x="3420553" y="1454867"/>
                  </a:lnTo>
                  <a:lnTo>
                    <a:pt x="3420553" y="1454867"/>
                  </a:lnTo>
                  <a:lnTo>
                    <a:pt x="3415080" y="1454867"/>
                  </a:lnTo>
                  <a:lnTo>
                    <a:pt x="3415080" y="1454867"/>
                  </a:lnTo>
                  <a:lnTo>
                    <a:pt x="3409607" y="1454867"/>
                  </a:lnTo>
                  <a:lnTo>
                    <a:pt x="3409607" y="1454867"/>
                  </a:lnTo>
                  <a:lnTo>
                    <a:pt x="3404134" y="1454867"/>
                  </a:lnTo>
                  <a:lnTo>
                    <a:pt x="3404134" y="1454867"/>
                  </a:lnTo>
                  <a:lnTo>
                    <a:pt x="3398661" y="1454867"/>
                  </a:lnTo>
                  <a:lnTo>
                    <a:pt x="3398661" y="1454867"/>
                  </a:lnTo>
                  <a:lnTo>
                    <a:pt x="3393188" y="1454867"/>
                  </a:lnTo>
                  <a:lnTo>
                    <a:pt x="3393188" y="1454867"/>
                  </a:lnTo>
                  <a:lnTo>
                    <a:pt x="3387716" y="1454867"/>
                  </a:lnTo>
                  <a:lnTo>
                    <a:pt x="3387716" y="1454867"/>
                  </a:lnTo>
                  <a:lnTo>
                    <a:pt x="3382243" y="1454867"/>
                  </a:lnTo>
                  <a:lnTo>
                    <a:pt x="3382243" y="1454867"/>
                  </a:lnTo>
                  <a:lnTo>
                    <a:pt x="3376770" y="1454867"/>
                  </a:lnTo>
                  <a:lnTo>
                    <a:pt x="3376770" y="1454867"/>
                  </a:lnTo>
                  <a:lnTo>
                    <a:pt x="3371297" y="1454867"/>
                  </a:lnTo>
                  <a:lnTo>
                    <a:pt x="3371297" y="1454867"/>
                  </a:lnTo>
                  <a:lnTo>
                    <a:pt x="3365824" y="1454867"/>
                  </a:lnTo>
                  <a:lnTo>
                    <a:pt x="3365824" y="1454867"/>
                  </a:lnTo>
                  <a:lnTo>
                    <a:pt x="3360351" y="1454867"/>
                  </a:lnTo>
                  <a:lnTo>
                    <a:pt x="3360351" y="1454867"/>
                  </a:lnTo>
                  <a:lnTo>
                    <a:pt x="3354878" y="1454867"/>
                  </a:lnTo>
                  <a:lnTo>
                    <a:pt x="3354878" y="1454867"/>
                  </a:lnTo>
                  <a:lnTo>
                    <a:pt x="3349405" y="1454867"/>
                  </a:lnTo>
                  <a:lnTo>
                    <a:pt x="3349405" y="1454867"/>
                  </a:lnTo>
                  <a:lnTo>
                    <a:pt x="3343932" y="1454867"/>
                  </a:lnTo>
                  <a:lnTo>
                    <a:pt x="3343932" y="1454867"/>
                  </a:lnTo>
                  <a:lnTo>
                    <a:pt x="3338460" y="1454867"/>
                  </a:lnTo>
                  <a:lnTo>
                    <a:pt x="3338460" y="1454867"/>
                  </a:lnTo>
                  <a:lnTo>
                    <a:pt x="3332987" y="1454867"/>
                  </a:lnTo>
                  <a:lnTo>
                    <a:pt x="3332987" y="1454867"/>
                  </a:lnTo>
                  <a:lnTo>
                    <a:pt x="3327514" y="1454867"/>
                  </a:lnTo>
                  <a:lnTo>
                    <a:pt x="3327514" y="1454867"/>
                  </a:lnTo>
                  <a:lnTo>
                    <a:pt x="3322041" y="1454867"/>
                  </a:lnTo>
                  <a:lnTo>
                    <a:pt x="3322041" y="1454867"/>
                  </a:lnTo>
                  <a:lnTo>
                    <a:pt x="3316568" y="1454867"/>
                  </a:lnTo>
                  <a:lnTo>
                    <a:pt x="3316568" y="1454867"/>
                  </a:lnTo>
                  <a:lnTo>
                    <a:pt x="3311095" y="1454867"/>
                  </a:lnTo>
                  <a:lnTo>
                    <a:pt x="3311095" y="1454867"/>
                  </a:lnTo>
                  <a:lnTo>
                    <a:pt x="3305622" y="1454867"/>
                  </a:lnTo>
                  <a:lnTo>
                    <a:pt x="3305622" y="1454867"/>
                  </a:lnTo>
                  <a:lnTo>
                    <a:pt x="3300149" y="1454867"/>
                  </a:lnTo>
                  <a:lnTo>
                    <a:pt x="3300149" y="1454867"/>
                  </a:lnTo>
                  <a:lnTo>
                    <a:pt x="3294677" y="1454867"/>
                  </a:lnTo>
                  <a:lnTo>
                    <a:pt x="3294677" y="1454867"/>
                  </a:lnTo>
                  <a:lnTo>
                    <a:pt x="3289204" y="1454867"/>
                  </a:lnTo>
                  <a:lnTo>
                    <a:pt x="3289204" y="1454867"/>
                  </a:lnTo>
                  <a:lnTo>
                    <a:pt x="3283731" y="1454867"/>
                  </a:lnTo>
                  <a:lnTo>
                    <a:pt x="3283731" y="1482850"/>
                  </a:lnTo>
                  <a:lnTo>
                    <a:pt x="3278258" y="1482850"/>
                  </a:lnTo>
                  <a:lnTo>
                    <a:pt x="3278258" y="1482850"/>
                  </a:lnTo>
                  <a:lnTo>
                    <a:pt x="3272785" y="1482850"/>
                  </a:lnTo>
                  <a:lnTo>
                    <a:pt x="3272785" y="1482850"/>
                  </a:lnTo>
                  <a:lnTo>
                    <a:pt x="3267312" y="1482850"/>
                  </a:lnTo>
                  <a:lnTo>
                    <a:pt x="3267312" y="1482850"/>
                  </a:lnTo>
                  <a:lnTo>
                    <a:pt x="3261839" y="1482850"/>
                  </a:lnTo>
                  <a:lnTo>
                    <a:pt x="3261839" y="1482850"/>
                  </a:lnTo>
                  <a:lnTo>
                    <a:pt x="3256366" y="1482850"/>
                  </a:lnTo>
                  <a:lnTo>
                    <a:pt x="3256366" y="1482850"/>
                  </a:lnTo>
                  <a:lnTo>
                    <a:pt x="3250893" y="1482850"/>
                  </a:lnTo>
                  <a:lnTo>
                    <a:pt x="3250893" y="1482850"/>
                  </a:lnTo>
                  <a:lnTo>
                    <a:pt x="3245421" y="1482850"/>
                  </a:lnTo>
                  <a:lnTo>
                    <a:pt x="3245421" y="1496744"/>
                  </a:lnTo>
                  <a:lnTo>
                    <a:pt x="3239948" y="1496744"/>
                  </a:lnTo>
                  <a:lnTo>
                    <a:pt x="3239948" y="1496744"/>
                  </a:lnTo>
                  <a:lnTo>
                    <a:pt x="3234475" y="1496744"/>
                  </a:lnTo>
                  <a:lnTo>
                    <a:pt x="3234475" y="1496744"/>
                  </a:lnTo>
                  <a:lnTo>
                    <a:pt x="3229002" y="1496744"/>
                  </a:lnTo>
                  <a:lnTo>
                    <a:pt x="3229002" y="1496744"/>
                  </a:lnTo>
                  <a:lnTo>
                    <a:pt x="3223529" y="1496744"/>
                  </a:lnTo>
                  <a:lnTo>
                    <a:pt x="3223529" y="1496744"/>
                  </a:lnTo>
                  <a:lnTo>
                    <a:pt x="3218056" y="1496744"/>
                  </a:lnTo>
                  <a:lnTo>
                    <a:pt x="3218056" y="1496744"/>
                  </a:lnTo>
                  <a:lnTo>
                    <a:pt x="3212583" y="1496744"/>
                  </a:lnTo>
                  <a:lnTo>
                    <a:pt x="3212583" y="1496744"/>
                  </a:lnTo>
                  <a:lnTo>
                    <a:pt x="3207110" y="1496744"/>
                  </a:lnTo>
                  <a:lnTo>
                    <a:pt x="3207110" y="1496744"/>
                  </a:lnTo>
                  <a:lnTo>
                    <a:pt x="3201637" y="1496744"/>
                  </a:lnTo>
                  <a:lnTo>
                    <a:pt x="3201637" y="1496744"/>
                  </a:lnTo>
                  <a:lnTo>
                    <a:pt x="3196165" y="1496744"/>
                  </a:lnTo>
                  <a:lnTo>
                    <a:pt x="3196165" y="1496744"/>
                  </a:lnTo>
                  <a:lnTo>
                    <a:pt x="3190692" y="1496744"/>
                  </a:lnTo>
                  <a:lnTo>
                    <a:pt x="3190692" y="1496744"/>
                  </a:lnTo>
                  <a:lnTo>
                    <a:pt x="3185219" y="1496744"/>
                  </a:lnTo>
                  <a:lnTo>
                    <a:pt x="3185219" y="1496744"/>
                  </a:lnTo>
                  <a:lnTo>
                    <a:pt x="3179746" y="1496744"/>
                  </a:lnTo>
                  <a:lnTo>
                    <a:pt x="3179746" y="1496744"/>
                  </a:lnTo>
                  <a:lnTo>
                    <a:pt x="3174273" y="1496744"/>
                  </a:lnTo>
                  <a:lnTo>
                    <a:pt x="3174273" y="1496744"/>
                  </a:lnTo>
                  <a:lnTo>
                    <a:pt x="3168800" y="1496744"/>
                  </a:lnTo>
                  <a:lnTo>
                    <a:pt x="3168800" y="1524235"/>
                  </a:lnTo>
                  <a:lnTo>
                    <a:pt x="3163327" y="1524235"/>
                  </a:lnTo>
                  <a:lnTo>
                    <a:pt x="3163327" y="1524235"/>
                  </a:lnTo>
                  <a:lnTo>
                    <a:pt x="3157854" y="1524235"/>
                  </a:lnTo>
                  <a:lnTo>
                    <a:pt x="3157854" y="1524235"/>
                  </a:lnTo>
                  <a:lnTo>
                    <a:pt x="3152382" y="1524235"/>
                  </a:lnTo>
                  <a:lnTo>
                    <a:pt x="3152382" y="1524235"/>
                  </a:lnTo>
                  <a:lnTo>
                    <a:pt x="3146909" y="1524235"/>
                  </a:lnTo>
                  <a:lnTo>
                    <a:pt x="3146909" y="1524235"/>
                  </a:lnTo>
                  <a:lnTo>
                    <a:pt x="3141436" y="1524235"/>
                  </a:lnTo>
                  <a:lnTo>
                    <a:pt x="3141436" y="1524235"/>
                  </a:lnTo>
                  <a:lnTo>
                    <a:pt x="3135963" y="1524235"/>
                  </a:lnTo>
                  <a:lnTo>
                    <a:pt x="3135963" y="1524235"/>
                  </a:lnTo>
                  <a:lnTo>
                    <a:pt x="3130490" y="1524235"/>
                  </a:lnTo>
                  <a:lnTo>
                    <a:pt x="3130490" y="1524235"/>
                  </a:lnTo>
                  <a:lnTo>
                    <a:pt x="3125017" y="1524235"/>
                  </a:lnTo>
                  <a:lnTo>
                    <a:pt x="3125017" y="1524235"/>
                  </a:lnTo>
                  <a:lnTo>
                    <a:pt x="3119544" y="1524235"/>
                  </a:lnTo>
                  <a:lnTo>
                    <a:pt x="3119544" y="1524235"/>
                  </a:lnTo>
                  <a:lnTo>
                    <a:pt x="3114071" y="1524235"/>
                  </a:lnTo>
                  <a:lnTo>
                    <a:pt x="3114071" y="1524235"/>
                  </a:lnTo>
                  <a:lnTo>
                    <a:pt x="3108598" y="1524235"/>
                  </a:lnTo>
                  <a:lnTo>
                    <a:pt x="3108598" y="1524235"/>
                  </a:lnTo>
                  <a:lnTo>
                    <a:pt x="3103126" y="1524235"/>
                  </a:lnTo>
                  <a:lnTo>
                    <a:pt x="3103126" y="1524235"/>
                  </a:lnTo>
                  <a:lnTo>
                    <a:pt x="3097653" y="1524235"/>
                  </a:lnTo>
                  <a:lnTo>
                    <a:pt x="3097653" y="1524235"/>
                  </a:lnTo>
                  <a:lnTo>
                    <a:pt x="3092180" y="1524235"/>
                  </a:lnTo>
                  <a:lnTo>
                    <a:pt x="3092180" y="1524235"/>
                  </a:lnTo>
                  <a:lnTo>
                    <a:pt x="3086707" y="1524235"/>
                  </a:lnTo>
                  <a:lnTo>
                    <a:pt x="3086707" y="1524235"/>
                  </a:lnTo>
                  <a:lnTo>
                    <a:pt x="3081234" y="1524235"/>
                  </a:lnTo>
                  <a:lnTo>
                    <a:pt x="3081234" y="1524235"/>
                  </a:lnTo>
                  <a:lnTo>
                    <a:pt x="3075761" y="1524235"/>
                  </a:lnTo>
                  <a:lnTo>
                    <a:pt x="3075761" y="1524235"/>
                  </a:lnTo>
                  <a:lnTo>
                    <a:pt x="3070288" y="1524235"/>
                  </a:lnTo>
                  <a:lnTo>
                    <a:pt x="3070288" y="1524235"/>
                  </a:lnTo>
                  <a:lnTo>
                    <a:pt x="3064815" y="1524235"/>
                  </a:lnTo>
                  <a:lnTo>
                    <a:pt x="3064815" y="1524235"/>
                  </a:lnTo>
                  <a:lnTo>
                    <a:pt x="3059342" y="1524235"/>
                  </a:lnTo>
                  <a:lnTo>
                    <a:pt x="3059342" y="1524235"/>
                  </a:lnTo>
                  <a:lnTo>
                    <a:pt x="3053870" y="1524235"/>
                  </a:lnTo>
                  <a:lnTo>
                    <a:pt x="3053870" y="1524235"/>
                  </a:lnTo>
                  <a:lnTo>
                    <a:pt x="3048397" y="1524235"/>
                  </a:lnTo>
                  <a:lnTo>
                    <a:pt x="3048397" y="1524235"/>
                  </a:lnTo>
                  <a:lnTo>
                    <a:pt x="3042924" y="1524235"/>
                  </a:lnTo>
                  <a:lnTo>
                    <a:pt x="3042924" y="1524235"/>
                  </a:lnTo>
                  <a:lnTo>
                    <a:pt x="3037451" y="1524235"/>
                  </a:lnTo>
                  <a:lnTo>
                    <a:pt x="3037451" y="1524235"/>
                  </a:lnTo>
                  <a:lnTo>
                    <a:pt x="3031978" y="1524235"/>
                  </a:lnTo>
                  <a:lnTo>
                    <a:pt x="3031978" y="1524235"/>
                  </a:lnTo>
                  <a:lnTo>
                    <a:pt x="3026505" y="1524235"/>
                  </a:lnTo>
                  <a:lnTo>
                    <a:pt x="3026505" y="1524235"/>
                  </a:lnTo>
                  <a:lnTo>
                    <a:pt x="3021032" y="1524235"/>
                  </a:lnTo>
                  <a:lnTo>
                    <a:pt x="3021032" y="1524235"/>
                  </a:lnTo>
                  <a:lnTo>
                    <a:pt x="3015559" y="1524235"/>
                  </a:lnTo>
                  <a:lnTo>
                    <a:pt x="3015559" y="1524235"/>
                  </a:lnTo>
                  <a:lnTo>
                    <a:pt x="3010086" y="1524235"/>
                  </a:lnTo>
                  <a:lnTo>
                    <a:pt x="3010086" y="1524235"/>
                  </a:lnTo>
                  <a:lnTo>
                    <a:pt x="3004614" y="1524235"/>
                  </a:lnTo>
                  <a:lnTo>
                    <a:pt x="3004614" y="1524235"/>
                  </a:lnTo>
                  <a:lnTo>
                    <a:pt x="2999141" y="1524235"/>
                  </a:lnTo>
                  <a:lnTo>
                    <a:pt x="2999141" y="1537864"/>
                  </a:lnTo>
                  <a:lnTo>
                    <a:pt x="2993668" y="1537864"/>
                  </a:lnTo>
                  <a:lnTo>
                    <a:pt x="2993668" y="1551480"/>
                  </a:lnTo>
                  <a:lnTo>
                    <a:pt x="2988195" y="1551480"/>
                  </a:lnTo>
                  <a:lnTo>
                    <a:pt x="2988195" y="1551480"/>
                  </a:lnTo>
                  <a:lnTo>
                    <a:pt x="2982722" y="1551480"/>
                  </a:lnTo>
                  <a:lnTo>
                    <a:pt x="2982722" y="1551480"/>
                  </a:lnTo>
                  <a:lnTo>
                    <a:pt x="2977249" y="1551480"/>
                  </a:lnTo>
                  <a:lnTo>
                    <a:pt x="2977249" y="1551480"/>
                  </a:lnTo>
                  <a:lnTo>
                    <a:pt x="2971776" y="1551480"/>
                  </a:lnTo>
                  <a:lnTo>
                    <a:pt x="2971776" y="1551480"/>
                  </a:lnTo>
                  <a:lnTo>
                    <a:pt x="2966303" y="1551480"/>
                  </a:lnTo>
                  <a:lnTo>
                    <a:pt x="2966303" y="1551480"/>
                  </a:lnTo>
                  <a:lnTo>
                    <a:pt x="2960831" y="1551480"/>
                  </a:lnTo>
                  <a:lnTo>
                    <a:pt x="2960831" y="1551480"/>
                  </a:lnTo>
                  <a:lnTo>
                    <a:pt x="2955358" y="1551480"/>
                  </a:lnTo>
                  <a:lnTo>
                    <a:pt x="2955358" y="1551480"/>
                  </a:lnTo>
                  <a:lnTo>
                    <a:pt x="2949885" y="1551480"/>
                  </a:lnTo>
                  <a:lnTo>
                    <a:pt x="2949885" y="1551480"/>
                  </a:lnTo>
                  <a:lnTo>
                    <a:pt x="2944412" y="1551480"/>
                  </a:lnTo>
                  <a:lnTo>
                    <a:pt x="2944412" y="1551480"/>
                  </a:lnTo>
                  <a:lnTo>
                    <a:pt x="2938939" y="1551480"/>
                  </a:lnTo>
                  <a:lnTo>
                    <a:pt x="2938939" y="1551480"/>
                  </a:lnTo>
                  <a:lnTo>
                    <a:pt x="2933466" y="1551480"/>
                  </a:lnTo>
                  <a:lnTo>
                    <a:pt x="2933466" y="1551480"/>
                  </a:lnTo>
                  <a:lnTo>
                    <a:pt x="2927993" y="1551480"/>
                  </a:lnTo>
                  <a:lnTo>
                    <a:pt x="2927993" y="1551480"/>
                  </a:lnTo>
                  <a:lnTo>
                    <a:pt x="2922520" y="1551480"/>
                  </a:lnTo>
                  <a:lnTo>
                    <a:pt x="2922520" y="1551480"/>
                  </a:lnTo>
                  <a:lnTo>
                    <a:pt x="2917047" y="1551480"/>
                  </a:lnTo>
                  <a:lnTo>
                    <a:pt x="2917047" y="1551480"/>
                  </a:lnTo>
                  <a:lnTo>
                    <a:pt x="2911575" y="1551480"/>
                  </a:lnTo>
                  <a:lnTo>
                    <a:pt x="2911575" y="1551480"/>
                  </a:lnTo>
                  <a:lnTo>
                    <a:pt x="2906102" y="1551480"/>
                  </a:lnTo>
                  <a:lnTo>
                    <a:pt x="2906102" y="1551480"/>
                  </a:lnTo>
                  <a:lnTo>
                    <a:pt x="2900629" y="1551480"/>
                  </a:lnTo>
                  <a:lnTo>
                    <a:pt x="2900629" y="1551480"/>
                  </a:lnTo>
                  <a:lnTo>
                    <a:pt x="2895156" y="1551480"/>
                  </a:lnTo>
                  <a:lnTo>
                    <a:pt x="2895156" y="1551480"/>
                  </a:lnTo>
                  <a:lnTo>
                    <a:pt x="2889683" y="1551480"/>
                  </a:lnTo>
                  <a:lnTo>
                    <a:pt x="2889683" y="1551480"/>
                  </a:lnTo>
                  <a:lnTo>
                    <a:pt x="2884210" y="1551480"/>
                  </a:lnTo>
                  <a:lnTo>
                    <a:pt x="2884210" y="1551480"/>
                  </a:lnTo>
                  <a:lnTo>
                    <a:pt x="2878737" y="1551480"/>
                  </a:lnTo>
                  <a:lnTo>
                    <a:pt x="2878737" y="1551480"/>
                  </a:lnTo>
                  <a:lnTo>
                    <a:pt x="2873264" y="1551480"/>
                  </a:lnTo>
                  <a:lnTo>
                    <a:pt x="2873264" y="1551480"/>
                  </a:lnTo>
                  <a:lnTo>
                    <a:pt x="2867791" y="1551480"/>
                  </a:lnTo>
                  <a:lnTo>
                    <a:pt x="2867791" y="1551480"/>
                  </a:lnTo>
                  <a:lnTo>
                    <a:pt x="2862319" y="1551480"/>
                  </a:lnTo>
                  <a:lnTo>
                    <a:pt x="2862319" y="1551480"/>
                  </a:lnTo>
                  <a:lnTo>
                    <a:pt x="2856846" y="1551480"/>
                  </a:lnTo>
                  <a:lnTo>
                    <a:pt x="2856846" y="1551480"/>
                  </a:lnTo>
                  <a:lnTo>
                    <a:pt x="2851373" y="1551480"/>
                  </a:lnTo>
                  <a:lnTo>
                    <a:pt x="2851373" y="1551480"/>
                  </a:lnTo>
                  <a:lnTo>
                    <a:pt x="2845900" y="1551480"/>
                  </a:lnTo>
                  <a:lnTo>
                    <a:pt x="2845900" y="1551480"/>
                  </a:lnTo>
                  <a:lnTo>
                    <a:pt x="2840427" y="1551480"/>
                  </a:lnTo>
                  <a:lnTo>
                    <a:pt x="2840427" y="1551480"/>
                  </a:lnTo>
                  <a:lnTo>
                    <a:pt x="2834954" y="1551480"/>
                  </a:lnTo>
                  <a:lnTo>
                    <a:pt x="2834954" y="1551480"/>
                  </a:lnTo>
                  <a:lnTo>
                    <a:pt x="2829481" y="1551480"/>
                  </a:lnTo>
                  <a:lnTo>
                    <a:pt x="2829481" y="1551480"/>
                  </a:lnTo>
                  <a:lnTo>
                    <a:pt x="2824008" y="1551480"/>
                  </a:lnTo>
                  <a:lnTo>
                    <a:pt x="2824008" y="1551480"/>
                  </a:lnTo>
                  <a:lnTo>
                    <a:pt x="2818535" y="1551480"/>
                  </a:lnTo>
                  <a:lnTo>
                    <a:pt x="2818535" y="1551480"/>
                  </a:lnTo>
                  <a:lnTo>
                    <a:pt x="2813063" y="1551480"/>
                  </a:lnTo>
                  <a:lnTo>
                    <a:pt x="2813063" y="1564897"/>
                  </a:lnTo>
                  <a:lnTo>
                    <a:pt x="2807590" y="1564897"/>
                  </a:lnTo>
                  <a:lnTo>
                    <a:pt x="2807590" y="1564897"/>
                  </a:lnTo>
                  <a:lnTo>
                    <a:pt x="2802117" y="1564897"/>
                  </a:lnTo>
                  <a:lnTo>
                    <a:pt x="2802117" y="1564897"/>
                  </a:lnTo>
                  <a:lnTo>
                    <a:pt x="2796644" y="1564897"/>
                  </a:lnTo>
                  <a:lnTo>
                    <a:pt x="2796644" y="1564897"/>
                  </a:lnTo>
                  <a:lnTo>
                    <a:pt x="2791171" y="1564897"/>
                  </a:lnTo>
                  <a:lnTo>
                    <a:pt x="2791171" y="1578288"/>
                  </a:lnTo>
                  <a:lnTo>
                    <a:pt x="2785698" y="1578288"/>
                  </a:lnTo>
                  <a:lnTo>
                    <a:pt x="2785698" y="1578288"/>
                  </a:lnTo>
                  <a:lnTo>
                    <a:pt x="2780225" y="1578288"/>
                  </a:lnTo>
                  <a:lnTo>
                    <a:pt x="2780225" y="1578288"/>
                  </a:lnTo>
                  <a:lnTo>
                    <a:pt x="2774752" y="1578288"/>
                  </a:lnTo>
                  <a:lnTo>
                    <a:pt x="2774752" y="1591651"/>
                  </a:lnTo>
                  <a:lnTo>
                    <a:pt x="2769280" y="1591651"/>
                  </a:lnTo>
                  <a:lnTo>
                    <a:pt x="2769280" y="1591651"/>
                  </a:lnTo>
                  <a:lnTo>
                    <a:pt x="2763807" y="1591651"/>
                  </a:lnTo>
                  <a:lnTo>
                    <a:pt x="2763807" y="1591651"/>
                  </a:lnTo>
                  <a:lnTo>
                    <a:pt x="2758334" y="1591651"/>
                  </a:lnTo>
                  <a:lnTo>
                    <a:pt x="2758334" y="1591651"/>
                  </a:lnTo>
                  <a:lnTo>
                    <a:pt x="2752861" y="1591651"/>
                  </a:lnTo>
                  <a:lnTo>
                    <a:pt x="2752861" y="1591651"/>
                  </a:lnTo>
                  <a:lnTo>
                    <a:pt x="2747388" y="1591651"/>
                  </a:lnTo>
                  <a:lnTo>
                    <a:pt x="2747388" y="1591651"/>
                  </a:lnTo>
                  <a:lnTo>
                    <a:pt x="2741915" y="1591651"/>
                  </a:lnTo>
                  <a:lnTo>
                    <a:pt x="2741915" y="1591651"/>
                  </a:lnTo>
                  <a:lnTo>
                    <a:pt x="2736442" y="1591651"/>
                  </a:lnTo>
                  <a:lnTo>
                    <a:pt x="2736442" y="1591651"/>
                  </a:lnTo>
                  <a:lnTo>
                    <a:pt x="2730969" y="1591651"/>
                  </a:lnTo>
                  <a:lnTo>
                    <a:pt x="2730969" y="1591651"/>
                  </a:lnTo>
                  <a:lnTo>
                    <a:pt x="2725496" y="1591651"/>
                  </a:lnTo>
                  <a:lnTo>
                    <a:pt x="2725496" y="1591651"/>
                  </a:lnTo>
                  <a:lnTo>
                    <a:pt x="2720024" y="1591651"/>
                  </a:lnTo>
                  <a:lnTo>
                    <a:pt x="2720024" y="1591651"/>
                  </a:lnTo>
                  <a:lnTo>
                    <a:pt x="2714551" y="1591651"/>
                  </a:lnTo>
                  <a:lnTo>
                    <a:pt x="2714551" y="1591651"/>
                  </a:lnTo>
                  <a:lnTo>
                    <a:pt x="2709078" y="1591651"/>
                  </a:lnTo>
                  <a:lnTo>
                    <a:pt x="2709078" y="1591651"/>
                  </a:lnTo>
                  <a:lnTo>
                    <a:pt x="2703605" y="1591651"/>
                  </a:lnTo>
                  <a:lnTo>
                    <a:pt x="2703605" y="1591651"/>
                  </a:lnTo>
                  <a:lnTo>
                    <a:pt x="2698132" y="1591651"/>
                  </a:lnTo>
                  <a:lnTo>
                    <a:pt x="2698132" y="1591651"/>
                  </a:lnTo>
                  <a:lnTo>
                    <a:pt x="2692659" y="1591651"/>
                  </a:lnTo>
                  <a:lnTo>
                    <a:pt x="2692659" y="1591651"/>
                  </a:lnTo>
                  <a:lnTo>
                    <a:pt x="2687186" y="1591651"/>
                  </a:lnTo>
                  <a:lnTo>
                    <a:pt x="2687186" y="1604959"/>
                  </a:lnTo>
                  <a:lnTo>
                    <a:pt x="2681713" y="1604959"/>
                  </a:lnTo>
                  <a:lnTo>
                    <a:pt x="2681713" y="1604959"/>
                  </a:lnTo>
                  <a:lnTo>
                    <a:pt x="2676240" y="1604959"/>
                  </a:lnTo>
                  <a:lnTo>
                    <a:pt x="2676240" y="1604959"/>
                  </a:lnTo>
                  <a:lnTo>
                    <a:pt x="2670768" y="1604959"/>
                  </a:lnTo>
                  <a:lnTo>
                    <a:pt x="2670768" y="1604959"/>
                  </a:lnTo>
                  <a:lnTo>
                    <a:pt x="2665295" y="1604959"/>
                  </a:lnTo>
                  <a:lnTo>
                    <a:pt x="2665295" y="1604959"/>
                  </a:lnTo>
                  <a:lnTo>
                    <a:pt x="2659822" y="1604959"/>
                  </a:lnTo>
                  <a:lnTo>
                    <a:pt x="2659822" y="1604959"/>
                  </a:lnTo>
                  <a:lnTo>
                    <a:pt x="2654349" y="1604959"/>
                  </a:lnTo>
                  <a:lnTo>
                    <a:pt x="2654349" y="1604959"/>
                  </a:lnTo>
                  <a:lnTo>
                    <a:pt x="2648876" y="1604959"/>
                  </a:lnTo>
                  <a:lnTo>
                    <a:pt x="2648876" y="1604959"/>
                  </a:lnTo>
                  <a:lnTo>
                    <a:pt x="2643403" y="1604959"/>
                  </a:lnTo>
                  <a:lnTo>
                    <a:pt x="2643403" y="1604959"/>
                  </a:lnTo>
                  <a:lnTo>
                    <a:pt x="2637930" y="1604959"/>
                  </a:lnTo>
                  <a:lnTo>
                    <a:pt x="2637930" y="1604959"/>
                  </a:lnTo>
                  <a:lnTo>
                    <a:pt x="2632457" y="1604959"/>
                  </a:lnTo>
                  <a:lnTo>
                    <a:pt x="2632457" y="1618227"/>
                  </a:lnTo>
                  <a:lnTo>
                    <a:pt x="2626985" y="1618227"/>
                  </a:lnTo>
                  <a:lnTo>
                    <a:pt x="2626985" y="1618227"/>
                  </a:lnTo>
                  <a:lnTo>
                    <a:pt x="2621512" y="1618227"/>
                  </a:lnTo>
                  <a:lnTo>
                    <a:pt x="2621512" y="1618227"/>
                  </a:lnTo>
                  <a:lnTo>
                    <a:pt x="2616039" y="1618227"/>
                  </a:lnTo>
                  <a:lnTo>
                    <a:pt x="2616039" y="1631475"/>
                  </a:lnTo>
                  <a:lnTo>
                    <a:pt x="2610566" y="1631475"/>
                  </a:lnTo>
                  <a:lnTo>
                    <a:pt x="2610566" y="1631475"/>
                  </a:lnTo>
                  <a:lnTo>
                    <a:pt x="2605093" y="1631475"/>
                  </a:lnTo>
                  <a:lnTo>
                    <a:pt x="2605093" y="1631475"/>
                  </a:lnTo>
                  <a:lnTo>
                    <a:pt x="2599620" y="1631475"/>
                  </a:lnTo>
                  <a:lnTo>
                    <a:pt x="2599620" y="1631475"/>
                  </a:lnTo>
                  <a:lnTo>
                    <a:pt x="2594147" y="1631475"/>
                  </a:lnTo>
                  <a:lnTo>
                    <a:pt x="2594147" y="1631475"/>
                  </a:lnTo>
                  <a:lnTo>
                    <a:pt x="2588674" y="1631475"/>
                  </a:lnTo>
                  <a:lnTo>
                    <a:pt x="2588674" y="1644702"/>
                  </a:lnTo>
                  <a:lnTo>
                    <a:pt x="2583201" y="1644702"/>
                  </a:lnTo>
                  <a:lnTo>
                    <a:pt x="2583201" y="1644702"/>
                  </a:lnTo>
                  <a:lnTo>
                    <a:pt x="2577729" y="1644702"/>
                  </a:lnTo>
                  <a:lnTo>
                    <a:pt x="2577729" y="1644702"/>
                  </a:lnTo>
                  <a:lnTo>
                    <a:pt x="2572256" y="1644702"/>
                  </a:lnTo>
                  <a:lnTo>
                    <a:pt x="2572256" y="1644702"/>
                  </a:lnTo>
                  <a:lnTo>
                    <a:pt x="2566783" y="1644702"/>
                  </a:lnTo>
                  <a:lnTo>
                    <a:pt x="2566783" y="1644702"/>
                  </a:lnTo>
                  <a:lnTo>
                    <a:pt x="2561310" y="1644702"/>
                  </a:lnTo>
                  <a:lnTo>
                    <a:pt x="2561310" y="1644702"/>
                  </a:lnTo>
                  <a:lnTo>
                    <a:pt x="2555837" y="1644702"/>
                  </a:lnTo>
                  <a:lnTo>
                    <a:pt x="2555837" y="1657907"/>
                  </a:lnTo>
                  <a:lnTo>
                    <a:pt x="2550364" y="1657907"/>
                  </a:lnTo>
                  <a:lnTo>
                    <a:pt x="2550364" y="1657907"/>
                  </a:lnTo>
                  <a:lnTo>
                    <a:pt x="2544891" y="1657907"/>
                  </a:lnTo>
                  <a:lnTo>
                    <a:pt x="2544891" y="1657907"/>
                  </a:lnTo>
                  <a:lnTo>
                    <a:pt x="2539418" y="1657907"/>
                  </a:lnTo>
                  <a:lnTo>
                    <a:pt x="2539418" y="1657907"/>
                  </a:lnTo>
                  <a:lnTo>
                    <a:pt x="2533945" y="1657907"/>
                  </a:lnTo>
                  <a:lnTo>
                    <a:pt x="2533945" y="1657907"/>
                  </a:lnTo>
                  <a:lnTo>
                    <a:pt x="2528473" y="1657907"/>
                  </a:lnTo>
                  <a:lnTo>
                    <a:pt x="2528473" y="1657907"/>
                  </a:lnTo>
                  <a:lnTo>
                    <a:pt x="2523000" y="1657907"/>
                  </a:lnTo>
                  <a:lnTo>
                    <a:pt x="2523000" y="1657907"/>
                  </a:lnTo>
                  <a:lnTo>
                    <a:pt x="2517527" y="1657907"/>
                  </a:lnTo>
                  <a:lnTo>
                    <a:pt x="2517527" y="1657907"/>
                  </a:lnTo>
                  <a:lnTo>
                    <a:pt x="2512054" y="1657907"/>
                  </a:lnTo>
                  <a:lnTo>
                    <a:pt x="2512054" y="1657907"/>
                  </a:lnTo>
                  <a:lnTo>
                    <a:pt x="2506581" y="1657907"/>
                  </a:lnTo>
                  <a:lnTo>
                    <a:pt x="2506581" y="1657907"/>
                  </a:lnTo>
                  <a:lnTo>
                    <a:pt x="2501108" y="1657907"/>
                  </a:lnTo>
                  <a:lnTo>
                    <a:pt x="2501108" y="1657907"/>
                  </a:lnTo>
                  <a:lnTo>
                    <a:pt x="2495635" y="1657907"/>
                  </a:lnTo>
                  <a:lnTo>
                    <a:pt x="2495635" y="1657907"/>
                  </a:lnTo>
                  <a:lnTo>
                    <a:pt x="2490162" y="1657907"/>
                  </a:lnTo>
                  <a:lnTo>
                    <a:pt x="2490162" y="1657907"/>
                  </a:lnTo>
                  <a:lnTo>
                    <a:pt x="2484689" y="1657907"/>
                  </a:lnTo>
                  <a:lnTo>
                    <a:pt x="2484689" y="1657907"/>
                  </a:lnTo>
                  <a:lnTo>
                    <a:pt x="2479217" y="1657907"/>
                  </a:lnTo>
                  <a:lnTo>
                    <a:pt x="2479217" y="1657907"/>
                  </a:lnTo>
                  <a:lnTo>
                    <a:pt x="2473744" y="1657907"/>
                  </a:lnTo>
                  <a:lnTo>
                    <a:pt x="2473744" y="1657907"/>
                  </a:lnTo>
                  <a:lnTo>
                    <a:pt x="2468271" y="1657907"/>
                  </a:lnTo>
                  <a:lnTo>
                    <a:pt x="2468271" y="1657907"/>
                  </a:lnTo>
                  <a:lnTo>
                    <a:pt x="2462798" y="1657907"/>
                  </a:lnTo>
                  <a:lnTo>
                    <a:pt x="2462798" y="1657907"/>
                  </a:lnTo>
                  <a:lnTo>
                    <a:pt x="2457325" y="1657907"/>
                  </a:lnTo>
                  <a:lnTo>
                    <a:pt x="2457325" y="1657907"/>
                  </a:lnTo>
                  <a:lnTo>
                    <a:pt x="2451852" y="1657907"/>
                  </a:lnTo>
                  <a:lnTo>
                    <a:pt x="2451852" y="1657907"/>
                  </a:lnTo>
                  <a:lnTo>
                    <a:pt x="2446379" y="1657907"/>
                  </a:lnTo>
                  <a:lnTo>
                    <a:pt x="2446379" y="1657907"/>
                  </a:lnTo>
                  <a:lnTo>
                    <a:pt x="2440906" y="1657907"/>
                  </a:lnTo>
                  <a:lnTo>
                    <a:pt x="2440906" y="1657907"/>
                  </a:lnTo>
                  <a:lnTo>
                    <a:pt x="2435434" y="1657907"/>
                  </a:lnTo>
                  <a:lnTo>
                    <a:pt x="2435434" y="1657907"/>
                  </a:lnTo>
                  <a:lnTo>
                    <a:pt x="2429961" y="1657907"/>
                  </a:lnTo>
                  <a:lnTo>
                    <a:pt x="2429961" y="1657907"/>
                  </a:lnTo>
                  <a:lnTo>
                    <a:pt x="2424488" y="1657907"/>
                  </a:lnTo>
                  <a:lnTo>
                    <a:pt x="2424488" y="1657907"/>
                  </a:lnTo>
                  <a:lnTo>
                    <a:pt x="2419015" y="1657907"/>
                  </a:lnTo>
                  <a:lnTo>
                    <a:pt x="2419015" y="1657907"/>
                  </a:lnTo>
                  <a:lnTo>
                    <a:pt x="2413542" y="1657907"/>
                  </a:lnTo>
                  <a:lnTo>
                    <a:pt x="2413542" y="1657907"/>
                  </a:lnTo>
                  <a:lnTo>
                    <a:pt x="2408069" y="1657907"/>
                  </a:lnTo>
                  <a:lnTo>
                    <a:pt x="2408069" y="1671040"/>
                  </a:lnTo>
                  <a:lnTo>
                    <a:pt x="2402596" y="1671040"/>
                  </a:lnTo>
                  <a:lnTo>
                    <a:pt x="2402596" y="1684151"/>
                  </a:lnTo>
                  <a:lnTo>
                    <a:pt x="2397123" y="1684151"/>
                  </a:lnTo>
                  <a:lnTo>
                    <a:pt x="2397123" y="1684151"/>
                  </a:lnTo>
                  <a:lnTo>
                    <a:pt x="2391650" y="1684151"/>
                  </a:lnTo>
                  <a:lnTo>
                    <a:pt x="2391650" y="1684151"/>
                  </a:lnTo>
                  <a:lnTo>
                    <a:pt x="2386178" y="1684151"/>
                  </a:lnTo>
                  <a:lnTo>
                    <a:pt x="2386178" y="1684151"/>
                  </a:lnTo>
                  <a:lnTo>
                    <a:pt x="2380705" y="1684151"/>
                  </a:lnTo>
                  <a:lnTo>
                    <a:pt x="2380705" y="1684151"/>
                  </a:lnTo>
                  <a:lnTo>
                    <a:pt x="2375232" y="1684151"/>
                  </a:lnTo>
                  <a:lnTo>
                    <a:pt x="2375232" y="1684151"/>
                  </a:lnTo>
                  <a:lnTo>
                    <a:pt x="2369759" y="1684151"/>
                  </a:lnTo>
                  <a:lnTo>
                    <a:pt x="2369759" y="1697240"/>
                  </a:lnTo>
                  <a:lnTo>
                    <a:pt x="2364286" y="1697240"/>
                  </a:lnTo>
                  <a:lnTo>
                    <a:pt x="2364286" y="1710296"/>
                  </a:lnTo>
                  <a:lnTo>
                    <a:pt x="2358813" y="1710296"/>
                  </a:lnTo>
                  <a:lnTo>
                    <a:pt x="2358813" y="1723335"/>
                  </a:lnTo>
                  <a:lnTo>
                    <a:pt x="2353340" y="1723335"/>
                  </a:lnTo>
                  <a:lnTo>
                    <a:pt x="2353340" y="1736359"/>
                  </a:lnTo>
                  <a:lnTo>
                    <a:pt x="2347867" y="1736359"/>
                  </a:lnTo>
                  <a:lnTo>
                    <a:pt x="2347867" y="1736359"/>
                  </a:lnTo>
                  <a:lnTo>
                    <a:pt x="2342394" y="1736359"/>
                  </a:lnTo>
                  <a:lnTo>
                    <a:pt x="2342394" y="1736359"/>
                  </a:lnTo>
                  <a:lnTo>
                    <a:pt x="2336922" y="1736359"/>
                  </a:lnTo>
                  <a:lnTo>
                    <a:pt x="2336922" y="1736359"/>
                  </a:lnTo>
                  <a:lnTo>
                    <a:pt x="2331449" y="1736359"/>
                  </a:lnTo>
                  <a:lnTo>
                    <a:pt x="2331449" y="1736359"/>
                  </a:lnTo>
                  <a:lnTo>
                    <a:pt x="2325976" y="1736359"/>
                  </a:lnTo>
                  <a:lnTo>
                    <a:pt x="2325976" y="1749353"/>
                  </a:lnTo>
                  <a:lnTo>
                    <a:pt x="2320503" y="1749353"/>
                  </a:lnTo>
                  <a:lnTo>
                    <a:pt x="2320503" y="1762331"/>
                  </a:lnTo>
                  <a:lnTo>
                    <a:pt x="2315030" y="1762331"/>
                  </a:lnTo>
                  <a:lnTo>
                    <a:pt x="2315030" y="1762331"/>
                  </a:lnTo>
                  <a:lnTo>
                    <a:pt x="2309557" y="1762331"/>
                  </a:lnTo>
                  <a:lnTo>
                    <a:pt x="2309557" y="1788235"/>
                  </a:lnTo>
                  <a:lnTo>
                    <a:pt x="2304084" y="1788235"/>
                  </a:lnTo>
                  <a:lnTo>
                    <a:pt x="2304084" y="1788235"/>
                  </a:lnTo>
                  <a:lnTo>
                    <a:pt x="2298611" y="1788235"/>
                  </a:lnTo>
                  <a:lnTo>
                    <a:pt x="2298611" y="1801160"/>
                  </a:lnTo>
                  <a:lnTo>
                    <a:pt x="2293138" y="1801160"/>
                  </a:lnTo>
                  <a:lnTo>
                    <a:pt x="2293138" y="1801160"/>
                  </a:lnTo>
                  <a:lnTo>
                    <a:pt x="2287666" y="1801160"/>
                  </a:lnTo>
                  <a:lnTo>
                    <a:pt x="2287666" y="1814054"/>
                  </a:lnTo>
                  <a:lnTo>
                    <a:pt x="2282193" y="1814054"/>
                  </a:lnTo>
                  <a:lnTo>
                    <a:pt x="2282193" y="1814054"/>
                  </a:lnTo>
                  <a:lnTo>
                    <a:pt x="2276720" y="1814054"/>
                  </a:lnTo>
                  <a:lnTo>
                    <a:pt x="2276720" y="1814054"/>
                  </a:lnTo>
                  <a:lnTo>
                    <a:pt x="2271247" y="1814054"/>
                  </a:lnTo>
                  <a:lnTo>
                    <a:pt x="2271247" y="1826928"/>
                  </a:lnTo>
                  <a:lnTo>
                    <a:pt x="2265774" y="1826928"/>
                  </a:lnTo>
                  <a:lnTo>
                    <a:pt x="2265774" y="1826928"/>
                  </a:lnTo>
                  <a:lnTo>
                    <a:pt x="2260301" y="1826928"/>
                  </a:lnTo>
                  <a:lnTo>
                    <a:pt x="2260301" y="1826928"/>
                  </a:lnTo>
                  <a:lnTo>
                    <a:pt x="2254828" y="1826928"/>
                  </a:lnTo>
                  <a:lnTo>
                    <a:pt x="2254828" y="1839784"/>
                  </a:lnTo>
                  <a:lnTo>
                    <a:pt x="2249355" y="1839784"/>
                  </a:lnTo>
                  <a:lnTo>
                    <a:pt x="2249355" y="1852619"/>
                  </a:lnTo>
                  <a:lnTo>
                    <a:pt x="2243883" y="1852619"/>
                  </a:lnTo>
                  <a:lnTo>
                    <a:pt x="2243883" y="1852619"/>
                  </a:lnTo>
                  <a:lnTo>
                    <a:pt x="2238410" y="1852619"/>
                  </a:lnTo>
                  <a:lnTo>
                    <a:pt x="2238410" y="1852619"/>
                  </a:lnTo>
                  <a:lnTo>
                    <a:pt x="2232937" y="1852619"/>
                  </a:lnTo>
                  <a:lnTo>
                    <a:pt x="2232937" y="1852619"/>
                  </a:lnTo>
                  <a:lnTo>
                    <a:pt x="2227464" y="1852619"/>
                  </a:lnTo>
                  <a:lnTo>
                    <a:pt x="2227464" y="1852619"/>
                  </a:lnTo>
                  <a:lnTo>
                    <a:pt x="2221991" y="1852619"/>
                  </a:lnTo>
                  <a:lnTo>
                    <a:pt x="2221991" y="1865428"/>
                  </a:lnTo>
                  <a:lnTo>
                    <a:pt x="2216518" y="1865428"/>
                  </a:lnTo>
                  <a:lnTo>
                    <a:pt x="2216518" y="1865428"/>
                  </a:lnTo>
                  <a:lnTo>
                    <a:pt x="2211045" y="1865428"/>
                  </a:lnTo>
                  <a:lnTo>
                    <a:pt x="2211045" y="1878209"/>
                  </a:lnTo>
                  <a:lnTo>
                    <a:pt x="2205572" y="1878209"/>
                  </a:lnTo>
                  <a:lnTo>
                    <a:pt x="2205572" y="1878209"/>
                  </a:lnTo>
                  <a:lnTo>
                    <a:pt x="2200099" y="1878209"/>
                  </a:lnTo>
                  <a:lnTo>
                    <a:pt x="2200099" y="1890969"/>
                  </a:lnTo>
                  <a:lnTo>
                    <a:pt x="2194627" y="1890969"/>
                  </a:lnTo>
                  <a:lnTo>
                    <a:pt x="2194627" y="1890969"/>
                  </a:lnTo>
                  <a:lnTo>
                    <a:pt x="2189154" y="1890969"/>
                  </a:lnTo>
                  <a:lnTo>
                    <a:pt x="2189154" y="1890969"/>
                  </a:lnTo>
                  <a:lnTo>
                    <a:pt x="2183681" y="1890969"/>
                  </a:lnTo>
                  <a:lnTo>
                    <a:pt x="2183681" y="1890969"/>
                  </a:lnTo>
                  <a:lnTo>
                    <a:pt x="2178208" y="1890969"/>
                  </a:lnTo>
                  <a:lnTo>
                    <a:pt x="2178208" y="1890969"/>
                  </a:lnTo>
                  <a:lnTo>
                    <a:pt x="2172735" y="1890969"/>
                  </a:lnTo>
                  <a:lnTo>
                    <a:pt x="2172735" y="1890969"/>
                  </a:lnTo>
                  <a:lnTo>
                    <a:pt x="2167262" y="1890969"/>
                  </a:lnTo>
                  <a:lnTo>
                    <a:pt x="2167262" y="1890969"/>
                  </a:lnTo>
                  <a:lnTo>
                    <a:pt x="2161789" y="1890969"/>
                  </a:lnTo>
                  <a:lnTo>
                    <a:pt x="2161789" y="1890969"/>
                  </a:lnTo>
                  <a:lnTo>
                    <a:pt x="2156316" y="1890969"/>
                  </a:lnTo>
                  <a:lnTo>
                    <a:pt x="2156316" y="1890969"/>
                  </a:lnTo>
                  <a:lnTo>
                    <a:pt x="2150843" y="1890969"/>
                  </a:lnTo>
                  <a:lnTo>
                    <a:pt x="2150843" y="1890969"/>
                  </a:lnTo>
                  <a:lnTo>
                    <a:pt x="2145371" y="1890969"/>
                  </a:lnTo>
                  <a:lnTo>
                    <a:pt x="2145371" y="1903671"/>
                  </a:lnTo>
                  <a:lnTo>
                    <a:pt x="2139898" y="1903671"/>
                  </a:lnTo>
                  <a:lnTo>
                    <a:pt x="2139898" y="1903671"/>
                  </a:lnTo>
                  <a:lnTo>
                    <a:pt x="2134425" y="1903671"/>
                  </a:lnTo>
                  <a:lnTo>
                    <a:pt x="2134425" y="1903671"/>
                  </a:lnTo>
                  <a:lnTo>
                    <a:pt x="2128952" y="1903671"/>
                  </a:lnTo>
                  <a:lnTo>
                    <a:pt x="2128952" y="1903671"/>
                  </a:lnTo>
                  <a:lnTo>
                    <a:pt x="2123479" y="1903671"/>
                  </a:lnTo>
                  <a:lnTo>
                    <a:pt x="2123479" y="1903671"/>
                  </a:lnTo>
                  <a:lnTo>
                    <a:pt x="2118006" y="1903671"/>
                  </a:lnTo>
                  <a:lnTo>
                    <a:pt x="2118006" y="1903671"/>
                  </a:lnTo>
                  <a:lnTo>
                    <a:pt x="2112533" y="1903671"/>
                  </a:lnTo>
                  <a:lnTo>
                    <a:pt x="2112533" y="1903671"/>
                  </a:lnTo>
                  <a:lnTo>
                    <a:pt x="2107060" y="1903671"/>
                  </a:lnTo>
                  <a:lnTo>
                    <a:pt x="2107060" y="1903671"/>
                  </a:lnTo>
                  <a:lnTo>
                    <a:pt x="2101588" y="1903671"/>
                  </a:lnTo>
                  <a:lnTo>
                    <a:pt x="2101588" y="1903671"/>
                  </a:lnTo>
                  <a:lnTo>
                    <a:pt x="2096115" y="1903671"/>
                  </a:lnTo>
                  <a:lnTo>
                    <a:pt x="2096115" y="1916326"/>
                  </a:lnTo>
                  <a:lnTo>
                    <a:pt x="2090642" y="1916326"/>
                  </a:lnTo>
                  <a:lnTo>
                    <a:pt x="2090642" y="1916326"/>
                  </a:lnTo>
                  <a:lnTo>
                    <a:pt x="2085169" y="1916326"/>
                  </a:lnTo>
                  <a:lnTo>
                    <a:pt x="2085169" y="1916326"/>
                  </a:lnTo>
                  <a:lnTo>
                    <a:pt x="2079696" y="1916326"/>
                  </a:lnTo>
                  <a:lnTo>
                    <a:pt x="2079696" y="1916326"/>
                  </a:lnTo>
                  <a:lnTo>
                    <a:pt x="2074223" y="1916326"/>
                  </a:lnTo>
                  <a:lnTo>
                    <a:pt x="2074223" y="1916326"/>
                  </a:lnTo>
                  <a:lnTo>
                    <a:pt x="2068750" y="1916326"/>
                  </a:lnTo>
                  <a:lnTo>
                    <a:pt x="2068750" y="1916326"/>
                  </a:lnTo>
                  <a:lnTo>
                    <a:pt x="2063277" y="1916326"/>
                  </a:lnTo>
                  <a:lnTo>
                    <a:pt x="2063277" y="1916326"/>
                  </a:lnTo>
                  <a:lnTo>
                    <a:pt x="2057804" y="1916326"/>
                  </a:lnTo>
                  <a:lnTo>
                    <a:pt x="2057804" y="1916326"/>
                  </a:lnTo>
                  <a:lnTo>
                    <a:pt x="2052332" y="1916326"/>
                  </a:lnTo>
                  <a:lnTo>
                    <a:pt x="2052332" y="1916326"/>
                  </a:lnTo>
                  <a:lnTo>
                    <a:pt x="2046859" y="1916326"/>
                  </a:lnTo>
                  <a:lnTo>
                    <a:pt x="2046859" y="1928924"/>
                  </a:lnTo>
                  <a:lnTo>
                    <a:pt x="2041386" y="1928924"/>
                  </a:lnTo>
                  <a:lnTo>
                    <a:pt x="2041386" y="1928924"/>
                  </a:lnTo>
                  <a:lnTo>
                    <a:pt x="2035913" y="1928924"/>
                  </a:lnTo>
                  <a:lnTo>
                    <a:pt x="2035913" y="1928924"/>
                  </a:lnTo>
                  <a:lnTo>
                    <a:pt x="2030440" y="1928924"/>
                  </a:lnTo>
                  <a:lnTo>
                    <a:pt x="2030440" y="1928924"/>
                  </a:lnTo>
                  <a:lnTo>
                    <a:pt x="2024967" y="1928924"/>
                  </a:lnTo>
                  <a:lnTo>
                    <a:pt x="2024967" y="1928924"/>
                  </a:lnTo>
                  <a:lnTo>
                    <a:pt x="2019494" y="1928924"/>
                  </a:lnTo>
                  <a:lnTo>
                    <a:pt x="2019494" y="1941492"/>
                  </a:lnTo>
                  <a:lnTo>
                    <a:pt x="2014021" y="1941492"/>
                  </a:lnTo>
                  <a:lnTo>
                    <a:pt x="2014021" y="1941492"/>
                  </a:lnTo>
                  <a:lnTo>
                    <a:pt x="2008548" y="1941492"/>
                  </a:lnTo>
                  <a:lnTo>
                    <a:pt x="2008548" y="1941492"/>
                  </a:lnTo>
                  <a:lnTo>
                    <a:pt x="2003076" y="1941492"/>
                  </a:lnTo>
                  <a:lnTo>
                    <a:pt x="2003076" y="1941492"/>
                  </a:lnTo>
                  <a:lnTo>
                    <a:pt x="1997603" y="1941492"/>
                  </a:lnTo>
                  <a:lnTo>
                    <a:pt x="1997603" y="1941492"/>
                  </a:lnTo>
                  <a:lnTo>
                    <a:pt x="1992130" y="1941492"/>
                  </a:lnTo>
                  <a:lnTo>
                    <a:pt x="1992130" y="1941492"/>
                  </a:lnTo>
                  <a:lnTo>
                    <a:pt x="1986657" y="1941492"/>
                  </a:lnTo>
                  <a:lnTo>
                    <a:pt x="1986657" y="1941492"/>
                  </a:lnTo>
                  <a:lnTo>
                    <a:pt x="1981184" y="1941492"/>
                  </a:lnTo>
                  <a:lnTo>
                    <a:pt x="1981184" y="1954030"/>
                  </a:lnTo>
                  <a:lnTo>
                    <a:pt x="1975711" y="1954030"/>
                  </a:lnTo>
                  <a:lnTo>
                    <a:pt x="1975711" y="1954030"/>
                  </a:lnTo>
                  <a:lnTo>
                    <a:pt x="1970238" y="1954030"/>
                  </a:lnTo>
                  <a:lnTo>
                    <a:pt x="1970238" y="1954030"/>
                  </a:lnTo>
                  <a:lnTo>
                    <a:pt x="1964765" y="1954030"/>
                  </a:lnTo>
                  <a:lnTo>
                    <a:pt x="1964765" y="1954030"/>
                  </a:lnTo>
                  <a:lnTo>
                    <a:pt x="1959292" y="1954030"/>
                  </a:lnTo>
                  <a:lnTo>
                    <a:pt x="1959292" y="1954030"/>
                  </a:lnTo>
                  <a:lnTo>
                    <a:pt x="1953820" y="1954030"/>
                  </a:lnTo>
                  <a:lnTo>
                    <a:pt x="1953820" y="1954030"/>
                  </a:lnTo>
                  <a:lnTo>
                    <a:pt x="1948347" y="1954030"/>
                  </a:lnTo>
                  <a:lnTo>
                    <a:pt x="1948347" y="1954030"/>
                  </a:lnTo>
                  <a:lnTo>
                    <a:pt x="1942874" y="1954030"/>
                  </a:lnTo>
                  <a:lnTo>
                    <a:pt x="1942874" y="1954030"/>
                  </a:lnTo>
                  <a:lnTo>
                    <a:pt x="1937401" y="1954030"/>
                  </a:lnTo>
                  <a:lnTo>
                    <a:pt x="1937401" y="1954030"/>
                  </a:lnTo>
                  <a:lnTo>
                    <a:pt x="1931928" y="1954030"/>
                  </a:lnTo>
                  <a:lnTo>
                    <a:pt x="1931928" y="1954030"/>
                  </a:lnTo>
                  <a:lnTo>
                    <a:pt x="1926455" y="1954030"/>
                  </a:lnTo>
                  <a:lnTo>
                    <a:pt x="1926455" y="1954030"/>
                  </a:lnTo>
                  <a:lnTo>
                    <a:pt x="1920982" y="1954030"/>
                  </a:lnTo>
                  <a:lnTo>
                    <a:pt x="1920982" y="1954030"/>
                  </a:lnTo>
                  <a:lnTo>
                    <a:pt x="1915509" y="1954030"/>
                  </a:lnTo>
                  <a:lnTo>
                    <a:pt x="1915509" y="1954030"/>
                  </a:lnTo>
                  <a:lnTo>
                    <a:pt x="1910037" y="1954030"/>
                  </a:lnTo>
                  <a:lnTo>
                    <a:pt x="1910037" y="1954030"/>
                  </a:lnTo>
                  <a:lnTo>
                    <a:pt x="1904564" y="1954030"/>
                  </a:lnTo>
                  <a:lnTo>
                    <a:pt x="1904564" y="1954030"/>
                  </a:lnTo>
                  <a:lnTo>
                    <a:pt x="1899091" y="1954030"/>
                  </a:lnTo>
                  <a:lnTo>
                    <a:pt x="1899091" y="1966504"/>
                  </a:lnTo>
                  <a:lnTo>
                    <a:pt x="1893618" y="1966504"/>
                  </a:lnTo>
                  <a:lnTo>
                    <a:pt x="1893618" y="1966504"/>
                  </a:lnTo>
                  <a:lnTo>
                    <a:pt x="1888145" y="1966504"/>
                  </a:lnTo>
                  <a:lnTo>
                    <a:pt x="1888145" y="1966504"/>
                  </a:lnTo>
                  <a:lnTo>
                    <a:pt x="1882672" y="1966504"/>
                  </a:lnTo>
                  <a:lnTo>
                    <a:pt x="1882672" y="1966504"/>
                  </a:lnTo>
                  <a:lnTo>
                    <a:pt x="1877199" y="1966504"/>
                  </a:lnTo>
                  <a:lnTo>
                    <a:pt x="1877199" y="1978935"/>
                  </a:lnTo>
                  <a:lnTo>
                    <a:pt x="1871726" y="1978935"/>
                  </a:lnTo>
                  <a:lnTo>
                    <a:pt x="1871726" y="1978935"/>
                  </a:lnTo>
                  <a:lnTo>
                    <a:pt x="1866253" y="1978935"/>
                  </a:lnTo>
                  <a:lnTo>
                    <a:pt x="1866253" y="1991323"/>
                  </a:lnTo>
                  <a:lnTo>
                    <a:pt x="1860781" y="1991323"/>
                  </a:lnTo>
                  <a:lnTo>
                    <a:pt x="1860781" y="1991323"/>
                  </a:lnTo>
                  <a:lnTo>
                    <a:pt x="1855308" y="1991323"/>
                  </a:lnTo>
                  <a:lnTo>
                    <a:pt x="1855308" y="1991323"/>
                  </a:lnTo>
                  <a:lnTo>
                    <a:pt x="1849835" y="1991323"/>
                  </a:lnTo>
                  <a:lnTo>
                    <a:pt x="1849835" y="1991323"/>
                  </a:lnTo>
                  <a:lnTo>
                    <a:pt x="1844362" y="1991323"/>
                  </a:lnTo>
                  <a:lnTo>
                    <a:pt x="1844362" y="1991323"/>
                  </a:lnTo>
                  <a:lnTo>
                    <a:pt x="1838889" y="1991323"/>
                  </a:lnTo>
                  <a:lnTo>
                    <a:pt x="1838889" y="1991323"/>
                  </a:lnTo>
                  <a:lnTo>
                    <a:pt x="1833416" y="1991323"/>
                  </a:lnTo>
                  <a:lnTo>
                    <a:pt x="1833416" y="1991323"/>
                  </a:lnTo>
                  <a:lnTo>
                    <a:pt x="1827943" y="1991323"/>
                  </a:lnTo>
                  <a:lnTo>
                    <a:pt x="1827943" y="1991323"/>
                  </a:lnTo>
                  <a:lnTo>
                    <a:pt x="1822470" y="1991323"/>
                  </a:lnTo>
                  <a:lnTo>
                    <a:pt x="1822470" y="1991323"/>
                  </a:lnTo>
                  <a:lnTo>
                    <a:pt x="1816997" y="1991323"/>
                  </a:lnTo>
                  <a:lnTo>
                    <a:pt x="1816997" y="2003678"/>
                  </a:lnTo>
                  <a:lnTo>
                    <a:pt x="1811525" y="2003678"/>
                  </a:lnTo>
                  <a:lnTo>
                    <a:pt x="1811525" y="2003678"/>
                  </a:lnTo>
                  <a:lnTo>
                    <a:pt x="1806052" y="2003678"/>
                  </a:lnTo>
                  <a:lnTo>
                    <a:pt x="1806052" y="2003678"/>
                  </a:lnTo>
                  <a:lnTo>
                    <a:pt x="1800579" y="2003678"/>
                  </a:lnTo>
                  <a:lnTo>
                    <a:pt x="1800579" y="2003678"/>
                  </a:lnTo>
                  <a:lnTo>
                    <a:pt x="1795106" y="2003678"/>
                  </a:lnTo>
                  <a:lnTo>
                    <a:pt x="1795106" y="2003678"/>
                  </a:lnTo>
                  <a:lnTo>
                    <a:pt x="1789633" y="2003678"/>
                  </a:lnTo>
                  <a:lnTo>
                    <a:pt x="1789633" y="2003678"/>
                  </a:lnTo>
                  <a:lnTo>
                    <a:pt x="1784160" y="2003678"/>
                  </a:lnTo>
                  <a:lnTo>
                    <a:pt x="1784160" y="2003678"/>
                  </a:lnTo>
                  <a:lnTo>
                    <a:pt x="1778687" y="2003678"/>
                  </a:lnTo>
                  <a:lnTo>
                    <a:pt x="1778687" y="2003678"/>
                  </a:lnTo>
                  <a:lnTo>
                    <a:pt x="1773214" y="2003678"/>
                  </a:lnTo>
                  <a:lnTo>
                    <a:pt x="1773214" y="2015978"/>
                  </a:lnTo>
                  <a:lnTo>
                    <a:pt x="1767741" y="2015978"/>
                  </a:lnTo>
                  <a:lnTo>
                    <a:pt x="1767741" y="2015978"/>
                  </a:lnTo>
                  <a:lnTo>
                    <a:pt x="1762269" y="2015978"/>
                  </a:lnTo>
                  <a:lnTo>
                    <a:pt x="1762269" y="2015978"/>
                  </a:lnTo>
                  <a:lnTo>
                    <a:pt x="1756796" y="2015978"/>
                  </a:lnTo>
                  <a:lnTo>
                    <a:pt x="1756796" y="2015978"/>
                  </a:lnTo>
                  <a:lnTo>
                    <a:pt x="1751323" y="2015978"/>
                  </a:lnTo>
                  <a:lnTo>
                    <a:pt x="1751323" y="2015978"/>
                  </a:lnTo>
                  <a:lnTo>
                    <a:pt x="1745850" y="2015978"/>
                  </a:lnTo>
                  <a:lnTo>
                    <a:pt x="1745850" y="2015978"/>
                  </a:lnTo>
                  <a:lnTo>
                    <a:pt x="1740377" y="2015978"/>
                  </a:lnTo>
                  <a:lnTo>
                    <a:pt x="1740377" y="2015978"/>
                  </a:lnTo>
                  <a:lnTo>
                    <a:pt x="1734904" y="2015978"/>
                  </a:lnTo>
                  <a:lnTo>
                    <a:pt x="1734904" y="2015978"/>
                  </a:lnTo>
                  <a:lnTo>
                    <a:pt x="1729431" y="2015978"/>
                  </a:lnTo>
                  <a:lnTo>
                    <a:pt x="1729431" y="2015978"/>
                  </a:lnTo>
                  <a:lnTo>
                    <a:pt x="1723958" y="2015978"/>
                  </a:lnTo>
                  <a:lnTo>
                    <a:pt x="1723958" y="2015978"/>
                  </a:lnTo>
                  <a:lnTo>
                    <a:pt x="1718486" y="2015978"/>
                  </a:lnTo>
                  <a:lnTo>
                    <a:pt x="1718486" y="2015978"/>
                  </a:lnTo>
                  <a:lnTo>
                    <a:pt x="1713013" y="2015978"/>
                  </a:lnTo>
                  <a:lnTo>
                    <a:pt x="1713013" y="2015978"/>
                  </a:lnTo>
                  <a:lnTo>
                    <a:pt x="1707540" y="2015978"/>
                  </a:lnTo>
                  <a:lnTo>
                    <a:pt x="1707540" y="2015978"/>
                  </a:lnTo>
                  <a:lnTo>
                    <a:pt x="1702067" y="2015978"/>
                  </a:lnTo>
                  <a:lnTo>
                    <a:pt x="1702067" y="2015978"/>
                  </a:lnTo>
                  <a:lnTo>
                    <a:pt x="1696594" y="2015978"/>
                  </a:lnTo>
                  <a:lnTo>
                    <a:pt x="1696594" y="2015978"/>
                  </a:lnTo>
                  <a:lnTo>
                    <a:pt x="1691121" y="2015978"/>
                  </a:lnTo>
                  <a:lnTo>
                    <a:pt x="1691121" y="2028227"/>
                  </a:lnTo>
                  <a:lnTo>
                    <a:pt x="1685648" y="2028227"/>
                  </a:lnTo>
                  <a:lnTo>
                    <a:pt x="1685648" y="2028227"/>
                  </a:lnTo>
                  <a:lnTo>
                    <a:pt x="1680175" y="2028227"/>
                  </a:lnTo>
                  <a:lnTo>
                    <a:pt x="1680175" y="2028227"/>
                  </a:lnTo>
                  <a:lnTo>
                    <a:pt x="1674702" y="2028227"/>
                  </a:lnTo>
                  <a:lnTo>
                    <a:pt x="1674702" y="2052624"/>
                  </a:lnTo>
                  <a:lnTo>
                    <a:pt x="1669230" y="2052624"/>
                  </a:lnTo>
                  <a:lnTo>
                    <a:pt x="1669230" y="2052624"/>
                  </a:lnTo>
                  <a:lnTo>
                    <a:pt x="1663757" y="2052624"/>
                  </a:lnTo>
                  <a:lnTo>
                    <a:pt x="1663757" y="2052624"/>
                  </a:lnTo>
                  <a:lnTo>
                    <a:pt x="1658284" y="2052624"/>
                  </a:lnTo>
                  <a:lnTo>
                    <a:pt x="1658284" y="2052624"/>
                  </a:lnTo>
                  <a:lnTo>
                    <a:pt x="1652811" y="2052624"/>
                  </a:lnTo>
                  <a:lnTo>
                    <a:pt x="1652811" y="2052624"/>
                  </a:lnTo>
                  <a:lnTo>
                    <a:pt x="1647338" y="2052624"/>
                  </a:lnTo>
                  <a:lnTo>
                    <a:pt x="1647338" y="2052624"/>
                  </a:lnTo>
                  <a:lnTo>
                    <a:pt x="1641865" y="2052624"/>
                  </a:lnTo>
                  <a:lnTo>
                    <a:pt x="1641865" y="2064764"/>
                  </a:lnTo>
                  <a:lnTo>
                    <a:pt x="1636392" y="2064764"/>
                  </a:lnTo>
                  <a:lnTo>
                    <a:pt x="1636392" y="2064764"/>
                  </a:lnTo>
                  <a:lnTo>
                    <a:pt x="1630919" y="2064764"/>
                  </a:lnTo>
                  <a:lnTo>
                    <a:pt x="1630919" y="2064764"/>
                  </a:lnTo>
                  <a:lnTo>
                    <a:pt x="1625446" y="2064764"/>
                  </a:lnTo>
                  <a:lnTo>
                    <a:pt x="1625446" y="2064764"/>
                  </a:lnTo>
                  <a:lnTo>
                    <a:pt x="1619974" y="2064764"/>
                  </a:lnTo>
                  <a:lnTo>
                    <a:pt x="1619974" y="2064764"/>
                  </a:lnTo>
                  <a:lnTo>
                    <a:pt x="1614501" y="2064764"/>
                  </a:lnTo>
                  <a:lnTo>
                    <a:pt x="1614501" y="2076865"/>
                  </a:lnTo>
                  <a:lnTo>
                    <a:pt x="1609028" y="2076865"/>
                  </a:lnTo>
                  <a:lnTo>
                    <a:pt x="1609028" y="2076865"/>
                  </a:lnTo>
                  <a:lnTo>
                    <a:pt x="1603555" y="2076865"/>
                  </a:lnTo>
                  <a:lnTo>
                    <a:pt x="1603555" y="2076865"/>
                  </a:lnTo>
                  <a:lnTo>
                    <a:pt x="1598082" y="2076865"/>
                  </a:lnTo>
                  <a:lnTo>
                    <a:pt x="1598082" y="2076865"/>
                  </a:lnTo>
                  <a:lnTo>
                    <a:pt x="1592609" y="2076865"/>
                  </a:lnTo>
                  <a:lnTo>
                    <a:pt x="1592609" y="2076865"/>
                  </a:lnTo>
                  <a:lnTo>
                    <a:pt x="1587136" y="2076865"/>
                  </a:lnTo>
                  <a:lnTo>
                    <a:pt x="1587136" y="2076865"/>
                  </a:lnTo>
                  <a:lnTo>
                    <a:pt x="1581663" y="2076865"/>
                  </a:lnTo>
                  <a:lnTo>
                    <a:pt x="1581663" y="2076865"/>
                  </a:lnTo>
                  <a:lnTo>
                    <a:pt x="1576191" y="2076865"/>
                  </a:lnTo>
                  <a:lnTo>
                    <a:pt x="1576191" y="2076865"/>
                  </a:lnTo>
                  <a:lnTo>
                    <a:pt x="1570718" y="2076865"/>
                  </a:lnTo>
                  <a:lnTo>
                    <a:pt x="1570718" y="2076865"/>
                  </a:lnTo>
                  <a:lnTo>
                    <a:pt x="1565245" y="2076865"/>
                  </a:lnTo>
                  <a:lnTo>
                    <a:pt x="1565245" y="2088910"/>
                  </a:lnTo>
                  <a:lnTo>
                    <a:pt x="1559772" y="2088910"/>
                  </a:lnTo>
                  <a:lnTo>
                    <a:pt x="1559772" y="2088910"/>
                  </a:lnTo>
                  <a:lnTo>
                    <a:pt x="1554299" y="2088910"/>
                  </a:lnTo>
                  <a:lnTo>
                    <a:pt x="1554299" y="2088910"/>
                  </a:lnTo>
                  <a:lnTo>
                    <a:pt x="1548826" y="2088910"/>
                  </a:lnTo>
                  <a:lnTo>
                    <a:pt x="1548826" y="2088910"/>
                  </a:lnTo>
                  <a:lnTo>
                    <a:pt x="1543353" y="2088910"/>
                  </a:lnTo>
                  <a:lnTo>
                    <a:pt x="1543353" y="2088910"/>
                  </a:lnTo>
                  <a:lnTo>
                    <a:pt x="1537880" y="2088910"/>
                  </a:lnTo>
                  <a:lnTo>
                    <a:pt x="1537880" y="2088910"/>
                  </a:lnTo>
                  <a:lnTo>
                    <a:pt x="1532407" y="2088910"/>
                  </a:lnTo>
                  <a:lnTo>
                    <a:pt x="1532407" y="2088910"/>
                  </a:lnTo>
                  <a:lnTo>
                    <a:pt x="1526935" y="2088910"/>
                  </a:lnTo>
                  <a:lnTo>
                    <a:pt x="1526935" y="2088910"/>
                  </a:lnTo>
                  <a:lnTo>
                    <a:pt x="1521462" y="2088910"/>
                  </a:lnTo>
                  <a:lnTo>
                    <a:pt x="1521462" y="2112870"/>
                  </a:lnTo>
                  <a:lnTo>
                    <a:pt x="1515989" y="2112870"/>
                  </a:lnTo>
                  <a:lnTo>
                    <a:pt x="1515989" y="2112870"/>
                  </a:lnTo>
                  <a:lnTo>
                    <a:pt x="1510516" y="2112870"/>
                  </a:lnTo>
                  <a:lnTo>
                    <a:pt x="1510516" y="2112870"/>
                  </a:lnTo>
                  <a:lnTo>
                    <a:pt x="1505043" y="2112870"/>
                  </a:lnTo>
                  <a:lnTo>
                    <a:pt x="1505043" y="2112870"/>
                  </a:lnTo>
                  <a:lnTo>
                    <a:pt x="1499570" y="2112870"/>
                  </a:lnTo>
                  <a:lnTo>
                    <a:pt x="1499570" y="2112870"/>
                  </a:lnTo>
                  <a:lnTo>
                    <a:pt x="1494097" y="2112870"/>
                  </a:lnTo>
                  <a:lnTo>
                    <a:pt x="1494097" y="2112870"/>
                  </a:lnTo>
                  <a:lnTo>
                    <a:pt x="1488624" y="2112870"/>
                  </a:lnTo>
                  <a:lnTo>
                    <a:pt x="1488624" y="2112870"/>
                  </a:lnTo>
                  <a:lnTo>
                    <a:pt x="1483151" y="2112870"/>
                  </a:lnTo>
                  <a:lnTo>
                    <a:pt x="1483151" y="2112870"/>
                  </a:lnTo>
                  <a:lnTo>
                    <a:pt x="1477679" y="2112870"/>
                  </a:lnTo>
                  <a:lnTo>
                    <a:pt x="1477679" y="2124777"/>
                  </a:lnTo>
                  <a:lnTo>
                    <a:pt x="1472206" y="2124777"/>
                  </a:lnTo>
                  <a:lnTo>
                    <a:pt x="1472206" y="2124777"/>
                  </a:lnTo>
                  <a:lnTo>
                    <a:pt x="1466733" y="2124777"/>
                  </a:lnTo>
                  <a:lnTo>
                    <a:pt x="1466733" y="2124777"/>
                  </a:lnTo>
                  <a:lnTo>
                    <a:pt x="1461260" y="2124777"/>
                  </a:lnTo>
                  <a:lnTo>
                    <a:pt x="1461260" y="2124777"/>
                  </a:lnTo>
                  <a:lnTo>
                    <a:pt x="1455787" y="2124777"/>
                  </a:lnTo>
                  <a:lnTo>
                    <a:pt x="1455787" y="2124777"/>
                  </a:lnTo>
                  <a:lnTo>
                    <a:pt x="1450314" y="2124777"/>
                  </a:lnTo>
                  <a:lnTo>
                    <a:pt x="1450314" y="2124777"/>
                  </a:lnTo>
                  <a:lnTo>
                    <a:pt x="1444841" y="2124777"/>
                  </a:lnTo>
                  <a:lnTo>
                    <a:pt x="1444841" y="2136633"/>
                  </a:lnTo>
                  <a:lnTo>
                    <a:pt x="1439368" y="2136633"/>
                  </a:lnTo>
                  <a:lnTo>
                    <a:pt x="1439368" y="2136633"/>
                  </a:lnTo>
                  <a:lnTo>
                    <a:pt x="1433895" y="2136633"/>
                  </a:lnTo>
                  <a:lnTo>
                    <a:pt x="1433895" y="2136633"/>
                  </a:lnTo>
                  <a:lnTo>
                    <a:pt x="1428423" y="2136633"/>
                  </a:lnTo>
                  <a:lnTo>
                    <a:pt x="1428423" y="2136633"/>
                  </a:lnTo>
                  <a:lnTo>
                    <a:pt x="1422950" y="2136633"/>
                  </a:lnTo>
                  <a:lnTo>
                    <a:pt x="1422950" y="2136633"/>
                  </a:lnTo>
                  <a:lnTo>
                    <a:pt x="1417477" y="2136633"/>
                  </a:lnTo>
                  <a:lnTo>
                    <a:pt x="1417477" y="2136633"/>
                  </a:lnTo>
                  <a:lnTo>
                    <a:pt x="1412004" y="2136633"/>
                  </a:lnTo>
                  <a:lnTo>
                    <a:pt x="1412004" y="2136633"/>
                  </a:lnTo>
                  <a:lnTo>
                    <a:pt x="1406531" y="2136633"/>
                  </a:lnTo>
                  <a:lnTo>
                    <a:pt x="1406531" y="2148426"/>
                  </a:lnTo>
                  <a:lnTo>
                    <a:pt x="1401058" y="2148426"/>
                  </a:lnTo>
                  <a:lnTo>
                    <a:pt x="1401058" y="2148426"/>
                  </a:lnTo>
                  <a:lnTo>
                    <a:pt x="1395585" y="2148426"/>
                  </a:lnTo>
                  <a:lnTo>
                    <a:pt x="1395585" y="2148426"/>
                  </a:lnTo>
                  <a:lnTo>
                    <a:pt x="1390112" y="2148426"/>
                  </a:lnTo>
                  <a:lnTo>
                    <a:pt x="1390112" y="2148426"/>
                  </a:lnTo>
                  <a:lnTo>
                    <a:pt x="1384640" y="2148426"/>
                  </a:lnTo>
                  <a:lnTo>
                    <a:pt x="1384640" y="2148426"/>
                  </a:lnTo>
                  <a:lnTo>
                    <a:pt x="1379167" y="2148426"/>
                  </a:lnTo>
                  <a:lnTo>
                    <a:pt x="1379167" y="2148426"/>
                  </a:lnTo>
                  <a:lnTo>
                    <a:pt x="1373694" y="2148426"/>
                  </a:lnTo>
                  <a:lnTo>
                    <a:pt x="1373694" y="2148426"/>
                  </a:lnTo>
                  <a:lnTo>
                    <a:pt x="1368221" y="2148426"/>
                  </a:lnTo>
                  <a:lnTo>
                    <a:pt x="1368221" y="2160170"/>
                  </a:lnTo>
                  <a:lnTo>
                    <a:pt x="1362748" y="2160170"/>
                  </a:lnTo>
                  <a:lnTo>
                    <a:pt x="1362748" y="2160170"/>
                  </a:lnTo>
                  <a:lnTo>
                    <a:pt x="1357275" y="2160170"/>
                  </a:lnTo>
                  <a:lnTo>
                    <a:pt x="1357275" y="2160170"/>
                  </a:lnTo>
                  <a:lnTo>
                    <a:pt x="1351802" y="2160170"/>
                  </a:lnTo>
                  <a:lnTo>
                    <a:pt x="1351802" y="2160170"/>
                  </a:lnTo>
                  <a:lnTo>
                    <a:pt x="1346329" y="2160170"/>
                  </a:lnTo>
                  <a:lnTo>
                    <a:pt x="1346329" y="2171857"/>
                  </a:lnTo>
                  <a:lnTo>
                    <a:pt x="1340856" y="2171857"/>
                  </a:lnTo>
                  <a:lnTo>
                    <a:pt x="1340856" y="2171857"/>
                  </a:lnTo>
                  <a:lnTo>
                    <a:pt x="1335384" y="2171857"/>
                  </a:lnTo>
                  <a:lnTo>
                    <a:pt x="1335384" y="2171857"/>
                  </a:lnTo>
                  <a:lnTo>
                    <a:pt x="1329911" y="2171857"/>
                  </a:lnTo>
                  <a:lnTo>
                    <a:pt x="1329911" y="2171857"/>
                  </a:lnTo>
                  <a:lnTo>
                    <a:pt x="1324438" y="2171857"/>
                  </a:lnTo>
                  <a:lnTo>
                    <a:pt x="1324438" y="2171857"/>
                  </a:lnTo>
                  <a:lnTo>
                    <a:pt x="1318965" y="2171857"/>
                  </a:lnTo>
                  <a:lnTo>
                    <a:pt x="1318965" y="2171857"/>
                  </a:lnTo>
                  <a:lnTo>
                    <a:pt x="1313492" y="2171857"/>
                  </a:lnTo>
                  <a:lnTo>
                    <a:pt x="1313492" y="2171857"/>
                  </a:lnTo>
                  <a:lnTo>
                    <a:pt x="1308019" y="2171857"/>
                  </a:lnTo>
                  <a:lnTo>
                    <a:pt x="1308019" y="2171857"/>
                  </a:lnTo>
                  <a:lnTo>
                    <a:pt x="1302546" y="2171857"/>
                  </a:lnTo>
                  <a:lnTo>
                    <a:pt x="1302546" y="2171857"/>
                  </a:lnTo>
                  <a:lnTo>
                    <a:pt x="1297073" y="2171857"/>
                  </a:lnTo>
                  <a:lnTo>
                    <a:pt x="1297073" y="2171857"/>
                  </a:lnTo>
                  <a:lnTo>
                    <a:pt x="1291600" y="2171857"/>
                  </a:lnTo>
                  <a:lnTo>
                    <a:pt x="1291600" y="2171857"/>
                  </a:lnTo>
                  <a:lnTo>
                    <a:pt x="1286128" y="2171857"/>
                  </a:lnTo>
                  <a:lnTo>
                    <a:pt x="1286128" y="2171857"/>
                  </a:lnTo>
                  <a:lnTo>
                    <a:pt x="1280655" y="2171857"/>
                  </a:lnTo>
                  <a:lnTo>
                    <a:pt x="1280655" y="2171857"/>
                  </a:lnTo>
                  <a:lnTo>
                    <a:pt x="1275182" y="2171857"/>
                  </a:lnTo>
                  <a:lnTo>
                    <a:pt x="1275182" y="2171857"/>
                  </a:lnTo>
                  <a:lnTo>
                    <a:pt x="1269709" y="2171857"/>
                  </a:lnTo>
                  <a:lnTo>
                    <a:pt x="1269709" y="2171857"/>
                  </a:lnTo>
                  <a:lnTo>
                    <a:pt x="1264236" y="2171857"/>
                  </a:lnTo>
                  <a:lnTo>
                    <a:pt x="1264236" y="2171857"/>
                  </a:lnTo>
                  <a:lnTo>
                    <a:pt x="1258763" y="2171857"/>
                  </a:lnTo>
                  <a:lnTo>
                    <a:pt x="1258763" y="2171857"/>
                  </a:lnTo>
                  <a:lnTo>
                    <a:pt x="1253290" y="2171857"/>
                  </a:lnTo>
                  <a:lnTo>
                    <a:pt x="1253290" y="2183435"/>
                  </a:lnTo>
                  <a:lnTo>
                    <a:pt x="1247817" y="2183435"/>
                  </a:lnTo>
                  <a:lnTo>
                    <a:pt x="1247817" y="2194961"/>
                  </a:lnTo>
                  <a:lnTo>
                    <a:pt x="1242344" y="2194961"/>
                  </a:lnTo>
                  <a:lnTo>
                    <a:pt x="1242344" y="2206432"/>
                  </a:lnTo>
                  <a:lnTo>
                    <a:pt x="1236872" y="2206432"/>
                  </a:lnTo>
                  <a:lnTo>
                    <a:pt x="1236872" y="2206432"/>
                  </a:lnTo>
                  <a:lnTo>
                    <a:pt x="1231399" y="2206432"/>
                  </a:lnTo>
                  <a:lnTo>
                    <a:pt x="1231399" y="2206432"/>
                  </a:lnTo>
                  <a:lnTo>
                    <a:pt x="1225926" y="2206432"/>
                  </a:lnTo>
                  <a:lnTo>
                    <a:pt x="1225926" y="2206432"/>
                  </a:lnTo>
                  <a:lnTo>
                    <a:pt x="1220453" y="2206432"/>
                  </a:lnTo>
                  <a:lnTo>
                    <a:pt x="1220453" y="2206432"/>
                  </a:lnTo>
                  <a:lnTo>
                    <a:pt x="1214980" y="2206432"/>
                  </a:lnTo>
                  <a:lnTo>
                    <a:pt x="1214980" y="2217842"/>
                  </a:lnTo>
                  <a:lnTo>
                    <a:pt x="1209507" y="2217842"/>
                  </a:lnTo>
                  <a:lnTo>
                    <a:pt x="1209507" y="2229189"/>
                  </a:lnTo>
                  <a:lnTo>
                    <a:pt x="1204034" y="2229189"/>
                  </a:lnTo>
                  <a:lnTo>
                    <a:pt x="1204034" y="2229189"/>
                  </a:lnTo>
                  <a:lnTo>
                    <a:pt x="1198561" y="2229189"/>
                  </a:lnTo>
                  <a:lnTo>
                    <a:pt x="1198561" y="2229189"/>
                  </a:lnTo>
                  <a:lnTo>
                    <a:pt x="1193089" y="2229189"/>
                  </a:lnTo>
                  <a:lnTo>
                    <a:pt x="1193089" y="2229189"/>
                  </a:lnTo>
                  <a:lnTo>
                    <a:pt x="1187616" y="2229189"/>
                  </a:lnTo>
                  <a:lnTo>
                    <a:pt x="1187616" y="2240471"/>
                  </a:lnTo>
                  <a:lnTo>
                    <a:pt x="1182143" y="2240471"/>
                  </a:lnTo>
                  <a:lnTo>
                    <a:pt x="1182143" y="2240471"/>
                  </a:lnTo>
                  <a:lnTo>
                    <a:pt x="1176670" y="2240471"/>
                  </a:lnTo>
                  <a:lnTo>
                    <a:pt x="1176670" y="2240471"/>
                  </a:lnTo>
                  <a:lnTo>
                    <a:pt x="1171197" y="2240471"/>
                  </a:lnTo>
                  <a:lnTo>
                    <a:pt x="1171197" y="2240471"/>
                  </a:lnTo>
                  <a:lnTo>
                    <a:pt x="1165724" y="2240471"/>
                  </a:lnTo>
                  <a:lnTo>
                    <a:pt x="1165724" y="2240471"/>
                  </a:lnTo>
                  <a:lnTo>
                    <a:pt x="1160251" y="2240471"/>
                  </a:lnTo>
                  <a:lnTo>
                    <a:pt x="1160251" y="2240471"/>
                  </a:lnTo>
                  <a:lnTo>
                    <a:pt x="1154778" y="2240471"/>
                  </a:lnTo>
                  <a:lnTo>
                    <a:pt x="1154778" y="2240471"/>
                  </a:lnTo>
                  <a:lnTo>
                    <a:pt x="1149305" y="2240471"/>
                  </a:lnTo>
                  <a:lnTo>
                    <a:pt x="1149305" y="2240471"/>
                  </a:lnTo>
                  <a:lnTo>
                    <a:pt x="1143833" y="2240471"/>
                  </a:lnTo>
                  <a:lnTo>
                    <a:pt x="1143833" y="2240471"/>
                  </a:lnTo>
                  <a:lnTo>
                    <a:pt x="1138360" y="2240471"/>
                  </a:lnTo>
                  <a:lnTo>
                    <a:pt x="1138360" y="2240471"/>
                  </a:lnTo>
                  <a:lnTo>
                    <a:pt x="1132887" y="2240471"/>
                  </a:lnTo>
                  <a:lnTo>
                    <a:pt x="1132887" y="2240471"/>
                  </a:lnTo>
                  <a:lnTo>
                    <a:pt x="1127414" y="2240471"/>
                  </a:lnTo>
                  <a:lnTo>
                    <a:pt x="1127414" y="2240471"/>
                  </a:lnTo>
                  <a:lnTo>
                    <a:pt x="1121941" y="2240471"/>
                  </a:lnTo>
                  <a:lnTo>
                    <a:pt x="1121941" y="2240471"/>
                  </a:lnTo>
                  <a:lnTo>
                    <a:pt x="1116468" y="2240471"/>
                  </a:lnTo>
                  <a:lnTo>
                    <a:pt x="1116468" y="2240471"/>
                  </a:lnTo>
                  <a:lnTo>
                    <a:pt x="1110995" y="2240471"/>
                  </a:lnTo>
                  <a:lnTo>
                    <a:pt x="1110995" y="2240471"/>
                  </a:lnTo>
                  <a:lnTo>
                    <a:pt x="1105522" y="2240471"/>
                  </a:lnTo>
                  <a:lnTo>
                    <a:pt x="1105522" y="2240471"/>
                  </a:lnTo>
                  <a:lnTo>
                    <a:pt x="1100049" y="2240471"/>
                  </a:lnTo>
                  <a:lnTo>
                    <a:pt x="1100049" y="2240471"/>
                  </a:lnTo>
                  <a:lnTo>
                    <a:pt x="1094577" y="2240471"/>
                  </a:lnTo>
                  <a:lnTo>
                    <a:pt x="1094577" y="2240471"/>
                  </a:lnTo>
                  <a:lnTo>
                    <a:pt x="1089104" y="2240471"/>
                  </a:lnTo>
                  <a:lnTo>
                    <a:pt x="1089104" y="2240471"/>
                  </a:lnTo>
                  <a:lnTo>
                    <a:pt x="1083631" y="2240471"/>
                  </a:lnTo>
                  <a:lnTo>
                    <a:pt x="1083631" y="2240471"/>
                  </a:lnTo>
                  <a:lnTo>
                    <a:pt x="1078158" y="2240471"/>
                  </a:lnTo>
                  <a:lnTo>
                    <a:pt x="1078158" y="2240471"/>
                  </a:lnTo>
                  <a:lnTo>
                    <a:pt x="1072685" y="2240471"/>
                  </a:lnTo>
                  <a:lnTo>
                    <a:pt x="1072685" y="2240471"/>
                  </a:lnTo>
                  <a:lnTo>
                    <a:pt x="1067212" y="2240471"/>
                  </a:lnTo>
                  <a:lnTo>
                    <a:pt x="1067212" y="2240471"/>
                  </a:lnTo>
                  <a:lnTo>
                    <a:pt x="1061739" y="2240471"/>
                  </a:lnTo>
                  <a:lnTo>
                    <a:pt x="1061739" y="2240471"/>
                  </a:lnTo>
                  <a:lnTo>
                    <a:pt x="1056266" y="2240471"/>
                  </a:lnTo>
                  <a:lnTo>
                    <a:pt x="1056266" y="2240471"/>
                  </a:lnTo>
                  <a:lnTo>
                    <a:pt x="1050794" y="2240471"/>
                  </a:lnTo>
                  <a:lnTo>
                    <a:pt x="1050794" y="2240471"/>
                  </a:lnTo>
                  <a:lnTo>
                    <a:pt x="1045321" y="2240471"/>
                  </a:lnTo>
                  <a:lnTo>
                    <a:pt x="1045321" y="2240471"/>
                  </a:lnTo>
                  <a:lnTo>
                    <a:pt x="1039848" y="2240471"/>
                  </a:lnTo>
                  <a:lnTo>
                    <a:pt x="1039848" y="2240471"/>
                  </a:lnTo>
                  <a:lnTo>
                    <a:pt x="1034375" y="2240471"/>
                  </a:lnTo>
                  <a:lnTo>
                    <a:pt x="1034375" y="2240471"/>
                  </a:lnTo>
                  <a:lnTo>
                    <a:pt x="1028902" y="2240471"/>
                  </a:lnTo>
                  <a:lnTo>
                    <a:pt x="1028902" y="2240471"/>
                  </a:lnTo>
                  <a:lnTo>
                    <a:pt x="1023429" y="2240471"/>
                  </a:lnTo>
                  <a:lnTo>
                    <a:pt x="1023429" y="2251637"/>
                  </a:lnTo>
                  <a:lnTo>
                    <a:pt x="1017956" y="2251637"/>
                  </a:lnTo>
                  <a:lnTo>
                    <a:pt x="1017956" y="2251637"/>
                  </a:lnTo>
                  <a:lnTo>
                    <a:pt x="1012483" y="2251637"/>
                  </a:lnTo>
                  <a:lnTo>
                    <a:pt x="1012483" y="2251637"/>
                  </a:lnTo>
                  <a:lnTo>
                    <a:pt x="1007010" y="2251637"/>
                  </a:lnTo>
                  <a:lnTo>
                    <a:pt x="1007010" y="2251637"/>
                  </a:lnTo>
                  <a:lnTo>
                    <a:pt x="1001538" y="2251637"/>
                  </a:lnTo>
                  <a:lnTo>
                    <a:pt x="1001538" y="2251637"/>
                  </a:lnTo>
                  <a:lnTo>
                    <a:pt x="996065" y="2251637"/>
                  </a:lnTo>
                  <a:lnTo>
                    <a:pt x="996065" y="2251637"/>
                  </a:lnTo>
                  <a:lnTo>
                    <a:pt x="990592" y="2251637"/>
                  </a:lnTo>
                  <a:lnTo>
                    <a:pt x="990592" y="2251637"/>
                  </a:lnTo>
                  <a:lnTo>
                    <a:pt x="985119" y="2251637"/>
                  </a:lnTo>
                  <a:lnTo>
                    <a:pt x="985119" y="2251637"/>
                  </a:lnTo>
                  <a:lnTo>
                    <a:pt x="979646" y="2251637"/>
                  </a:lnTo>
                  <a:lnTo>
                    <a:pt x="979646" y="2251637"/>
                  </a:lnTo>
                  <a:lnTo>
                    <a:pt x="974173" y="2251637"/>
                  </a:lnTo>
                  <a:lnTo>
                    <a:pt x="974173" y="2251637"/>
                  </a:lnTo>
                  <a:lnTo>
                    <a:pt x="968700" y="2251637"/>
                  </a:lnTo>
                  <a:lnTo>
                    <a:pt x="968700" y="2251637"/>
                  </a:lnTo>
                  <a:lnTo>
                    <a:pt x="963227" y="2251637"/>
                  </a:lnTo>
                  <a:lnTo>
                    <a:pt x="963227" y="2251637"/>
                  </a:lnTo>
                  <a:lnTo>
                    <a:pt x="957754" y="2251637"/>
                  </a:lnTo>
                  <a:lnTo>
                    <a:pt x="957754" y="2251637"/>
                  </a:lnTo>
                  <a:lnTo>
                    <a:pt x="952282" y="2251637"/>
                  </a:lnTo>
                  <a:lnTo>
                    <a:pt x="952282" y="2251637"/>
                  </a:lnTo>
                  <a:lnTo>
                    <a:pt x="946809" y="2251637"/>
                  </a:lnTo>
                  <a:lnTo>
                    <a:pt x="946809" y="2251637"/>
                  </a:lnTo>
                  <a:lnTo>
                    <a:pt x="941336" y="2251637"/>
                  </a:lnTo>
                  <a:lnTo>
                    <a:pt x="941336" y="2251637"/>
                  </a:lnTo>
                  <a:lnTo>
                    <a:pt x="935863" y="2251637"/>
                  </a:lnTo>
                  <a:lnTo>
                    <a:pt x="935863" y="2251637"/>
                  </a:lnTo>
                  <a:lnTo>
                    <a:pt x="930390" y="2251637"/>
                  </a:lnTo>
                  <a:lnTo>
                    <a:pt x="930390" y="2251637"/>
                  </a:lnTo>
                  <a:lnTo>
                    <a:pt x="924917" y="2251637"/>
                  </a:lnTo>
                  <a:lnTo>
                    <a:pt x="924917" y="2251637"/>
                  </a:lnTo>
                  <a:lnTo>
                    <a:pt x="919444" y="2251637"/>
                  </a:lnTo>
                  <a:lnTo>
                    <a:pt x="919444" y="2251637"/>
                  </a:lnTo>
                  <a:lnTo>
                    <a:pt x="913971" y="2251637"/>
                  </a:lnTo>
                  <a:lnTo>
                    <a:pt x="913971" y="2251637"/>
                  </a:lnTo>
                  <a:lnTo>
                    <a:pt x="908498" y="2251637"/>
                  </a:lnTo>
                  <a:lnTo>
                    <a:pt x="908498" y="2251637"/>
                  </a:lnTo>
                  <a:lnTo>
                    <a:pt x="903026" y="2251637"/>
                  </a:lnTo>
                  <a:lnTo>
                    <a:pt x="903026" y="2251637"/>
                  </a:lnTo>
                  <a:lnTo>
                    <a:pt x="897553" y="2251637"/>
                  </a:lnTo>
                  <a:lnTo>
                    <a:pt x="897553" y="2251637"/>
                  </a:lnTo>
                  <a:lnTo>
                    <a:pt x="892080" y="2251637"/>
                  </a:lnTo>
                  <a:lnTo>
                    <a:pt x="892080" y="2251637"/>
                  </a:lnTo>
                  <a:lnTo>
                    <a:pt x="886607" y="2251637"/>
                  </a:lnTo>
                  <a:lnTo>
                    <a:pt x="886607" y="2251637"/>
                  </a:lnTo>
                  <a:lnTo>
                    <a:pt x="881134" y="2251637"/>
                  </a:lnTo>
                  <a:lnTo>
                    <a:pt x="881134" y="2251637"/>
                  </a:lnTo>
                  <a:lnTo>
                    <a:pt x="875661" y="2251637"/>
                  </a:lnTo>
                  <a:lnTo>
                    <a:pt x="875661" y="2251637"/>
                  </a:lnTo>
                  <a:lnTo>
                    <a:pt x="870188" y="2251637"/>
                  </a:lnTo>
                  <a:lnTo>
                    <a:pt x="870188" y="2273626"/>
                  </a:lnTo>
                  <a:lnTo>
                    <a:pt x="864715" y="2273626"/>
                  </a:lnTo>
                  <a:lnTo>
                    <a:pt x="864715" y="2273626"/>
                  </a:lnTo>
                  <a:lnTo>
                    <a:pt x="859243" y="2273626"/>
                  </a:lnTo>
                  <a:lnTo>
                    <a:pt x="859243" y="2273626"/>
                  </a:lnTo>
                  <a:lnTo>
                    <a:pt x="853770" y="2273626"/>
                  </a:lnTo>
                  <a:lnTo>
                    <a:pt x="853770" y="2273626"/>
                  </a:lnTo>
                  <a:lnTo>
                    <a:pt x="848297" y="2273626"/>
                  </a:lnTo>
                  <a:lnTo>
                    <a:pt x="848297" y="2273626"/>
                  </a:lnTo>
                  <a:lnTo>
                    <a:pt x="842824" y="2273626"/>
                  </a:lnTo>
                  <a:lnTo>
                    <a:pt x="842824" y="2273626"/>
                  </a:lnTo>
                  <a:lnTo>
                    <a:pt x="837351" y="2273626"/>
                  </a:lnTo>
                  <a:lnTo>
                    <a:pt x="837351" y="2273626"/>
                  </a:lnTo>
                  <a:lnTo>
                    <a:pt x="831878" y="2273626"/>
                  </a:lnTo>
                  <a:lnTo>
                    <a:pt x="831878" y="2273626"/>
                  </a:lnTo>
                  <a:lnTo>
                    <a:pt x="826405" y="2273626"/>
                  </a:lnTo>
                  <a:lnTo>
                    <a:pt x="826405" y="2273626"/>
                  </a:lnTo>
                  <a:lnTo>
                    <a:pt x="820932" y="2273626"/>
                  </a:lnTo>
                  <a:lnTo>
                    <a:pt x="820932" y="2273626"/>
                  </a:lnTo>
                  <a:lnTo>
                    <a:pt x="815459" y="2273626"/>
                  </a:lnTo>
                  <a:lnTo>
                    <a:pt x="815459" y="2273626"/>
                  </a:lnTo>
                  <a:lnTo>
                    <a:pt x="809987" y="2273626"/>
                  </a:lnTo>
                  <a:lnTo>
                    <a:pt x="809987" y="2273626"/>
                  </a:lnTo>
                  <a:lnTo>
                    <a:pt x="804514" y="2273626"/>
                  </a:lnTo>
                  <a:lnTo>
                    <a:pt x="804514" y="2273626"/>
                  </a:lnTo>
                  <a:lnTo>
                    <a:pt x="799041" y="2273626"/>
                  </a:lnTo>
                  <a:lnTo>
                    <a:pt x="799041" y="2273626"/>
                  </a:lnTo>
                  <a:lnTo>
                    <a:pt x="793568" y="2273626"/>
                  </a:lnTo>
                  <a:lnTo>
                    <a:pt x="793568" y="2273626"/>
                  </a:lnTo>
                  <a:lnTo>
                    <a:pt x="788095" y="2273626"/>
                  </a:lnTo>
                  <a:lnTo>
                    <a:pt x="788095" y="2273626"/>
                  </a:lnTo>
                  <a:lnTo>
                    <a:pt x="782622" y="2273626"/>
                  </a:lnTo>
                  <a:lnTo>
                    <a:pt x="782622" y="2273626"/>
                  </a:lnTo>
                  <a:lnTo>
                    <a:pt x="777149" y="2273626"/>
                  </a:lnTo>
                  <a:lnTo>
                    <a:pt x="777149" y="2273626"/>
                  </a:lnTo>
                  <a:lnTo>
                    <a:pt x="771676" y="2273626"/>
                  </a:lnTo>
                  <a:lnTo>
                    <a:pt x="771676" y="2273626"/>
                  </a:lnTo>
                  <a:lnTo>
                    <a:pt x="766203" y="2273626"/>
                  </a:lnTo>
                  <a:lnTo>
                    <a:pt x="766203" y="2273626"/>
                  </a:lnTo>
                  <a:lnTo>
                    <a:pt x="760731" y="2273626"/>
                  </a:lnTo>
                  <a:lnTo>
                    <a:pt x="760731" y="2273626"/>
                  </a:lnTo>
                  <a:lnTo>
                    <a:pt x="755258" y="2273626"/>
                  </a:lnTo>
                  <a:lnTo>
                    <a:pt x="755258" y="2273626"/>
                  </a:lnTo>
                  <a:lnTo>
                    <a:pt x="749785" y="2273626"/>
                  </a:lnTo>
                  <a:lnTo>
                    <a:pt x="749785" y="2273626"/>
                  </a:lnTo>
                  <a:lnTo>
                    <a:pt x="744312" y="2273626"/>
                  </a:lnTo>
                  <a:lnTo>
                    <a:pt x="744312" y="2273626"/>
                  </a:lnTo>
                  <a:lnTo>
                    <a:pt x="738839" y="2273626"/>
                  </a:lnTo>
                  <a:lnTo>
                    <a:pt x="738839" y="2284471"/>
                  </a:lnTo>
                  <a:lnTo>
                    <a:pt x="733366" y="2284471"/>
                  </a:lnTo>
                  <a:lnTo>
                    <a:pt x="733366" y="2284471"/>
                  </a:lnTo>
                  <a:lnTo>
                    <a:pt x="727893" y="2284471"/>
                  </a:lnTo>
                  <a:lnTo>
                    <a:pt x="727893" y="2284471"/>
                  </a:lnTo>
                  <a:lnTo>
                    <a:pt x="722420" y="2284471"/>
                  </a:lnTo>
                  <a:lnTo>
                    <a:pt x="722420" y="2284471"/>
                  </a:lnTo>
                  <a:lnTo>
                    <a:pt x="716947" y="2284471"/>
                  </a:lnTo>
                  <a:lnTo>
                    <a:pt x="716947" y="2284471"/>
                  </a:lnTo>
                  <a:lnTo>
                    <a:pt x="711475" y="2284471"/>
                  </a:lnTo>
                  <a:lnTo>
                    <a:pt x="711475" y="2305847"/>
                  </a:lnTo>
                  <a:lnTo>
                    <a:pt x="706002" y="2305847"/>
                  </a:lnTo>
                  <a:lnTo>
                    <a:pt x="706002" y="2305847"/>
                  </a:lnTo>
                  <a:lnTo>
                    <a:pt x="700529" y="2305847"/>
                  </a:lnTo>
                  <a:lnTo>
                    <a:pt x="700529" y="2305847"/>
                  </a:lnTo>
                  <a:lnTo>
                    <a:pt x="695056" y="2305847"/>
                  </a:lnTo>
                  <a:lnTo>
                    <a:pt x="695056" y="2305847"/>
                  </a:lnTo>
                  <a:lnTo>
                    <a:pt x="689583" y="2305847"/>
                  </a:lnTo>
                  <a:lnTo>
                    <a:pt x="689583" y="2305847"/>
                  </a:lnTo>
                  <a:lnTo>
                    <a:pt x="684110" y="2305847"/>
                  </a:lnTo>
                  <a:lnTo>
                    <a:pt x="684110" y="2316380"/>
                  </a:lnTo>
                  <a:lnTo>
                    <a:pt x="678637" y="2316380"/>
                  </a:lnTo>
                  <a:lnTo>
                    <a:pt x="678637" y="2316380"/>
                  </a:lnTo>
                  <a:lnTo>
                    <a:pt x="673164" y="2316380"/>
                  </a:lnTo>
                  <a:lnTo>
                    <a:pt x="673164" y="2316380"/>
                  </a:lnTo>
                  <a:lnTo>
                    <a:pt x="667692" y="2316380"/>
                  </a:lnTo>
                  <a:lnTo>
                    <a:pt x="667692" y="2316380"/>
                  </a:lnTo>
                  <a:lnTo>
                    <a:pt x="662219" y="2316380"/>
                  </a:lnTo>
                  <a:lnTo>
                    <a:pt x="662219" y="2316380"/>
                  </a:lnTo>
                  <a:lnTo>
                    <a:pt x="656746" y="2316380"/>
                  </a:lnTo>
                  <a:lnTo>
                    <a:pt x="656746" y="2316380"/>
                  </a:lnTo>
                  <a:lnTo>
                    <a:pt x="651273" y="2316380"/>
                  </a:lnTo>
                  <a:lnTo>
                    <a:pt x="651273" y="2316380"/>
                  </a:lnTo>
                  <a:lnTo>
                    <a:pt x="645800" y="2316380"/>
                  </a:lnTo>
                  <a:lnTo>
                    <a:pt x="645800" y="2326783"/>
                  </a:lnTo>
                  <a:lnTo>
                    <a:pt x="640327" y="2326783"/>
                  </a:lnTo>
                  <a:lnTo>
                    <a:pt x="640327" y="2326783"/>
                  </a:lnTo>
                  <a:lnTo>
                    <a:pt x="634854" y="2326783"/>
                  </a:lnTo>
                  <a:lnTo>
                    <a:pt x="634854" y="2326783"/>
                  </a:lnTo>
                  <a:lnTo>
                    <a:pt x="629381" y="2326783"/>
                  </a:lnTo>
                  <a:lnTo>
                    <a:pt x="629381" y="2326783"/>
                  </a:lnTo>
                  <a:lnTo>
                    <a:pt x="623908" y="2326783"/>
                  </a:lnTo>
                  <a:lnTo>
                    <a:pt x="623908" y="2326783"/>
                  </a:lnTo>
                  <a:lnTo>
                    <a:pt x="618436" y="2326783"/>
                  </a:lnTo>
                  <a:lnTo>
                    <a:pt x="618436" y="2326783"/>
                  </a:lnTo>
                  <a:lnTo>
                    <a:pt x="612963" y="2326783"/>
                  </a:lnTo>
                  <a:lnTo>
                    <a:pt x="612963" y="2326783"/>
                  </a:lnTo>
                  <a:lnTo>
                    <a:pt x="607490" y="2326783"/>
                  </a:lnTo>
                  <a:lnTo>
                    <a:pt x="607490" y="2326783"/>
                  </a:lnTo>
                  <a:lnTo>
                    <a:pt x="602017" y="2326783"/>
                  </a:lnTo>
                  <a:lnTo>
                    <a:pt x="602017" y="2326783"/>
                  </a:lnTo>
                  <a:lnTo>
                    <a:pt x="596544" y="2326783"/>
                  </a:lnTo>
                  <a:lnTo>
                    <a:pt x="596544" y="2326783"/>
                  </a:lnTo>
                  <a:lnTo>
                    <a:pt x="591071" y="2326783"/>
                  </a:lnTo>
                  <a:lnTo>
                    <a:pt x="591071" y="2326783"/>
                  </a:lnTo>
                  <a:lnTo>
                    <a:pt x="585598" y="2326783"/>
                  </a:lnTo>
                  <a:lnTo>
                    <a:pt x="585598" y="2326783"/>
                  </a:lnTo>
                  <a:lnTo>
                    <a:pt x="580125" y="2326783"/>
                  </a:lnTo>
                  <a:lnTo>
                    <a:pt x="580125" y="2326783"/>
                  </a:lnTo>
                  <a:lnTo>
                    <a:pt x="574652" y="2326783"/>
                  </a:lnTo>
                  <a:lnTo>
                    <a:pt x="574652" y="2337041"/>
                  </a:lnTo>
                  <a:lnTo>
                    <a:pt x="569180" y="2337041"/>
                  </a:lnTo>
                  <a:lnTo>
                    <a:pt x="569180" y="2337041"/>
                  </a:lnTo>
                  <a:lnTo>
                    <a:pt x="563707" y="2337041"/>
                  </a:lnTo>
                  <a:lnTo>
                    <a:pt x="563707" y="2337041"/>
                  </a:lnTo>
                  <a:lnTo>
                    <a:pt x="558234" y="2337041"/>
                  </a:lnTo>
                  <a:lnTo>
                    <a:pt x="558234" y="2337041"/>
                  </a:lnTo>
                  <a:lnTo>
                    <a:pt x="552761" y="2337041"/>
                  </a:lnTo>
                  <a:lnTo>
                    <a:pt x="552761" y="2337041"/>
                  </a:lnTo>
                  <a:lnTo>
                    <a:pt x="547288" y="2337041"/>
                  </a:lnTo>
                  <a:lnTo>
                    <a:pt x="547288" y="2337041"/>
                  </a:lnTo>
                  <a:lnTo>
                    <a:pt x="541815" y="2337041"/>
                  </a:lnTo>
                  <a:lnTo>
                    <a:pt x="541815" y="2337041"/>
                  </a:lnTo>
                  <a:lnTo>
                    <a:pt x="536342" y="2337041"/>
                  </a:lnTo>
                  <a:lnTo>
                    <a:pt x="536342" y="2337041"/>
                  </a:lnTo>
                  <a:lnTo>
                    <a:pt x="530869" y="2337041"/>
                  </a:lnTo>
                  <a:lnTo>
                    <a:pt x="530869" y="2337041"/>
                  </a:lnTo>
                  <a:lnTo>
                    <a:pt x="525397" y="2337041"/>
                  </a:lnTo>
                  <a:lnTo>
                    <a:pt x="525397" y="2347138"/>
                  </a:lnTo>
                  <a:lnTo>
                    <a:pt x="519924" y="2347138"/>
                  </a:lnTo>
                  <a:lnTo>
                    <a:pt x="519924" y="2347138"/>
                  </a:lnTo>
                  <a:lnTo>
                    <a:pt x="514451" y="2347138"/>
                  </a:lnTo>
                  <a:lnTo>
                    <a:pt x="514451" y="2357077"/>
                  </a:lnTo>
                  <a:lnTo>
                    <a:pt x="508978" y="2357077"/>
                  </a:lnTo>
                  <a:lnTo>
                    <a:pt x="508978" y="2357077"/>
                  </a:lnTo>
                  <a:lnTo>
                    <a:pt x="503505" y="2357077"/>
                  </a:lnTo>
                  <a:lnTo>
                    <a:pt x="503505" y="2357077"/>
                  </a:lnTo>
                  <a:lnTo>
                    <a:pt x="498032" y="2357077"/>
                  </a:lnTo>
                  <a:lnTo>
                    <a:pt x="498032" y="2357077"/>
                  </a:lnTo>
                  <a:lnTo>
                    <a:pt x="492559" y="2357077"/>
                  </a:lnTo>
                  <a:lnTo>
                    <a:pt x="492559" y="2357077"/>
                  </a:lnTo>
                  <a:lnTo>
                    <a:pt x="487086" y="2357077"/>
                  </a:lnTo>
                  <a:lnTo>
                    <a:pt x="487086" y="2366834"/>
                  </a:lnTo>
                  <a:lnTo>
                    <a:pt x="481613" y="2366834"/>
                  </a:lnTo>
                  <a:lnTo>
                    <a:pt x="481613" y="2366834"/>
                  </a:lnTo>
                  <a:lnTo>
                    <a:pt x="476141" y="2366834"/>
                  </a:lnTo>
                  <a:lnTo>
                    <a:pt x="476141" y="2366834"/>
                  </a:lnTo>
                  <a:lnTo>
                    <a:pt x="470668" y="2366834"/>
                  </a:lnTo>
                  <a:lnTo>
                    <a:pt x="470668" y="2366834"/>
                  </a:lnTo>
                  <a:lnTo>
                    <a:pt x="465195" y="2366834"/>
                  </a:lnTo>
                  <a:lnTo>
                    <a:pt x="465195" y="2366834"/>
                  </a:lnTo>
                  <a:lnTo>
                    <a:pt x="459722" y="2366834"/>
                  </a:lnTo>
                  <a:lnTo>
                    <a:pt x="459722" y="2366834"/>
                  </a:lnTo>
                  <a:lnTo>
                    <a:pt x="454249" y="2366834"/>
                  </a:lnTo>
                  <a:lnTo>
                    <a:pt x="454249" y="2366834"/>
                  </a:lnTo>
                  <a:lnTo>
                    <a:pt x="448776" y="2366834"/>
                  </a:lnTo>
                  <a:lnTo>
                    <a:pt x="448776" y="2366834"/>
                  </a:lnTo>
                  <a:lnTo>
                    <a:pt x="443303" y="2366834"/>
                  </a:lnTo>
                  <a:lnTo>
                    <a:pt x="443303" y="2366834"/>
                  </a:lnTo>
                  <a:lnTo>
                    <a:pt x="437830" y="2366834"/>
                  </a:lnTo>
                  <a:lnTo>
                    <a:pt x="437830" y="2366834"/>
                  </a:lnTo>
                  <a:lnTo>
                    <a:pt x="432357" y="2366834"/>
                  </a:lnTo>
                  <a:lnTo>
                    <a:pt x="432357" y="2366834"/>
                  </a:lnTo>
                  <a:lnTo>
                    <a:pt x="426885" y="2366834"/>
                  </a:lnTo>
                  <a:lnTo>
                    <a:pt x="426885" y="2366834"/>
                  </a:lnTo>
                  <a:lnTo>
                    <a:pt x="421412" y="2366834"/>
                  </a:lnTo>
                  <a:lnTo>
                    <a:pt x="421412" y="2366834"/>
                  </a:lnTo>
                  <a:lnTo>
                    <a:pt x="415939" y="2366834"/>
                  </a:lnTo>
                  <a:lnTo>
                    <a:pt x="415939" y="2366834"/>
                  </a:lnTo>
                  <a:lnTo>
                    <a:pt x="410466" y="2366834"/>
                  </a:lnTo>
                  <a:lnTo>
                    <a:pt x="410466" y="2366834"/>
                  </a:lnTo>
                  <a:lnTo>
                    <a:pt x="404993" y="2366834"/>
                  </a:lnTo>
                  <a:lnTo>
                    <a:pt x="404993" y="2366834"/>
                  </a:lnTo>
                  <a:lnTo>
                    <a:pt x="399520" y="2366834"/>
                  </a:lnTo>
                  <a:lnTo>
                    <a:pt x="399520" y="2366834"/>
                  </a:lnTo>
                  <a:lnTo>
                    <a:pt x="394047" y="2366834"/>
                  </a:lnTo>
                  <a:lnTo>
                    <a:pt x="394047" y="2366834"/>
                  </a:lnTo>
                  <a:lnTo>
                    <a:pt x="388574" y="2366834"/>
                  </a:lnTo>
                  <a:lnTo>
                    <a:pt x="388574" y="2366834"/>
                  </a:lnTo>
                  <a:lnTo>
                    <a:pt x="383101" y="2366834"/>
                  </a:lnTo>
                  <a:lnTo>
                    <a:pt x="383101" y="2366834"/>
                  </a:lnTo>
                  <a:lnTo>
                    <a:pt x="377629" y="2366834"/>
                  </a:lnTo>
                  <a:lnTo>
                    <a:pt x="377629" y="2366834"/>
                  </a:lnTo>
                  <a:lnTo>
                    <a:pt x="372156" y="2366834"/>
                  </a:lnTo>
                  <a:lnTo>
                    <a:pt x="372156" y="2366834"/>
                  </a:lnTo>
                  <a:lnTo>
                    <a:pt x="366683" y="2366834"/>
                  </a:lnTo>
                  <a:lnTo>
                    <a:pt x="366683" y="2376347"/>
                  </a:lnTo>
                  <a:lnTo>
                    <a:pt x="361210" y="2376347"/>
                  </a:lnTo>
                  <a:lnTo>
                    <a:pt x="361210" y="2376347"/>
                  </a:lnTo>
                  <a:lnTo>
                    <a:pt x="355737" y="2376347"/>
                  </a:lnTo>
                  <a:lnTo>
                    <a:pt x="355737" y="2376347"/>
                  </a:lnTo>
                  <a:lnTo>
                    <a:pt x="350264" y="2376347"/>
                  </a:lnTo>
                  <a:lnTo>
                    <a:pt x="350264" y="2376347"/>
                  </a:lnTo>
                  <a:lnTo>
                    <a:pt x="344791" y="2376347"/>
                  </a:lnTo>
                  <a:lnTo>
                    <a:pt x="344791" y="2376347"/>
                  </a:lnTo>
                  <a:lnTo>
                    <a:pt x="339318" y="2376347"/>
                  </a:lnTo>
                  <a:lnTo>
                    <a:pt x="339318" y="2376347"/>
                  </a:lnTo>
                  <a:lnTo>
                    <a:pt x="333846" y="2376347"/>
                  </a:lnTo>
                  <a:lnTo>
                    <a:pt x="333846" y="2376347"/>
                  </a:lnTo>
                  <a:lnTo>
                    <a:pt x="328373" y="2376347"/>
                  </a:lnTo>
                  <a:lnTo>
                    <a:pt x="328373" y="2376347"/>
                  </a:lnTo>
                  <a:lnTo>
                    <a:pt x="322900" y="2376347"/>
                  </a:lnTo>
                  <a:lnTo>
                    <a:pt x="322900" y="2376347"/>
                  </a:lnTo>
                  <a:lnTo>
                    <a:pt x="317427" y="2376347"/>
                  </a:lnTo>
                  <a:lnTo>
                    <a:pt x="317427" y="2376347"/>
                  </a:lnTo>
                  <a:lnTo>
                    <a:pt x="311954" y="2376347"/>
                  </a:lnTo>
                  <a:lnTo>
                    <a:pt x="311954" y="2376347"/>
                  </a:lnTo>
                  <a:lnTo>
                    <a:pt x="306481" y="2376347"/>
                  </a:lnTo>
                  <a:lnTo>
                    <a:pt x="306481" y="2376347"/>
                  </a:lnTo>
                  <a:lnTo>
                    <a:pt x="301008" y="2376347"/>
                  </a:lnTo>
                  <a:lnTo>
                    <a:pt x="301008" y="2376347"/>
                  </a:lnTo>
                  <a:lnTo>
                    <a:pt x="295535" y="2376347"/>
                  </a:lnTo>
                  <a:lnTo>
                    <a:pt x="295535" y="2385593"/>
                  </a:lnTo>
                  <a:lnTo>
                    <a:pt x="290062" y="2385593"/>
                  </a:lnTo>
                  <a:lnTo>
                    <a:pt x="290062" y="2394566"/>
                  </a:lnTo>
                  <a:lnTo>
                    <a:pt x="284590" y="2394566"/>
                  </a:lnTo>
                  <a:lnTo>
                    <a:pt x="284590" y="2394566"/>
                  </a:lnTo>
                  <a:lnTo>
                    <a:pt x="279117" y="2394566"/>
                  </a:lnTo>
                  <a:lnTo>
                    <a:pt x="279117" y="2394566"/>
                  </a:lnTo>
                  <a:lnTo>
                    <a:pt x="273644" y="2394566"/>
                  </a:lnTo>
                  <a:lnTo>
                    <a:pt x="273644" y="2394566"/>
                  </a:lnTo>
                  <a:lnTo>
                    <a:pt x="268171" y="2394566"/>
                  </a:lnTo>
                  <a:lnTo>
                    <a:pt x="268171" y="2394566"/>
                  </a:lnTo>
                  <a:lnTo>
                    <a:pt x="262698" y="2394566"/>
                  </a:lnTo>
                  <a:lnTo>
                    <a:pt x="262698" y="2394566"/>
                  </a:lnTo>
                  <a:lnTo>
                    <a:pt x="257225" y="2394566"/>
                  </a:lnTo>
                  <a:lnTo>
                    <a:pt x="257225" y="2394566"/>
                  </a:lnTo>
                  <a:lnTo>
                    <a:pt x="251752" y="2394566"/>
                  </a:lnTo>
                  <a:lnTo>
                    <a:pt x="251752" y="2394566"/>
                  </a:lnTo>
                  <a:lnTo>
                    <a:pt x="246279" y="2394566"/>
                  </a:lnTo>
                  <a:lnTo>
                    <a:pt x="246279" y="2394566"/>
                  </a:lnTo>
                  <a:lnTo>
                    <a:pt x="240806" y="2394566"/>
                  </a:lnTo>
                  <a:lnTo>
                    <a:pt x="240806" y="2394566"/>
                  </a:lnTo>
                  <a:lnTo>
                    <a:pt x="235334" y="2394566"/>
                  </a:lnTo>
                  <a:lnTo>
                    <a:pt x="235334" y="2394566"/>
                  </a:lnTo>
                  <a:lnTo>
                    <a:pt x="229861" y="2394566"/>
                  </a:lnTo>
                  <a:lnTo>
                    <a:pt x="229861" y="2394566"/>
                  </a:lnTo>
                  <a:lnTo>
                    <a:pt x="224388" y="2394566"/>
                  </a:lnTo>
                  <a:lnTo>
                    <a:pt x="224388" y="2394566"/>
                  </a:lnTo>
                  <a:lnTo>
                    <a:pt x="218915" y="2394566"/>
                  </a:lnTo>
                  <a:lnTo>
                    <a:pt x="218915" y="2394566"/>
                  </a:lnTo>
                  <a:lnTo>
                    <a:pt x="213442" y="2394566"/>
                  </a:lnTo>
                  <a:lnTo>
                    <a:pt x="213442" y="2403185"/>
                  </a:lnTo>
                  <a:lnTo>
                    <a:pt x="207969" y="2403185"/>
                  </a:lnTo>
                  <a:lnTo>
                    <a:pt x="207969" y="2403185"/>
                  </a:lnTo>
                  <a:lnTo>
                    <a:pt x="202496" y="2403185"/>
                  </a:lnTo>
                  <a:lnTo>
                    <a:pt x="202496" y="2403185"/>
                  </a:lnTo>
                  <a:lnTo>
                    <a:pt x="197023" y="2403185"/>
                  </a:lnTo>
                  <a:lnTo>
                    <a:pt x="197023" y="2403185"/>
                  </a:lnTo>
                  <a:lnTo>
                    <a:pt x="191550" y="2403185"/>
                  </a:lnTo>
                  <a:lnTo>
                    <a:pt x="191550" y="2403185"/>
                  </a:lnTo>
                  <a:lnTo>
                    <a:pt x="186078" y="2403185"/>
                  </a:lnTo>
                  <a:lnTo>
                    <a:pt x="186078" y="2403185"/>
                  </a:lnTo>
                  <a:lnTo>
                    <a:pt x="180605" y="2403185"/>
                  </a:lnTo>
                  <a:lnTo>
                    <a:pt x="180605" y="2419102"/>
                  </a:lnTo>
                  <a:lnTo>
                    <a:pt x="175132" y="2419102"/>
                  </a:lnTo>
                  <a:lnTo>
                    <a:pt x="175132" y="2426124"/>
                  </a:lnTo>
                  <a:lnTo>
                    <a:pt x="169659" y="2426124"/>
                  </a:lnTo>
                  <a:lnTo>
                    <a:pt x="169659" y="2426124"/>
                  </a:lnTo>
                  <a:lnTo>
                    <a:pt x="164186" y="2426124"/>
                  </a:lnTo>
                  <a:lnTo>
                    <a:pt x="164186" y="2426124"/>
                  </a:lnTo>
                  <a:lnTo>
                    <a:pt x="158713" y="2426124"/>
                  </a:lnTo>
                  <a:lnTo>
                    <a:pt x="158713" y="2426124"/>
                  </a:lnTo>
                  <a:lnTo>
                    <a:pt x="153240" y="2426124"/>
                  </a:lnTo>
                  <a:lnTo>
                    <a:pt x="153240" y="2426124"/>
                  </a:lnTo>
                  <a:lnTo>
                    <a:pt x="147767" y="2426124"/>
                  </a:lnTo>
                  <a:lnTo>
                    <a:pt x="147767" y="2426124"/>
                  </a:lnTo>
                  <a:lnTo>
                    <a:pt x="142295" y="2426124"/>
                  </a:lnTo>
                  <a:lnTo>
                    <a:pt x="142295" y="2432153"/>
                  </a:lnTo>
                  <a:lnTo>
                    <a:pt x="136822" y="2432153"/>
                  </a:lnTo>
                  <a:lnTo>
                    <a:pt x="136822" y="2432153"/>
                  </a:lnTo>
                  <a:lnTo>
                    <a:pt x="131349" y="2432153"/>
                  </a:lnTo>
                  <a:lnTo>
                    <a:pt x="131349" y="2432153"/>
                  </a:lnTo>
                  <a:lnTo>
                    <a:pt x="125876" y="2432153"/>
                  </a:lnTo>
                  <a:lnTo>
                    <a:pt x="125876" y="2432153"/>
                  </a:lnTo>
                  <a:lnTo>
                    <a:pt x="120403" y="2432153"/>
                  </a:lnTo>
                  <a:lnTo>
                    <a:pt x="120403" y="2432153"/>
                  </a:lnTo>
                  <a:lnTo>
                    <a:pt x="114930" y="2432153"/>
                  </a:lnTo>
                  <a:lnTo>
                    <a:pt x="114930" y="2432153"/>
                  </a:lnTo>
                  <a:lnTo>
                    <a:pt x="109457" y="2432153"/>
                  </a:lnTo>
                  <a:lnTo>
                    <a:pt x="109457" y="2432153"/>
                  </a:lnTo>
                  <a:lnTo>
                    <a:pt x="103984" y="2432153"/>
                  </a:lnTo>
                  <a:lnTo>
                    <a:pt x="103984" y="2432153"/>
                  </a:lnTo>
                  <a:lnTo>
                    <a:pt x="98511" y="2432153"/>
                  </a:lnTo>
                  <a:lnTo>
                    <a:pt x="98511" y="2432153"/>
                  </a:lnTo>
                  <a:lnTo>
                    <a:pt x="93039" y="2432153"/>
                  </a:lnTo>
                  <a:lnTo>
                    <a:pt x="93039" y="2432153"/>
                  </a:lnTo>
                  <a:lnTo>
                    <a:pt x="87566" y="2432153"/>
                  </a:lnTo>
                  <a:lnTo>
                    <a:pt x="87566" y="2432153"/>
                  </a:lnTo>
                  <a:lnTo>
                    <a:pt x="82093" y="2432153"/>
                  </a:lnTo>
                  <a:lnTo>
                    <a:pt x="82093" y="2432153"/>
                  </a:lnTo>
                  <a:lnTo>
                    <a:pt x="76620" y="2432153"/>
                  </a:lnTo>
                  <a:lnTo>
                    <a:pt x="76620" y="2432153"/>
                  </a:lnTo>
                  <a:lnTo>
                    <a:pt x="71147" y="2432153"/>
                  </a:lnTo>
                  <a:lnTo>
                    <a:pt x="71147" y="2432153"/>
                  </a:lnTo>
                  <a:lnTo>
                    <a:pt x="65674" y="2432153"/>
                  </a:lnTo>
                  <a:lnTo>
                    <a:pt x="65674" y="2436582"/>
                  </a:lnTo>
                  <a:lnTo>
                    <a:pt x="60201" y="2436582"/>
                  </a:lnTo>
                  <a:lnTo>
                    <a:pt x="60201" y="2436582"/>
                  </a:lnTo>
                  <a:lnTo>
                    <a:pt x="54728" y="2436582"/>
                  </a:lnTo>
                  <a:lnTo>
                    <a:pt x="54728" y="2436582"/>
                  </a:lnTo>
                  <a:lnTo>
                    <a:pt x="49255" y="2436582"/>
                  </a:lnTo>
                  <a:lnTo>
                    <a:pt x="49255" y="2436582"/>
                  </a:lnTo>
                  <a:lnTo>
                    <a:pt x="43783" y="2436582"/>
                  </a:lnTo>
                  <a:lnTo>
                    <a:pt x="43783" y="2436582"/>
                  </a:lnTo>
                  <a:lnTo>
                    <a:pt x="38310" y="2436582"/>
                  </a:lnTo>
                  <a:lnTo>
                    <a:pt x="38310" y="2436582"/>
                  </a:lnTo>
                  <a:lnTo>
                    <a:pt x="32837" y="2436582"/>
                  </a:lnTo>
                  <a:lnTo>
                    <a:pt x="32837" y="2436582"/>
                  </a:lnTo>
                  <a:lnTo>
                    <a:pt x="27364" y="2436582"/>
                  </a:lnTo>
                  <a:lnTo>
                    <a:pt x="27364" y="2436582"/>
                  </a:lnTo>
                  <a:lnTo>
                    <a:pt x="21891" y="2436582"/>
                  </a:lnTo>
                  <a:lnTo>
                    <a:pt x="21891" y="2436582"/>
                  </a:lnTo>
                  <a:lnTo>
                    <a:pt x="16418" y="2436582"/>
                  </a:lnTo>
                  <a:lnTo>
                    <a:pt x="16418" y="2436582"/>
                  </a:lnTo>
                  <a:lnTo>
                    <a:pt x="10945" y="2436582"/>
                  </a:lnTo>
                  <a:lnTo>
                    <a:pt x="10945" y="2436582"/>
                  </a:lnTo>
                  <a:lnTo>
                    <a:pt x="5472" y="2436582"/>
                  </a:lnTo>
                  <a:lnTo>
                    <a:pt x="5472" y="2436582"/>
                  </a:lnTo>
                  <a:lnTo>
                    <a:pt x="0" y="24365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058965" y="3949498"/>
              <a:ext cx="9873085" cy="2147595"/>
            </a:xfrm>
            <a:custGeom>
              <a:avLst/>
              <a:pathLst>
                <a:path w="9873085" h="2147595">
                  <a:moveTo>
                    <a:pt x="0" y="2098779"/>
                  </a:moveTo>
                  <a:lnTo>
                    <a:pt x="5472" y="2098779"/>
                  </a:lnTo>
                  <a:lnTo>
                    <a:pt x="10945" y="2098779"/>
                  </a:lnTo>
                  <a:lnTo>
                    <a:pt x="16418" y="2098779"/>
                  </a:lnTo>
                  <a:lnTo>
                    <a:pt x="21891" y="2098779"/>
                  </a:lnTo>
                  <a:lnTo>
                    <a:pt x="27364" y="2098779"/>
                  </a:lnTo>
                  <a:lnTo>
                    <a:pt x="32837" y="2098779"/>
                  </a:lnTo>
                  <a:lnTo>
                    <a:pt x="38310" y="2098779"/>
                  </a:lnTo>
                  <a:lnTo>
                    <a:pt x="43783" y="2098779"/>
                  </a:lnTo>
                  <a:lnTo>
                    <a:pt x="49255" y="2098779"/>
                  </a:lnTo>
                  <a:lnTo>
                    <a:pt x="54728" y="2098779"/>
                  </a:lnTo>
                  <a:lnTo>
                    <a:pt x="60201" y="2098779"/>
                  </a:lnTo>
                  <a:lnTo>
                    <a:pt x="65674" y="2098779"/>
                  </a:lnTo>
                  <a:lnTo>
                    <a:pt x="71147" y="2098779"/>
                  </a:lnTo>
                  <a:lnTo>
                    <a:pt x="76620" y="2098779"/>
                  </a:lnTo>
                  <a:lnTo>
                    <a:pt x="82093" y="2098779"/>
                  </a:lnTo>
                  <a:lnTo>
                    <a:pt x="87566" y="2098779"/>
                  </a:lnTo>
                  <a:lnTo>
                    <a:pt x="93039" y="2098779"/>
                  </a:lnTo>
                  <a:lnTo>
                    <a:pt x="98511" y="2098779"/>
                  </a:lnTo>
                  <a:lnTo>
                    <a:pt x="103984" y="2098779"/>
                  </a:lnTo>
                  <a:lnTo>
                    <a:pt x="109457" y="2098779"/>
                  </a:lnTo>
                  <a:lnTo>
                    <a:pt x="114930" y="2098779"/>
                  </a:lnTo>
                  <a:lnTo>
                    <a:pt x="120403" y="2098779"/>
                  </a:lnTo>
                  <a:lnTo>
                    <a:pt x="125876" y="2098779"/>
                  </a:lnTo>
                  <a:lnTo>
                    <a:pt x="131349" y="2098779"/>
                  </a:lnTo>
                  <a:lnTo>
                    <a:pt x="131349" y="2086548"/>
                  </a:lnTo>
                  <a:lnTo>
                    <a:pt x="136822" y="2086548"/>
                  </a:lnTo>
                  <a:lnTo>
                    <a:pt x="142295" y="2086548"/>
                  </a:lnTo>
                  <a:lnTo>
                    <a:pt x="147767" y="2086548"/>
                  </a:lnTo>
                  <a:lnTo>
                    <a:pt x="153240" y="2086548"/>
                  </a:lnTo>
                  <a:lnTo>
                    <a:pt x="158713" y="2086548"/>
                  </a:lnTo>
                  <a:lnTo>
                    <a:pt x="164186" y="2086548"/>
                  </a:lnTo>
                  <a:lnTo>
                    <a:pt x="169659" y="2086548"/>
                  </a:lnTo>
                  <a:lnTo>
                    <a:pt x="175132" y="2086548"/>
                  </a:lnTo>
                  <a:lnTo>
                    <a:pt x="180605" y="2086548"/>
                  </a:lnTo>
                  <a:lnTo>
                    <a:pt x="186078" y="2086548"/>
                  </a:lnTo>
                  <a:lnTo>
                    <a:pt x="191550" y="2086548"/>
                  </a:lnTo>
                  <a:lnTo>
                    <a:pt x="197023" y="2086548"/>
                  </a:lnTo>
                  <a:lnTo>
                    <a:pt x="202496" y="2086548"/>
                  </a:lnTo>
                  <a:lnTo>
                    <a:pt x="202496" y="2073673"/>
                  </a:lnTo>
                  <a:lnTo>
                    <a:pt x="207969" y="2073673"/>
                  </a:lnTo>
                  <a:lnTo>
                    <a:pt x="213442" y="2073673"/>
                  </a:lnTo>
                  <a:lnTo>
                    <a:pt x="218915" y="2073673"/>
                  </a:lnTo>
                  <a:lnTo>
                    <a:pt x="224388" y="2073673"/>
                  </a:lnTo>
                  <a:lnTo>
                    <a:pt x="229861" y="2073673"/>
                  </a:lnTo>
                  <a:lnTo>
                    <a:pt x="229861" y="2048687"/>
                  </a:lnTo>
                  <a:lnTo>
                    <a:pt x="235334" y="2048687"/>
                  </a:lnTo>
                  <a:lnTo>
                    <a:pt x="240806" y="2048687"/>
                  </a:lnTo>
                  <a:lnTo>
                    <a:pt x="246279" y="2048687"/>
                  </a:lnTo>
                  <a:lnTo>
                    <a:pt x="251752" y="2048687"/>
                  </a:lnTo>
                  <a:lnTo>
                    <a:pt x="257225" y="2048687"/>
                  </a:lnTo>
                  <a:lnTo>
                    <a:pt x="262698" y="2048687"/>
                  </a:lnTo>
                  <a:lnTo>
                    <a:pt x="268171" y="2048687"/>
                  </a:lnTo>
                  <a:lnTo>
                    <a:pt x="273644" y="2048687"/>
                  </a:lnTo>
                  <a:lnTo>
                    <a:pt x="279117" y="2048687"/>
                  </a:lnTo>
                  <a:lnTo>
                    <a:pt x="284590" y="2048687"/>
                  </a:lnTo>
                  <a:lnTo>
                    <a:pt x="290062" y="2048687"/>
                  </a:lnTo>
                  <a:lnTo>
                    <a:pt x="295535" y="2048687"/>
                  </a:lnTo>
                  <a:lnTo>
                    <a:pt x="301008" y="2048687"/>
                  </a:lnTo>
                  <a:lnTo>
                    <a:pt x="306481" y="2048687"/>
                  </a:lnTo>
                  <a:lnTo>
                    <a:pt x="311954" y="2048687"/>
                  </a:lnTo>
                  <a:lnTo>
                    <a:pt x="317427" y="2048687"/>
                  </a:lnTo>
                  <a:lnTo>
                    <a:pt x="322900" y="2048687"/>
                  </a:lnTo>
                  <a:lnTo>
                    <a:pt x="328373" y="2048687"/>
                  </a:lnTo>
                  <a:lnTo>
                    <a:pt x="333846" y="2048687"/>
                  </a:lnTo>
                  <a:lnTo>
                    <a:pt x="333846" y="2036470"/>
                  </a:lnTo>
                  <a:lnTo>
                    <a:pt x="339318" y="2036470"/>
                  </a:lnTo>
                  <a:lnTo>
                    <a:pt x="339318" y="2024459"/>
                  </a:lnTo>
                  <a:lnTo>
                    <a:pt x="344791" y="2024459"/>
                  </a:lnTo>
                  <a:lnTo>
                    <a:pt x="344791" y="2000941"/>
                  </a:lnTo>
                  <a:lnTo>
                    <a:pt x="350264" y="2000941"/>
                  </a:lnTo>
                  <a:lnTo>
                    <a:pt x="355737" y="2000941"/>
                  </a:lnTo>
                  <a:lnTo>
                    <a:pt x="361210" y="2000941"/>
                  </a:lnTo>
                  <a:lnTo>
                    <a:pt x="366683" y="2000941"/>
                  </a:lnTo>
                  <a:lnTo>
                    <a:pt x="372156" y="2000941"/>
                  </a:lnTo>
                  <a:lnTo>
                    <a:pt x="377629" y="2000941"/>
                  </a:lnTo>
                  <a:lnTo>
                    <a:pt x="377629" y="1989350"/>
                  </a:lnTo>
                  <a:lnTo>
                    <a:pt x="383101" y="1989350"/>
                  </a:lnTo>
                  <a:lnTo>
                    <a:pt x="388574" y="1989350"/>
                  </a:lnTo>
                  <a:lnTo>
                    <a:pt x="394047" y="1989350"/>
                  </a:lnTo>
                  <a:lnTo>
                    <a:pt x="399520" y="1989350"/>
                  </a:lnTo>
                  <a:lnTo>
                    <a:pt x="399520" y="1977867"/>
                  </a:lnTo>
                  <a:lnTo>
                    <a:pt x="404993" y="1977867"/>
                  </a:lnTo>
                  <a:lnTo>
                    <a:pt x="410466" y="1977867"/>
                  </a:lnTo>
                  <a:lnTo>
                    <a:pt x="415939" y="1977867"/>
                  </a:lnTo>
                  <a:lnTo>
                    <a:pt x="421412" y="1977867"/>
                  </a:lnTo>
                  <a:lnTo>
                    <a:pt x="426885" y="1977867"/>
                  </a:lnTo>
                  <a:lnTo>
                    <a:pt x="432357" y="1977867"/>
                  </a:lnTo>
                  <a:lnTo>
                    <a:pt x="437830" y="1977867"/>
                  </a:lnTo>
                  <a:lnTo>
                    <a:pt x="443303" y="1977867"/>
                  </a:lnTo>
                  <a:lnTo>
                    <a:pt x="448776" y="1977867"/>
                  </a:lnTo>
                  <a:lnTo>
                    <a:pt x="454249" y="1977867"/>
                  </a:lnTo>
                  <a:lnTo>
                    <a:pt x="459722" y="1977867"/>
                  </a:lnTo>
                  <a:lnTo>
                    <a:pt x="459722" y="1966452"/>
                  </a:lnTo>
                  <a:lnTo>
                    <a:pt x="465195" y="1966452"/>
                  </a:lnTo>
                  <a:lnTo>
                    <a:pt x="470668" y="1966452"/>
                  </a:lnTo>
                  <a:lnTo>
                    <a:pt x="476141" y="1966452"/>
                  </a:lnTo>
                  <a:lnTo>
                    <a:pt x="481613" y="1966452"/>
                  </a:lnTo>
                  <a:lnTo>
                    <a:pt x="487086" y="1966452"/>
                  </a:lnTo>
                  <a:lnTo>
                    <a:pt x="492559" y="1966452"/>
                  </a:lnTo>
                  <a:lnTo>
                    <a:pt x="498032" y="1966452"/>
                  </a:lnTo>
                  <a:lnTo>
                    <a:pt x="498032" y="1943802"/>
                  </a:lnTo>
                  <a:lnTo>
                    <a:pt x="503505" y="1943802"/>
                  </a:lnTo>
                  <a:lnTo>
                    <a:pt x="508978" y="1943802"/>
                  </a:lnTo>
                  <a:lnTo>
                    <a:pt x="514451" y="1943802"/>
                  </a:lnTo>
                  <a:lnTo>
                    <a:pt x="519924" y="1943802"/>
                  </a:lnTo>
                  <a:lnTo>
                    <a:pt x="525397" y="1943802"/>
                  </a:lnTo>
                  <a:lnTo>
                    <a:pt x="530869" y="1943802"/>
                  </a:lnTo>
                  <a:lnTo>
                    <a:pt x="536342" y="1943802"/>
                  </a:lnTo>
                  <a:lnTo>
                    <a:pt x="541815" y="1943802"/>
                  </a:lnTo>
                  <a:lnTo>
                    <a:pt x="547288" y="1943802"/>
                  </a:lnTo>
                  <a:lnTo>
                    <a:pt x="547288" y="1932528"/>
                  </a:lnTo>
                  <a:lnTo>
                    <a:pt x="552761" y="1932528"/>
                  </a:lnTo>
                  <a:lnTo>
                    <a:pt x="558234" y="1932528"/>
                  </a:lnTo>
                  <a:lnTo>
                    <a:pt x="563707" y="1932528"/>
                  </a:lnTo>
                  <a:lnTo>
                    <a:pt x="569180" y="1932528"/>
                  </a:lnTo>
                  <a:lnTo>
                    <a:pt x="574652" y="1932528"/>
                  </a:lnTo>
                  <a:lnTo>
                    <a:pt x="580125" y="1932528"/>
                  </a:lnTo>
                  <a:lnTo>
                    <a:pt x="580125" y="1921274"/>
                  </a:lnTo>
                  <a:lnTo>
                    <a:pt x="585598" y="1921274"/>
                  </a:lnTo>
                  <a:lnTo>
                    <a:pt x="585598" y="1910088"/>
                  </a:lnTo>
                  <a:lnTo>
                    <a:pt x="591071" y="1910088"/>
                  </a:lnTo>
                  <a:lnTo>
                    <a:pt x="596544" y="1910088"/>
                  </a:lnTo>
                  <a:lnTo>
                    <a:pt x="602017" y="1910088"/>
                  </a:lnTo>
                  <a:lnTo>
                    <a:pt x="602017" y="1898948"/>
                  </a:lnTo>
                  <a:lnTo>
                    <a:pt x="607490" y="1898948"/>
                  </a:lnTo>
                  <a:lnTo>
                    <a:pt x="612963" y="1898948"/>
                  </a:lnTo>
                  <a:lnTo>
                    <a:pt x="618436" y="1898948"/>
                  </a:lnTo>
                  <a:lnTo>
                    <a:pt x="623908" y="1898948"/>
                  </a:lnTo>
                  <a:lnTo>
                    <a:pt x="623908" y="1887845"/>
                  </a:lnTo>
                  <a:lnTo>
                    <a:pt x="629381" y="1887845"/>
                  </a:lnTo>
                  <a:lnTo>
                    <a:pt x="634854" y="1887845"/>
                  </a:lnTo>
                  <a:lnTo>
                    <a:pt x="640327" y="1887845"/>
                  </a:lnTo>
                  <a:lnTo>
                    <a:pt x="645800" y="1887845"/>
                  </a:lnTo>
                  <a:lnTo>
                    <a:pt x="651273" y="1887845"/>
                  </a:lnTo>
                  <a:lnTo>
                    <a:pt x="651273" y="1876783"/>
                  </a:lnTo>
                  <a:lnTo>
                    <a:pt x="656746" y="1876783"/>
                  </a:lnTo>
                  <a:lnTo>
                    <a:pt x="662219" y="1876783"/>
                  </a:lnTo>
                  <a:lnTo>
                    <a:pt x="667692" y="1876783"/>
                  </a:lnTo>
                  <a:lnTo>
                    <a:pt x="667692" y="1865759"/>
                  </a:lnTo>
                  <a:lnTo>
                    <a:pt x="673164" y="1865759"/>
                  </a:lnTo>
                  <a:lnTo>
                    <a:pt x="678637" y="1865759"/>
                  </a:lnTo>
                  <a:lnTo>
                    <a:pt x="684110" y="1865759"/>
                  </a:lnTo>
                  <a:lnTo>
                    <a:pt x="684110" y="1854777"/>
                  </a:lnTo>
                  <a:lnTo>
                    <a:pt x="689583" y="1854777"/>
                  </a:lnTo>
                  <a:lnTo>
                    <a:pt x="689583" y="1843838"/>
                  </a:lnTo>
                  <a:lnTo>
                    <a:pt x="695056" y="1843838"/>
                  </a:lnTo>
                  <a:lnTo>
                    <a:pt x="700529" y="1843838"/>
                  </a:lnTo>
                  <a:lnTo>
                    <a:pt x="706002" y="1843838"/>
                  </a:lnTo>
                  <a:lnTo>
                    <a:pt x="711475" y="1843838"/>
                  </a:lnTo>
                  <a:lnTo>
                    <a:pt x="716947" y="1843838"/>
                  </a:lnTo>
                  <a:lnTo>
                    <a:pt x="716947" y="1832920"/>
                  </a:lnTo>
                  <a:lnTo>
                    <a:pt x="722420" y="1832920"/>
                  </a:lnTo>
                  <a:lnTo>
                    <a:pt x="727893" y="1832920"/>
                  </a:lnTo>
                  <a:lnTo>
                    <a:pt x="733366" y="1832920"/>
                  </a:lnTo>
                  <a:lnTo>
                    <a:pt x="733366" y="1822012"/>
                  </a:lnTo>
                  <a:lnTo>
                    <a:pt x="738839" y="1822012"/>
                  </a:lnTo>
                  <a:lnTo>
                    <a:pt x="744312" y="1822012"/>
                  </a:lnTo>
                  <a:lnTo>
                    <a:pt x="749785" y="1822012"/>
                  </a:lnTo>
                  <a:lnTo>
                    <a:pt x="755258" y="1822012"/>
                  </a:lnTo>
                  <a:lnTo>
                    <a:pt x="760731" y="1822012"/>
                  </a:lnTo>
                  <a:lnTo>
                    <a:pt x="760731" y="1811124"/>
                  </a:lnTo>
                  <a:lnTo>
                    <a:pt x="766203" y="1811124"/>
                  </a:lnTo>
                  <a:lnTo>
                    <a:pt x="766203" y="1800270"/>
                  </a:lnTo>
                  <a:lnTo>
                    <a:pt x="771676" y="1800270"/>
                  </a:lnTo>
                  <a:lnTo>
                    <a:pt x="777149" y="1800270"/>
                  </a:lnTo>
                  <a:lnTo>
                    <a:pt x="782622" y="1800270"/>
                  </a:lnTo>
                  <a:lnTo>
                    <a:pt x="788095" y="1800270"/>
                  </a:lnTo>
                  <a:lnTo>
                    <a:pt x="793568" y="1800270"/>
                  </a:lnTo>
                  <a:lnTo>
                    <a:pt x="793568" y="1789428"/>
                  </a:lnTo>
                  <a:lnTo>
                    <a:pt x="799041" y="1789428"/>
                  </a:lnTo>
                  <a:lnTo>
                    <a:pt x="804514" y="1789428"/>
                  </a:lnTo>
                  <a:lnTo>
                    <a:pt x="804514" y="1778598"/>
                  </a:lnTo>
                  <a:lnTo>
                    <a:pt x="809987" y="1778598"/>
                  </a:lnTo>
                  <a:lnTo>
                    <a:pt x="809987" y="1767776"/>
                  </a:lnTo>
                  <a:lnTo>
                    <a:pt x="815459" y="1767776"/>
                  </a:lnTo>
                  <a:lnTo>
                    <a:pt x="820932" y="1767776"/>
                  </a:lnTo>
                  <a:lnTo>
                    <a:pt x="826405" y="1767776"/>
                  </a:lnTo>
                  <a:lnTo>
                    <a:pt x="826405" y="1746193"/>
                  </a:lnTo>
                  <a:lnTo>
                    <a:pt x="831878" y="1746193"/>
                  </a:lnTo>
                  <a:lnTo>
                    <a:pt x="831878" y="1735437"/>
                  </a:lnTo>
                  <a:lnTo>
                    <a:pt x="837351" y="1735437"/>
                  </a:lnTo>
                  <a:lnTo>
                    <a:pt x="842824" y="1735437"/>
                  </a:lnTo>
                  <a:lnTo>
                    <a:pt x="848297" y="1735437"/>
                  </a:lnTo>
                  <a:lnTo>
                    <a:pt x="853770" y="1735437"/>
                  </a:lnTo>
                  <a:lnTo>
                    <a:pt x="859243" y="1735437"/>
                  </a:lnTo>
                  <a:lnTo>
                    <a:pt x="864715" y="1735437"/>
                  </a:lnTo>
                  <a:lnTo>
                    <a:pt x="870188" y="1735437"/>
                  </a:lnTo>
                  <a:lnTo>
                    <a:pt x="875661" y="1735437"/>
                  </a:lnTo>
                  <a:lnTo>
                    <a:pt x="881134" y="1735437"/>
                  </a:lnTo>
                  <a:lnTo>
                    <a:pt x="886607" y="1735437"/>
                  </a:lnTo>
                  <a:lnTo>
                    <a:pt x="892080" y="1735437"/>
                  </a:lnTo>
                  <a:lnTo>
                    <a:pt x="897553" y="1735437"/>
                  </a:lnTo>
                  <a:lnTo>
                    <a:pt x="903026" y="1735437"/>
                  </a:lnTo>
                  <a:lnTo>
                    <a:pt x="908498" y="1735437"/>
                  </a:lnTo>
                  <a:lnTo>
                    <a:pt x="913971" y="1735437"/>
                  </a:lnTo>
                  <a:lnTo>
                    <a:pt x="919444" y="1735437"/>
                  </a:lnTo>
                  <a:lnTo>
                    <a:pt x="924917" y="1735437"/>
                  </a:lnTo>
                  <a:lnTo>
                    <a:pt x="930390" y="1735437"/>
                  </a:lnTo>
                  <a:lnTo>
                    <a:pt x="930390" y="1724640"/>
                  </a:lnTo>
                  <a:lnTo>
                    <a:pt x="935863" y="1724640"/>
                  </a:lnTo>
                  <a:lnTo>
                    <a:pt x="941336" y="1724640"/>
                  </a:lnTo>
                  <a:lnTo>
                    <a:pt x="946809" y="1724640"/>
                  </a:lnTo>
                  <a:lnTo>
                    <a:pt x="952282" y="1724640"/>
                  </a:lnTo>
                  <a:lnTo>
                    <a:pt x="957754" y="1724640"/>
                  </a:lnTo>
                  <a:lnTo>
                    <a:pt x="963227" y="1724640"/>
                  </a:lnTo>
                  <a:lnTo>
                    <a:pt x="968700" y="1724640"/>
                  </a:lnTo>
                  <a:lnTo>
                    <a:pt x="974173" y="1724640"/>
                  </a:lnTo>
                  <a:lnTo>
                    <a:pt x="979646" y="1724640"/>
                  </a:lnTo>
                  <a:lnTo>
                    <a:pt x="985119" y="1724640"/>
                  </a:lnTo>
                  <a:lnTo>
                    <a:pt x="990592" y="1724640"/>
                  </a:lnTo>
                  <a:lnTo>
                    <a:pt x="996065" y="1724640"/>
                  </a:lnTo>
                  <a:lnTo>
                    <a:pt x="1001538" y="1724640"/>
                  </a:lnTo>
                  <a:lnTo>
                    <a:pt x="1007010" y="1724640"/>
                  </a:lnTo>
                  <a:lnTo>
                    <a:pt x="1012483" y="1724640"/>
                  </a:lnTo>
                  <a:lnTo>
                    <a:pt x="1017956" y="1724640"/>
                  </a:lnTo>
                  <a:lnTo>
                    <a:pt x="1023429" y="1724640"/>
                  </a:lnTo>
                  <a:lnTo>
                    <a:pt x="1028902" y="1724640"/>
                  </a:lnTo>
                  <a:lnTo>
                    <a:pt x="1034375" y="1724640"/>
                  </a:lnTo>
                  <a:lnTo>
                    <a:pt x="1039848" y="1724640"/>
                  </a:lnTo>
                  <a:lnTo>
                    <a:pt x="1039848" y="1713819"/>
                  </a:lnTo>
                  <a:lnTo>
                    <a:pt x="1045321" y="1713819"/>
                  </a:lnTo>
                  <a:lnTo>
                    <a:pt x="1050794" y="1713819"/>
                  </a:lnTo>
                  <a:lnTo>
                    <a:pt x="1050794" y="1703014"/>
                  </a:lnTo>
                  <a:lnTo>
                    <a:pt x="1056266" y="1703014"/>
                  </a:lnTo>
                  <a:lnTo>
                    <a:pt x="1056266" y="1692232"/>
                  </a:lnTo>
                  <a:lnTo>
                    <a:pt x="1061739" y="1692232"/>
                  </a:lnTo>
                  <a:lnTo>
                    <a:pt x="1067212" y="1692232"/>
                  </a:lnTo>
                  <a:lnTo>
                    <a:pt x="1072685" y="1692232"/>
                  </a:lnTo>
                  <a:lnTo>
                    <a:pt x="1078158" y="1692232"/>
                  </a:lnTo>
                  <a:lnTo>
                    <a:pt x="1083631" y="1692232"/>
                  </a:lnTo>
                  <a:lnTo>
                    <a:pt x="1089104" y="1692232"/>
                  </a:lnTo>
                  <a:lnTo>
                    <a:pt x="1094577" y="1692232"/>
                  </a:lnTo>
                  <a:lnTo>
                    <a:pt x="1100049" y="1692232"/>
                  </a:lnTo>
                  <a:lnTo>
                    <a:pt x="1105522" y="1692232"/>
                  </a:lnTo>
                  <a:lnTo>
                    <a:pt x="1110995" y="1692232"/>
                  </a:lnTo>
                  <a:lnTo>
                    <a:pt x="1110995" y="1670653"/>
                  </a:lnTo>
                  <a:lnTo>
                    <a:pt x="1116468" y="1670653"/>
                  </a:lnTo>
                  <a:lnTo>
                    <a:pt x="1121941" y="1670653"/>
                  </a:lnTo>
                  <a:lnTo>
                    <a:pt x="1121941" y="1659886"/>
                  </a:lnTo>
                  <a:lnTo>
                    <a:pt x="1127414" y="1659886"/>
                  </a:lnTo>
                  <a:lnTo>
                    <a:pt x="1132887" y="1659886"/>
                  </a:lnTo>
                  <a:lnTo>
                    <a:pt x="1138360" y="1659886"/>
                  </a:lnTo>
                  <a:lnTo>
                    <a:pt x="1143833" y="1659886"/>
                  </a:lnTo>
                  <a:lnTo>
                    <a:pt x="1143833" y="1649125"/>
                  </a:lnTo>
                  <a:lnTo>
                    <a:pt x="1149305" y="1649125"/>
                  </a:lnTo>
                  <a:lnTo>
                    <a:pt x="1154778" y="1649125"/>
                  </a:lnTo>
                  <a:lnTo>
                    <a:pt x="1160251" y="1649125"/>
                  </a:lnTo>
                  <a:lnTo>
                    <a:pt x="1165724" y="1649125"/>
                  </a:lnTo>
                  <a:lnTo>
                    <a:pt x="1171197" y="1649125"/>
                  </a:lnTo>
                  <a:lnTo>
                    <a:pt x="1176670" y="1649125"/>
                  </a:lnTo>
                  <a:lnTo>
                    <a:pt x="1182143" y="1649125"/>
                  </a:lnTo>
                  <a:lnTo>
                    <a:pt x="1187616" y="1649125"/>
                  </a:lnTo>
                  <a:lnTo>
                    <a:pt x="1193089" y="1649125"/>
                  </a:lnTo>
                  <a:lnTo>
                    <a:pt x="1198561" y="1649125"/>
                  </a:lnTo>
                  <a:lnTo>
                    <a:pt x="1204034" y="1649125"/>
                  </a:lnTo>
                  <a:lnTo>
                    <a:pt x="1209507" y="1649125"/>
                  </a:lnTo>
                  <a:lnTo>
                    <a:pt x="1214980" y="1649125"/>
                  </a:lnTo>
                  <a:lnTo>
                    <a:pt x="1220453" y="1649125"/>
                  </a:lnTo>
                  <a:lnTo>
                    <a:pt x="1225926" y="1649125"/>
                  </a:lnTo>
                  <a:lnTo>
                    <a:pt x="1231399" y="1649125"/>
                  </a:lnTo>
                  <a:lnTo>
                    <a:pt x="1236872" y="1649125"/>
                  </a:lnTo>
                  <a:lnTo>
                    <a:pt x="1242344" y="1649125"/>
                  </a:lnTo>
                  <a:lnTo>
                    <a:pt x="1247817" y="1649125"/>
                  </a:lnTo>
                  <a:lnTo>
                    <a:pt x="1253290" y="1649125"/>
                  </a:lnTo>
                  <a:lnTo>
                    <a:pt x="1258763" y="1649125"/>
                  </a:lnTo>
                  <a:lnTo>
                    <a:pt x="1264236" y="1649125"/>
                  </a:lnTo>
                  <a:lnTo>
                    <a:pt x="1269709" y="1649125"/>
                  </a:lnTo>
                  <a:lnTo>
                    <a:pt x="1269709" y="1638320"/>
                  </a:lnTo>
                  <a:lnTo>
                    <a:pt x="1275182" y="1638320"/>
                  </a:lnTo>
                  <a:lnTo>
                    <a:pt x="1280655" y="1638320"/>
                  </a:lnTo>
                  <a:lnTo>
                    <a:pt x="1286128" y="1638320"/>
                  </a:lnTo>
                  <a:lnTo>
                    <a:pt x="1291600" y="1638320"/>
                  </a:lnTo>
                  <a:lnTo>
                    <a:pt x="1297073" y="1638320"/>
                  </a:lnTo>
                  <a:lnTo>
                    <a:pt x="1302546" y="1638320"/>
                  </a:lnTo>
                  <a:lnTo>
                    <a:pt x="1308019" y="1638320"/>
                  </a:lnTo>
                  <a:lnTo>
                    <a:pt x="1308019" y="1627512"/>
                  </a:lnTo>
                  <a:lnTo>
                    <a:pt x="1313492" y="1627512"/>
                  </a:lnTo>
                  <a:lnTo>
                    <a:pt x="1313492" y="1616721"/>
                  </a:lnTo>
                  <a:lnTo>
                    <a:pt x="1318965" y="1616721"/>
                  </a:lnTo>
                  <a:lnTo>
                    <a:pt x="1324438" y="1616721"/>
                  </a:lnTo>
                  <a:lnTo>
                    <a:pt x="1329911" y="1616721"/>
                  </a:lnTo>
                  <a:lnTo>
                    <a:pt x="1335384" y="1616721"/>
                  </a:lnTo>
                  <a:lnTo>
                    <a:pt x="1340856" y="1616721"/>
                  </a:lnTo>
                  <a:lnTo>
                    <a:pt x="1340856" y="1605934"/>
                  </a:lnTo>
                  <a:lnTo>
                    <a:pt x="1346329" y="1605934"/>
                  </a:lnTo>
                  <a:lnTo>
                    <a:pt x="1351802" y="1605934"/>
                  </a:lnTo>
                  <a:lnTo>
                    <a:pt x="1357275" y="1605934"/>
                  </a:lnTo>
                  <a:lnTo>
                    <a:pt x="1362748" y="1605934"/>
                  </a:lnTo>
                  <a:lnTo>
                    <a:pt x="1362748" y="1595160"/>
                  </a:lnTo>
                  <a:lnTo>
                    <a:pt x="1368221" y="1595160"/>
                  </a:lnTo>
                  <a:lnTo>
                    <a:pt x="1373694" y="1595160"/>
                  </a:lnTo>
                  <a:lnTo>
                    <a:pt x="1379167" y="1595160"/>
                  </a:lnTo>
                  <a:lnTo>
                    <a:pt x="1384640" y="1595160"/>
                  </a:lnTo>
                  <a:lnTo>
                    <a:pt x="1390112" y="1595160"/>
                  </a:lnTo>
                  <a:lnTo>
                    <a:pt x="1395585" y="1595160"/>
                  </a:lnTo>
                  <a:lnTo>
                    <a:pt x="1401058" y="1595160"/>
                  </a:lnTo>
                  <a:lnTo>
                    <a:pt x="1406531" y="1595160"/>
                  </a:lnTo>
                  <a:lnTo>
                    <a:pt x="1412004" y="1595160"/>
                  </a:lnTo>
                  <a:lnTo>
                    <a:pt x="1417477" y="1595160"/>
                  </a:lnTo>
                  <a:lnTo>
                    <a:pt x="1422950" y="1595160"/>
                  </a:lnTo>
                  <a:lnTo>
                    <a:pt x="1428423" y="1595160"/>
                  </a:lnTo>
                  <a:lnTo>
                    <a:pt x="1433895" y="1595160"/>
                  </a:lnTo>
                  <a:lnTo>
                    <a:pt x="1439368" y="1595160"/>
                  </a:lnTo>
                  <a:lnTo>
                    <a:pt x="1444841" y="1595160"/>
                  </a:lnTo>
                  <a:lnTo>
                    <a:pt x="1450314" y="1595160"/>
                  </a:lnTo>
                  <a:lnTo>
                    <a:pt x="1450314" y="1584355"/>
                  </a:lnTo>
                  <a:lnTo>
                    <a:pt x="1455787" y="1584355"/>
                  </a:lnTo>
                  <a:lnTo>
                    <a:pt x="1461260" y="1584355"/>
                  </a:lnTo>
                  <a:lnTo>
                    <a:pt x="1466733" y="1584355"/>
                  </a:lnTo>
                  <a:lnTo>
                    <a:pt x="1472206" y="1584355"/>
                  </a:lnTo>
                  <a:lnTo>
                    <a:pt x="1477679" y="1584355"/>
                  </a:lnTo>
                  <a:lnTo>
                    <a:pt x="1483151" y="1584355"/>
                  </a:lnTo>
                  <a:lnTo>
                    <a:pt x="1488624" y="1584355"/>
                  </a:lnTo>
                  <a:lnTo>
                    <a:pt x="1494097" y="1584355"/>
                  </a:lnTo>
                  <a:lnTo>
                    <a:pt x="1499570" y="1584355"/>
                  </a:lnTo>
                  <a:lnTo>
                    <a:pt x="1505043" y="1584355"/>
                  </a:lnTo>
                  <a:lnTo>
                    <a:pt x="1510516" y="1584355"/>
                  </a:lnTo>
                  <a:lnTo>
                    <a:pt x="1510516" y="1573519"/>
                  </a:lnTo>
                  <a:lnTo>
                    <a:pt x="1515989" y="1573519"/>
                  </a:lnTo>
                  <a:lnTo>
                    <a:pt x="1515989" y="1562694"/>
                  </a:lnTo>
                  <a:lnTo>
                    <a:pt x="1521462" y="1562694"/>
                  </a:lnTo>
                  <a:lnTo>
                    <a:pt x="1526935" y="1562694"/>
                  </a:lnTo>
                  <a:lnTo>
                    <a:pt x="1526935" y="1551879"/>
                  </a:lnTo>
                  <a:lnTo>
                    <a:pt x="1532407" y="1551879"/>
                  </a:lnTo>
                  <a:lnTo>
                    <a:pt x="1537880" y="1551879"/>
                  </a:lnTo>
                  <a:lnTo>
                    <a:pt x="1537880" y="1541070"/>
                  </a:lnTo>
                  <a:lnTo>
                    <a:pt x="1543353" y="1541070"/>
                  </a:lnTo>
                  <a:lnTo>
                    <a:pt x="1548826" y="1541070"/>
                  </a:lnTo>
                  <a:lnTo>
                    <a:pt x="1554299" y="1541070"/>
                  </a:lnTo>
                  <a:lnTo>
                    <a:pt x="1559772" y="1541070"/>
                  </a:lnTo>
                  <a:lnTo>
                    <a:pt x="1565245" y="1541070"/>
                  </a:lnTo>
                  <a:lnTo>
                    <a:pt x="1570718" y="1541070"/>
                  </a:lnTo>
                  <a:lnTo>
                    <a:pt x="1576191" y="1541070"/>
                  </a:lnTo>
                  <a:lnTo>
                    <a:pt x="1581663" y="1541070"/>
                  </a:lnTo>
                  <a:lnTo>
                    <a:pt x="1587136" y="1541070"/>
                  </a:lnTo>
                  <a:lnTo>
                    <a:pt x="1592609" y="1541070"/>
                  </a:lnTo>
                  <a:lnTo>
                    <a:pt x="1598082" y="1541070"/>
                  </a:lnTo>
                  <a:lnTo>
                    <a:pt x="1603555" y="1541070"/>
                  </a:lnTo>
                  <a:lnTo>
                    <a:pt x="1609028" y="1541070"/>
                  </a:lnTo>
                  <a:lnTo>
                    <a:pt x="1609028" y="1519436"/>
                  </a:lnTo>
                  <a:lnTo>
                    <a:pt x="1614501" y="1519436"/>
                  </a:lnTo>
                  <a:lnTo>
                    <a:pt x="1619974" y="1519436"/>
                  </a:lnTo>
                  <a:lnTo>
                    <a:pt x="1625446" y="1519436"/>
                  </a:lnTo>
                  <a:lnTo>
                    <a:pt x="1630919" y="1519436"/>
                  </a:lnTo>
                  <a:lnTo>
                    <a:pt x="1636392" y="1519436"/>
                  </a:lnTo>
                  <a:lnTo>
                    <a:pt x="1641865" y="1519436"/>
                  </a:lnTo>
                  <a:lnTo>
                    <a:pt x="1647338" y="1519436"/>
                  </a:lnTo>
                  <a:lnTo>
                    <a:pt x="1652811" y="1519436"/>
                  </a:lnTo>
                  <a:lnTo>
                    <a:pt x="1658284" y="1519436"/>
                  </a:lnTo>
                  <a:lnTo>
                    <a:pt x="1663757" y="1519436"/>
                  </a:lnTo>
                  <a:lnTo>
                    <a:pt x="1669230" y="1519436"/>
                  </a:lnTo>
                  <a:lnTo>
                    <a:pt x="1674702" y="1519436"/>
                  </a:lnTo>
                  <a:lnTo>
                    <a:pt x="1680175" y="1519436"/>
                  </a:lnTo>
                  <a:lnTo>
                    <a:pt x="1685648" y="1519436"/>
                  </a:lnTo>
                  <a:lnTo>
                    <a:pt x="1691121" y="1519436"/>
                  </a:lnTo>
                  <a:lnTo>
                    <a:pt x="1696594" y="1519436"/>
                  </a:lnTo>
                  <a:lnTo>
                    <a:pt x="1702067" y="1519436"/>
                  </a:lnTo>
                  <a:lnTo>
                    <a:pt x="1707540" y="1519436"/>
                  </a:lnTo>
                  <a:lnTo>
                    <a:pt x="1713013" y="1519436"/>
                  </a:lnTo>
                  <a:lnTo>
                    <a:pt x="1713013" y="1508536"/>
                  </a:lnTo>
                  <a:lnTo>
                    <a:pt x="1718486" y="1508536"/>
                  </a:lnTo>
                  <a:lnTo>
                    <a:pt x="1723958" y="1508536"/>
                  </a:lnTo>
                  <a:lnTo>
                    <a:pt x="1729431" y="1508536"/>
                  </a:lnTo>
                  <a:lnTo>
                    <a:pt x="1734904" y="1508536"/>
                  </a:lnTo>
                  <a:lnTo>
                    <a:pt x="1740377" y="1508536"/>
                  </a:lnTo>
                  <a:lnTo>
                    <a:pt x="1745850" y="1508536"/>
                  </a:lnTo>
                  <a:lnTo>
                    <a:pt x="1751323" y="1508536"/>
                  </a:lnTo>
                  <a:lnTo>
                    <a:pt x="1756796" y="1508536"/>
                  </a:lnTo>
                  <a:lnTo>
                    <a:pt x="1762269" y="1508536"/>
                  </a:lnTo>
                  <a:lnTo>
                    <a:pt x="1762269" y="1486727"/>
                  </a:lnTo>
                  <a:lnTo>
                    <a:pt x="1767741" y="1486727"/>
                  </a:lnTo>
                  <a:lnTo>
                    <a:pt x="1773214" y="1486727"/>
                  </a:lnTo>
                  <a:lnTo>
                    <a:pt x="1778687" y="1486727"/>
                  </a:lnTo>
                  <a:lnTo>
                    <a:pt x="1778687" y="1475822"/>
                  </a:lnTo>
                  <a:lnTo>
                    <a:pt x="1784160" y="1475822"/>
                  </a:lnTo>
                  <a:lnTo>
                    <a:pt x="1789633" y="1475822"/>
                  </a:lnTo>
                  <a:lnTo>
                    <a:pt x="1795106" y="1475822"/>
                  </a:lnTo>
                  <a:lnTo>
                    <a:pt x="1800579" y="1475822"/>
                  </a:lnTo>
                  <a:lnTo>
                    <a:pt x="1806052" y="1475822"/>
                  </a:lnTo>
                  <a:lnTo>
                    <a:pt x="1811525" y="1475822"/>
                  </a:lnTo>
                  <a:lnTo>
                    <a:pt x="1811525" y="1464904"/>
                  </a:lnTo>
                  <a:lnTo>
                    <a:pt x="1816997" y="1464904"/>
                  </a:lnTo>
                  <a:lnTo>
                    <a:pt x="1822470" y="1464904"/>
                  </a:lnTo>
                  <a:lnTo>
                    <a:pt x="1827943" y="1464904"/>
                  </a:lnTo>
                  <a:lnTo>
                    <a:pt x="1833416" y="1464904"/>
                  </a:lnTo>
                  <a:lnTo>
                    <a:pt x="1838889" y="1464904"/>
                  </a:lnTo>
                  <a:lnTo>
                    <a:pt x="1844362" y="1464904"/>
                  </a:lnTo>
                  <a:lnTo>
                    <a:pt x="1849835" y="1464904"/>
                  </a:lnTo>
                  <a:lnTo>
                    <a:pt x="1849835" y="1453952"/>
                  </a:lnTo>
                  <a:lnTo>
                    <a:pt x="1855308" y="1453952"/>
                  </a:lnTo>
                  <a:lnTo>
                    <a:pt x="1860781" y="1453952"/>
                  </a:lnTo>
                  <a:lnTo>
                    <a:pt x="1860781" y="1443013"/>
                  </a:lnTo>
                  <a:lnTo>
                    <a:pt x="1866253" y="1443013"/>
                  </a:lnTo>
                  <a:lnTo>
                    <a:pt x="1871726" y="1443013"/>
                  </a:lnTo>
                  <a:lnTo>
                    <a:pt x="1871726" y="1432080"/>
                  </a:lnTo>
                  <a:lnTo>
                    <a:pt x="1877199" y="1432080"/>
                  </a:lnTo>
                  <a:lnTo>
                    <a:pt x="1882672" y="1432080"/>
                  </a:lnTo>
                  <a:lnTo>
                    <a:pt x="1888145" y="1432080"/>
                  </a:lnTo>
                  <a:lnTo>
                    <a:pt x="1893618" y="1432080"/>
                  </a:lnTo>
                  <a:lnTo>
                    <a:pt x="1899091" y="1432080"/>
                  </a:lnTo>
                  <a:lnTo>
                    <a:pt x="1904564" y="1432080"/>
                  </a:lnTo>
                  <a:lnTo>
                    <a:pt x="1910037" y="1432080"/>
                  </a:lnTo>
                  <a:lnTo>
                    <a:pt x="1915509" y="1432080"/>
                  </a:lnTo>
                  <a:lnTo>
                    <a:pt x="1920982" y="1432080"/>
                  </a:lnTo>
                  <a:lnTo>
                    <a:pt x="1926455" y="1432080"/>
                  </a:lnTo>
                  <a:lnTo>
                    <a:pt x="1931928" y="1432080"/>
                  </a:lnTo>
                  <a:lnTo>
                    <a:pt x="1937401" y="1432080"/>
                  </a:lnTo>
                  <a:lnTo>
                    <a:pt x="1942874" y="1432080"/>
                  </a:lnTo>
                  <a:lnTo>
                    <a:pt x="1948347" y="1432080"/>
                  </a:lnTo>
                  <a:lnTo>
                    <a:pt x="1953820" y="1432080"/>
                  </a:lnTo>
                  <a:lnTo>
                    <a:pt x="1959292" y="1432080"/>
                  </a:lnTo>
                  <a:lnTo>
                    <a:pt x="1964765" y="1432080"/>
                  </a:lnTo>
                  <a:lnTo>
                    <a:pt x="1970238" y="1432080"/>
                  </a:lnTo>
                  <a:lnTo>
                    <a:pt x="1970238" y="1421053"/>
                  </a:lnTo>
                  <a:lnTo>
                    <a:pt x="1975711" y="1421053"/>
                  </a:lnTo>
                  <a:lnTo>
                    <a:pt x="1981184" y="1421053"/>
                  </a:lnTo>
                  <a:lnTo>
                    <a:pt x="1986657" y="1421053"/>
                  </a:lnTo>
                  <a:lnTo>
                    <a:pt x="1992130" y="1421053"/>
                  </a:lnTo>
                  <a:lnTo>
                    <a:pt x="1997603" y="1421053"/>
                  </a:lnTo>
                  <a:lnTo>
                    <a:pt x="2003076" y="1421053"/>
                  </a:lnTo>
                  <a:lnTo>
                    <a:pt x="2003076" y="1410016"/>
                  </a:lnTo>
                  <a:lnTo>
                    <a:pt x="2008548" y="1410016"/>
                  </a:lnTo>
                  <a:lnTo>
                    <a:pt x="2014021" y="1410016"/>
                  </a:lnTo>
                  <a:lnTo>
                    <a:pt x="2019494" y="1410016"/>
                  </a:lnTo>
                  <a:lnTo>
                    <a:pt x="2019494" y="1398985"/>
                  </a:lnTo>
                  <a:lnTo>
                    <a:pt x="2024967" y="1398985"/>
                  </a:lnTo>
                  <a:lnTo>
                    <a:pt x="2030440" y="1398985"/>
                  </a:lnTo>
                  <a:lnTo>
                    <a:pt x="2035913" y="1398985"/>
                  </a:lnTo>
                  <a:lnTo>
                    <a:pt x="2041386" y="1398985"/>
                  </a:lnTo>
                  <a:lnTo>
                    <a:pt x="2046859" y="1398985"/>
                  </a:lnTo>
                  <a:lnTo>
                    <a:pt x="2052332" y="1398985"/>
                  </a:lnTo>
                  <a:lnTo>
                    <a:pt x="2057804" y="1398985"/>
                  </a:lnTo>
                  <a:lnTo>
                    <a:pt x="2063277" y="1398985"/>
                  </a:lnTo>
                  <a:lnTo>
                    <a:pt x="2068750" y="1398985"/>
                  </a:lnTo>
                  <a:lnTo>
                    <a:pt x="2074223" y="1398985"/>
                  </a:lnTo>
                  <a:lnTo>
                    <a:pt x="2079696" y="1398985"/>
                  </a:lnTo>
                  <a:lnTo>
                    <a:pt x="2085169" y="1398985"/>
                  </a:lnTo>
                  <a:lnTo>
                    <a:pt x="2090642" y="1398985"/>
                  </a:lnTo>
                  <a:lnTo>
                    <a:pt x="2096115" y="1398985"/>
                  </a:lnTo>
                  <a:lnTo>
                    <a:pt x="2101588" y="1398985"/>
                  </a:lnTo>
                  <a:lnTo>
                    <a:pt x="2107060" y="1398985"/>
                  </a:lnTo>
                  <a:lnTo>
                    <a:pt x="2112533" y="1398985"/>
                  </a:lnTo>
                  <a:lnTo>
                    <a:pt x="2118006" y="1398985"/>
                  </a:lnTo>
                  <a:lnTo>
                    <a:pt x="2123479" y="1398985"/>
                  </a:lnTo>
                  <a:lnTo>
                    <a:pt x="2128952" y="1398985"/>
                  </a:lnTo>
                  <a:lnTo>
                    <a:pt x="2134425" y="1398985"/>
                  </a:lnTo>
                  <a:lnTo>
                    <a:pt x="2139898" y="1398985"/>
                  </a:lnTo>
                  <a:lnTo>
                    <a:pt x="2139898" y="1387871"/>
                  </a:lnTo>
                  <a:lnTo>
                    <a:pt x="2145371" y="1387871"/>
                  </a:lnTo>
                  <a:lnTo>
                    <a:pt x="2150843" y="1387871"/>
                  </a:lnTo>
                  <a:lnTo>
                    <a:pt x="2156316" y="1387871"/>
                  </a:lnTo>
                  <a:lnTo>
                    <a:pt x="2161789" y="1387871"/>
                  </a:lnTo>
                  <a:lnTo>
                    <a:pt x="2167262" y="1387871"/>
                  </a:lnTo>
                  <a:lnTo>
                    <a:pt x="2172735" y="1387871"/>
                  </a:lnTo>
                  <a:lnTo>
                    <a:pt x="2178208" y="1387871"/>
                  </a:lnTo>
                  <a:lnTo>
                    <a:pt x="2183681" y="1387871"/>
                  </a:lnTo>
                  <a:lnTo>
                    <a:pt x="2183681" y="1376722"/>
                  </a:lnTo>
                  <a:lnTo>
                    <a:pt x="2189154" y="1376722"/>
                  </a:lnTo>
                  <a:lnTo>
                    <a:pt x="2194627" y="1376722"/>
                  </a:lnTo>
                  <a:lnTo>
                    <a:pt x="2200099" y="1376722"/>
                  </a:lnTo>
                  <a:lnTo>
                    <a:pt x="2205572" y="1376722"/>
                  </a:lnTo>
                  <a:lnTo>
                    <a:pt x="2211045" y="1376722"/>
                  </a:lnTo>
                  <a:lnTo>
                    <a:pt x="2216518" y="1376722"/>
                  </a:lnTo>
                  <a:lnTo>
                    <a:pt x="2221991" y="1376722"/>
                  </a:lnTo>
                  <a:lnTo>
                    <a:pt x="2221991" y="1365550"/>
                  </a:lnTo>
                  <a:lnTo>
                    <a:pt x="2227464" y="1365550"/>
                  </a:lnTo>
                  <a:lnTo>
                    <a:pt x="2232937" y="1365550"/>
                  </a:lnTo>
                  <a:lnTo>
                    <a:pt x="2238410" y="1365550"/>
                  </a:lnTo>
                  <a:lnTo>
                    <a:pt x="2243883" y="1365550"/>
                  </a:lnTo>
                  <a:lnTo>
                    <a:pt x="2243883" y="1354384"/>
                  </a:lnTo>
                  <a:lnTo>
                    <a:pt x="2249355" y="1354384"/>
                  </a:lnTo>
                  <a:lnTo>
                    <a:pt x="2254828" y="1354384"/>
                  </a:lnTo>
                  <a:lnTo>
                    <a:pt x="2260301" y="1354384"/>
                  </a:lnTo>
                  <a:lnTo>
                    <a:pt x="2265774" y="1354384"/>
                  </a:lnTo>
                  <a:lnTo>
                    <a:pt x="2271247" y="1354384"/>
                  </a:lnTo>
                  <a:lnTo>
                    <a:pt x="2276720" y="1354384"/>
                  </a:lnTo>
                  <a:lnTo>
                    <a:pt x="2282193" y="1354384"/>
                  </a:lnTo>
                  <a:lnTo>
                    <a:pt x="2287666" y="1354384"/>
                  </a:lnTo>
                  <a:lnTo>
                    <a:pt x="2293138" y="1354384"/>
                  </a:lnTo>
                  <a:lnTo>
                    <a:pt x="2298611" y="1354384"/>
                  </a:lnTo>
                  <a:lnTo>
                    <a:pt x="2304084" y="1354384"/>
                  </a:lnTo>
                  <a:lnTo>
                    <a:pt x="2309557" y="1354384"/>
                  </a:lnTo>
                  <a:lnTo>
                    <a:pt x="2315030" y="1354384"/>
                  </a:lnTo>
                  <a:lnTo>
                    <a:pt x="2320503" y="1354384"/>
                  </a:lnTo>
                  <a:lnTo>
                    <a:pt x="2325976" y="1354384"/>
                  </a:lnTo>
                  <a:lnTo>
                    <a:pt x="2331449" y="1354384"/>
                  </a:lnTo>
                  <a:lnTo>
                    <a:pt x="2336922" y="1354384"/>
                  </a:lnTo>
                  <a:lnTo>
                    <a:pt x="2342394" y="1354384"/>
                  </a:lnTo>
                  <a:lnTo>
                    <a:pt x="2342394" y="1343151"/>
                  </a:lnTo>
                  <a:lnTo>
                    <a:pt x="2347867" y="1343151"/>
                  </a:lnTo>
                  <a:lnTo>
                    <a:pt x="2353340" y="1343151"/>
                  </a:lnTo>
                  <a:lnTo>
                    <a:pt x="2358813" y="1343151"/>
                  </a:lnTo>
                  <a:lnTo>
                    <a:pt x="2364286" y="1343151"/>
                  </a:lnTo>
                  <a:lnTo>
                    <a:pt x="2369759" y="1343151"/>
                  </a:lnTo>
                  <a:lnTo>
                    <a:pt x="2375232" y="1343151"/>
                  </a:lnTo>
                  <a:lnTo>
                    <a:pt x="2375232" y="1331918"/>
                  </a:lnTo>
                  <a:lnTo>
                    <a:pt x="2380705" y="1331918"/>
                  </a:lnTo>
                  <a:lnTo>
                    <a:pt x="2386178" y="1331918"/>
                  </a:lnTo>
                  <a:lnTo>
                    <a:pt x="2391650" y="1331918"/>
                  </a:lnTo>
                  <a:lnTo>
                    <a:pt x="2397123" y="1331918"/>
                  </a:lnTo>
                  <a:lnTo>
                    <a:pt x="2402596" y="1331918"/>
                  </a:lnTo>
                  <a:lnTo>
                    <a:pt x="2408069" y="1331918"/>
                  </a:lnTo>
                  <a:lnTo>
                    <a:pt x="2413542" y="1331918"/>
                  </a:lnTo>
                  <a:lnTo>
                    <a:pt x="2419015" y="1331918"/>
                  </a:lnTo>
                  <a:lnTo>
                    <a:pt x="2419015" y="1320664"/>
                  </a:lnTo>
                  <a:lnTo>
                    <a:pt x="2424488" y="1320664"/>
                  </a:lnTo>
                  <a:lnTo>
                    <a:pt x="2429961" y="1320664"/>
                  </a:lnTo>
                  <a:lnTo>
                    <a:pt x="2429961" y="1309422"/>
                  </a:lnTo>
                  <a:lnTo>
                    <a:pt x="2435434" y="1309422"/>
                  </a:lnTo>
                  <a:lnTo>
                    <a:pt x="2440906" y="1309422"/>
                  </a:lnTo>
                  <a:lnTo>
                    <a:pt x="2446379" y="1309422"/>
                  </a:lnTo>
                  <a:lnTo>
                    <a:pt x="2446379" y="1298178"/>
                  </a:lnTo>
                  <a:lnTo>
                    <a:pt x="2451852" y="1298178"/>
                  </a:lnTo>
                  <a:lnTo>
                    <a:pt x="2451852" y="1286931"/>
                  </a:lnTo>
                  <a:lnTo>
                    <a:pt x="2457325" y="1286931"/>
                  </a:lnTo>
                  <a:lnTo>
                    <a:pt x="2462798" y="1286931"/>
                  </a:lnTo>
                  <a:lnTo>
                    <a:pt x="2468271" y="1286931"/>
                  </a:lnTo>
                  <a:lnTo>
                    <a:pt x="2473744" y="1286931"/>
                  </a:lnTo>
                  <a:lnTo>
                    <a:pt x="2479217" y="1286931"/>
                  </a:lnTo>
                  <a:lnTo>
                    <a:pt x="2484689" y="1286931"/>
                  </a:lnTo>
                  <a:lnTo>
                    <a:pt x="2490162" y="1286931"/>
                  </a:lnTo>
                  <a:lnTo>
                    <a:pt x="2495635" y="1286931"/>
                  </a:lnTo>
                  <a:lnTo>
                    <a:pt x="2501108" y="1286931"/>
                  </a:lnTo>
                  <a:lnTo>
                    <a:pt x="2506581" y="1286931"/>
                  </a:lnTo>
                  <a:lnTo>
                    <a:pt x="2512054" y="1286931"/>
                  </a:lnTo>
                  <a:lnTo>
                    <a:pt x="2517527" y="1286931"/>
                  </a:lnTo>
                  <a:lnTo>
                    <a:pt x="2523000" y="1286931"/>
                  </a:lnTo>
                  <a:lnTo>
                    <a:pt x="2528473" y="1286931"/>
                  </a:lnTo>
                  <a:lnTo>
                    <a:pt x="2528473" y="1275620"/>
                  </a:lnTo>
                  <a:lnTo>
                    <a:pt x="2533945" y="1275620"/>
                  </a:lnTo>
                  <a:lnTo>
                    <a:pt x="2539418" y="1275620"/>
                  </a:lnTo>
                  <a:lnTo>
                    <a:pt x="2544891" y="1275620"/>
                  </a:lnTo>
                  <a:lnTo>
                    <a:pt x="2550364" y="1275620"/>
                  </a:lnTo>
                  <a:lnTo>
                    <a:pt x="2555837" y="1275620"/>
                  </a:lnTo>
                  <a:lnTo>
                    <a:pt x="2561310" y="1275620"/>
                  </a:lnTo>
                  <a:lnTo>
                    <a:pt x="2566783" y="1275620"/>
                  </a:lnTo>
                  <a:lnTo>
                    <a:pt x="2572256" y="1275620"/>
                  </a:lnTo>
                  <a:lnTo>
                    <a:pt x="2577729" y="1275620"/>
                  </a:lnTo>
                  <a:lnTo>
                    <a:pt x="2583201" y="1275620"/>
                  </a:lnTo>
                  <a:lnTo>
                    <a:pt x="2588674" y="1275620"/>
                  </a:lnTo>
                  <a:lnTo>
                    <a:pt x="2594147" y="1275620"/>
                  </a:lnTo>
                  <a:lnTo>
                    <a:pt x="2599620" y="1275620"/>
                  </a:lnTo>
                  <a:lnTo>
                    <a:pt x="2605093" y="1275620"/>
                  </a:lnTo>
                  <a:lnTo>
                    <a:pt x="2610566" y="1275620"/>
                  </a:lnTo>
                  <a:lnTo>
                    <a:pt x="2616039" y="1275620"/>
                  </a:lnTo>
                  <a:lnTo>
                    <a:pt x="2621512" y="1275620"/>
                  </a:lnTo>
                  <a:lnTo>
                    <a:pt x="2626985" y="1275620"/>
                  </a:lnTo>
                  <a:lnTo>
                    <a:pt x="2632457" y="1275620"/>
                  </a:lnTo>
                  <a:lnTo>
                    <a:pt x="2632457" y="1264182"/>
                  </a:lnTo>
                  <a:lnTo>
                    <a:pt x="2637930" y="1264182"/>
                  </a:lnTo>
                  <a:lnTo>
                    <a:pt x="2643403" y="1264182"/>
                  </a:lnTo>
                  <a:lnTo>
                    <a:pt x="2648876" y="1264182"/>
                  </a:lnTo>
                  <a:lnTo>
                    <a:pt x="2654349" y="1264182"/>
                  </a:lnTo>
                  <a:lnTo>
                    <a:pt x="2659822" y="1264182"/>
                  </a:lnTo>
                  <a:lnTo>
                    <a:pt x="2665295" y="1264182"/>
                  </a:lnTo>
                  <a:lnTo>
                    <a:pt x="2670768" y="1264182"/>
                  </a:lnTo>
                  <a:lnTo>
                    <a:pt x="2676240" y="1264182"/>
                  </a:lnTo>
                  <a:lnTo>
                    <a:pt x="2681713" y="1264182"/>
                  </a:lnTo>
                  <a:lnTo>
                    <a:pt x="2687186" y="1264182"/>
                  </a:lnTo>
                  <a:lnTo>
                    <a:pt x="2687186" y="1252688"/>
                  </a:lnTo>
                  <a:lnTo>
                    <a:pt x="2692659" y="1252688"/>
                  </a:lnTo>
                  <a:lnTo>
                    <a:pt x="2698132" y="1252688"/>
                  </a:lnTo>
                  <a:lnTo>
                    <a:pt x="2703605" y="1252688"/>
                  </a:lnTo>
                  <a:lnTo>
                    <a:pt x="2709078" y="1252688"/>
                  </a:lnTo>
                  <a:lnTo>
                    <a:pt x="2714551" y="1252688"/>
                  </a:lnTo>
                  <a:lnTo>
                    <a:pt x="2720024" y="1252688"/>
                  </a:lnTo>
                  <a:lnTo>
                    <a:pt x="2725496" y="1252688"/>
                  </a:lnTo>
                  <a:lnTo>
                    <a:pt x="2730969" y="1252688"/>
                  </a:lnTo>
                  <a:lnTo>
                    <a:pt x="2736442" y="1252688"/>
                  </a:lnTo>
                  <a:lnTo>
                    <a:pt x="2741915" y="1252688"/>
                  </a:lnTo>
                  <a:lnTo>
                    <a:pt x="2747388" y="1252688"/>
                  </a:lnTo>
                  <a:lnTo>
                    <a:pt x="2752861" y="1252688"/>
                  </a:lnTo>
                  <a:lnTo>
                    <a:pt x="2752861" y="1241144"/>
                  </a:lnTo>
                  <a:lnTo>
                    <a:pt x="2758334" y="1241144"/>
                  </a:lnTo>
                  <a:lnTo>
                    <a:pt x="2763807" y="1241144"/>
                  </a:lnTo>
                  <a:lnTo>
                    <a:pt x="2769280" y="1241144"/>
                  </a:lnTo>
                  <a:lnTo>
                    <a:pt x="2774752" y="1241144"/>
                  </a:lnTo>
                  <a:lnTo>
                    <a:pt x="2780225" y="1241144"/>
                  </a:lnTo>
                  <a:lnTo>
                    <a:pt x="2785698" y="1241144"/>
                  </a:lnTo>
                  <a:lnTo>
                    <a:pt x="2791171" y="1241144"/>
                  </a:lnTo>
                  <a:lnTo>
                    <a:pt x="2796644" y="1241144"/>
                  </a:lnTo>
                  <a:lnTo>
                    <a:pt x="2802117" y="1241144"/>
                  </a:lnTo>
                  <a:lnTo>
                    <a:pt x="2807590" y="1241144"/>
                  </a:lnTo>
                  <a:lnTo>
                    <a:pt x="2813063" y="1241144"/>
                  </a:lnTo>
                  <a:lnTo>
                    <a:pt x="2818535" y="1241144"/>
                  </a:lnTo>
                  <a:lnTo>
                    <a:pt x="2818535" y="1229533"/>
                  </a:lnTo>
                  <a:lnTo>
                    <a:pt x="2824008" y="1229533"/>
                  </a:lnTo>
                  <a:lnTo>
                    <a:pt x="2829481" y="1229533"/>
                  </a:lnTo>
                  <a:lnTo>
                    <a:pt x="2834954" y="1229533"/>
                  </a:lnTo>
                  <a:lnTo>
                    <a:pt x="2840427" y="1229533"/>
                  </a:lnTo>
                  <a:lnTo>
                    <a:pt x="2845900" y="1229533"/>
                  </a:lnTo>
                  <a:lnTo>
                    <a:pt x="2851373" y="1229533"/>
                  </a:lnTo>
                  <a:lnTo>
                    <a:pt x="2856846" y="1229533"/>
                  </a:lnTo>
                  <a:lnTo>
                    <a:pt x="2862319" y="1229533"/>
                  </a:lnTo>
                  <a:lnTo>
                    <a:pt x="2862319" y="1217905"/>
                  </a:lnTo>
                  <a:lnTo>
                    <a:pt x="2867791" y="1217905"/>
                  </a:lnTo>
                  <a:lnTo>
                    <a:pt x="2873264" y="1217905"/>
                  </a:lnTo>
                  <a:lnTo>
                    <a:pt x="2878737" y="1217905"/>
                  </a:lnTo>
                  <a:lnTo>
                    <a:pt x="2884210" y="1217905"/>
                  </a:lnTo>
                  <a:lnTo>
                    <a:pt x="2889683" y="1217905"/>
                  </a:lnTo>
                  <a:lnTo>
                    <a:pt x="2895156" y="1217905"/>
                  </a:lnTo>
                  <a:lnTo>
                    <a:pt x="2900629" y="1217905"/>
                  </a:lnTo>
                  <a:lnTo>
                    <a:pt x="2900629" y="1206229"/>
                  </a:lnTo>
                  <a:lnTo>
                    <a:pt x="2906102" y="1206229"/>
                  </a:lnTo>
                  <a:lnTo>
                    <a:pt x="2911575" y="1206229"/>
                  </a:lnTo>
                  <a:lnTo>
                    <a:pt x="2917047" y="1206229"/>
                  </a:lnTo>
                  <a:lnTo>
                    <a:pt x="2922520" y="1206229"/>
                  </a:lnTo>
                  <a:lnTo>
                    <a:pt x="2927993" y="1206229"/>
                  </a:lnTo>
                  <a:lnTo>
                    <a:pt x="2933466" y="1206229"/>
                  </a:lnTo>
                  <a:lnTo>
                    <a:pt x="2933466" y="1194528"/>
                  </a:lnTo>
                  <a:lnTo>
                    <a:pt x="2938939" y="1194528"/>
                  </a:lnTo>
                  <a:lnTo>
                    <a:pt x="2944412" y="1194528"/>
                  </a:lnTo>
                  <a:lnTo>
                    <a:pt x="2949885" y="1194528"/>
                  </a:lnTo>
                  <a:lnTo>
                    <a:pt x="2955358" y="1194528"/>
                  </a:lnTo>
                  <a:lnTo>
                    <a:pt x="2960831" y="1194528"/>
                  </a:lnTo>
                  <a:lnTo>
                    <a:pt x="2966303" y="1194528"/>
                  </a:lnTo>
                  <a:lnTo>
                    <a:pt x="2971776" y="1194528"/>
                  </a:lnTo>
                  <a:lnTo>
                    <a:pt x="2977249" y="1194528"/>
                  </a:lnTo>
                  <a:lnTo>
                    <a:pt x="2982722" y="1194528"/>
                  </a:lnTo>
                  <a:lnTo>
                    <a:pt x="2988195" y="1194528"/>
                  </a:lnTo>
                  <a:lnTo>
                    <a:pt x="2988195" y="1182778"/>
                  </a:lnTo>
                  <a:lnTo>
                    <a:pt x="2993668" y="1182778"/>
                  </a:lnTo>
                  <a:lnTo>
                    <a:pt x="2999141" y="1182778"/>
                  </a:lnTo>
                  <a:lnTo>
                    <a:pt x="3004614" y="1182778"/>
                  </a:lnTo>
                  <a:lnTo>
                    <a:pt x="3010086" y="1182778"/>
                  </a:lnTo>
                  <a:lnTo>
                    <a:pt x="3015559" y="1182778"/>
                  </a:lnTo>
                  <a:lnTo>
                    <a:pt x="3021032" y="1182778"/>
                  </a:lnTo>
                  <a:lnTo>
                    <a:pt x="3026505" y="1182778"/>
                  </a:lnTo>
                  <a:lnTo>
                    <a:pt x="3031978" y="1182778"/>
                  </a:lnTo>
                  <a:lnTo>
                    <a:pt x="3037451" y="1182778"/>
                  </a:lnTo>
                  <a:lnTo>
                    <a:pt x="3037451" y="1170940"/>
                  </a:lnTo>
                  <a:lnTo>
                    <a:pt x="3042924" y="1170940"/>
                  </a:lnTo>
                  <a:lnTo>
                    <a:pt x="3048397" y="1170940"/>
                  </a:lnTo>
                  <a:lnTo>
                    <a:pt x="3053870" y="1170940"/>
                  </a:lnTo>
                  <a:lnTo>
                    <a:pt x="3059342" y="1170940"/>
                  </a:lnTo>
                  <a:lnTo>
                    <a:pt x="3059342" y="1159098"/>
                  </a:lnTo>
                  <a:lnTo>
                    <a:pt x="3064815" y="1159098"/>
                  </a:lnTo>
                  <a:lnTo>
                    <a:pt x="3070288" y="1159098"/>
                  </a:lnTo>
                  <a:lnTo>
                    <a:pt x="3075761" y="1159098"/>
                  </a:lnTo>
                  <a:lnTo>
                    <a:pt x="3081234" y="1159098"/>
                  </a:lnTo>
                  <a:lnTo>
                    <a:pt x="3086707" y="1159098"/>
                  </a:lnTo>
                  <a:lnTo>
                    <a:pt x="3092180" y="1159098"/>
                  </a:lnTo>
                  <a:lnTo>
                    <a:pt x="3097653" y="1159098"/>
                  </a:lnTo>
                  <a:lnTo>
                    <a:pt x="3103126" y="1159098"/>
                  </a:lnTo>
                  <a:lnTo>
                    <a:pt x="3108598" y="1159098"/>
                  </a:lnTo>
                  <a:lnTo>
                    <a:pt x="3114071" y="1159098"/>
                  </a:lnTo>
                  <a:lnTo>
                    <a:pt x="3119544" y="1159098"/>
                  </a:lnTo>
                  <a:lnTo>
                    <a:pt x="3125017" y="1159098"/>
                  </a:lnTo>
                  <a:lnTo>
                    <a:pt x="3130490" y="1159098"/>
                  </a:lnTo>
                  <a:lnTo>
                    <a:pt x="3135963" y="1159098"/>
                  </a:lnTo>
                  <a:lnTo>
                    <a:pt x="3141436" y="1159098"/>
                  </a:lnTo>
                  <a:lnTo>
                    <a:pt x="3146909" y="1159098"/>
                  </a:lnTo>
                  <a:lnTo>
                    <a:pt x="3152382" y="1159098"/>
                  </a:lnTo>
                  <a:lnTo>
                    <a:pt x="3157854" y="1159098"/>
                  </a:lnTo>
                  <a:lnTo>
                    <a:pt x="3163327" y="1159098"/>
                  </a:lnTo>
                  <a:lnTo>
                    <a:pt x="3168800" y="1159098"/>
                  </a:lnTo>
                  <a:lnTo>
                    <a:pt x="3168800" y="1147118"/>
                  </a:lnTo>
                  <a:lnTo>
                    <a:pt x="3174273" y="1147118"/>
                  </a:lnTo>
                  <a:lnTo>
                    <a:pt x="3179746" y="1147118"/>
                  </a:lnTo>
                  <a:lnTo>
                    <a:pt x="3185219" y="1147118"/>
                  </a:lnTo>
                  <a:lnTo>
                    <a:pt x="3190692" y="1147118"/>
                  </a:lnTo>
                  <a:lnTo>
                    <a:pt x="3196165" y="1147118"/>
                  </a:lnTo>
                  <a:lnTo>
                    <a:pt x="3201637" y="1147118"/>
                  </a:lnTo>
                  <a:lnTo>
                    <a:pt x="3207110" y="1147118"/>
                  </a:lnTo>
                  <a:lnTo>
                    <a:pt x="3212583" y="1147118"/>
                  </a:lnTo>
                  <a:lnTo>
                    <a:pt x="3218056" y="1147118"/>
                  </a:lnTo>
                  <a:lnTo>
                    <a:pt x="3218056" y="1135068"/>
                  </a:lnTo>
                  <a:lnTo>
                    <a:pt x="3223529" y="1135068"/>
                  </a:lnTo>
                  <a:lnTo>
                    <a:pt x="3229002" y="1135068"/>
                  </a:lnTo>
                  <a:lnTo>
                    <a:pt x="3229002" y="1122980"/>
                  </a:lnTo>
                  <a:lnTo>
                    <a:pt x="3234475" y="1122980"/>
                  </a:lnTo>
                  <a:lnTo>
                    <a:pt x="3239948" y="1122980"/>
                  </a:lnTo>
                  <a:lnTo>
                    <a:pt x="3245421" y="1122980"/>
                  </a:lnTo>
                  <a:lnTo>
                    <a:pt x="3250893" y="1122980"/>
                  </a:lnTo>
                  <a:lnTo>
                    <a:pt x="3256366" y="1122980"/>
                  </a:lnTo>
                  <a:lnTo>
                    <a:pt x="3256366" y="1110877"/>
                  </a:lnTo>
                  <a:lnTo>
                    <a:pt x="3261839" y="1110877"/>
                  </a:lnTo>
                  <a:lnTo>
                    <a:pt x="3267312" y="1110877"/>
                  </a:lnTo>
                  <a:lnTo>
                    <a:pt x="3267312" y="1098752"/>
                  </a:lnTo>
                  <a:lnTo>
                    <a:pt x="3272785" y="1098752"/>
                  </a:lnTo>
                  <a:lnTo>
                    <a:pt x="3278258" y="1098752"/>
                  </a:lnTo>
                  <a:lnTo>
                    <a:pt x="3283731" y="1098752"/>
                  </a:lnTo>
                  <a:lnTo>
                    <a:pt x="3283731" y="1086612"/>
                  </a:lnTo>
                  <a:lnTo>
                    <a:pt x="3289204" y="1086612"/>
                  </a:lnTo>
                  <a:lnTo>
                    <a:pt x="3294677" y="1086612"/>
                  </a:lnTo>
                  <a:lnTo>
                    <a:pt x="3294677" y="1074432"/>
                  </a:lnTo>
                  <a:lnTo>
                    <a:pt x="3300149" y="1074432"/>
                  </a:lnTo>
                  <a:lnTo>
                    <a:pt x="3305622" y="1074432"/>
                  </a:lnTo>
                  <a:lnTo>
                    <a:pt x="3311095" y="1074432"/>
                  </a:lnTo>
                  <a:lnTo>
                    <a:pt x="3316568" y="1074432"/>
                  </a:lnTo>
                  <a:lnTo>
                    <a:pt x="3322041" y="1074432"/>
                  </a:lnTo>
                  <a:lnTo>
                    <a:pt x="3327514" y="1074432"/>
                  </a:lnTo>
                  <a:lnTo>
                    <a:pt x="3332987" y="1074432"/>
                  </a:lnTo>
                  <a:lnTo>
                    <a:pt x="3338460" y="1074432"/>
                  </a:lnTo>
                  <a:lnTo>
                    <a:pt x="3343932" y="1074432"/>
                  </a:lnTo>
                  <a:lnTo>
                    <a:pt x="3349405" y="1074432"/>
                  </a:lnTo>
                  <a:lnTo>
                    <a:pt x="3354878" y="1074432"/>
                  </a:lnTo>
                  <a:lnTo>
                    <a:pt x="3360351" y="1074432"/>
                  </a:lnTo>
                  <a:lnTo>
                    <a:pt x="3365824" y="1074432"/>
                  </a:lnTo>
                  <a:lnTo>
                    <a:pt x="3365824" y="1062100"/>
                  </a:lnTo>
                  <a:lnTo>
                    <a:pt x="3371297" y="1062100"/>
                  </a:lnTo>
                  <a:lnTo>
                    <a:pt x="3376770" y="1062100"/>
                  </a:lnTo>
                  <a:lnTo>
                    <a:pt x="3382243" y="1062100"/>
                  </a:lnTo>
                  <a:lnTo>
                    <a:pt x="3387716" y="1062100"/>
                  </a:lnTo>
                  <a:lnTo>
                    <a:pt x="3393188" y="1062100"/>
                  </a:lnTo>
                  <a:lnTo>
                    <a:pt x="3398661" y="1062100"/>
                  </a:lnTo>
                  <a:lnTo>
                    <a:pt x="3404134" y="1062100"/>
                  </a:lnTo>
                  <a:lnTo>
                    <a:pt x="3409607" y="1062100"/>
                  </a:lnTo>
                  <a:lnTo>
                    <a:pt x="3415080" y="1062100"/>
                  </a:lnTo>
                  <a:lnTo>
                    <a:pt x="3420553" y="1062100"/>
                  </a:lnTo>
                  <a:lnTo>
                    <a:pt x="3426026" y="1062100"/>
                  </a:lnTo>
                  <a:lnTo>
                    <a:pt x="3431499" y="1062100"/>
                  </a:lnTo>
                  <a:lnTo>
                    <a:pt x="3436972" y="1062100"/>
                  </a:lnTo>
                  <a:lnTo>
                    <a:pt x="3442444" y="1062100"/>
                  </a:lnTo>
                  <a:lnTo>
                    <a:pt x="3447917" y="1062100"/>
                  </a:lnTo>
                  <a:lnTo>
                    <a:pt x="3447917" y="1049594"/>
                  </a:lnTo>
                  <a:lnTo>
                    <a:pt x="3453390" y="1049594"/>
                  </a:lnTo>
                  <a:lnTo>
                    <a:pt x="3458863" y="1049594"/>
                  </a:lnTo>
                  <a:lnTo>
                    <a:pt x="3464336" y="1049594"/>
                  </a:lnTo>
                  <a:lnTo>
                    <a:pt x="3469809" y="1049594"/>
                  </a:lnTo>
                  <a:lnTo>
                    <a:pt x="3475282" y="1049594"/>
                  </a:lnTo>
                  <a:lnTo>
                    <a:pt x="3480755" y="1049594"/>
                  </a:lnTo>
                  <a:lnTo>
                    <a:pt x="3486228" y="1049594"/>
                  </a:lnTo>
                  <a:lnTo>
                    <a:pt x="3491700" y="1049594"/>
                  </a:lnTo>
                  <a:lnTo>
                    <a:pt x="3497173" y="1049594"/>
                  </a:lnTo>
                  <a:lnTo>
                    <a:pt x="3502646" y="1049594"/>
                  </a:lnTo>
                  <a:lnTo>
                    <a:pt x="3502646" y="1036933"/>
                  </a:lnTo>
                  <a:lnTo>
                    <a:pt x="3508119" y="1036933"/>
                  </a:lnTo>
                  <a:lnTo>
                    <a:pt x="3513592" y="1036933"/>
                  </a:lnTo>
                  <a:lnTo>
                    <a:pt x="3519065" y="1036933"/>
                  </a:lnTo>
                  <a:lnTo>
                    <a:pt x="3524538" y="1036933"/>
                  </a:lnTo>
                  <a:lnTo>
                    <a:pt x="3530011" y="1036933"/>
                  </a:lnTo>
                  <a:lnTo>
                    <a:pt x="3535483" y="1036933"/>
                  </a:lnTo>
                  <a:lnTo>
                    <a:pt x="3540956" y="1036933"/>
                  </a:lnTo>
                  <a:lnTo>
                    <a:pt x="3540956" y="1024180"/>
                  </a:lnTo>
                  <a:lnTo>
                    <a:pt x="3546429" y="1024180"/>
                  </a:lnTo>
                  <a:lnTo>
                    <a:pt x="3551902" y="1024180"/>
                  </a:lnTo>
                  <a:lnTo>
                    <a:pt x="3557375" y="1024180"/>
                  </a:lnTo>
                  <a:lnTo>
                    <a:pt x="3562848" y="1024180"/>
                  </a:lnTo>
                  <a:lnTo>
                    <a:pt x="3568321" y="1024180"/>
                  </a:lnTo>
                  <a:lnTo>
                    <a:pt x="3573794" y="1024180"/>
                  </a:lnTo>
                  <a:lnTo>
                    <a:pt x="3579267" y="1024180"/>
                  </a:lnTo>
                  <a:lnTo>
                    <a:pt x="3584739" y="1024180"/>
                  </a:lnTo>
                  <a:lnTo>
                    <a:pt x="3590212" y="1024180"/>
                  </a:lnTo>
                  <a:lnTo>
                    <a:pt x="3595685" y="1024180"/>
                  </a:lnTo>
                  <a:lnTo>
                    <a:pt x="3601158" y="1024180"/>
                  </a:lnTo>
                  <a:lnTo>
                    <a:pt x="3606631" y="1024180"/>
                  </a:lnTo>
                  <a:lnTo>
                    <a:pt x="3612104" y="1024180"/>
                  </a:lnTo>
                  <a:lnTo>
                    <a:pt x="3617577" y="1024180"/>
                  </a:lnTo>
                  <a:lnTo>
                    <a:pt x="3623050" y="1024180"/>
                  </a:lnTo>
                  <a:lnTo>
                    <a:pt x="3628523" y="1024180"/>
                  </a:lnTo>
                  <a:lnTo>
                    <a:pt x="3628523" y="998417"/>
                  </a:lnTo>
                  <a:lnTo>
                    <a:pt x="3633995" y="998417"/>
                  </a:lnTo>
                  <a:lnTo>
                    <a:pt x="3639468" y="998417"/>
                  </a:lnTo>
                  <a:lnTo>
                    <a:pt x="3644941" y="998417"/>
                  </a:lnTo>
                  <a:lnTo>
                    <a:pt x="3650414" y="998417"/>
                  </a:lnTo>
                  <a:lnTo>
                    <a:pt x="3655887" y="998417"/>
                  </a:lnTo>
                  <a:lnTo>
                    <a:pt x="3661360" y="998417"/>
                  </a:lnTo>
                  <a:lnTo>
                    <a:pt x="3666833" y="998417"/>
                  </a:lnTo>
                  <a:lnTo>
                    <a:pt x="3672306" y="998417"/>
                  </a:lnTo>
                  <a:lnTo>
                    <a:pt x="3677779" y="998417"/>
                  </a:lnTo>
                  <a:lnTo>
                    <a:pt x="3683251" y="998417"/>
                  </a:lnTo>
                  <a:lnTo>
                    <a:pt x="3688724" y="998417"/>
                  </a:lnTo>
                  <a:lnTo>
                    <a:pt x="3694197" y="998417"/>
                  </a:lnTo>
                  <a:lnTo>
                    <a:pt x="3699670" y="998417"/>
                  </a:lnTo>
                  <a:lnTo>
                    <a:pt x="3705143" y="998417"/>
                  </a:lnTo>
                  <a:lnTo>
                    <a:pt x="3705143" y="985403"/>
                  </a:lnTo>
                  <a:lnTo>
                    <a:pt x="3710616" y="985403"/>
                  </a:lnTo>
                  <a:lnTo>
                    <a:pt x="3710616" y="972370"/>
                  </a:lnTo>
                  <a:lnTo>
                    <a:pt x="3716089" y="972370"/>
                  </a:lnTo>
                  <a:lnTo>
                    <a:pt x="3721562" y="972370"/>
                  </a:lnTo>
                  <a:lnTo>
                    <a:pt x="3727034" y="972370"/>
                  </a:lnTo>
                  <a:lnTo>
                    <a:pt x="3732507" y="972370"/>
                  </a:lnTo>
                  <a:lnTo>
                    <a:pt x="3737980" y="972370"/>
                  </a:lnTo>
                  <a:lnTo>
                    <a:pt x="3743453" y="972370"/>
                  </a:lnTo>
                  <a:lnTo>
                    <a:pt x="3748926" y="972370"/>
                  </a:lnTo>
                  <a:lnTo>
                    <a:pt x="3754399" y="972370"/>
                  </a:lnTo>
                  <a:lnTo>
                    <a:pt x="3759872" y="972370"/>
                  </a:lnTo>
                  <a:lnTo>
                    <a:pt x="3765345" y="972370"/>
                  </a:lnTo>
                  <a:lnTo>
                    <a:pt x="3770818" y="972370"/>
                  </a:lnTo>
                  <a:lnTo>
                    <a:pt x="3776290" y="972370"/>
                  </a:lnTo>
                  <a:lnTo>
                    <a:pt x="3781763" y="972370"/>
                  </a:lnTo>
                  <a:lnTo>
                    <a:pt x="3787236" y="972370"/>
                  </a:lnTo>
                  <a:lnTo>
                    <a:pt x="3792709" y="972370"/>
                  </a:lnTo>
                  <a:lnTo>
                    <a:pt x="3798182" y="972370"/>
                  </a:lnTo>
                  <a:lnTo>
                    <a:pt x="3803655" y="972370"/>
                  </a:lnTo>
                  <a:lnTo>
                    <a:pt x="3809128" y="972370"/>
                  </a:lnTo>
                  <a:lnTo>
                    <a:pt x="3814601" y="972370"/>
                  </a:lnTo>
                  <a:lnTo>
                    <a:pt x="3820074" y="972370"/>
                  </a:lnTo>
                  <a:lnTo>
                    <a:pt x="3825546" y="972370"/>
                  </a:lnTo>
                  <a:lnTo>
                    <a:pt x="3831019" y="972370"/>
                  </a:lnTo>
                  <a:lnTo>
                    <a:pt x="3836492" y="972370"/>
                  </a:lnTo>
                  <a:lnTo>
                    <a:pt x="3841965" y="972370"/>
                  </a:lnTo>
                  <a:lnTo>
                    <a:pt x="3847438" y="972370"/>
                  </a:lnTo>
                  <a:lnTo>
                    <a:pt x="3852911" y="972370"/>
                  </a:lnTo>
                  <a:lnTo>
                    <a:pt x="3858384" y="972370"/>
                  </a:lnTo>
                  <a:lnTo>
                    <a:pt x="3863857" y="972370"/>
                  </a:lnTo>
                  <a:lnTo>
                    <a:pt x="3869329" y="972370"/>
                  </a:lnTo>
                  <a:lnTo>
                    <a:pt x="3874802" y="972370"/>
                  </a:lnTo>
                  <a:lnTo>
                    <a:pt x="3880275" y="972370"/>
                  </a:lnTo>
                  <a:lnTo>
                    <a:pt x="3885748" y="972370"/>
                  </a:lnTo>
                  <a:lnTo>
                    <a:pt x="3891221" y="972370"/>
                  </a:lnTo>
                  <a:lnTo>
                    <a:pt x="3896694" y="972370"/>
                  </a:lnTo>
                  <a:lnTo>
                    <a:pt x="3902167" y="972370"/>
                  </a:lnTo>
                  <a:lnTo>
                    <a:pt x="3907640" y="972370"/>
                  </a:lnTo>
                  <a:lnTo>
                    <a:pt x="3913113" y="972370"/>
                  </a:lnTo>
                  <a:lnTo>
                    <a:pt x="3918585" y="972370"/>
                  </a:lnTo>
                  <a:lnTo>
                    <a:pt x="3924058" y="972370"/>
                  </a:lnTo>
                  <a:lnTo>
                    <a:pt x="3929531" y="972370"/>
                  </a:lnTo>
                  <a:lnTo>
                    <a:pt x="3935004" y="972370"/>
                  </a:lnTo>
                  <a:lnTo>
                    <a:pt x="3935004" y="958921"/>
                  </a:lnTo>
                  <a:lnTo>
                    <a:pt x="3940477" y="958921"/>
                  </a:lnTo>
                  <a:lnTo>
                    <a:pt x="3945950" y="958921"/>
                  </a:lnTo>
                  <a:lnTo>
                    <a:pt x="3951423" y="958921"/>
                  </a:lnTo>
                  <a:lnTo>
                    <a:pt x="3956896" y="958921"/>
                  </a:lnTo>
                  <a:lnTo>
                    <a:pt x="3962369" y="958921"/>
                  </a:lnTo>
                  <a:lnTo>
                    <a:pt x="3967841" y="958921"/>
                  </a:lnTo>
                  <a:lnTo>
                    <a:pt x="3973314" y="958921"/>
                  </a:lnTo>
                  <a:lnTo>
                    <a:pt x="3978787" y="958921"/>
                  </a:lnTo>
                  <a:lnTo>
                    <a:pt x="3984260" y="958921"/>
                  </a:lnTo>
                  <a:lnTo>
                    <a:pt x="3989733" y="958921"/>
                  </a:lnTo>
                  <a:lnTo>
                    <a:pt x="3995206" y="958921"/>
                  </a:lnTo>
                  <a:lnTo>
                    <a:pt x="4000679" y="958921"/>
                  </a:lnTo>
                  <a:lnTo>
                    <a:pt x="4006152" y="958921"/>
                  </a:lnTo>
                  <a:lnTo>
                    <a:pt x="4011625" y="958921"/>
                  </a:lnTo>
                  <a:lnTo>
                    <a:pt x="4017097" y="958921"/>
                  </a:lnTo>
                  <a:lnTo>
                    <a:pt x="4022570" y="958921"/>
                  </a:lnTo>
                  <a:lnTo>
                    <a:pt x="4028043" y="958921"/>
                  </a:lnTo>
                  <a:lnTo>
                    <a:pt x="4033516" y="958921"/>
                  </a:lnTo>
                  <a:lnTo>
                    <a:pt x="4038989" y="958921"/>
                  </a:lnTo>
                  <a:lnTo>
                    <a:pt x="4044462" y="958921"/>
                  </a:lnTo>
                  <a:lnTo>
                    <a:pt x="4049935" y="958921"/>
                  </a:lnTo>
                  <a:lnTo>
                    <a:pt x="4055408" y="958921"/>
                  </a:lnTo>
                  <a:lnTo>
                    <a:pt x="4060880" y="958921"/>
                  </a:lnTo>
                  <a:lnTo>
                    <a:pt x="4066353" y="958921"/>
                  </a:lnTo>
                  <a:lnTo>
                    <a:pt x="4071826" y="958921"/>
                  </a:lnTo>
                  <a:lnTo>
                    <a:pt x="4077299" y="958921"/>
                  </a:lnTo>
                  <a:lnTo>
                    <a:pt x="4082772" y="958921"/>
                  </a:lnTo>
                  <a:lnTo>
                    <a:pt x="4088245" y="958921"/>
                  </a:lnTo>
                  <a:lnTo>
                    <a:pt x="4093718" y="958921"/>
                  </a:lnTo>
                  <a:lnTo>
                    <a:pt x="4099191" y="958921"/>
                  </a:lnTo>
                  <a:lnTo>
                    <a:pt x="4104664" y="958921"/>
                  </a:lnTo>
                  <a:lnTo>
                    <a:pt x="4110136" y="958921"/>
                  </a:lnTo>
                  <a:lnTo>
                    <a:pt x="4115609" y="958921"/>
                  </a:lnTo>
                  <a:lnTo>
                    <a:pt x="4121082" y="958921"/>
                  </a:lnTo>
                  <a:lnTo>
                    <a:pt x="4126555" y="958921"/>
                  </a:lnTo>
                  <a:lnTo>
                    <a:pt x="4132028" y="958921"/>
                  </a:lnTo>
                  <a:lnTo>
                    <a:pt x="4137501" y="958921"/>
                  </a:lnTo>
                  <a:lnTo>
                    <a:pt x="4142974" y="958921"/>
                  </a:lnTo>
                  <a:lnTo>
                    <a:pt x="4148447" y="958921"/>
                  </a:lnTo>
                  <a:lnTo>
                    <a:pt x="4148447" y="944921"/>
                  </a:lnTo>
                  <a:lnTo>
                    <a:pt x="4153920" y="944921"/>
                  </a:lnTo>
                  <a:lnTo>
                    <a:pt x="4153920" y="930935"/>
                  </a:lnTo>
                  <a:lnTo>
                    <a:pt x="4159392" y="930935"/>
                  </a:lnTo>
                  <a:lnTo>
                    <a:pt x="4164865" y="930935"/>
                  </a:lnTo>
                  <a:lnTo>
                    <a:pt x="4170338" y="930935"/>
                  </a:lnTo>
                  <a:lnTo>
                    <a:pt x="4175811" y="930935"/>
                  </a:lnTo>
                  <a:lnTo>
                    <a:pt x="4181284" y="930935"/>
                  </a:lnTo>
                  <a:lnTo>
                    <a:pt x="4186757" y="930935"/>
                  </a:lnTo>
                  <a:lnTo>
                    <a:pt x="4192230" y="930935"/>
                  </a:lnTo>
                  <a:lnTo>
                    <a:pt x="4197703" y="930935"/>
                  </a:lnTo>
                  <a:lnTo>
                    <a:pt x="4203176" y="930935"/>
                  </a:lnTo>
                  <a:lnTo>
                    <a:pt x="4208648" y="930935"/>
                  </a:lnTo>
                  <a:lnTo>
                    <a:pt x="4208648" y="916799"/>
                  </a:lnTo>
                  <a:lnTo>
                    <a:pt x="4214121" y="916799"/>
                  </a:lnTo>
                  <a:lnTo>
                    <a:pt x="4219594" y="916799"/>
                  </a:lnTo>
                  <a:lnTo>
                    <a:pt x="4225067" y="916799"/>
                  </a:lnTo>
                  <a:lnTo>
                    <a:pt x="4230540" y="916799"/>
                  </a:lnTo>
                  <a:lnTo>
                    <a:pt x="4236013" y="916799"/>
                  </a:lnTo>
                  <a:lnTo>
                    <a:pt x="4241486" y="916799"/>
                  </a:lnTo>
                  <a:lnTo>
                    <a:pt x="4246959" y="916799"/>
                  </a:lnTo>
                  <a:lnTo>
                    <a:pt x="4252431" y="916799"/>
                  </a:lnTo>
                  <a:lnTo>
                    <a:pt x="4257904" y="916799"/>
                  </a:lnTo>
                  <a:lnTo>
                    <a:pt x="4263377" y="916799"/>
                  </a:lnTo>
                  <a:lnTo>
                    <a:pt x="4268850" y="916799"/>
                  </a:lnTo>
                  <a:lnTo>
                    <a:pt x="4274323" y="916799"/>
                  </a:lnTo>
                  <a:lnTo>
                    <a:pt x="4279796" y="916799"/>
                  </a:lnTo>
                  <a:lnTo>
                    <a:pt x="4285269" y="916799"/>
                  </a:lnTo>
                  <a:lnTo>
                    <a:pt x="4290742" y="916799"/>
                  </a:lnTo>
                  <a:lnTo>
                    <a:pt x="4296215" y="916799"/>
                  </a:lnTo>
                  <a:lnTo>
                    <a:pt x="4296215" y="902347"/>
                  </a:lnTo>
                  <a:lnTo>
                    <a:pt x="4301687" y="902347"/>
                  </a:lnTo>
                  <a:lnTo>
                    <a:pt x="4307160" y="902347"/>
                  </a:lnTo>
                  <a:lnTo>
                    <a:pt x="4312633" y="902347"/>
                  </a:lnTo>
                  <a:lnTo>
                    <a:pt x="4318106" y="902347"/>
                  </a:lnTo>
                  <a:lnTo>
                    <a:pt x="4323579" y="902347"/>
                  </a:lnTo>
                  <a:lnTo>
                    <a:pt x="4329052" y="902347"/>
                  </a:lnTo>
                  <a:lnTo>
                    <a:pt x="4329052" y="887815"/>
                  </a:lnTo>
                  <a:lnTo>
                    <a:pt x="4334525" y="887815"/>
                  </a:lnTo>
                  <a:lnTo>
                    <a:pt x="4339998" y="887815"/>
                  </a:lnTo>
                  <a:lnTo>
                    <a:pt x="4345471" y="887815"/>
                  </a:lnTo>
                  <a:lnTo>
                    <a:pt x="4350943" y="887815"/>
                  </a:lnTo>
                  <a:lnTo>
                    <a:pt x="4356416" y="887815"/>
                  </a:lnTo>
                  <a:lnTo>
                    <a:pt x="4361889" y="887815"/>
                  </a:lnTo>
                  <a:lnTo>
                    <a:pt x="4361889" y="873242"/>
                  </a:lnTo>
                  <a:lnTo>
                    <a:pt x="4367362" y="873242"/>
                  </a:lnTo>
                  <a:lnTo>
                    <a:pt x="4372835" y="873242"/>
                  </a:lnTo>
                  <a:lnTo>
                    <a:pt x="4378308" y="873242"/>
                  </a:lnTo>
                  <a:lnTo>
                    <a:pt x="4383781" y="873242"/>
                  </a:lnTo>
                  <a:lnTo>
                    <a:pt x="4389254" y="873242"/>
                  </a:lnTo>
                  <a:lnTo>
                    <a:pt x="4394726" y="873242"/>
                  </a:lnTo>
                  <a:lnTo>
                    <a:pt x="4400199" y="873242"/>
                  </a:lnTo>
                  <a:lnTo>
                    <a:pt x="4405672" y="873242"/>
                  </a:lnTo>
                  <a:lnTo>
                    <a:pt x="4411145" y="873242"/>
                  </a:lnTo>
                  <a:lnTo>
                    <a:pt x="4416618" y="873242"/>
                  </a:lnTo>
                  <a:lnTo>
                    <a:pt x="4422091" y="873242"/>
                  </a:lnTo>
                  <a:lnTo>
                    <a:pt x="4427564" y="873242"/>
                  </a:lnTo>
                  <a:lnTo>
                    <a:pt x="4433037" y="873242"/>
                  </a:lnTo>
                  <a:lnTo>
                    <a:pt x="4438510" y="873242"/>
                  </a:lnTo>
                  <a:lnTo>
                    <a:pt x="4443982" y="873242"/>
                  </a:lnTo>
                  <a:lnTo>
                    <a:pt x="4449455" y="873242"/>
                  </a:lnTo>
                  <a:lnTo>
                    <a:pt x="4454928" y="873242"/>
                  </a:lnTo>
                  <a:lnTo>
                    <a:pt x="4460401" y="873242"/>
                  </a:lnTo>
                  <a:lnTo>
                    <a:pt x="4460401" y="858428"/>
                  </a:lnTo>
                  <a:lnTo>
                    <a:pt x="4465874" y="858428"/>
                  </a:lnTo>
                  <a:lnTo>
                    <a:pt x="4471347" y="858428"/>
                  </a:lnTo>
                  <a:lnTo>
                    <a:pt x="4476820" y="858428"/>
                  </a:lnTo>
                  <a:lnTo>
                    <a:pt x="4482293" y="858428"/>
                  </a:lnTo>
                  <a:lnTo>
                    <a:pt x="4487766" y="858428"/>
                  </a:lnTo>
                  <a:lnTo>
                    <a:pt x="4493238" y="858428"/>
                  </a:lnTo>
                  <a:lnTo>
                    <a:pt x="4498711" y="858428"/>
                  </a:lnTo>
                  <a:lnTo>
                    <a:pt x="4504184" y="858428"/>
                  </a:lnTo>
                  <a:lnTo>
                    <a:pt x="4509657" y="858428"/>
                  </a:lnTo>
                  <a:lnTo>
                    <a:pt x="4515130" y="858428"/>
                  </a:lnTo>
                  <a:lnTo>
                    <a:pt x="4520603" y="858428"/>
                  </a:lnTo>
                  <a:lnTo>
                    <a:pt x="4526076" y="858428"/>
                  </a:lnTo>
                  <a:lnTo>
                    <a:pt x="4531549" y="858428"/>
                  </a:lnTo>
                  <a:lnTo>
                    <a:pt x="4537022" y="858428"/>
                  </a:lnTo>
                  <a:lnTo>
                    <a:pt x="4542494" y="858428"/>
                  </a:lnTo>
                  <a:lnTo>
                    <a:pt x="4547967" y="858428"/>
                  </a:lnTo>
                  <a:lnTo>
                    <a:pt x="4553440" y="858428"/>
                  </a:lnTo>
                  <a:lnTo>
                    <a:pt x="4558913" y="858428"/>
                  </a:lnTo>
                  <a:lnTo>
                    <a:pt x="4564386" y="858428"/>
                  </a:lnTo>
                  <a:lnTo>
                    <a:pt x="4569859" y="858428"/>
                  </a:lnTo>
                  <a:lnTo>
                    <a:pt x="4575332" y="858428"/>
                  </a:lnTo>
                  <a:lnTo>
                    <a:pt x="4580805" y="858428"/>
                  </a:lnTo>
                  <a:lnTo>
                    <a:pt x="4586277" y="858428"/>
                  </a:lnTo>
                  <a:lnTo>
                    <a:pt x="4591750" y="858428"/>
                  </a:lnTo>
                  <a:lnTo>
                    <a:pt x="4597223" y="858428"/>
                  </a:lnTo>
                  <a:lnTo>
                    <a:pt x="4602696" y="858428"/>
                  </a:lnTo>
                  <a:lnTo>
                    <a:pt x="4608169" y="858428"/>
                  </a:lnTo>
                  <a:lnTo>
                    <a:pt x="4613642" y="858428"/>
                  </a:lnTo>
                  <a:lnTo>
                    <a:pt x="4619115" y="858428"/>
                  </a:lnTo>
                  <a:lnTo>
                    <a:pt x="4624588" y="858428"/>
                  </a:lnTo>
                  <a:lnTo>
                    <a:pt x="4630061" y="858428"/>
                  </a:lnTo>
                  <a:lnTo>
                    <a:pt x="4635533" y="858428"/>
                  </a:lnTo>
                  <a:lnTo>
                    <a:pt x="4641006" y="858428"/>
                  </a:lnTo>
                  <a:lnTo>
                    <a:pt x="4646479" y="858428"/>
                  </a:lnTo>
                  <a:lnTo>
                    <a:pt x="4651952" y="858428"/>
                  </a:lnTo>
                  <a:lnTo>
                    <a:pt x="4657425" y="858428"/>
                  </a:lnTo>
                  <a:lnTo>
                    <a:pt x="4662898" y="858428"/>
                  </a:lnTo>
                  <a:lnTo>
                    <a:pt x="4668371" y="858428"/>
                  </a:lnTo>
                  <a:lnTo>
                    <a:pt x="4673844" y="858428"/>
                  </a:lnTo>
                  <a:lnTo>
                    <a:pt x="4673844" y="843161"/>
                  </a:lnTo>
                  <a:lnTo>
                    <a:pt x="4679317" y="843161"/>
                  </a:lnTo>
                  <a:lnTo>
                    <a:pt x="4684789" y="843161"/>
                  </a:lnTo>
                  <a:lnTo>
                    <a:pt x="4690262" y="843161"/>
                  </a:lnTo>
                  <a:lnTo>
                    <a:pt x="4695735" y="843161"/>
                  </a:lnTo>
                  <a:lnTo>
                    <a:pt x="4701208" y="843161"/>
                  </a:lnTo>
                  <a:lnTo>
                    <a:pt x="4706681" y="843161"/>
                  </a:lnTo>
                  <a:lnTo>
                    <a:pt x="4712154" y="843161"/>
                  </a:lnTo>
                  <a:lnTo>
                    <a:pt x="4717627" y="843161"/>
                  </a:lnTo>
                  <a:lnTo>
                    <a:pt x="4723100" y="843161"/>
                  </a:lnTo>
                  <a:lnTo>
                    <a:pt x="4728573" y="843161"/>
                  </a:lnTo>
                  <a:lnTo>
                    <a:pt x="4734045" y="843161"/>
                  </a:lnTo>
                  <a:lnTo>
                    <a:pt x="4739518" y="843161"/>
                  </a:lnTo>
                  <a:lnTo>
                    <a:pt x="4744991" y="843161"/>
                  </a:lnTo>
                  <a:lnTo>
                    <a:pt x="4750464" y="843161"/>
                  </a:lnTo>
                  <a:lnTo>
                    <a:pt x="4755937" y="843161"/>
                  </a:lnTo>
                  <a:lnTo>
                    <a:pt x="4761410" y="843161"/>
                  </a:lnTo>
                  <a:lnTo>
                    <a:pt x="4766883" y="843161"/>
                  </a:lnTo>
                  <a:lnTo>
                    <a:pt x="4772356" y="843161"/>
                  </a:lnTo>
                  <a:lnTo>
                    <a:pt x="4777828" y="843161"/>
                  </a:lnTo>
                  <a:lnTo>
                    <a:pt x="4783301" y="843161"/>
                  </a:lnTo>
                  <a:lnTo>
                    <a:pt x="4788774" y="843161"/>
                  </a:lnTo>
                  <a:lnTo>
                    <a:pt x="4788774" y="827635"/>
                  </a:lnTo>
                  <a:lnTo>
                    <a:pt x="4794247" y="827635"/>
                  </a:lnTo>
                  <a:lnTo>
                    <a:pt x="4799720" y="827635"/>
                  </a:lnTo>
                  <a:lnTo>
                    <a:pt x="4805193" y="827635"/>
                  </a:lnTo>
                  <a:lnTo>
                    <a:pt x="4810666" y="827635"/>
                  </a:lnTo>
                  <a:lnTo>
                    <a:pt x="4816139" y="827635"/>
                  </a:lnTo>
                  <a:lnTo>
                    <a:pt x="4821612" y="827635"/>
                  </a:lnTo>
                  <a:lnTo>
                    <a:pt x="4827084" y="827635"/>
                  </a:lnTo>
                  <a:lnTo>
                    <a:pt x="4832557" y="827635"/>
                  </a:lnTo>
                  <a:lnTo>
                    <a:pt x="4838030" y="827635"/>
                  </a:lnTo>
                  <a:lnTo>
                    <a:pt x="4843503" y="827635"/>
                  </a:lnTo>
                  <a:lnTo>
                    <a:pt x="4848976" y="827635"/>
                  </a:lnTo>
                  <a:lnTo>
                    <a:pt x="4854449" y="827635"/>
                  </a:lnTo>
                  <a:lnTo>
                    <a:pt x="4859922" y="827635"/>
                  </a:lnTo>
                  <a:lnTo>
                    <a:pt x="4865395" y="827635"/>
                  </a:lnTo>
                  <a:lnTo>
                    <a:pt x="4870868" y="827635"/>
                  </a:lnTo>
                  <a:lnTo>
                    <a:pt x="4876340" y="827635"/>
                  </a:lnTo>
                  <a:lnTo>
                    <a:pt x="4881813" y="827635"/>
                  </a:lnTo>
                  <a:lnTo>
                    <a:pt x="4887286" y="827635"/>
                  </a:lnTo>
                  <a:lnTo>
                    <a:pt x="4892759" y="827635"/>
                  </a:lnTo>
                  <a:lnTo>
                    <a:pt x="4898232" y="827635"/>
                  </a:lnTo>
                  <a:lnTo>
                    <a:pt x="4903705" y="827635"/>
                  </a:lnTo>
                  <a:lnTo>
                    <a:pt x="4903705" y="811769"/>
                  </a:lnTo>
                  <a:lnTo>
                    <a:pt x="4909178" y="811769"/>
                  </a:lnTo>
                  <a:lnTo>
                    <a:pt x="4914651" y="811769"/>
                  </a:lnTo>
                  <a:lnTo>
                    <a:pt x="4920123" y="811769"/>
                  </a:lnTo>
                  <a:lnTo>
                    <a:pt x="4925596" y="811769"/>
                  </a:lnTo>
                  <a:lnTo>
                    <a:pt x="4931069" y="811769"/>
                  </a:lnTo>
                  <a:lnTo>
                    <a:pt x="4936542" y="811769"/>
                  </a:lnTo>
                  <a:lnTo>
                    <a:pt x="4942015" y="811769"/>
                  </a:lnTo>
                  <a:lnTo>
                    <a:pt x="4947488" y="811769"/>
                  </a:lnTo>
                  <a:lnTo>
                    <a:pt x="4952961" y="811769"/>
                  </a:lnTo>
                  <a:lnTo>
                    <a:pt x="4958434" y="811769"/>
                  </a:lnTo>
                  <a:lnTo>
                    <a:pt x="4963907" y="811769"/>
                  </a:lnTo>
                  <a:lnTo>
                    <a:pt x="4969379" y="811769"/>
                  </a:lnTo>
                  <a:lnTo>
                    <a:pt x="4974852" y="811769"/>
                  </a:lnTo>
                  <a:lnTo>
                    <a:pt x="4980325" y="811769"/>
                  </a:lnTo>
                  <a:lnTo>
                    <a:pt x="4985798" y="811769"/>
                  </a:lnTo>
                  <a:lnTo>
                    <a:pt x="4991271" y="811769"/>
                  </a:lnTo>
                  <a:lnTo>
                    <a:pt x="4996744" y="811769"/>
                  </a:lnTo>
                  <a:lnTo>
                    <a:pt x="5002217" y="811769"/>
                  </a:lnTo>
                  <a:lnTo>
                    <a:pt x="5007690" y="811769"/>
                  </a:lnTo>
                  <a:lnTo>
                    <a:pt x="5013163" y="811769"/>
                  </a:lnTo>
                  <a:lnTo>
                    <a:pt x="5018635" y="811769"/>
                  </a:lnTo>
                  <a:lnTo>
                    <a:pt x="5024108" y="811769"/>
                  </a:lnTo>
                  <a:lnTo>
                    <a:pt x="5029581" y="811769"/>
                  </a:lnTo>
                  <a:lnTo>
                    <a:pt x="5035054" y="811769"/>
                  </a:lnTo>
                  <a:lnTo>
                    <a:pt x="5035054" y="795615"/>
                  </a:lnTo>
                  <a:lnTo>
                    <a:pt x="5040527" y="795615"/>
                  </a:lnTo>
                  <a:lnTo>
                    <a:pt x="5046000" y="795615"/>
                  </a:lnTo>
                  <a:lnTo>
                    <a:pt x="5051473" y="795615"/>
                  </a:lnTo>
                  <a:lnTo>
                    <a:pt x="5056946" y="795615"/>
                  </a:lnTo>
                  <a:lnTo>
                    <a:pt x="5062419" y="795615"/>
                  </a:lnTo>
                  <a:lnTo>
                    <a:pt x="5067891" y="795615"/>
                  </a:lnTo>
                  <a:lnTo>
                    <a:pt x="5073364" y="795615"/>
                  </a:lnTo>
                  <a:lnTo>
                    <a:pt x="5078837" y="795615"/>
                  </a:lnTo>
                  <a:lnTo>
                    <a:pt x="5084310" y="795615"/>
                  </a:lnTo>
                  <a:lnTo>
                    <a:pt x="5089783" y="795615"/>
                  </a:lnTo>
                  <a:lnTo>
                    <a:pt x="5095256" y="795615"/>
                  </a:lnTo>
                  <a:lnTo>
                    <a:pt x="5100729" y="795615"/>
                  </a:lnTo>
                  <a:lnTo>
                    <a:pt x="5106202" y="795615"/>
                  </a:lnTo>
                  <a:lnTo>
                    <a:pt x="5111674" y="795615"/>
                  </a:lnTo>
                  <a:lnTo>
                    <a:pt x="5117147" y="795615"/>
                  </a:lnTo>
                  <a:lnTo>
                    <a:pt x="5122620" y="795615"/>
                  </a:lnTo>
                  <a:lnTo>
                    <a:pt x="5128093" y="795615"/>
                  </a:lnTo>
                  <a:lnTo>
                    <a:pt x="5133566" y="795615"/>
                  </a:lnTo>
                  <a:lnTo>
                    <a:pt x="5139039" y="795615"/>
                  </a:lnTo>
                  <a:lnTo>
                    <a:pt x="5144512" y="795615"/>
                  </a:lnTo>
                  <a:lnTo>
                    <a:pt x="5149985" y="795615"/>
                  </a:lnTo>
                  <a:lnTo>
                    <a:pt x="5155458" y="795615"/>
                  </a:lnTo>
                  <a:lnTo>
                    <a:pt x="5160930" y="795615"/>
                  </a:lnTo>
                  <a:lnTo>
                    <a:pt x="5166403" y="795615"/>
                  </a:lnTo>
                  <a:lnTo>
                    <a:pt x="5171876" y="795615"/>
                  </a:lnTo>
                  <a:lnTo>
                    <a:pt x="5177349" y="795615"/>
                  </a:lnTo>
                  <a:lnTo>
                    <a:pt x="5182822" y="795615"/>
                  </a:lnTo>
                  <a:lnTo>
                    <a:pt x="5188295" y="795615"/>
                  </a:lnTo>
                  <a:lnTo>
                    <a:pt x="5193768" y="795615"/>
                  </a:lnTo>
                  <a:lnTo>
                    <a:pt x="5199241" y="795615"/>
                  </a:lnTo>
                  <a:lnTo>
                    <a:pt x="5204714" y="795615"/>
                  </a:lnTo>
                  <a:lnTo>
                    <a:pt x="5210186" y="795615"/>
                  </a:lnTo>
                  <a:lnTo>
                    <a:pt x="5215659" y="795615"/>
                  </a:lnTo>
                  <a:lnTo>
                    <a:pt x="5221132" y="795615"/>
                  </a:lnTo>
                  <a:lnTo>
                    <a:pt x="5226605" y="795615"/>
                  </a:lnTo>
                  <a:lnTo>
                    <a:pt x="5226605" y="779017"/>
                  </a:lnTo>
                  <a:lnTo>
                    <a:pt x="5232078" y="779017"/>
                  </a:lnTo>
                  <a:lnTo>
                    <a:pt x="5237551" y="779017"/>
                  </a:lnTo>
                  <a:lnTo>
                    <a:pt x="5243024" y="779017"/>
                  </a:lnTo>
                  <a:lnTo>
                    <a:pt x="5248497" y="779017"/>
                  </a:lnTo>
                  <a:lnTo>
                    <a:pt x="5253970" y="779017"/>
                  </a:lnTo>
                  <a:lnTo>
                    <a:pt x="5259442" y="779017"/>
                  </a:lnTo>
                  <a:lnTo>
                    <a:pt x="5259442" y="762320"/>
                  </a:lnTo>
                  <a:lnTo>
                    <a:pt x="5264915" y="762320"/>
                  </a:lnTo>
                  <a:lnTo>
                    <a:pt x="5270388" y="762320"/>
                  </a:lnTo>
                  <a:lnTo>
                    <a:pt x="5275861" y="762320"/>
                  </a:lnTo>
                  <a:lnTo>
                    <a:pt x="5281334" y="762320"/>
                  </a:lnTo>
                  <a:lnTo>
                    <a:pt x="5286807" y="762320"/>
                  </a:lnTo>
                  <a:lnTo>
                    <a:pt x="5292280" y="762320"/>
                  </a:lnTo>
                  <a:lnTo>
                    <a:pt x="5297753" y="762320"/>
                  </a:lnTo>
                  <a:lnTo>
                    <a:pt x="5303225" y="762320"/>
                  </a:lnTo>
                  <a:lnTo>
                    <a:pt x="5308698" y="762320"/>
                  </a:lnTo>
                  <a:lnTo>
                    <a:pt x="5314171" y="762320"/>
                  </a:lnTo>
                  <a:lnTo>
                    <a:pt x="5319644" y="762320"/>
                  </a:lnTo>
                  <a:lnTo>
                    <a:pt x="5325117" y="762320"/>
                  </a:lnTo>
                  <a:lnTo>
                    <a:pt x="5330590" y="762320"/>
                  </a:lnTo>
                  <a:lnTo>
                    <a:pt x="5330590" y="745353"/>
                  </a:lnTo>
                  <a:lnTo>
                    <a:pt x="5336063" y="745353"/>
                  </a:lnTo>
                  <a:lnTo>
                    <a:pt x="5341536" y="745353"/>
                  </a:lnTo>
                  <a:lnTo>
                    <a:pt x="5347009" y="745353"/>
                  </a:lnTo>
                  <a:lnTo>
                    <a:pt x="5352481" y="745353"/>
                  </a:lnTo>
                  <a:lnTo>
                    <a:pt x="5357954" y="745353"/>
                  </a:lnTo>
                  <a:lnTo>
                    <a:pt x="5363427" y="745353"/>
                  </a:lnTo>
                  <a:lnTo>
                    <a:pt x="5363427" y="711358"/>
                  </a:lnTo>
                  <a:lnTo>
                    <a:pt x="5368900" y="711358"/>
                  </a:lnTo>
                  <a:lnTo>
                    <a:pt x="5374373" y="711358"/>
                  </a:lnTo>
                  <a:lnTo>
                    <a:pt x="5379846" y="711358"/>
                  </a:lnTo>
                  <a:lnTo>
                    <a:pt x="5385319" y="711358"/>
                  </a:lnTo>
                  <a:lnTo>
                    <a:pt x="5390792" y="711358"/>
                  </a:lnTo>
                  <a:lnTo>
                    <a:pt x="5396265" y="711358"/>
                  </a:lnTo>
                  <a:lnTo>
                    <a:pt x="5401737" y="711358"/>
                  </a:lnTo>
                  <a:lnTo>
                    <a:pt x="5407210" y="711358"/>
                  </a:lnTo>
                  <a:lnTo>
                    <a:pt x="5412683" y="711358"/>
                  </a:lnTo>
                  <a:lnTo>
                    <a:pt x="5418156" y="711358"/>
                  </a:lnTo>
                  <a:lnTo>
                    <a:pt x="5423629" y="711358"/>
                  </a:lnTo>
                  <a:lnTo>
                    <a:pt x="5429102" y="711358"/>
                  </a:lnTo>
                  <a:lnTo>
                    <a:pt x="5434575" y="711358"/>
                  </a:lnTo>
                  <a:lnTo>
                    <a:pt x="5440048" y="711358"/>
                  </a:lnTo>
                  <a:lnTo>
                    <a:pt x="5445520" y="711358"/>
                  </a:lnTo>
                  <a:lnTo>
                    <a:pt x="5450993" y="711358"/>
                  </a:lnTo>
                  <a:lnTo>
                    <a:pt x="5456466" y="711358"/>
                  </a:lnTo>
                  <a:lnTo>
                    <a:pt x="5461939" y="711358"/>
                  </a:lnTo>
                  <a:lnTo>
                    <a:pt x="5467412" y="711358"/>
                  </a:lnTo>
                  <a:lnTo>
                    <a:pt x="5472885" y="711358"/>
                  </a:lnTo>
                  <a:lnTo>
                    <a:pt x="5478358" y="711358"/>
                  </a:lnTo>
                  <a:lnTo>
                    <a:pt x="5483831" y="711358"/>
                  </a:lnTo>
                  <a:lnTo>
                    <a:pt x="5489304" y="711358"/>
                  </a:lnTo>
                  <a:lnTo>
                    <a:pt x="5494776" y="711358"/>
                  </a:lnTo>
                  <a:lnTo>
                    <a:pt x="5500249" y="711358"/>
                  </a:lnTo>
                  <a:lnTo>
                    <a:pt x="5505722" y="711358"/>
                  </a:lnTo>
                  <a:lnTo>
                    <a:pt x="5511195" y="711358"/>
                  </a:lnTo>
                  <a:lnTo>
                    <a:pt x="5511195" y="693976"/>
                  </a:lnTo>
                  <a:lnTo>
                    <a:pt x="5516668" y="693976"/>
                  </a:lnTo>
                  <a:lnTo>
                    <a:pt x="5522141" y="693976"/>
                  </a:lnTo>
                  <a:lnTo>
                    <a:pt x="5527614" y="693976"/>
                  </a:lnTo>
                  <a:lnTo>
                    <a:pt x="5533087" y="693976"/>
                  </a:lnTo>
                  <a:lnTo>
                    <a:pt x="5533087" y="676570"/>
                  </a:lnTo>
                  <a:lnTo>
                    <a:pt x="5538560" y="676570"/>
                  </a:lnTo>
                  <a:lnTo>
                    <a:pt x="5544032" y="676570"/>
                  </a:lnTo>
                  <a:lnTo>
                    <a:pt x="5549505" y="676570"/>
                  </a:lnTo>
                  <a:lnTo>
                    <a:pt x="5554978" y="676570"/>
                  </a:lnTo>
                  <a:lnTo>
                    <a:pt x="5560451" y="676570"/>
                  </a:lnTo>
                  <a:lnTo>
                    <a:pt x="5565924" y="676570"/>
                  </a:lnTo>
                  <a:lnTo>
                    <a:pt x="5571397" y="676570"/>
                  </a:lnTo>
                  <a:lnTo>
                    <a:pt x="5576870" y="676570"/>
                  </a:lnTo>
                  <a:lnTo>
                    <a:pt x="5582343" y="676570"/>
                  </a:lnTo>
                  <a:lnTo>
                    <a:pt x="5587816" y="676570"/>
                  </a:lnTo>
                  <a:lnTo>
                    <a:pt x="5593288" y="676570"/>
                  </a:lnTo>
                  <a:lnTo>
                    <a:pt x="5598761" y="676570"/>
                  </a:lnTo>
                  <a:lnTo>
                    <a:pt x="5604234" y="676570"/>
                  </a:lnTo>
                  <a:lnTo>
                    <a:pt x="5609707" y="676570"/>
                  </a:lnTo>
                  <a:lnTo>
                    <a:pt x="5615180" y="676570"/>
                  </a:lnTo>
                  <a:lnTo>
                    <a:pt x="5620653" y="676570"/>
                  </a:lnTo>
                  <a:lnTo>
                    <a:pt x="5626126" y="676570"/>
                  </a:lnTo>
                  <a:lnTo>
                    <a:pt x="5631599" y="676570"/>
                  </a:lnTo>
                  <a:lnTo>
                    <a:pt x="5637071" y="676570"/>
                  </a:lnTo>
                  <a:lnTo>
                    <a:pt x="5642544" y="676570"/>
                  </a:lnTo>
                  <a:lnTo>
                    <a:pt x="5648017" y="676570"/>
                  </a:lnTo>
                  <a:lnTo>
                    <a:pt x="5653490" y="676570"/>
                  </a:lnTo>
                  <a:lnTo>
                    <a:pt x="5658963" y="676570"/>
                  </a:lnTo>
                  <a:lnTo>
                    <a:pt x="5658963" y="658861"/>
                  </a:lnTo>
                  <a:lnTo>
                    <a:pt x="5664436" y="658861"/>
                  </a:lnTo>
                  <a:lnTo>
                    <a:pt x="5669909" y="658861"/>
                  </a:lnTo>
                  <a:lnTo>
                    <a:pt x="5675382" y="658861"/>
                  </a:lnTo>
                  <a:lnTo>
                    <a:pt x="5680855" y="658861"/>
                  </a:lnTo>
                  <a:lnTo>
                    <a:pt x="5686327" y="658861"/>
                  </a:lnTo>
                  <a:lnTo>
                    <a:pt x="5691800" y="658861"/>
                  </a:lnTo>
                  <a:lnTo>
                    <a:pt x="5697273" y="658861"/>
                  </a:lnTo>
                  <a:lnTo>
                    <a:pt x="5702746" y="658861"/>
                  </a:lnTo>
                  <a:lnTo>
                    <a:pt x="5708219" y="658861"/>
                  </a:lnTo>
                  <a:lnTo>
                    <a:pt x="5713692" y="658861"/>
                  </a:lnTo>
                  <a:lnTo>
                    <a:pt x="5719165" y="658861"/>
                  </a:lnTo>
                  <a:lnTo>
                    <a:pt x="5724638" y="658861"/>
                  </a:lnTo>
                  <a:lnTo>
                    <a:pt x="5730111" y="658861"/>
                  </a:lnTo>
                  <a:lnTo>
                    <a:pt x="5735583" y="658861"/>
                  </a:lnTo>
                  <a:lnTo>
                    <a:pt x="5741056" y="658861"/>
                  </a:lnTo>
                  <a:lnTo>
                    <a:pt x="5746529" y="658861"/>
                  </a:lnTo>
                  <a:lnTo>
                    <a:pt x="5752002" y="658861"/>
                  </a:lnTo>
                  <a:lnTo>
                    <a:pt x="5757475" y="658861"/>
                  </a:lnTo>
                  <a:lnTo>
                    <a:pt x="5757475" y="640910"/>
                  </a:lnTo>
                  <a:lnTo>
                    <a:pt x="5762948" y="640910"/>
                  </a:lnTo>
                  <a:lnTo>
                    <a:pt x="5768421" y="640910"/>
                  </a:lnTo>
                  <a:lnTo>
                    <a:pt x="5773894" y="640910"/>
                  </a:lnTo>
                  <a:lnTo>
                    <a:pt x="5779367" y="640910"/>
                  </a:lnTo>
                  <a:lnTo>
                    <a:pt x="5784839" y="640910"/>
                  </a:lnTo>
                  <a:lnTo>
                    <a:pt x="5790312" y="640910"/>
                  </a:lnTo>
                  <a:lnTo>
                    <a:pt x="5795785" y="640910"/>
                  </a:lnTo>
                  <a:lnTo>
                    <a:pt x="5801258" y="640910"/>
                  </a:lnTo>
                  <a:lnTo>
                    <a:pt x="5806731" y="640910"/>
                  </a:lnTo>
                  <a:lnTo>
                    <a:pt x="5812204" y="640910"/>
                  </a:lnTo>
                  <a:lnTo>
                    <a:pt x="5817677" y="640910"/>
                  </a:lnTo>
                  <a:lnTo>
                    <a:pt x="5823150" y="640910"/>
                  </a:lnTo>
                  <a:lnTo>
                    <a:pt x="5828622" y="640910"/>
                  </a:lnTo>
                  <a:lnTo>
                    <a:pt x="5834095" y="640910"/>
                  </a:lnTo>
                  <a:lnTo>
                    <a:pt x="5839568" y="640910"/>
                  </a:lnTo>
                  <a:lnTo>
                    <a:pt x="5845041" y="640910"/>
                  </a:lnTo>
                  <a:lnTo>
                    <a:pt x="5850514" y="640910"/>
                  </a:lnTo>
                  <a:lnTo>
                    <a:pt x="5855987" y="640910"/>
                  </a:lnTo>
                  <a:lnTo>
                    <a:pt x="5861460" y="640910"/>
                  </a:lnTo>
                  <a:lnTo>
                    <a:pt x="5866933" y="640910"/>
                  </a:lnTo>
                  <a:lnTo>
                    <a:pt x="5872406" y="640910"/>
                  </a:lnTo>
                  <a:lnTo>
                    <a:pt x="5877878" y="640910"/>
                  </a:lnTo>
                  <a:lnTo>
                    <a:pt x="5883351" y="640910"/>
                  </a:lnTo>
                  <a:lnTo>
                    <a:pt x="5888824" y="640910"/>
                  </a:lnTo>
                  <a:lnTo>
                    <a:pt x="5894297" y="640910"/>
                  </a:lnTo>
                  <a:lnTo>
                    <a:pt x="5899770" y="640910"/>
                  </a:lnTo>
                  <a:lnTo>
                    <a:pt x="5905243" y="640910"/>
                  </a:lnTo>
                  <a:lnTo>
                    <a:pt x="5910716" y="640910"/>
                  </a:lnTo>
                  <a:lnTo>
                    <a:pt x="5916189" y="640910"/>
                  </a:lnTo>
                  <a:lnTo>
                    <a:pt x="5921662" y="640910"/>
                  </a:lnTo>
                  <a:lnTo>
                    <a:pt x="5927134" y="640910"/>
                  </a:lnTo>
                  <a:lnTo>
                    <a:pt x="5932607" y="640910"/>
                  </a:lnTo>
                  <a:lnTo>
                    <a:pt x="5938080" y="640910"/>
                  </a:lnTo>
                  <a:lnTo>
                    <a:pt x="5943553" y="640910"/>
                  </a:lnTo>
                  <a:lnTo>
                    <a:pt x="5949026" y="640910"/>
                  </a:lnTo>
                  <a:lnTo>
                    <a:pt x="5954499" y="640910"/>
                  </a:lnTo>
                  <a:lnTo>
                    <a:pt x="5959972" y="640910"/>
                  </a:lnTo>
                  <a:lnTo>
                    <a:pt x="5965445" y="640910"/>
                  </a:lnTo>
                  <a:lnTo>
                    <a:pt x="5970918" y="640910"/>
                  </a:lnTo>
                  <a:lnTo>
                    <a:pt x="5976390" y="640910"/>
                  </a:lnTo>
                  <a:lnTo>
                    <a:pt x="5981863" y="640910"/>
                  </a:lnTo>
                  <a:lnTo>
                    <a:pt x="5987336" y="640910"/>
                  </a:lnTo>
                  <a:lnTo>
                    <a:pt x="5992809" y="640910"/>
                  </a:lnTo>
                  <a:lnTo>
                    <a:pt x="5998282" y="640910"/>
                  </a:lnTo>
                  <a:lnTo>
                    <a:pt x="6003755" y="640910"/>
                  </a:lnTo>
                  <a:lnTo>
                    <a:pt x="6009228" y="640910"/>
                  </a:lnTo>
                  <a:lnTo>
                    <a:pt x="6014701" y="640910"/>
                  </a:lnTo>
                  <a:lnTo>
                    <a:pt x="6020173" y="640910"/>
                  </a:lnTo>
                  <a:lnTo>
                    <a:pt x="6025646" y="640910"/>
                  </a:lnTo>
                  <a:lnTo>
                    <a:pt x="6031119" y="640910"/>
                  </a:lnTo>
                  <a:lnTo>
                    <a:pt x="6036592" y="640910"/>
                  </a:lnTo>
                  <a:lnTo>
                    <a:pt x="6042065" y="640910"/>
                  </a:lnTo>
                  <a:lnTo>
                    <a:pt x="6042065" y="622103"/>
                  </a:lnTo>
                  <a:lnTo>
                    <a:pt x="6047538" y="622103"/>
                  </a:lnTo>
                  <a:lnTo>
                    <a:pt x="6053011" y="622103"/>
                  </a:lnTo>
                  <a:lnTo>
                    <a:pt x="6058484" y="622103"/>
                  </a:lnTo>
                  <a:lnTo>
                    <a:pt x="6063957" y="622103"/>
                  </a:lnTo>
                  <a:lnTo>
                    <a:pt x="6069429" y="622103"/>
                  </a:lnTo>
                  <a:lnTo>
                    <a:pt x="6074902" y="622103"/>
                  </a:lnTo>
                  <a:lnTo>
                    <a:pt x="6080375" y="622103"/>
                  </a:lnTo>
                  <a:lnTo>
                    <a:pt x="6085848" y="622103"/>
                  </a:lnTo>
                  <a:lnTo>
                    <a:pt x="6091321" y="622103"/>
                  </a:lnTo>
                  <a:lnTo>
                    <a:pt x="6096794" y="622103"/>
                  </a:lnTo>
                  <a:lnTo>
                    <a:pt x="6102267" y="622103"/>
                  </a:lnTo>
                  <a:lnTo>
                    <a:pt x="6107740" y="622103"/>
                  </a:lnTo>
                  <a:lnTo>
                    <a:pt x="6113213" y="622103"/>
                  </a:lnTo>
                  <a:lnTo>
                    <a:pt x="6118685" y="622103"/>
                  </a:lnTo>
                  <a:lnTo>
                    <a:pt x="6124158" y="622103"/>
                  </a:lnTo>
                  <a:lnTo>
                    <a:pt x="6129631" y="622103"/>
                  </a:lnTo>
                  <a:lnTo>
                    <a:pt x="6135104" y="622103"/>
                  </a:lnTo>
                  <a:lnTo>
                    <a:pt x="6140577" y="622103"/>
                  </a:lnTo>
                  <a:lnTo>
                    <a:pt x="6146050" y="622103"/>
                  </a:lnTo>
                  <a:lnTo>
                    <a:pt x="6151523" y="622103"/>
                  </a:lnTo>
                  <a:lnTo>
                    <a:pt x="6156996" y="622103"/>
                  </a:lnTo>
                  <a:lnTo>
                    <a:pt x="6162468" y="622103"/>
                  </a:lnTo>
                  <a:lnTo>
                    <a:pt x="6167941" y="622103"/>
                  </a:lnTo>
                  <a:lnTo>
                    <a:pt x="6173414" y="622103"/>
                  </a:lnTo>
                  <a:lnTo>
                    <a:pt x="6184360" y="622103"/>
                  </a:lnTo>
                  <a:lnTo>
                    <a:pt x="6189833" y="622103"/>
                  </a:lnTo>
                  <a:lnTo>
                    <a:pt x="6195306" y="622103"/>
                  </a:lnTo>
                  <a:lnTo>
                    <a:pt x="6200779" y="622103"/>
                  </a:lnTo>
                  <a:lnTo>
                    <a:pt x="6206252" y="622103"/>
                  </a:lnTo>
                  <a:lnTo>
                    <a:pt x="6211724" y="622103"/>
                  </a:lnTo>
                  <a:lnTo>
                    <a:pt x="6217197" y="622103"/>
                  </a:lnTo>
                  <a:lnTo>
                    <a:pt x="6222670" y="622103"/>
                  </a:lnTo>
                  <a:lnTo>
                    <a:pt x="6228143" y="622103"/>
                  </a:lnTo>
                  <a:lnTo>
                    <a:pt x="6233616" y="622103"/>
                  </a:lnTo>
                  <a:lnTo>
                    <a:pt x="6239089" y="622103"/>
                  </a:lnTo>
                  <a:lnTo>
                    <a:pt x="6244562" y="622103"/>
                  </a:lnTo>
                  <a:lnTo>
                    <a:pt x="6250035" y="622103"/>
                  </a:lnTo>
                  <a:lnTo>
                    <a:pt x="6255508" y="622103"/>
                  </a:lnTo>
                  <a:lnTo>
                    <a:pt x="6260980" y="622103"/>
                  </a:lnTo>
                  <a:lnTo>
                    <a:pt x="6266453" y="622103"/>
                  </a:lnTo>
                  <a:lnTo>
                    <a:pt x="6277399" y="622103"/>
                  </a:lnTo>
                  <a:lnTo>
                    <a:pt x="6277399" y="602392"/>
                  </a:lnTo>
                  <a:lnTo>
                    <a:pt x="6282872" y="602392"/>
                  </a:lnTo>
                  <a:lnTo>
                    <a:pt x="6288345" y="602392"/>
                  </a:lnTo>
                  <a:lnTo>
                    <a:pt x="6293818" y="602392"/>
                  </a:lnTo>
                  <a:lnTo>
                    <a:pt x="6299291" y="602392"/>
                  </a:lnTo>
                  <a:lnTo>
                    <a:pt x="6304764" y="602392"/>
                  </a:lnTo>
                  <a:lnTo>
                    <a:pt x="6310236" y="602392"/>
                  </a:lnTo>
                  <a:lnTo>
                    <a:pt x="6310236" y="582618"/>
                  </a:lnTo>
                  <a:lnTo>
                    <a:pt x="6315709" y="582618"/>
                  </a:lnTo>
                  <a:lnTo>
                    <a:pt x="6321182" y="582618"/>
                  </a:lnTo>
                  <a:lnTo>
                    <a:pt x="6326655" y="582618"/>
                  </a:lnTo>
                  <a:lnTo>
                    <a:pt x="6332128" y="582618"/>
                  </a:lnTo>
                  <a:lnTo>
                    <a:pt x="6337601" y="582618"/>
                  </a:lnTo>
                  <a:lnTo>
                    <a:pt x="6343074" y="582618"/>
                  </a:lnTo>
                  <a:lnTo>
                    <a:pt x="6348547" y="582618"/>
                  </a:lnTo>
                  <a:lnTo>
                    <a:pt x="6354019" y="582618"/>
                  </a:lnTo>
                  <a:lnTo>
                    <a:pt x="6359492" y="582618"/>
                  </a:lnTo>
                  <a:lnTo>
                    <a:pt x="6364965" y="582618"/>
                  </a:lnTo>
                  <a:lnTo>
                    <a:pt x="6370438" y="582618"/>
                  </a:lnTo>
                  <a:lnTo>
                    <a:pt x="6375911" y="582618"/>
                  </a:lnTo>
                  <a:lnTo>
                    <a:pt x="6381384" y="582618"/>
                  </a:lnTo>
                  <a:lnTo>
                    <a:pt x="6386857" y="582618"/>
                  </a:lnTo>
                  <a:lnTo>
                    <a:pt x="6392330" y="582618"/>
                  </a:lnTo>
                  <a:lnTo>
                    <a:pt x="6397803" y="582618"/>
                  </a:lnTo>
                  <a:lnTo>
                    <a:pt x="6403275" y="582618"/>
                  </a:lnTo>
                  <a:lnTo>
                    <a:pt x="6408748" y="582618"/>
                  </a:lnTo>
                  <a:lnTo>
                    <a:pt x="6414221" y="582618"/>
                  </a:lnTo>
                  <a:lnTo>
                    <a:pt x="6419694" y="582618"/>
                  </a:lnTo>
                  <a:lnTo>
                    <a:pt x="6425167" y="582618"/>
                  </a:lnTo>
                  <a:lnTo>
                    <a:pt x="6430640" y="582618"/>
                  </a:lnTo>
                  <a:lnTo>
                    <a:pt x="6436113" y="582618"/>
                  </a:lnTo>
                  <a:lnTo>
                    <a:pt x="6441586" y="582618"/>
                  </a:lnTo>
                  <a:lnTo>
                    <a:pt x="6447059" y="582618"/>
                  </a:lnTo>
                  <a:lnTo>
                    <a:pt x="6452531" y="582618"/>
                  </a:lnTo>
                  <a:lnTo>
                    <a:pt x="6463477" y="582618"/>
                  </a:lnTo>
                  <a:lnTo>
                    <a:pt x="6474423" y="582618"/>
                  </a:lnTo>
                  <a:lnTo>
                    <a:pt x="6479896" y="582618"/>
                  </a:lnTo>
                  <a:lnTo>
                    <a:pt x="6485369" y="582618"/>
                  </a:lnTo>
                  <a:lnTo>
                    <a:pt x="6490842" y="582618"/>
                  </a:lnTo>
                  <a:lnTo>
                    <a:pt x="6496315" y="582618"/>
                  </a:lnTo>
                  <a:lnTo>
                    <a:pt x="6501787" y="582618"/>
                  </a:lnTo>
                  <a:lnTo>
                    <a:pt x="6507260" y="582618"/>
                  </a:lnTo>
                  <a:lnTo>
                    <a:pt x="6512733" y="582618"/>
                  </a:lnTo>
                  <a:lnTo>
                    <a:pt x="6518206" y="582618"/>
                  </a:lnTo>
                  <a:lnTo>
                    <a:pt x="6523679" y="582618"/>
                  </a:lnTo>
                  <a:lnTo>
                    <a:pt x="6529152" y="582618"/>
                  </a:lnTo>
                  <a:lnTo>
                    <a:pt x="6534625" y="582618"/>
                  </a:lnTo>
                  <a:lnTo>
                    <a:pt x="6540098" y="582618"/>
                  </a:lnTo>
                  <a:lnTo>
                    <a:pt x="6545570" y="582618"/>
                  </a:lnTo>
                  <a:lnTo>
                    <a:pt x="6545570" y="562122"/>
                  </a:lnTo>
                  <a:lnTo>
                    <a:pt x="6551043" y="562122"/>
                  </a:lnTo>
                  <a:lnTo>
                    <a:pt x="6556516" y="562122"/>
                  </a:lnTo>
                  <a:lnTo>
                    <a:pt x="6561989" y="562122"/>
                  </a:lnTo>
                  <a:lnTo>
                    <a:pt x="6567462" y="562122"/>
                  </a:lnTo>
                  <a:lnTo>
                    <a:pt x="6572935" y="562122"/>
                  </a:lnTo>
                  <a:lnTo>
                    <a:pt x="6578408" y="562122"/>
                  </a:lnTo>
                  <a:lnTo>
                    <a:pt x="6583881" y="562122"/>
                  </a:lnTo>
                  <a:lnTo>
                    <a:pt x="6589354" y="562122"/>
                  </a:lnTo>
                  <a:lnTo>
                    <a:pt x="6594826" y="562122"/>
                  </a:lnTo>
                  <a:lnTo>
                    <a:pt x="6600299" y="562122"/>
                  </a:lnTo>
                  <a:lnTo>
                    <a:pt x="6605772" y="562122"/>
                  </a:lnTo>
                  <a:lnTo>
                    <a:pt x="6611245" y="562122"/>
                  </a:lnTo>
                  <a:lnTo>
                    <a:pt x="6616718" y="562122"/>
                  </a:lnTo>
                  <a:lnTo>
                    <a:pt x="6622191" y="562122"/>
                  </a:lnTo>
                  <a:lnTo>
                    <a:pt x="6627664" y="562122"/>
                  </a:lnTo>
                  <a:lnTo>
                    <a:pt x="6633137" y="562122"/>
                  </a:lnTo>
                  <a:lnTo>
                    <a:pt x="6638610" y="562122"/>
                  </a:lnTo>
                  <a:lnTo>
                    <a:pt x="6644082" y="562122"/>
                  </a:lnTo>
                  <a:lnTo>
                    <a:pt x="6649555" y="562122"/>
                  </a:lnTo>
                  <a:lnTo>
                    <a:pt x="6655028" y="562122"/>
                  </a:lnTo>
                  <a:lnTo>
                    <a:pt x="6660501" y="562122"/>
                  </a:lnTo>
                  <a:lnTo>
                    <a:pt x="6665974" y="562122"/>
                  </a:lnTo>
                  <a:lnTo>
                    <a:pt x="6671447" y="562122"/>
                  </a:lnTo>
                  <a:lnTo>
                    <a:pt x="6676920" y="562122"/>
                  </a:lnTo>
                  <a:lnTo>
                    <a:pt x="6682393" y="562122"/>
                  </a:lnTo>
                  <a:lnTo>
                    <a:pt x="6687865" y="562122"/>
                  </a:lnTo>
                  <a:lnTo>
                    <a:pt x="6693338" y="562122"/>
                  </a:lnTo>
                  <a:lnTo>
                    <a:pt x="6698811" y="562122"/>
                  </a:lnTo>
                  <a:lnTo>
                    <a:pt x="6704284" y="562122"/>
                  </a:lnTo>
                  <a:lnTo>
                    <a:pt x="6709757" y="562122"/>
                  </a:lnTo>
                  <a:lnTo>
                    <a:pt x="6715230" y="562122"/>
                  </a:lnTo>
                  <a:lnTo>
                    <a:pt x="6720703" y="562122"/>
                  </a:lnTo>
                  <a:lnTo>
                    <a:pt x="6731649" y="562122"/>
                  </a:lnTo>
                  <a:lnTo>
                    <a:pt x="6737121" y="562122"/>
                  </a:lnTo>
                  <a:lnTo>
                    <a:pt x="6742594" y="562122"/>
                  </a:lnTo>
                  <a:lnTo>
                    <a:pt x="6748067" y="562122"/>
                  </a:lnTo>
                  <a:lnTo>
                    <a:pt x="6753540" y="562122"/>
                  </a:lnTo>
                  <a:lnTo>
                    <a:pt x="6759013" y="562122"/>
                  </a:lnTo>
                  <a:lnTo>
                    <a:pt x="6764486" y="562122"/>
                  </a:lnTo>
                  <a:lnTo>
                    <a:pt x="6769959" y="562122"/>
                  </a:lnTo>
                  <a:lnTo>
                    <a:pt x="6775432" y="562122"/>
                  </a:lnTo>
                  <a:lnTo>
                    <a:pt x="6780905" y="562122"/>
                  </a:lnTo>
                  <a:lnTo>
                    <a:pt x="6786377" y="562122"/>
                  </a:lnTo>
                  <a:lnTo>
                    <a:pt x="6791850" y="562122"/>
                  </a:lnTo>
                  <a:lnTo>
                    <a:pt x="6791850" y="540383"/>
                  </a:lnTo>
                  <a:lnTo>
                    <a:pt x="6797323" y="540383"/>
                  </a:lnTo>
                  <a:lnTo>
                    <a:pt x="6802796" y="540383"/>
                  </a:lnTo>
                  <a:lnTo>
                    <a:pt x="6808269" y="540383"/>
                  </a:lnTo>
                  <a:lnTo>
                    <a:pt x="6813742" y="540383"/>
                  </a:lnTo>
                  <a:lnTo>
                    <a:pt x="6819215" y="540383"/>
                  </a:lnTo>
                  <a:lnTo>
                    <a:pt x="6824688" y="540383"/>
                  </a:lnTo>
                  <a:lnTo>
                    <a:pt x="6830161" y="540383"/>
                  </a:lnTo>
                  <a:lnTo>
                    <a:pt x="6835633" y="540383"/>
                  </a:lnTo>
                  <a:lnTo>
                    <a:pt x="6841106" y="540383"/>
                  </a:lnTo>
                  <a:lnTo>
                    <a:pt x="6846579" y="540383"/>
                  </a:lnTo>
                  <a:lnTo>
                    <a:pt x="6852052" y="540383"/>
                  </a:lnTo>
                  <a:lnTo>
                    <a:pt x="6857525" y="540383"/>
                  </a:lnTo>
                  <a:lnTo>
                    <a:pt x="6862998" y="540383"/>
                  </a:lnTo>
                  <a:lnTo>
                    <a:pt x="6868471" y="540383"/>
                  </a:lnTo>
                  <a:lnTo>
                    <a:pt x="6873944" y="540383"/>
                  </a:lnTo>
                  <a:lnTo>
                    <a:pt x="6879416" y="540383"/>
                  </a:lnTo>
                  <a:lnTo>
                    <a:pt x="6884889" y="540383"/>
                  </a:lnTo>
                  <a:lnTo>
                    <a:pt x="6890362" y="540383"/>
                  </a:lnTo>
                  <a:lnTo>
                    <a:pt x="6895835" y="540383"/>
                  </a:lnTo>
                  <a:lnTo>
                    <a:pt x="6901308" y="540383"/>
                  </a:lnTo>
                  <a:lnTo>
                    <a:pt x="6901308" y="518410"/>
                  </a:lnTo>
                  <a:lnTo>
                    <a:pt x="6906781" y="518410"/>
                  </a:lnTo>
                  <a:lnTo>
                    <a:pt x="6912254" y="518410"/>
                  </a:lnTo>
                  <a:lnTo>
                    <a:pt x="6917727" y="518410"/>
                  </a:lnTo>
                  <a:lnTo>
                    <a:pt x="6923200" y="518410"/>
                  </a:lnTo>
                  <a:lnTo>
                    <a:pt x="6928672" y="518410"/>
                  </a:lnTo>
                  <a:lnTo>
                    <a:pt x="6934145" y="518410"/>
                  </a:lnTo>
                  <a:lnTo>
                    <a:pt x="6939618" y="518410"/>
                  </a:lnTo>
                  <a:lnTo>
                    <a:pt x="6945091" y="518410"/>
                  </a:lnTo>
                  <a:lnTo>
                    <a:pt x="6950564" y="518410"/>
                  </a:lnTo>
                  <a:lnTo>
                    <a:pt x="6956037" y="518410"/>
                  </a:lnTo>
                  <a:lnTo>
                    <a:pt x="6961510" y="518410"/>
                  </a:lnTo>
                  <a:lnTo>
                    <a:pt x="6961510" y="496317"/>
                  </a:lnTo>
                  <a:lnTo>
                    <a:pt x="6966983" y="496317"/>
                  </a:lnTo>
                  <a:lnTo>
                    <a:pt x="6972456" y="496317"/>
                  </a:lnTo>
                  <a:lnTo>
                    <a:pt x="6977928" y="496317"/>
                  </a:lnTo>
                  <a:lnTo>
                    <a:pt x="6983401" y="496317"/>
                  </a:lnTo>
                  <a:lnTo>
                    <a:pt x="6988874" y="496317"/>
                  </a:lnTo>
                  <a:lnTo>
                    <a:pt x="6994347" y="496317"/>
                  </a:lnTo>
                  <a:lnTo>
                    <a:pt x="7005293" y="496317"/>
                  </a:lnTo>
                  <a:lnTo>
                    <a:pt x="7010766" y="496317"/>
                  </a:lnTo>
                  <a:lnTo>
                    <a:pt x="7016239" y="496317"/>
                  </a:lnTo>
                  <a:lnTo>
                    <a:pt x="7021712" y="496317"/>
                  </a:lnTo>
                  <a:lnTo>
                    <a:pt x="7027184" y="496317"/>
                  </a:lnTo>
                  <a:lnTo>
                    <a:pt x="7032657" y="496317"/>
                  </a:lnTo>
                  <a:lnTo>
                    <a:pt x="7038130" y="496317"/>
                  </a:lnTo>
                  <a:lnTo>
                    <a:pt x="7043603" y="496317"/>
                  </a:lnTo>
                  <a:lnTo>
                    <a:pt x="7049076" y="496317"/>
                  </a:lnTo>
                  <a:lnTo>
                    <a:pt x="7054549" y="496317"/>
                  </a:lnTo>
                  <a:lnTo>
                    <a:pt x="7060022" y="496317"/>
                  </a:lnTo>
                  <a:lnTo>
                    <a:pt x="7065495" y="496317"/>
                  </a:lnTo>
                  <a:lnTo>
                    <a:pt x="7070967" y="496317"/>
                  </a:lnTo>
                  <a:lnTo>
                    <a:pt x="7076440" y="496317"/>
                  </a:lnTo>
                  <a:lnTo>
                    <a:pt x="7081913" y="496317"/>
                  </a:lnTo>
                  <a:lnTo>
                    <a:pt x="7087386" y="496317"/>
                  </a:lnTo>
                  <a:lnTo>
                    <a:pt x="7092859" y="496317"/>
                  </a:lnTo>
                  <a:lnTo>
                    <a:pt x="7098332" y="496317"/>
                  </a:lnTo>
                  <a:lnTo>
                    <a:pt x="7103805" y="496317"/>
                  </a:lnTo>
                  <a:lnTo>
                    <a:pt x="7109278" y="496317"/>
                  </a:lnTo>
                  <a:lnTo>
                    <a:pt x="7114751" y="496317"/>
                  </a:lnTo>
                  <a:lnTo>
                    <a:pt x="7120223" y="496317"/>
                  </a:lnTo>
                  <a:lnTo>
                    <a:pt x="7125696" y="496317"/>
                  </a:lnTo>
                  <a:lnTo>
                    <a:pt x="7131169" y="496317"/>
                  </a:lnTo>
                  <a:lnTo>
                    <a:pt x="7136642" y="496317"/>
                  </a:lnTo>
                  <a:lnTo>
                    <a:pt x="7142115" y="496317"/>
                  </a:lnTo>
                  <a:lnTo>
                    <a:pt x="7147588" y="496317"/>
                  </a:lnTo>
                  <a:lnTo>
                    <a:pt x="7153061" y="496317"/>
                  </a:lnTo>
                  <a:lnTo>
                    <a:pt x="7164007" y="496317"/>
                  </a:lnTo>
                  <a:lnTo>
                    <a:pt x="7169479" y="496317"/>
                  </a:lnTo>
                  <a:lnTo>
                    <a:pt x="7174952" y="496317"/>
                  </a:lnTo>
                  <a:lnTo>
                    <a:pt x="7180425" y="496317"/>
                  </a:lnTo>
                  <a:lnTo>
                    <a:pt x="7185898" y="496317"/>
                  </a:lnTo>
                  <a:lnTo>
                    <a:pt x="7191371" y="496317"/>
                  </a:lnTo>
                  <a:lnTo>
                    <a:pt x="7196844" y="496317"/>
                  </a:lnTo>
                  <a:lnTo>
                    <a:pt x="7202317" y="496317"/>
                  </a:lnTo>
                  <a:lnTo>
                    <a:pt x="7207790" y="496317"/>
                  </a:lnTo>
                  <a:lnTo>
                    <a:pt x="7213262" y="496317"/>
                  </a:lnTo>
                  <a:lnTo>
                    <a:pt x="7218735" y="496317"/>
                  </a:lnTo>
                  <a:lnTo>
                    <a:pt x="7224208" y="496317"/>
                  </a:lnTo>
                  <a:lnTo>
                    <a:pt x="7229681" y="496317"/>
                  </a:lnTo>
                  <a:lnTo>
                    <a:pt x="7229681" y="473049"/>
                  </a:lnTo>
                  <a:lnTo>
                    <a:pt x="7235154" y="473049"/>
                  </a:lnTo>
                  <a:lnTo>
                    <a:pt x="7240627" y="473049"/>
                  </a:lnTo>
                  <a:lnTo>
                    <a:pt x="7246100" y="473049"/>
                  </a:lnTo>
                  <a:lnTo>
                    <a:pt x="7251573" y="473049"/>
                  </a:lnTo>
                  <a:lnTo>
                    <a:pt x="7257046" y="473049"/>
                  </a:lnTo>
                  <a:lnTo>
                    <a:pt x="7262518" y="473049"/>
                  </a:lnTo>
                  <a:lnTo>
                    <a:pt x="7267991" y="473049"/>
                  </a:lnTo>
                  <a:lnTo>
                    <a:pt x="7267991" y="449550"/>
                  </a:lnTo>
                  <a:lnTo>
                    <a:pt x="7273464" y="449550"/>
                  </a:lnTo>
                  <a:lnTo>
                    <a:pt x="7278937" y="449550"/>
                  </a:lnTo>
                  <a:lnTo>
                    <a:pt x="7284410" y="449550"/>
                  </a:lnTo>
                  <a:lnTo>
                    <a:pt x="7289883" y="449550"/>
                  </a:lnTo>
                  <a:lnTo>
                    <a:pt x="7295356" y="449550"/>
                  </a:lnTo>
                  <a:lnTo>
                    <a:pt x="7300829" y="449550"/>
                  </a:lnTo>
                  <a:lnTo>
                    <a:pt x="7306302" y="449550"/>
                  </a:lnTo>
                  <a:lnTo>
                    <a:pt x="7311774" y="449550"/>
                  </a:lnTo>
                  <a:lnTo>
                    <a:pt x="7317247" y="449550"/>
                  </a:lnTo>
                  <a:lnTo>
                    <a:pt x="7317247" y="425910"/>
                  </a:lnTo>
                  <a:lnTo>
                    <a:pt x="7322720" y="425910"/>
                  </a:lnTo>
                  <a:lnTo>
                    <a:pt x="7328193" y="425910"/>
                  </a:lnTo>
                  <a:lnTo>
                    <a:pt x="7333666" y="425910"/>
                  </a:lnTo>
                  <a:lnTo>
                    <a:pt x="7339139" y="425910"/>
                  </a:lnTo>
                  <a:lnTo>
                    <a:pt x="7344612" y="425910"/>
                  </a:lnTo>
                  <a:lnTo>
                    <a:pt x="7350085" y="425910"/>
                  </a:lnTo>
                  <a:lnTo>
                    <a:pt x="7355558" y="425910"/>
                  </a:lnTo>
                  <a:lnTo>
                    <a:pt x="7361030" y="425910"/>
                  </a:lnTo>
                  <a:lnTo>
                    <a:pt x="7366503" y="425910"/>
                  </a:lnTo>
                  <a:lnTo>
                    <a:pt x="7371976" y="425910"/>
                  </a:lnTo>
                  <a:lnTo>
                    <a:pt x="7377449" y="425910"/>
                  </a:lnTo>
                  <a:lnTo>
                    <a:pt x="7382922" y="425910"/>
                  </a:lnTo>
                  <a:lnTo>
                    <a:pt x="7388395" y="425910"/>
                  </a:lnTo>
                  <a:lnTo>
                    <a:pt x="7393868" y="425910"/>
                  </a:lnTo>
                  <a:lnTo>
                    <a:pt x="7399341" y="425910"/>
                  </a:lnTo>
                  <a:lnTo>
                    <a:pt x="7404813" y="425910"/>
                  </a:lnTo>
                  <a:lnTo>
                    <a:pt x="7410286" y="425910"/>
                  </a:lnTo>
                  <a:lnTo>
                    <a:pt x="7415759" y="425910"/>
                  </a:lnTo>
                  <a:lnTo>
                    <a:pt x="7426705" y="425910"/>
                  </a:lnTo>
                  <a:lnTo>
                    <a:pt x="7432178" y="425910"/>
                  </a:lnTo>
                  <a:lnTo>
                    <a:pt x="7437651" y="425910"/>
                  </a:lnTo>
                  <a:lnTo>
                    <a:pt x="7443124" y="425910"/>
                  </a:lnTo>
                  <a:lnTo>
                    <a:pt x="7448597" y="425910"/>
                  </a:lnTo>
                  <a:lnTo>
                    <a:pt x="7454069" y="425910"/>
                  </a:lnTo>
                  <a:lnTo>
                    <a:pt x="7459542" y="425910"/>
                  </a:lnTo>
                  <a:lnTo>
                    <a:pt x="7465015" y="425910"/>
                  </a:lnTo>
                  <a:lnTo>
                    <a:pt x="7470488" y="425910"/>
                  </a:lnTo>
                  <a:lnTo>
                    <a:pt x="7481434" y="425910"/>
                  </a:lnTo>
                  <a:lnTo>
                    <a:pt x="7486907" y="425910"/>
                  </a:lnTo>
                  <a:lnTo>
                    <a:pt x="7492380" y="425910"/>
                  </a:lnTo>
                  <a:lnTo>
                    <a:pt x="7503325" y="425910"/>
                  </a:lnTo>
                  <a:lnTo>
                    <a:pt x="7503325" y="401515"/>
                  </a:lnTo>
                  <a:lnTo>
                    <a:pt x="7508798" y="401515"/>
                  </a:lnTo>
                  <a:lnTo>
                    <a:pt x="7514271" y="401515"/>
                  </a:lnTo>
                  <a:lnTo>
                    <a:pt x="7525217" y="401515"/>
                  </a:lnTo>
                  <a:lnTo>
                    <a:pt x="7530690" y="401515"/>
                  </a:lnTo>
                  <a:lnTo>
                    <a:pt x="7536163" y="401515"/>
                  </a:lnTo>
                  <a:lnTo>
                    <a:pt x="7541636" y="401515"/>
                  </a:lnTo>
                  <a:lnTo>
                    <a:pt x="7547109" y="401515"/>
                  </a:lnTo>
                  <a:lnTo>
                    <a:pt x="7552581" y="401515"/>
                  </a:lnTo>
                  <a:lnTo>
                    <a:pt x="7558054" y="401515"/>
                  </a:lnTo>
                  <a:lnTo>
                    <a:pt x="7558054" y="376909"/>
                  </a:lnTo>
                  <a:lnTo>
                    <a:pt x="7563527" y="376909"/>
                  </a:lnTo>
                  <a:lnTo>
                    <a:pt x="7569000" y="376909"/>
                  </a:lnTo>
                  <a:lnTo>
                    <a:pt x="7574473" y="376909"/>
                  </a:lnTo>
                  <a:lnTo>
                    <a:pt x="7579946" y="376909"/>
                  </a:lnTo>
                  <a:lnTo>
                    <a:pt x="7585419" y="376909"/>
                  </a:lnTo>
                  <a:lnTo>
                    <a:pt x="7590892" y="376909"/>
                  </a:lnTo>
                  <a:lnTo>
                    <a:pt x="7596364" y="376909"/>
                  </a:lnTo>
                  <a:lnTo>
                    <a:pt x="7601837" y="376909"/>
                  </a:lnTo>
                  <a:lnTo>
                    <a:pt x="7607310" y="376909"/>
                  </a:lnTo>
                  <a:lnTo>
                    <a:pt x="7612783" y="376909"/>
                  </a:lnTo>
                  <a:lnTo>
                    <a:pt x="7618256" y="376909"/>
                  </a:lnTo>
                  <a:lnTo>
                    <a:pt x="7623729" y="376909"/>
                  </a:lnTo>
                  <a:lnTo>
                    <a:pt x="7629202" y="376909"/>
                  </a:lnTo>
                  <a:lnTo>
                    <a:pt x="7634675" y="376909"/>
                  </a:lnTo>
                  <a:lnTo>
                    <a:pt x="7640148" y="376909"/>
                  </a:lnTo>
                  <a:lnTo>
                    <a:pt x="7645620" y="376909"/>
                  </a:lnTo>
                  <a:lnTo>
                    <a:pt x="7651093" y="376909"/>
                  </a:lnTo>
                  <a:lnTo>
                    <a:pt x="7656566" y="376909"/>
                  </a:lnTo>
                  <a:lnTo>
                    <a:pt x="7662039" y="376909"/>
                  </a:lnTo>
                  <a:lnTo>
                    <a:pt x="7667512" y="376909"/>
                  </a:lnTo>
                  <a:lnTo>
                    <a:pt x="7672985" y="376909"/>
                  </a:lnTo>
                  <a:lnTo>
                    <a:pt x="7678458" y="376909"/>
                  </a:lnTo>
                  <a:lnTo>
                    <a:pt x="7683931" y="376909"/>
                  </a:lnTo>
                  <a:lnTo>
                    <a:pt x="7689404" y="376909"/>
                  </a:lnTo>
                  <a:lnTo>
                    <a:pt x="7694876" y="376909"/>
                  </a:lnTo>
                  <a:lnTo>
                    <a:pt x="7711295" y="376909"/>
                  </a:lnTo>
                  <a:lnTo>
                    <a:pt x="7716768" y="376909"/>
                  </a:lnTo>
                  <a:lnTo>
                    <a:pt x="7722241" y="376909"/>
                  </a:lnTo>
                  <a:lnTo>
                    <a:pt x="7727714" y="376909"/>
                  </a:lnTo>
                  <a:lnTo>
                    <a:pt x="7733187" y="376909"/>
                  </a:lnTo>
                  <a:lnTo>
                    <a:pt x="7738659" y="376909"/>
                  </a:lnTo>
                  <a:lnTo>
                    <a:pt x="7744132" y="376909"/>
                  </a:lnTo>
                  <a:lnTo>
                    <a:pt x="7749605" y="376909"/>
                  </a:lnTo>
                  <a:lnTo>
                    <a:pt x="7755078" y="376909"/>
                  </a:lnTo>
                  <a:lnTo>
                    <a:pt x="7766024" y="376909"/>
                  </a:lnTo>
                  <a:lnTo>
                    <a:pt x="7771497" y="376909"/>
                  </a:lnTo>
                  <a:lnTo>
                    <a:pt x="7776970" y="376909"/>
                  </a:lnTo>
                  <a:lnTo>
                    <a:pt x="7782443" y="376909"/>
                  </a:lnTo>
                  <a:lnTo>
                    <a:pt x="7787915" y="376909"/>
                  </a:lnTo>
                  <a:lnTo>
                    <a:pt x="7793388" y="376909"/>
                  </a:lnTo>
                  <a:lnTo>
                    <a:pt x="7798861" y="376909"/>
                  </a:lnTo>
                  <a:lnTo>
                    <a:pt x="7804334" y="376909"/>
                  </a:lnTo>
                  <a:lnTo>
                    <a:pt x="7809807" y="376909"/>
                  </a:lnTo>
                  <a:lnTo>
                    <a:pt x="7815280" y="376909"/>
                  </a:lnTo>
                  <a:lnTo>
                    <a:pt x="7820753" y="376909"/>
                  </a:lnTo>
                  <a:lnTo>
                    <a:pt x="7826226" y="376909"/>
                  </a:lnTo>
                  <a:lnTo>
                    <a:pt x="7831699" y="376909"/>
                  </a:lnTo>
                  <a:lnTo>
                    <a:pt x="7837171" y="376909"/>
                  </a:lnTo>
                  <a:lnTo>
                    <a:pt x="7842644" y="376909"/>
                  </a:lnTo>
                  <a:lnTo>
                    <a:pt x="7848117" y="376909"/>
                  </a:lnTo>
                  <a:lnTo>
                    <a:pt x="7848117" y="351056"/>
                  </a:lnTo>
                  <a:lnTo>
                    <a:pt x="7853590" y="351056"/>
                  </a:lnTo>
                  <a:lnTo>
                    <a:pt x="7859063" y="351056"/>
                  </a:lnTo>
                  <a:lnTo>
                    <a:pt x="7864536" y="351056"/>
                  </a:lnTo>
                  <a:lnTo>
                    <a:pt x="7870009" y="351056"/>
                  </a:lnTo>
                  <a:lnTo>
                    <a:pt x="7875482" y="351056"/>
                  </a:lnTo>
                  <a:lnTo>
                    <a:pt x="7880955" y="351056"/>
                  </a:lnTo>
                  <a:lnTo>
                    <a:pt x="7891900" y="351056"/>
                  </a:lnTo>
                  <a:lnTo>
                    <a:pt x="7897373" y="351056"/>
                  </a:lnTo>
                  <a:lnTo>
                    <a:pt x="7902846" y="351056"/>
                  </a:lnTo>
                  <a:lnTo>
                    <a:pt x="7908319" y="351056"/>
                  </a:lnTo>
                  <a:lnTo>
                    <a:pt x="7919265" y="351056"/>
                  </a:lnTo>
                  <a:lnTo>
                    <a:pt x="7924738" y="351056"/>
                  </a:lnTo>
                  <a:lnTo>
                    <a:pt x="7930210" y="351056"/>
                  </a:lnTo>
                  <a:lnTo>
                    <a:pt x="7935683" y="351056"/>
                  </a:lnTo>
                  <a:lnTo>
                    <a:pt x="7941156" y="351056"/>
                  </a:lnTo>
                  <a:lnTo>
                    <a:pt x="7946629" y="351056"/>
                  </a:lnTo>
                  <a:lnTo>
                    <a:pt x="7957575" y="351056"/>
                  </a:lnTo>
                  <a:lnTo>
                    <a:pt x="7963048" y="351056"/>
                  </a:lnTo>
                  <a:lnTo>
                    <a:pt x="7968521" y="351056"/>
                  </a:lnTo>
                  <a:lnTo>
                    <a:pt x="7973994" y="351056"/>
                  </a:lnTo>
                  <a:lnTo>
                    <a:pt x="7979466" y="351056"/>
                  </a:lnTo>
                  <a:lnTo>
                    <a:pt x="7984939" y="351056"/>
                  </a:lnTo>
                  <a:lnTo>
                    <a:pt x="7990412" y="351056"/>
                  </a:lnTo>
                  <a:lnTo>
                    <a:pt x="7995885" y="351056"/>
                  </a:lnTo>
                  <a:lnTo>
                    <a:pt x="8001358" y="351056"/>
                  </a:lnTo>
                  <a:lnTo>
                    <a:pt x="8006831" y="351056"/>
                  </a:lnTo>
                  <a:lnTo>
                    <a:pt x="8012304" y="351056"/>
                  </a:lnTo>
                  <a:lnTo>
                    <a:pt x="8017777" y="351056"/>
                  </a:lnTo>
                  <a:lnTo>
                    <a:pt x="8023250" y="351056"/>
                  </a:lnTo>
                  <a:lnTo>
                    <a:pt x="8039668" y="351056"/>
                  </a:lnTo>
                  <a:lnTo>
                    <a:pt x="8045141" y="351056"/>
                  </a:lnTo>
                  <a:lnTo>
                    <a:pt x="8056087" y="351056"/>
                  </a:lnTo>
                  <a:lnTo>
                    <a:pt x="8061560" y="351056"/>
                  </a:lnTo>
                  <a:lnTo>
                    <a:pt x="8067033" y="351056"/>
                  </a:lnTo>
                  <a:lnTo>
                    <a:pt x="8072506" y="351056"/>
                  </a:lnTo>
                  <a:lnTo>
                    <a:pt x="8077978" y="351056"/>
                  </a:lnTo>
                  <a:lnTo>
                    <a:pt x="8083451" y="351056"/>
                  </a:lnTo>
                  <a:lnTo>
                    <a:pt x="8088924" y="351056"/>
                  </a:lnTo>
                  <a:lnTo>
                    <a:pt x="8094397" y="351056"/>
                  </a:lnTo>
                  <a:lnTo>
                    <a:pt x="8099870" y="351056"/>
                  </a:lnTo>
                  <a:lnTo>
                    <a:pt x="8105343" y="351056"/>
                  </a:lnTo>
                  <a:lnTo>
                    <a:pt x="8110816" y="351056"/>
                  </a:lnTo>
                  <a:lnTo>
                    <a:pt x="8116289" y="351056"/>
                  </a:lnTo>
                  <a:lnTo>
                    <a:pt x="8121761" y="351056"/>
                  </a:lnTo>
                  <a:lnTo>
                    <a:pt x="8127234" y="351056"/>
                  </a:lnTo>
                  <a:lnTo>
                    <a:pt x="8132707" y="351056"/>
                  </a:lnTo>
                  <a:lnTo>
                    <a:pt x="8138180" y="351056"/>
                  </a:lnTo>
                  <a:lnTo>
                    <a:pt x="8143653" y="351056"/>
                  </a:lnTo>
                  <a:lnTo>
                    <a:pt x="8149126" y="351056"/>
                  </a:lnTo>
                  <a:lnTo>
                    <a:pt x="8154599" y="351056"/>
                  </a:lnTo>
                  <a:lnTo>
                    <a:pt x="8160072" y="351056"/>
                  </a:lnTo>
                  <a:lnTo>
                    <a:pt x="8165545" y="351056"/>
                  </a:lnTo>
                  <a:lnTo>
                    <a:pt x="8171017" y="351056"/>
                  </a:lnTo>
                  <a:lnTo>
                    <a:pt x="8176490" y="351056"/>
                  </a:lnTo>
                  <a:lnTo>
                    <a:pt x="8181963" y="351056"/>
                  </a:lnTo>
                  <a:lnTo>
                    <a:pt x="8181963" y="323297"/>
                  </a:lnTo>
                  <a:lnTo>
                    <a:pt x="8192909" y="323297"/>
                  </a:lnTo>
                  <a:lnTo>
                    <a:pt x="8198382" y="323297"/>
                  </a:lnTo>
                  <a:lnTo>
                    <a:pt x="8203855" y="323297"/>
                  </a:lnTo>
                  <a:lnTo>
                    <a:pt x="8209328" y="323297"/>
                  </a:lnTo>
                  <a:lnTo>
                    <a:pt x="8214801" y="323297"/>
                  </a:lnTo>
                  <a:lnTo>
                    <a:pt x="8220273" y="323297"/>
                  </a:lnTo>
                  <a:lnTo>
                    <a:pt x="8225746" y="323297"/>
                  </a:lnTo>
                  <a:lnTo>
                    <a:pt x="8231219" y="323297"/>
                  </a:lnTo>
                  <a:lnTo>
                    <a:pt x="8236692" y="323297"/>
                  </a:lnTo>
                  <a:lnTo>
                    <a:pt x="8242165" y="323297"/>
                  </a:lnTo>
                  <a:lnTo>
                    <a:pt x="8247638" y="323297"/>
                  </a:lnTo>
                  <a:lnTo>
                    <a:pt x="8253111" y="323297"/>
                  </a:lnTo>
                  <a:lnTo>
                    <a:pt x="8258584" y="323297"/>
                  </a:lnTo>
                  <a:lnTo>
                    <a:pt x="8264056" y="323297"/>
                  </a:lnTo>
                  <a:lnTo>
                    <a:pt x="8269529" y="323297"/>
                  </a:lnTo>
                  <a:lnTo>
                    <a:pt x="8275002" y="323297"/>
                  </a:lnTo>
                  <a:lnTo>
                    <a:pt x="8285948" y="323297"/>
                  </a:lnTo>
                  <a:lnTo>
                    <a:pt x="8291421" y="323297"/>
                  </a:lnTo>
                  <a:lnTo>
                    <a:pt x="8296894" y="323297"/>
                  </a:lnTo>
                  <a:lnTo>
                    <a:pt x="8302367" y="323297"/>
                  </a:lnTo>
                  <a:lnTo>
                    <a:pt x="8307840" y="323297"/>
                  </a:lnTo>
                  <a:lnTo>
                    <a:pt x="8313312" y="323297"/>
                  </a:lnTo>
                  <a:lnTo>
                    <a:pt x="8318785" y="323297"/>
                  </a:lnTo>
                  <a:lnTo>
                    <a:pt x="8324258" y="323297"/>
                  </a:lnTo>
                  <a:lnTo>
                    <a:pt x="8329731" y="323297"/>
                  </a:lnTo>
                  <a:lnTo>
                    <a:pt x="8335204" y="323297"/>
                  </a:lnTo>
                  <a:lnTo>
                    <a:pt x="8340677" y="323297"/>
                  </a:lnTo>
                  <a:lnTo>
                    <a:pt x="8346150" y="323297"/>
                  </a:lnTo>
                  <a:lnTo>
                    <a:pt x="8351623" y="323297"/>
                  </a:lnTo>
                  <a:lnTo>
                    <a:pt x="8357096" y="323297"/>
                  </a:lnTo>
                  <a:lnTo>
                    <a:pt x="8368041" y="323297"/>
                  </a:lnTo>
                  <a:lnTo>
                    <a:pt x="8373514" y="323297"/>
                  </a:lnTo>
                  <a:lnTo>
                    <a:pt x="8378987" y="323297"/>
                  </a:lnTo>
                  <a:lnTo>
                    <a:pt x="8384460" y="323297"/>
                  </a:lnTo>
                  <a:lnTo>
                    <a:pt x="8389933" y="323297"/>
                  </a:lnTo>
                  <a:lnTo>
                    <a:pt x="8395406" y="323297"/>
                  </a:lnTo>
                  <a:lnTo>
                    <a:pt x="8400879" y="323297"/>
                  </a:lnTo>
                  <a:lnTo>
                    <a:pt x="8411824" y="323297"/>
                  </a:lnTo>
                  <a:lnTo>
                    <a:pt x="8417297" y="323297"/>
                  </a:lnTo>
                  <a:lnTo>
                    <a:pt x="8422770" y="323297"/>
                  </a:lnTo>
                  <a:lnTo>
                    <a:pt x="8428243" y="323297"/>
                  </a:lnTo>
                  <a:lnTo>
                    <a:pt x="8433716" y="323297"/>
                  </a:lnTo>
                  <a:lnTo>
                    <a:pt x="8439189" y="323297"/>
                  </a:lnTo>
                  <a:lnTo>
                    <a:pt x="8444662" y="323297"/>
                  </a:lnTo>
                  <a:lnTo>
                    <a:pt x="8450135" y="323297"/>
                  </a:lnTo>
                  <a:lnTo>
                    <a:pt x="8455607" y="323297"/>
                  </a:lnTo>
                  <a:lnTo>
                    <a:pt x="8461080" y="323297"/>
                  </a:lnTo>
                  <a:lnTo>
                    <a:pt x="8466553" y="323297"/>
                  </a:lnTo>
                  <a:lnTo>
                    <a:pt x="8466553" y="294107"/>
                  </a:lnTo>
                  <a:lnTo>
                    <a:pt x="8472026" y="294107"/>
                  </a:lnTo>
                  <a:lnTo>
                    <a:pt x="8477499" y="294107"/>
                  </a:lnTo>
                  <a:lnTo>
                    <a:pt x="8482972" y="294107"/>
                  </a:lnTo>
                  <a:lnTo>
                    <a:pt x="8488445" y="294107"/>
                  </a:lnTo>
                  <a:lnTo>
                    <a:pt x="8499391" y="294107"/>
                  </a:lnTo>
                  <a:lnTo>
                    <a:pt x="8504863" y="294107"/>
                  </a:lnTo>
                  <a:lnTo>
                    <a:pt x="8504863" y="264922"/>
                  </a:lnTo>
                  <a:lnTo>
                    <a:pt x="8510336" y="264922"/>
                  </a:lnTo>
                  <a:lnTo>
                    <a:pt x="8515809" y="264922"/>
                  </a:lnTo>
                  <a:lnTo>
                    <a:pt x="8526755" y="264922"/>
                  </a:lnTo>
                  <a:lnTo>
                    <a:pt x="8532228" y="264922"/>
                  </a:lnTo>
                  <a:lnTo>
                    <a:pt x="8537701" y="264922"/>
                  </a:lnTo>
                  <a:lnTo>
                    <a:pt x="8543174" y="264922"/>
                  </a:lnTo>
                  <a:lnTo>
                    <a:pt x="8554119" y="264922"/>
                  </a:lnTo>
                  <a:lnTo>
                    <a:pt x="8559592" y="264922"/>
                  </a:lnTo>
                  <a:lnTo>
                    <a:pt x="8565065" y="264922"/>
                  </a:lnTo>
                  <a:lnTo>
                    <a:pt x="8570538" y="264922"/>
                  </a:lnTo>
                  <a:lnTo>
                    <a:pt x="8576011" y="264922"/>
                  </a:lnTo>
                  <a:lnTo>
                    <a:pt x="8581484" y="264922"/>
                  </a:lnTo>
                  <a:lnTo>
                    <a:pt x="8592430" y="264922"/>
                  </a:lnTo>
                  <a:lnTo>
                    <a:pt x="8597903" y="264922"/>
                  </a:lnTo>
                  <a:lnTo>
                    <a:pt x="8608848" y="264922"/>
                  </a:lnTo>
                  <a:lnTo>
                    <a:pt x="8614321" y="264922"/>
                  </a:lnTo>
                  <a:lnTo>
                    <a:pt x="8614321" y="235244"/>
                  </a:lnTo>
                  <a:lnTo>
                    <a:pt x="8619794" y="235244"/>
                  </a:lnTo>
                  <a:lnTo>
                    <a:pt x="8625267" y="235244"/>
                  </a:lnTo>
                  <a:lnTo>
                    <a:pt x="8630740" y="235244"/>
                  </a:lnTo>
                  <a:lnTo>
                    <a:pt x="8636213" y="235244"/>
                  </a:lnTo>
                  <a:lnTo>
                    <a:pt x="8641686" y="235244"/>
                  </a:lnTo>
                  <a:lnTo>
                    <a:pt x="8652631" y="235244"/>
                  </a:lnTo>
                  <a:lnTo>
                    <a:pt x="8658104" y="235244"/>
                  </a:lnTo>
                  <a:lnTo>
                    <a:pt x="8663577" y="235244"/>
                  </a:lnTo>
                  <a:lnTo>
                    <a:pt x="8669050" y="235244"/>
                  </a:lnTo>
                  <a:lnTo>
                    <a:pt x="8674523" y="235244"/>
                  </a:lnTo>
                  <a:lnTo>
                    <a:pt x="8679996" y="235244"/>
                  </a:lnTo>
                  <a:lnTo>
                    <a:pt x="8685469" y="235244"/>
                  </a:lnTo>
                  <a:lnTo>
                    <a:pt x="8690942" y="235244"/>
                  </a:lnTo>
                  <a:lnTo>
                    <a:pt x="8696414" y="235244"/>
                  </a:lnTo>
                  <a:lnTo>
                    <a:pt x="8701887" y="235244"/>
                  </a:lnTo>
                  <a:lnTo>
                    <a:pt x="8707360" y="235244"/>
                  </a:lnTo>
                  <a:lnTo>
                    <a:pt x="8712833" y="235244"/>
                  </a:lnTo>
                  <a:lnTo>
                    <a:pt x="8718306" y="235244"/>
                  </a:lnTo>
                  <a:lnTo>
                    <a:pt x="8723779" y="235244"/>
                  </a:lnTo>
                  <a:lnTo>
                    <a:pt x="8734725" y="235244"/>
                  </a:lnTo>
                  <a:lnTo>
                    <a:pt x="8740198" y="235244"/>
                  </a:lnTo>
                  <a:lnTo>
                    <a:pt x="8751143" y="235244"/>
                  </a:lnTo>
                  <a:lnTo>
                    <a:pt x="8756616" y="235244"/>
                  </a:lnTo>
                  <a:lnTo>
                    <a:pt x="8762089" y="235244"/>
                  </a:lnTo>
                  <a:lnTo>
                    <a:pt x="8767562" y="235244"/>
                  </a:lnTo>
                  <a:lnTo>
                    <a:pt x="8773035" y="235244"/>
                  </a:lnTo>
                  <a:lnTo>
                    <a:pt x="8778508" y="235244"/>
                  </a:lnTo>
                  <a:lnTo>
                    <a:pt x="8789453" y="235244"/>
                  </a:lnTo>
                  <a:lnTo>
                    <a:pt x="8794926" y="235244"/>
                  </a:lnTo>
                  <a:lnTo>
                    <a:pt x="8800399" y="235244"/>
                  </a:lnTo>
                  <a:lnTo>
                    <a:pt x="8811345" y="235244"/>
                  </a:lnTo>
                  <a:lnTo>
                    <a:pt x="8816818" y="235244"/>
                  </a:lnTo>
                  <a:lnTo>
                    <a:pt x="8822291" y="235244"/>
                  </a:lnTo>
                  <a:lnTo>
                    <a:pt x="8827764" y="235244"/>
                  </a:lnTo>
                  <a:lnTo>
                    <a:pt x="8833237" y="235244"/>
                  </a:lnTo>
                  <a:lnTo>
                    <a:pt x="8844182" y="235244"/>
                  </a:lnTo>
                  <a:lnTo>
                    <a:pt x="8849655" y="235244"/>
                  </a:lnTo>
                  <a:lnTo>
                    <a:pt x="8855128" y="235244"/>
                  </a:lnTo>
                  <a:lnTo>
                    <a:pt x="8866074" y="235244"/>
                  </a:lnTo>
                  <a:lnTo>
                    <a:pt x="8871547" y="235244"/>
                  </a:lnTo>
                  <a:lnTo>
                    <a:pt x="8871547" y="204138"/>
                  </a:lnTo>
                  <a:lnTo>
                    <a:pt x="8882493" y="204138"/>
                  </a:lnTo>
                  <a:lnTo>
                    <a:pt x="8887965" y="204138"/>
                  </a:lnTo>
                  <a:lnTo>
                    <a:pt x="8893438" y="204138"/>
                  </a:lnTo>
                  <a:lnTo>
                    <a:pt x="8898911" y="204138"/>
                  </a:lnTo>
                  <a:lnTo>
                    <a:pt x="8909857" y="204138"/>
                  </a:lnTo>
                  <a:lnTo>
                    <a:pt x="8915330" y="204138"/>
                  </a:lnTo>
                  <a:lnTo>
                    <a:pt x="8920803" y="204138"/>
                  </a:lnTo>
                  <a:lnTo>
                    <a:pt x="8926276" y="204138"/>
                  </a:lnTo>
                  <a:lnTo>
                    <a:pt x="8931749" y="204138"/>
                  </a:lnTo>
                  <a:lnTo>
                    <a:pt x="8937221" y="204138"/>
                  </a:lnTo>
                  <a:lnTo>
                    <a:pt x="8942694" y="204138"/>
                  </a:lnTo>
                  <a:lnTo>
                    <a:pt x="8948167" y="204138"/>
                  </a:lnTo>
                  <a:lnTo>
                    <a:pt x="8959113" y="204138"/>
                  </a:lnTo>
                  <a:lnTo>
                    <a:pt x="8964586" y="204138"/>
                  </a:lnTo>
                  <a:lnTo>
                    <a:pt x="8970059" y="204138"/>
                  </a:lnTo>
                  <a:lnTo>
                    <a:pt x="8975532" y="204138"/>
                  </a:lnTo>
                  <a:lnTo>
                    <a:pt x="8981004" y="204138"/>
                  </a:lnTo>
                  <a:lnTo>
                    <a:pt x="8986477" y="204138"/>
                  </a:lnTo>
                  <a:lnTo>
                    <a:pt x="8991950" y="204138"/>
                  </a:lnTo>
                  <a:lnTo>
                    <a:pt x="9002896" y="204138"/>
                  </a:lnTo>
                  <a:lnTo>
                    <a:pt x="9008369" y="204138"/>
                  </a:lnTo>
                  <a:lnTo>
                    <a:pt x="9013842" y="204138"/>
                  </a:lnTo>
                  <a:lnTo>
                    <a:pt x="9019315" y="204138"/>
                  </a:lnTo>
                  <a:lnTo>
                    <a:pt x="9024788" y="204138"/>
                  </a:lnTo>
                  <a:lnTo>
                    <a:pt x="9030260" y="204138"/>
                  </a:lnTo>
                  <a:lnTo>
                    <a:pt x="9041206" y="204138"/>
                  </a:lnTo>
                  <a:lnTo>
                    <a:pt x="9041206" y="172649"/>
                  </a:lnTo>
                  <a:lnTo>
                    <a:pt x="9046679" y="172649"/>
                  </a:lnTo>
                  <a:lnTo>
                    <a:pt x="9052152" y="172649"/>
                  </a:lnTo>
                  <a:lnTo>
                    <a:pt x="9057625" y="172649"/>
                  </a:lnTo>
                  <a:lnTo>
                    <a:pt x="9063098" y="172649"/>
                  </a:lnTo>
                  <a:lnTo>
                    <a:pt x="9068571" y="172649"/>
                  </a:lnTo>
                  <a:lnTo>
                    <a:pt x="9074044" y="172649"/>
                  </a:lnTo>
                  <a:lnTo>
                    <a:pt x="9079516" y="172649"/>
                  </a:lnTo>
                  <a:lnTo>
                    <a:pt x="9084989" y="172649"/>
                  </a:lnTo>
                  <a:lnTo>
                    <a:pt x="9090462" y="172649"/>
                  </a:lnTo>
                  <a:lnTo>
                    <a:pt x="9101408" y="172649"/>
                  </a:lnTo>
                  <a:lnTo>
                    <a:pt x="9106881" y="172649"/>
                  </a:lnTo>
                  <a:lnTo>
                    <a:pt x="9117827" y="172649"/>
                  </a:lnTo>
                  <a:lnTo>
                    <a:pt x="9123300" y="172649"/>
                  </a:lnTo>
                  <a:lnTo>
                    <a:pt x="9128772" y="172649"/>
                  </a:lnTo>
                  <a:lnTo>
                    <a:pt x="9134245" y="172649"/>
                  </a:lnTo>
                  <a:lnTo>
                    <a:pt x="9139718" y="172649"/>
                  </a:lnTo>
                  <a:lnTo>
                    <a:pt x="9145191" y="172649"/>
                  </a:lnTo>
                  <a:lnTo>
                    <a:pt x="9150664" y="172649"/>
                  </a:lnTo>
                  <a:lnTo>
                    <a:pt x="9156137" y="172649"/>
                  </a:lnTo>
                  <a:lnTo>
                    <a:pt x="9161610" y="172649"/>
                  </a:lnTo>
                  <a:lnTo>
                    <a:pt x="9172555" y="172649"/>
                  </a:lnTo>
                  <a:lnTo>
                    <a:pt x="9178028" y="172649"/>
                  </a:lnTo>
                  <a:lnTo>
                    <a:pt x="9183501" y="172649"/>
                  </a:lnTo>
                  <a:lnTo>
                    <a:pt x="9188974" y="172649"/>
                  </a:lnTo>
                  <a:lnTo>
                    <a:pt x="9194447" y="172649"/>
                  </a:lnTo>
                  <a:lnTo>
                    <a:pt x="9199920" y="172649"/>
                  </a:lnTo>
                  <a:lnTo>
                    <a:pt x="9205393" y="172649"/>
                  </a:lnTo>
                  <a:lnTo>
                    <a:pt x="9210866" y="172649"/>
                  </a:lnTo>
                  <a:lnTo>
                    <a:pt x="9221811" y="172649"/>
                  </a:lnTo>
                  <a:lnTo>
                    <a:pt x="9227284" y="172649"/>
                  </a:lnTo>
                  <a:lnTo>
                    <a:pt x="9232757" y="172649"/>
                  </a:lnTo>
                  <a:lnTo>
                    <a:pt x="9238230" y="172649"/>
                  </a:lnTo>
                  <a:lnTo>
                    <a:pt x="9249176" y="172649"/>
                  </a:lnTo>
                  <a:lnTo>
                    <a:pt x="9260122" y="172649"/>
                  </a:lnTo>
                  <a:lnTo>
                    <a:pt x="9265595" y="172649"/>
                  </a:lnTo>
                  <a:lnTo>
                    <a:pt x="9271067" y="172649"/>
                  </a:lnTo>
                  <a:lnTo>
                    <a:pt x="9271067" y="139603"/>
                  </a:lnTo>
                  <a:lnTo>
                    <a:pt x="9276540" y="139603"/>
                  </a:lnTo>
                  <a:lnTo>
                    <a:pt x="9282013" y="139603"/>
                  </a:lnTo>
                  <a:lnTo>
                    <a:pt x="9287486" y="139603"/>
                  </a:lnTo>
                  <a:lnTo>
                    <a:pt x="9292959" y="139603"/>
                  </a:lnTo>
                  <a:lnTo>
                    <a:pt x="9303905" y="139603"/>
                  </a:lnTo>
                  <a:lnTo>
                    <a:pt x="9309378" y="139603"/>
                  </a:lnTo>
                  <a:lnTo>
                    <a:pt x="9314850" y="139603"/>
                  </a:lnTo>
                  <a:lnTo>
                    <a:pt x="9320323" y="139603"/>
                  </a:lnTo>
                  <a:lnTo>
                    <a:pt x="9325796" y="139603"/>
                  </a:lnTo>
                  <a:lnTo>
                    <a:pt x="9347688" y="139603"/>
                  </a:lnTo>
                  <a:lnTo>
                    <a:pt x="9353161" y="139603"/>
                  </a:lnTo>
                  <a:lnTo>
                    <a:pt x="9364106" y="139603"/>
                  </a:lnTo>
                  <a:lnTo>
                    <a:pt x="9369579" y="139603"/>
                  </a:lnTo>
                  <a:lnTo>
                    <a:pt x="9375052" y="139603"/>
                  </a:lnTo>
                  <a:lnTo>
                    <a:pt x="9380525" y="139603"/>
                  </a:lnTo>
                  <a:lnTo>
                    <a:pt x="9385998" y="139603"/>
                  </a:lnTo>
                  <a:lnTo>
                    <a:pt x="9391471" y="139603"/>
                  </a:lnTo>
                  <a:lnTo>
                    <a:pt x="9396944" y="139603"/>
                  </a:lnTo>
                  <a:lnTo>
                    <a:pt x="9402417" y="139603"/>
                  </a:lnTo>
                  <a:lnTo>
                    <a:pt x="9407890" y="139603"/>
                  </a:lnTo>
                  <a:lnTo>
                    <a:pt x="9413362" y="139603"/>
                  </a:lnTo>
                  <a:lnTo>
                    <a:pt x="9418835" y="139603"/>
                  </a:lnTo>
                  <a:lnTo>
                    <a:pt x="9424308" y="139603"/>
                  </a:lnTo>
                  <a:lnTo>
                    <a:pt x="9429781" y="139603"/>
                  </a:lnTo>
                  <a:lnTo>
                    <a:pt x="9435254" y="139603"/>
                  </a:lnTo>
                  <a:lnTo>
                    <a:pt x="9440727" y="139603"/>
                  </a:lnTo>
                  <a:lnTo>
                    <a:pt x="9446200" y="139603"/>
                  </a:lnTo>
                  <a:lnTo>
                    <a:pt x="9451673" y="139603"/>
                  </a:lnTo>
                  <a:lnTo>
                    <a:pt x="9457146" y="139603"/>
                  </a:lnTo>
                  <a:lnTo>
                    <a:pt x="9457146" y="105174"/>
                  </a:lnTo>
                  <a:lnTo>
                    <a:pt x="9462618" y="105174"/>
                  </a:lnTo>
                  <a:lnTo>
                    <a:pt x="9468091" y="105174"/>
                  </a:lnTo>
                  <a:lnTo>
                    <a:pt x="9479037" y="105174"/>
                  </a:lnTo>
                  <a:lnTo>
                    <a:pt x="9495456" y="105174"/>
                  </a:lnTo>
                  <a:lnTo>
                    <a:pt x="9500929" y="105174"/>
                  </a:lnTo>
                  <a:lnTo>
                    <a:pt x="9506401" y="105174"/>
                  </a:lnTo>
                  <a:lnTo>
                    <a:pt x="9511874" y="105174"/>
                  </a:lnTo>
                  <a:lnTo>
                    <a:pt x="9517347" y="105174"/>
                  </a:lnTo>
                  <a:lnTo>
                    <a:pt x="9522820" y="105174"/>
                  </a:lnTo>
                  <a:lnTo>
                    <a:pt x="9528293" y="105174"/>
                  </a:lnTo>
                  <a:lnTo>
                    <a:pt x="9533766" y="105174"/>
                  </a:lnTo>
                  <a:lnTo>
                    <a:pt x="9539239" y="105174"/>
                  </a:lnTo>
                  <a:lnTo>
                    <a:pt x="9550185" y="105174"/>
                  </a:lnTo>
                  <a:lnTo>
                    <a:pt x="9566603" y="105174"/>
                  </a:lnTo>
                  <a:lnTo>
                    <a:pt x="9572076" y="105174"/>
                  </a:lnTo>
                  <a:lnTo>
                    <a:pt x="9577549" y="105174"/>
                  </a:lnTo>
                  <a:lnTo>
                    <a:pt x="9577549" y="70251"/>
                  </a:lnTo>
                  <a:lnTo>
                    <a:pt x="9593968" y="70251"/>
                  </a:lnTo>
                  <a:lnTo>
                    <a:pt x="9599441" y="70251"/>
                  </a:lnTo>
                  <a:lnTo>
                    <a:pt x="9604913" y="70251"/>
                  </a:lnTo>
                  <a:lnTo>
                    <a:pt x="9610386" y="70251"/>
                  </a:lnTo>
                  <a:lnTo>
                    <a:pt x="9615859" y="70251"/>
                  </a:lnTo>
                  <a:lnTo>
                    <a:pt x="9615859" y="35323"/>
                  </a:lnTo>
                  <a:lnTo>
                    <a:pt x="9626805" y="35323"/>
                  </a:lnTo>
                  <a:lnTo>
                    <a:pt x="9632278" y="35323"/>
                  </a:lnTo>
                  <a:lnTo>
                    <a:pt x="9637751" y="35323"/>
                  </a:lnTo>
                  <a:lnTo>
                    <a:pt x="9643224" y="35323"/>
                  </a:lnTo>
                  <a:lnTo>
                    <a:pt x="9648697" y="35323"/>
                  </a:lnTo>
                  <a:lnTo>
                    <a:pt x="9654169" y="35323"/>
                  </a:lnTo>
                  <a:lnTo>
                    <a:pt x="9659642" y="35323"/>
                  </a:lnTo>
                  <a:lnTo>
                    <a:pt x="9676061" y="35323"/>
                  </a:lnTo>
                  <a:lnTo>
                    <a:pt x="9681534" y="35323"/>
                  </a:lnTo>
                  <a:lnTo>
                    <a:pt x="9687007" y="35323"/>
                  </a:lnTo>
                  <a:lnTo>
                    <a:pt x="9692480" y="35323"/>
                  </a:lnTo>
                  <a:lnTo>
                    <a:pt x="9697952" y="35323"/>
                  </a:lnTo>
                  <a:lnTo>
                    <a:pt x="9703425" y="35323"/>
                  </a:lnTo>
                  <a:lnTo>
                    <a:pt x="9703425" y="0"/>
                  </a:lnTo>
                  <a:lnTo>
                    <a:pt x="9714371" y="0"/>
                  </a:lnTo>
                  <a:lnTo>
                    <a:pt x="9719844" y="0"/>
                  </a:lnTo>
                  <a:lnTo>
                    <a:pt x="9725317" y="0"/>
                  </a:lnTo>
                  <a:lnTo>
                    <a:pt x="9730790" y="0"/>
                  </a:lnTo>
                  <a:lnTo>
                    <a:pt x="9736263" y="0"/>
                  </a:lnTo>
                  <a:lnTo>
                    <a:pt x="9741736" y="0"/>
                  </a:lnTo>
                  <a:lnTo>
                    <a:pt x="9747208" y="0"/>
                  </a:lnTo>
                  <a:lnTo>
                    <a:pt x="9752681" y="0"/>
                  </a:lnTo>
                  <a:lnTo>
                    <a:pt x="9758154" y="0"/>
                  </a:lnTo>
                  <a:lnTo>
                    <a:pt x="9769100" y="0"/>
                  </a:lnTo>
                  <a:lnTo>
                    <a:pt x="9774573" y="0"/>
                  </a:lnTo>
                  <a:lnTo>
                    <a:pt x="9790992" y="0"/>
                  </a:lnTo>
                  <a:lnTo>
                    <a:pt x="9796464" y="0"/>
                  </a:lnTo>
                  <a:lnTo>
                    <a:pt x="9801937" y="0"/>
                  </a:lnTo>
                  <a:lnTo>
                    <a:pt x="9812883" y="0"/>
                  </a:lnTo>
                  <a:lnTo>
                    <a:pt x="9818356" y="0"/>
                  </a:lnTo>
                  <a:lnTo>
                    <a:pt x="9823829" y="0"/>
                  </a:lnTo>
                  <a:lnTo>
                    <a:pt x="9834775" y="0"/>
                  </a:lnTo>
                  <a:lnTo>
                    <a:pt x="9840247" y="0"/>
                  </a:lnTo>
                  <a:lnTo>
                    <a:pt x="9845720" y="0"/>
                  </a:lnTo>
                  <a:lnTo>
                    <a:pt x="9851193" y="0"/>
                  </a:lnTo>
                  <a:lnTo>
                    <a:pt x="9862139" y="0"/>
                  </a:lnTo>
                  <a:lnTo>
                    <a:pt x="9873085" y="0"/>
                  </a:lnTo>
                  <a:lnTo>
                    <a:pt x="9873085" y="626365"/>
                  </a:lnTo>
                  <a:lnTo>
                    <a:pt x="9862139" y="626365"/>
                  </a:lnTo>
                  <a:lnTo>
                    <a:pt x="9851193" y="626365"/>
                  </a:lnTo>
                  <a:lnTo>
                    <a:pt x="9845720" y="626365"/>
                  </a:lnTo>
                  <a:lnTo>
                    <a:pt x="9840247" y="626365"/>
                  </a:lnTo>
                  <a:lnTo>
                    <a:pt x="9834775" y="626365"/>
                  </a:lnTo>
                  <a:lnTo>
                    <a:pt x="9823829" y="626365"/>
                  </a:lnTo>
                  <a:lnTo>
                    <a:pt x="9818356" y="626365"/>
                  </a:lnTo>
                  <a:lnTo>
                    <a:pt x="9812883" y="626365"/>
                  </a:lnTo>
                  <a:lnTo>
                    <a:pt x="9801937" y="626365"/>
                  </a:lnTo>
                  <a:lnTo>
                    <a:pt x="9796464" y="626365"/>
                  </a:lnTo>
                  <a:lnTo>
                    <a:pt x="9790992" y="626365"/>
                  </a:lnTo>
                  <a:lnTo>
                    <a:pt x="9774573" y="626365"/>
                  </a:lnTo>
                  <a:lnTo>
                    <a:pt x="9769100" y="626365"/>
                  </a:lnTo>
                  <a:lnTo>
                    <a:pt x="9758154" y="626365"/>
                  </a:lnTo>
                  <a:lnTo>
                    <a:pt x="9752681" y="626365"/>
                  </a:lnTo>
                  <a:lnTo>
                    <a:pt x="9747208" y="626365"/>
                  </a:lnTo>
                  <a:lnTo>
                    <a:pt x="9741736" y="626365"/>
                  </a:lnTo>
                  <a:lnTo>
                    <a:pt x="9736263" y="626365"/>
                  </a:lnTo>
                  <a:lnTo>
                    <a:pt x="9730790" y="626365"/>
                  </a:lnTo>
                  <a:lnTo>
                    <a:pt x="9725317" y="626365"/>
                  </a:lnTo>
                  <a:lnTo>
                    <a:pt x="9719844" y="626365"/>
                  </a:lnTo>
                  <a:lnTo>
                    <a:pt x="9714371" y="626365"/>
                  </a:lnTo>
                  <a:lnTo>
                    <a:pt x="9703425" y="626365"/>
                  </a:lnTo>
                  <a:lnTo>
                    <a:pt x="9703425" y="651413"/>
                  </a:lnTo>
                  <a:lnTo>
                    <a:pt x="9697952" y="651413"/>
                  </a:lnTo>
                  <a:lnTo>
                    <a:pt x="9692480" y="651413"/>
                  </a:lnTo>
                  <a:lnTo>
                    <a:pt x="9687007" y="651413"/>
                  </a:lnTo>
                  <a:lnTo>
                    <a:pt x="9681534" y="651413"/>
                  </a:lnTo>
                  <a:lnTo>
                    <a:pt x="9676061" y="651413"/>
                  </a:lnTo>
                  <a:lnTo>
                    <a:pt x="9659642" y="651413"/>
                  </a:lnTo>
                  <a:lnTo>
                    <a:pt x="9654169" y="651413"/>
                  </a:lnTo>
                  <a:lnTo>
                    <a:pt x="9648697" y="651413"/>
                  </a:lnTo>
                  <a:lnTo>
                    <a:pt x="9643224" y="651413"/>
                  </a:lnTo>
                  <a:lnTo>
                    <a:pt x="9637751" y="651413"/>
                  </a:lnTo>
                  <a:lnTo>
                    <a:pt x="9632278" y="651413"/>
                  </a:lnTo>
                  <a:lnTo>
                    <a:pt x="9626805" y="651413"/>
                  </a:lnTo>
                  <a:lnTo>
                    <a:pt x="9615859" y="651413"/>
                  </a:lnTo>
                  <a:lnTo>
                    <a:pt x="9615859" y="676117"/>
                  </a:lnTo>
                  <a:lnTo>
                    <a:pt x="9610386" y="676117"/>
                  </a:lnTo>
                  <a:lnTo>
                    <a:pt x="9604913" y="676117"/>
                  </a:lnTo>
                  <a:lnTo>
                    <a:pt x="9599441" y="676117"/>
                  </a:lnTo>
                  <a:lnTo>
                    <a:pt x="9593968" y="676117"/>
                  </a:lnTo>
                  <a:lnTo>
                    <a:pt x="9577549" y="676117"/>
                  </a:lnTo>
                  <a:lnTo>
                    <a:pt x="9577549" y="700666"/>
                  </a:lnTo>
                  <a:lnTo>
                    <a:pt x="9572076" y="700666"/>
                  </a:lnTo>
                  <a:lnTo>
                    <a:pt x="9566603" y="700666"/>
                  </a:lnTo>
                  <a:lnTo>
                    <a:pt x="9550185" y="700666"/>
                  </a:lnTo>
                  <a:lnTo>
                    <a:pt x="9539239" y="700666"/>
                  </a:lnTo>
                  <a:lnTo>
                    <a:pt x="9533766" y="700666"/>
                  </a:lnTo>
                  <a:lnTo>
                    <a:pt x="9528293" y="700666"/>
                  </a:lnTo>
                  <a:lnTo>
                    <a:pt x="9522820" y="700666"/>
                  </a:lnTo>
                  <a:lnTo>
                    <a:pt x="9517347" y="700666"/>
                  </a:lnTo>
                  <a:lnTo>
                    <a:pt x="9511874" y="700666"/>
                  </a:lnTo>
                  <a:lnTo>
                    <a:pt x="9506401" y="700666"/>
                  </a:lnTo>
                  <a:lnTo>
                    <a:pt x="9500929" y="700666"/>
                  </a:lnTo>
                  <a:lnTo>
                    <a:pt x="9495456" y="700666"/>
                  </a:lnTo>
                  <a:lnTo>
                    <a:pt x="9479037" y="700666"/>
                  </a:lnTo>
                  <a:lnTo>
                    <a:pt x="9468091" y="700666"/>
                  </a:lnTo>
                  <a:lnTo>
                    <a:pt x="9462618" y="700666"/>
                  </a:lnTo>
                  <a:lnTo>
                    <a:pt x="9457146" y="700666"/>
                  </a:lnTo>
                  <a:lnTo>
                    <a:pt x="9457146" y="724824"/>
                  </a:lnTo>
                  <a:lnTo>
                    <a:pt x="9451673" y="724824"/>
                  </a:lnTo>
                  <a:lnTo>
                    <a:pt x="9446200" y="724824"/>
                  </a:lnTo>
                  <a:lnTo>
                    <a:pt x="9440727" y="724824"/>
                  </a:lnTo>
                  <a:lnTo>
                    <a:pt x="9435254" y="724824"/>
                  </a:lnTo>
                  <a:lnTo>
                    <a:pt x="9429781" y="724824"/>
                  </a:lnTo>
                  <a:lnTo>
                    <a:pt x="9424308" y="724824"/>
                  </a:lnTo>
                  <a:lnTo>
                    <a:pt x="9418835" y="724824"/>
                  </a:lnTo>
                  <a:lnTo>
                    <a:pt x="9413362" y="724824"/>
                  </a:lnTo>
                  <a:lnTo>
                    <a:pt x="9407890" y="724824"/>
                  </a:lnTo>
                  <a:lnTo>
                    <a:pt x="9402417" y="724824"/>
                  </a:lnTo>
                  <a:lnTo>
                    <a:pt x="9396944" y="724824"/>
                  </a:lnTo>
                  <a:lnTo>
                    <a:pt x="9391471" y="724824"/>
                  </a:lnTo>
                  <a:lnTo>
                    <a:pt x="9385998" y="724824"/>
                  </a:lnTo>
                  <a:lnTo>
                    <a:pt x="9380525" y="724824"/>
                  </a:lnTo>
                  <a:lnTo>
                    <a:pt x="9375052" y="724824"/>
                  </a:lnTo>
                  <a:lnTo>
                    <a:pt x="9369579" y="724824"/>
                  </a:lnTo>
                  <a:lnTo>
                    <a:pt x="9364106" y="724824"/>
                  </a:lnTo>
                  <a:lnTo>
                    <a:pt x="9353161" y="724824"/>
                  </a:lnTo>
                  <a:lnTo>
                    <a:pt x="9347688" y="724824"/>
                  </a:lnTo>
                  <a:lnTo>
                    <a:pt x="9325796" y="724824"/>
                  </a:lnTo>
                  <a:lnTo>
                    <a:pt x="9320323" y="724824"/>
                  </a:lnTo>
                  <a:lnTo>
                    <a:pt x="9314850" y="724824"/>
                  </a:lnTo>
                  <a:lnTo>
                    <a:pt x="9309378" y="724824"/>
                  </a:lnTo>
                  <a:lnTo>
                    <a:pt x="9303905" y="724824"/>
                  </a:lnTo>
                  <a:lnTo>
                    <a:pt x="9292959" y="724824"/>
                  </a:lnTo>
                  <a:lnTo>
                    <a:pt x="9287486" y="724824"/>
                  </a:lnTo>
                  <a:lnTo>
                    <a:pt x="9282013" y="724824"/>
                  </a:lnTo>
                  <a:lnTo>
                    <a:pt x="9276540" y="724824"/>
                  </a:lnTo>
                  <a:lnTo>
                    <a:pt x="9271067" y="724824"/>
                  </a:lnTo>
                  <a:lnTo>
                    <a:pt x="9271067" y="748173"/>
                  </a:lnTo>
                  <a:lnTo>
                    <a:pt x="9265595" y="748173"/>
                  </a:lnTo>
                  <a:lnTo>
                    <a:pt x="9260122" y="748173"/>
                  </a:lnTo>
                  <a:lnTo>
                    <a:pt x="9249176" y="748173"/>
                  </a:lnTo>
                  <a:lnTo>
                    <a:pt x="9238230" y="748173"/>
                  </a:lnTo>
                  <a:lnTo>
                    <a:pt x="9232757" y="748173"/>
                  </a:lnTo>
                  <a:lnTo>
                    <a:pt x="9227284" y="748173"/>
                  </a:lnTo>
                  <a:lnTo>
                    <a:pt x="9221811" y="748173"/>
                  </a:lnTo>
                  <a:lnTo>
                    <a:pt x="9210866" y="748173"/>
                  </a:lnTo>
                  <a:lnTo>
                    <a:pt x="9205393" y="748173"/>
                  </a:lnTo>
                  <a:lnTo>
                    <a:pt x="9199920" y="748173"/>
                  </a:lnTo>
                  <a:lnTo>
                    <a:pt x="9194447" y="748173"/>
                  </a:lnTo>
                  <a:lnTo>
                    <a:pt x="9188974" y="748173"/>
                  </a:lnTo>
                  <a:lnTo>
                    <a:pt x="9183501" y="748173"/>
                  </a:lnTo>
                  <a:lnTo>
                    <a:pt x="9178028" y="748173"/>
                  </a:lnTo>
                  <a:lnTo>
                    <a:pt x="9172555" y="748173"/>
                  </a:lnTo>
                  <a:lnTo>
                    <a:pt x="9161610" y="748173"/>
                  </a:lnTo>
                  <a:lnTo>
                    <a:pt x="9156137" y="748173"/>
                  </a:lnTo>
                  <a:lnTo>
                    <a:pt x="9150664" y="748173"/>
                  </a:lnTo>
                  <a:lnTo>
                    <a:pt x="9145191" y="748173"/>
                  </a:lnTo>
                  <a:lnTo>
                    <a:pt x="9139718" y="748173"/>
                  </a:lnTo>
                  <a:lnTo>
                    <a:pt x="9134245" y="748173"/>
                  </a:lnTo>
                  <a:lnTo>
                    <a:pt x="9128772" y="748173"/>
                  </a:lnTo>
                  <a:lnTo>
                    <a:pt x="9123300" y="748173"/>
                  </a:lnTo>
                  <a:lnTo>
                    <a:pt x="9117827" y="748173"/>
                  </a:lnTo>
                  <a:lnTo>
                    <a:pt x="9106881" y="748173"/>
                  </a:lnTo>
                  <a:lnTo>
                    <a:pt x="9101408" y="748173"/>
                  </a:lnTo>
                  <a:lnTo>
                    <a:pt x="9090462" y="748173"/>
                  </a:lnTo>
                  <a:lnTo>
                    <a:pt x="9084989" y="748173"/>
                  </a:lnTo>
                  <a:lnTo>
                    <a:pt x="9079516" y="748173"/>
                  </a:lnTo>
                  <a:lnTo>
                    <a:pt x="9074044" y="748173"/>
                  </a:lnTo>
                  <a:lnTo>
                    <a:pt x="9068571" y="748173"/>
                  </a:lnTo>
                  <a:lnTo>
                    <a:pt x="9063098" y="748173"/>
                  </a:lnTo>
                  <a:lnTo>
                    <a:pt x="9057625" y="748173"/>
                  </a:lnTo>
                  <a:lnTo>
                    <a:pt x="9052152" y="748173"/>
                  </a:lnTo>
                  <a:lnTo>
                    <a:pt x="9046679" y="748173"/>
                  </a:lnTo>
                  <a:lnTo>
                    <a:pt x="9041206" y="748173"/>
                  </a:lnTo>
                  <a:lnTo>
                    <a:pt x="9041206" y="770631"/>
                  </a:lnTo>
                  <a:lnTo>
                    <a:pt x="9030260" y="770631"/>
                  </a:lnTo>
                  <a:lnTo>
                    <a:pt x="9024788" y="770631"/>
                  </a:lnTo>
                  <a:lnTo>
                    <a:pt x="9019315" y="770631"/>
                  </a:lnTo>
                  <a:lnTo>
                    <a:pt x="9013842" y="770631"/>
                  </a:lnTo>
                  <a:lnTo>
                    <a:pt x="9008369" y="770631"/>
                  </a:lnTo>
                  <a:lnTo>
                    <a:pt x="9002896" y="770631"/>
                  </a:lnTo>
                  <a:lnTo>
                    <a:pt x="8991950" y="770631"/>
                  </a:lnTo>
                  <a:lnTo>
                    <a:pt x="8986477" y="770631"/>
                  </a:lnTo>
                  <a:lnTo>
                    <a:pt x="8981004" y="770631"/>
                  </a:lnTo>
                  <a:lnTo>
                    <a:pt x="8975532" y="770631"/>
                  </a:lnTo>
                  <a:lnTo>
                    <a:pt x="8970059" y="770631"/>
                  </a:lnTo>
                  <a:lnTo>
                    <a:pt x="8964586" y="770631"/>
                  </a:lnTo>
                  <a:lnTo>
                    <a:pt x="8959113" y="770631"/>
                  </a:lnTo>
                  <a:lnTo>
                    <a:pt x="8948167" y="770631"/>
                  </a:lnTo>
                  <a:lnTo>
                    <a:pt x="8942694" y="770631"/>
                  </a:lnTo>
                  <a:lnTo>
                    <a:pt x="8937221" y="770631"/>
                  </a:lnTo>
                  <a:lnTo>
                    <a:pt x="8931749" y="770631"/>
                  </a:lnTo>
                  <a:lnTo>
                    <a:pt x="8926276" y="770631"/>
                  </a:lnTo>
                  <a:lnTo>
                    <a:pt x="8920803" y="770631"/>
                  </a:lnTo>
                  <a:lnTo>
                    <a:pt x="8915330" y="770631"/>
                  </a:lnTo>
                  <a:lnTo>
                    <a:pt x="8909857" y="770631"/>
                  </a:lnTo>
                  <a:lnTo>
                    <a:pt x="8898911" y="770631"/>
                  </a:lnTo>
                  <a:lnTo>
                    <a:pt x="8893438" y="770631"/>
                  </a:lnTo>
                  <a:lnTo>
                    <a:pt x="8887965" y="770631"/>
                  </a:lnTo>
                  <a:lnTo>
                    <a:pt x="8882493" y="770631"/>
                  </a:lnTo>
                  <a:lnTo>
                    <a:pt x="8871547" y="770631"/>
                  </a:lnTo>
                  <a:lnTo>
                    <a:pt x="8871547" y="792777"/>
                  </a:lnTo>
                  <a:lnTo>
                    <a:pt x="8866074" y="792777"/>
                  </a:lnTo>
                  <a:lnTo>
                    <a:pt x="8855128" y="792777"/>
                  </a:lnTo>
                  <a:lnTo>
                    <a:pt x="8849655" y="792777"/>
                  </a:lnTo>
                  <a:lnTo>
                    <a:pt x="8844182" y="792777"/>
                  </a:lnTo>
                  <a:lnTo>
                    <a:pt x="8833237" y="792777"/>
                  </a:lnTo>
                  <a:lnTo>
                    <a:pt x="8827764" y="792777"/>
                  </a:lnTo>
                  <a:lnTo>
                    <a:pt x="8822291" y="792777"/>
                  </a:lnTo>
                  <a:lnTo>
                    <a:pt x="8816818" y="792777"/>
                  </a:lnTo>
                  <a:lnTo>
                    <a:pt x="8811345" y="792777"/>
                  </a:lnTo>
                  <a:lnTo>
                    <a:pt x="8800399" y="792777"/>
                  </a:lnTo>
                  <a:lnTo>
                    <a:pt x="8794926" y="792777"/>
                  </a:lnTo>
                  <a:lnTo>
                    <a:pt x="8789453" y="792777"/>
                  </a:lnTo>
                  <a:lnTo>
                    <a:pt x="8778508" y="792777"/>
                  </a:lnTo>
                  <a:lnTo>
                    <a:pt x="8773035" y="792777"/>
                  </a:lnTo>
                  <a:lnTo>
                    <a:pt x="8767562" y="792777"/>
                  </a:lnTo>
                  <a:lnTo>
                    <a:pt x="8762089" y="792777"/>
                  </a:lnTo>
                  <a:lnTo>
                    <a:pt x="8756616" y="792777"/>
                  </a:lnTo>
                  <a:lnTo>
                    <a:pt x="8751143" y="792777"/>
                  </a:lnTo>
                  <a:lnTo>
                    <a:pt x="8740198" y="792777"/>
                  </a:lnTo>
                  <a:lnTo>
                    <a:pt x="8734725" y="792777"/>
                  </a:lnTo>
                  <a:lnTo>
                    <a:pt x="8723779" y="792777"/>
                  </a:lnTo>
                  <a:lnTo>
                    <a:pt x="8718306" y="792777"/>
                  </a:lnTo>
                  <a:lnTo>
                    <a:pt x="8712833" y="792777"/>
                  </a:lnTo>
                  <a:lnTo>
                    <a:pt x="8707360" y="792777"/>
                  </a:lnTo>
                  <a:lnTo>
                    <a:pt x="8701887" y="792777"/>
                  </a:lnTo>
                  <a:lnTo>
                    <a:pt x="8696414" y="792777"/>
                  </a:lnTo>
                  <a:lnTo>
                    <a:pt x="8690942" y="792777"/>
                  </a:lnTo>
                  <a:lnTo>
                    <a:pt x="8685469" y="792777"/>
                  </a:lnTo>
                  <a:lnTo>
                    <a:pt x="8679996" y="792777"/>
                  </a:lnTo>
                  <a:lnTo>
                    <a:pt x="8674523" y="792777"/>
                  </a:lnTo>
                  <a:lnTo>
                    <a:pt x="8669050" y="792777"/>
                  </a:lnTo>
                  <a:lnTo>
                    <a:pt x="8663577" y="792777"/>
                  </a:lnTo>
                  <a:lnTo>
                    <a:pt x="8658104" y="792777"/>
                  </a:lnTo>
                  <a:lnTo>
                    <a:pt x="8652631" y="792777"/>
                  </a:lnTo>
                  <a:lnTo>
                    <a:pt x="8641686" y="792777"/>
                  </a:lnTo>
                  <a:lnTo>
                    <a:pt x="8636213" y="792777"/>
                  </a:lnTo>
                  <a:lnTo>
                    <a:pt x="8630740" y="792777"/>
                  </a:lnTo>
                  <a:lnTo>
                    <a:pt x="8625267" y="792777"/>
                  </a:lnTo>
                  <a:lnTo>
                    <a:pt x="8619794" y="792777"/>
                  </a:lnTo>
                  <a:lnTo>
                    <a:pt x="8614321" y="792777"/>
                  </a:lnTo>
                  <a:lnTo>
                    <a:pt x="8614321" y="814098"/>
                  </a:lnTo>
                  <a:lnTo>
                    <a:pt x="8608848" y="814098"/>
                  </a:lnTo>
                  <a:lnTo>
                    <a:pt x="8597903" y="814098"/>
                  </a:lnTo>
                  <a:lnTo>
                    <a:pt x="8592430" y="814098"/>
                  </a:lnTo>
                  <a:lnTo>
                    <a:pt x="8581484" y="814098"/>
                  </a:lnTo>
                  <a:lnTo>
                    <a:pt x="8576011" y="814098"/>
                  </a:lnTo>
                  <a:lnTo>
                    <a:pt x="8570538" y="814098"/>
                  </a:lnTo>
                  <a:lnTo>
                    <a:pt x="8565065" y="814098"/>
                  </a:lnTo>
                  <a:lnTo>
                    <a:pt x="8559592" y="814098"/>
                  </a:lnTo>
                  <a:lnTo>
                    <a:pt x="8554119" y="814098"/>
                  </a:lnTo>
                  <a:lnTo>
                    <a:pt x="8543174" y="814098"/>
                  </a:lnTo>
                  <a:lnTo>
                    <a:pt x="8537701" y="814098"/>
                  </a:lnTo>
                  <a:lnTo>
                    <a:pt x="8532228" y="814098"/>
                  </a:lnTo>
                  <a:lnTo>
                    <a:pt x="8526755" y="814098"/>
                  </a:lnTo>
                  <a:lnTo>
                    <a:pt x="8515809" y="814098"/>
                  </a:lnTo>
                  <a:lnTo>
                    <a:pt x="8510336" y="814098"/>
                  </a:lnTo>
                  <a:lnTo>
                    <a:pt x="8504863" y="814098"/>
                  </a:lnTo>
                  <a:lnTo>
                    <a:pt x="8504863" y="835063"/>
                  </a:lnTo>
                  <a:lnTo>
                    <a:pt x="8499391" y="835063"/>
                  </a:lnTo>
                  <a:lnTo>
                    <a:pt x="8488445" y="835063"/>
                  </a:lnTo>
                  <a:lnTo>
                    <a:pt x="8482972" y="835063"/>
                  </a:lnTo>
                  <a:lnTo>
                    <a:pt x="8477499" y="835063"/>
                  </a:lnTo>
                  <a:lnTo>
                    <a:pt x="8472026" y="835063"/>
                  </a:lnTo>
                  <a:lnTo>
                    <a:pt x="8466553" y="835063"/>
                  </a:lnTo>
                  <a:lnTo>
                    <a:pt x="8466553" y="855921"/>
                  </a:lnTo>
                  <a:lnTo>
                    <a:pt x="8461080" y="855921"/>
                  </a:lnTo>
                  <a:lnTo>
                    <a:pt x="8455607" y="855921"/>
                  </a:lnTo>
                  <a:lnTo>
                    <a:pt x="8450135" y="855921"/>
                  </a:lnTo>
                  <a:lnTo>
                    <a:pt x="8444662" y="855921"/>
                  </a:lnTo>
                  <a:lnTo>
                    <a:pt x="8439189" y="855921"/>
                  </a:lnTo>
                  <a:lnTo>
                    <a:pt x="8433716" y="855921"/>
                  </a:lnTo>
                  <a:lnTo>
                    <a:pt x="8428243" y="855921"/>
                  </a:lnTo>
                  <a:lnTo>
                    <a:pt x="8422770" y="855921"/>
                  </a:lnTo>
                  <a:lnTo>
                    <a:pt x="8417297" y="855921"/>
                  </a:lnTo>
                  <a:lnTo>
                    <a:pt x="8411824" y="855921"/>
                  </a:lnTo>
                  <a:lnTo>
                    <a:pt x="8400879" y="855921"/>
                  </a:lnTo>
                  <a:lnTo>
                    <a:pt x="8395406" y="855921"/>
                  </a:lnTo>
                  <a:lnTo>
                    <a:pt x="8389933" y="855921"/>
                  </a:lnTo>
                  <a:lnTo>
                    <a:pt x="8384460" y="855921"/>
                  </a:lnTo>
                  <a:lnTo>
                    <a:pt x="8378987" y="855921"/>
                  </a:lnTo>
                  <a:lnTo>
                    <a:pt x="8373514" y="855921"/>
                  </a:lnTo>
                  <a:lnTo>
                    <a:pt x="8368041" y="855921"/>
                  </a:lnTo>
                  <a:lnTo>
                    <a:pt x="8357096" y="855921"/>
                  </a:lnTo>
                  <a:lnTo>
                    <a:pt x="8351623" y="855921"/>
                  </a:lnTo>
                  <a:lnTo>
                    <a:pt x="8346150" y="855921"/>
                  </a:lnTo>
                  <a:lnTo>
                    <a:pt x="8340677" y="855921"/>
                  </a:lnTo>
                  <a:lnTo>
                    <a:pt x="8335204" y="855921"/>
                  </a:lnTo>
                  <a:lnTo>
                    <a:pt x="8329731" y="855921"/>
                  </a:lnTo>
                  <a:lnTo>
                    <a:pt x="8324258" y="855921"/>
                  </a:lnTo>
                  <a:lnTo>
                    <a:pt x="8318785" y="855921"/>
                  </a:lnTo>
                  <a:lnTo>
                    <a:pt x="8313312" y="855921"/>
                  </a:lnTo>
                  <a:lnTo>
                    <a:pt x="8307840" y="855921"/>
                  </a:lnTo>
                  <a:lnTo>
                    <a:pt x="8302367" y="855921"/>
                  </a:lnTo>
                  <a:lnTo>
                    <a:pt x="8296894" y="855921"/>
                  </a:lnTo>
                  <a:lnTo>
                    <a:pt x="8291421" y="855921"/>
                  </a:lnTo>
                  <a:lnTo>
                    <a:pt x="8285948" y="855921"/>
                  </a:lnTo>
                  <a:lnTo>
                    <a:pt x="8275002" y="855921"/>
                  </a:lnTo>
                  <a:lnTo>
                    <a:pt x="8269529" y="855921"/>
                  </a:lnTo>
                  <a:lnTo>
                    <a:pt x="8264056" y="855921"/>
                  </a:lnTo>
                  <a:lnTo>
                    <a:pt x="8258584" y="855921"/>
                  </a:lnTo>
                  <a:lnTo>
                    <a:pt x="8253111" y="855921"/>
                  </a:lnTo>
                  <a:lnTo>
                    <a:pt x="8247638" y="855921"/>
                  </a:lnTo>
                  <a:lnTo>
                    <a:pt x="8242165" y="855921"/>
                  </a:lnTo>
                  <a:lnTo>
                    <a:pt x="8236692" y="855921"/>
                  </a:lnTo>
                  <a:lnTo>
                    <a:pt x="8231219" y="855921"/>
                  </a:lnTo>
                  <a:lnTo>
                    <a:pt x="8225746" y="855921"/>
                  </a:lnTo>
                  <a:lnTo>
                    <a:pt x="8220273" y="855921"/>
                  </a:lnTo>
                  <a:lnTo>
                    <a:pt x="8214801" y="855921"/>
                  </a:lnTo>
                  <a:lnTo>
                    <a:pt x="8209328" y="855921"/>
                  </a:lnTo>
                  <a:lnTo>
                    <a:pt x="8203855" y="855921"/>
                  </a:lnTo>
                  <a:lnTo>
                    <a:pt x="8198382" y="855921"/>
                  </a:lnTo>
                  <a:lnTo>
                    <a:pt x="8192909" y="855921"/>
                  </a:lnTo>
                  <a:lnTo>
                    <a:pt x="8181963" y="855921"/>
                  </a:lnTo>
                  <a:lnTo>
                    <a:pt x="8181963" y="875957"/>
                  </a:lnTo>
                  <a:lnTo>
                    <a:pt x="8176490" y="875957"/>
                  </a:lnTo>
                  <a:lnTo>
                    <a:pt x="8171017" y="875957"/>
                  </a:lnTo>
                  <a:lnTo>
                    <a:pt x="8165545" y="875957"/>
                  </a:lnTo>
                  <a:lnTo>
                    <a:pt x="8160072" y="875957"/>
                  </a:lnTo>
                  <a:lnTo>
                    <a:pt x="8154599" y="875957"/>
                  </a:lnTo>
                  <a:lnTo>
                    <a:pt x="8149126" y="875957"/>
                  </a:lnTo>
                  <a:lnTo>
                    <a:pt x="8143653" y="875957"/>
                  </a:lnTo>
                  <a:lnTo>
                    <a:pt x="8138180" y="875957"/>
                  </a:lnTo>
                  <a:lnTo>
                    <a:pt x="8132707" y="875957"/>
                  </a:lnTo>
                  <a:lnTo>
                    <a:pt x="8127234" y="875957"/>
                  </a:lnTo>
                  <a:lnTo>
                    <a:pt x="8121761" y="875957"/>
                  </a:lnTo>
                  <a:lnTo>
                    <a:pt x="8116289" y="875957"/>
                  </a:lnTo>
                  <a:lnTo>
                    <a:pt x="8110816" y="875957"/>
                  </a:lnTo>
                  <a:lnTo>
                    <a:pt x="8105343" y="875957"/>
                  </a:lnTo>
                  <a:lnTo>
                    <a:pt x="8099870" y="875957"/>
                  </a:lnTo>
                  <a:lnTo>
                    <a:pt x="8094397" y="875957"/>
                  </a:lnTo>
                  <a:lnTo>
                    <a:pt x="8088924" y="875957"/>
                  </a:lnTo>
                  <a:lnTo>
                    <a:pt x="8083451" y="875957"/>
                  </a:lnTo>
                  <a:lnTo>
                    <a:pt x="8077978" y="875957"/>
                  </a:lnTo>
                  <a:lnTo>
                    <a:pt x="8072506" y="875957"/>
                  </a:lnTo>
                  <a:lnTo>
                    <a:pt x="8067033" y="875957"/>
                  </a:lnTo>
                  <a:lnTo>
                    <a:pt x="8061560" y="875957"/>
                  </a:lnTo>
                  <a:lnTo>
                    <a:pt x="8056087" y="875957"/>
                  </a:lnTo>
                  <a:lnTo>
                    <a:pt x="8045141" y="875957"/>
                  </a:lnTo>
                  <a:lnTo>
                    <a:pt x="8039668" y="875957"/>
                  </a:lnTo>
                  <a:lnTo>
                    <a:pt x="8023250" y="875957"/>
                  </a:lnTo>
                  <a:lnTo>
                    <a:pt x="8017777" y="875957"/>
                  </a:lnTo>
                  <a:lnTo>
                    <a:pt x="8012304" y="875957"/>
                  </a:lnTo>
                  <a:lnTo>
                    <a:pt x="8006831" y="875957"/>
                  </a:lnTo>
                  <a:lnTo>
                    <a:pt x="8001358" y="875957"/>
                  </a:lnTo>
                  <a:lnTo>
                    <a:pt x="7995885" y="875957"/>
                  </a:lnTo>
                  <a:lnTo>
                    <a:pt x="7990412" y="875957"/>
                  </a:lnTo>
                  <a:lnTo>
                    <a:pt x="7984939" y="875957"/>
                  </a:lnTo>
                  <a:lnTo>
                    <a:pt x="7979466" y="875957"/>
                  </a:lnTo>
                  <a:lnTo>
                    <a:pt x="7973994" y="875957"/>
                  </a:lnTo>
                  <a:lnTo>
                    <a:pt x="7968521" y="875957"/>
                  </a:lnTo>
                  <a:lnTo>
                    <a:pt x="7963048" y="875957"/>
                  </a:lnTo>
                  <a:lnTo>
                    <a:pt x="7957575" y="875957"/>
                  </a:lnTo>
                  <a:lnTo>
                    <a:pt x="7946629" y="875957"/>
                  </a:lnTo>
                  <a:lnTo>
                    <a:pt x="7941156" y="875957"/>
                  </a:lnTo>
                  <a:lnTo>
                    <a:pt x="7935683" y="875957"/>
                  </a:lnTo>
                  <a:lnTo>
                    <a:pt x="7930210" y="875957"/>
                  </a:lnTo>
                  <a:lnTo>
                    <a:pt x="7924738" y="875957"/>
                  </a:lnTo>
                  <a:lnTo>
                    <a:pt x="7919265" y="875957"/>
                  </a:lnTo>
                  <a:lnTo>
                    <a:pt x="7908319" y="875957"/>
                  </a:lnTo>
                  <a:lnTo>
                    <a:pt x="7902846" y="875957"/>
                  </a:lnTo>
                  <a:lnTo>
                    <a:pt x="7897373" y="875957"/>
                  </a:lnTo>
                  <a:lnTo>
                    <a:pt x="7891900" y="875957"/>
                  </a:lnTo>
                  <a:lnTo>
                    <a:pt x="7880955" y="875957"/>
                  </a:lnTo>
                  <a:lnTo>
                    <a:pt x="7875482" y="875957"/>
                  </a:lnTo>
                  <a:lnTo>
                    <a:pt x="7870009" y="875957"/>
                  </a:lnTo>
                  <a:lnTo>
                    <a:pt x="7864536" y="875957"/>
                  </a:lnTo>
                  <a:lnTo>
                    <a:pt x="7859063" y="875957"/>
                  </a:lnTo>
                  <a:lnTo>
                    <a:pt x="7853590" y="875957"/>
                  </a:lnTo>
                  <a:lnTo>
                    <a:pt x="7848117" y="875957"/>
                  </a:lnTo>
                  <a:lnTo>
                    <a:pt x="7848117" y="894923"/>
                  </a:lnTo>
                  <a:lnTo>
                    <a:pt x="7842644" y="894923"/>
                  </a:lnTo>
                  <a:lnTo>
                    <a:pt x="7837171" y="894923"/>
                  </a:lnTo>
                  <a:lnTo>
                    <a:pt x="7831699" y="894923"/>
                  </a:lnTo>
                  <a:lnTo>
                    <a:pt x="7826226" y="894923"/>
                  </a:lnTo>
                  <a:lnTo>
                    <a:pt x="7820753" y="894923"/>
                  </a:lnTo>
                  <a:lnTo>
                    <a:pt x="7815280" y="894923"/>
                  </a:lnTo>
                  <a:lnTo>
                    <a:pt x="7809807" y="894923"/>
                  </a:lnTo>
                  <a:lnTo>
                    <a:pt x="7804334" y="894923"/>
                  </a:lnTo>
                  <a:lnTo>
                    <a:pt x="7798861" y="894923"/>
                  </a:lnTo>
                  <a:lnTo>
                    <a:pt x="7793388" y="894923"/>
                  </a:lnTo>
                  <a:lnTo>
                    <a:pt x="7787915" y="894923"/>
                  </a:lnTo>
                  <a:lnTo>
                    <a:pt x="7782443" y="894923"/>
                  </a:lnTo>
                  <a:lnTo>
                    <a:pt x="7776970" y="894923"/>
                  </a:lnTo>
                  <a:lnTo>
                    <a:pt x="7771497" y="894923"/>
                  </a:lnTo>
                  <a:lnTo>
                    <a:pt x="7766024" y="894923"/>
                  </a:lnTo>
                  <a:lnTo>
                    <a:pt x="7755078" y="894923"/>
                  </a:lnTo>
                  <a:lnTo>
                    <a:pt x="7749605" y="894923"/>
                  </a:lnTo>
                  <a:lnTo>
                    <a:pt x="7744132" y="894923"/>
                  </a:lnTo>
                  <a:lnTo>
                    <a:pt x="7738659" y="894923"/>
                  </a:lnTo>
                  <a:lnTo>
                    <a:pt x="7733187" y="894923"/>
                  </a:lnTo>
                  <a:lnTo>
                    <a:pt x="7727714" y="894923"/>
                  </a:lnTo>
                  <a:lnTo>
                    <a:pt x="7722241" y="894923"/>
                  </a:lnTo>
                  <a:lnTo>
                    <a:pt x="7716768" y="894923"/>
                  </a:lnTo>
                  <a:lnTo>
                    <a:pt x="7711295" y="894923"/>
                  </a:lnTo>
                  <a:lnTo>
                    <a:pt x="7694876" y="894923"/>
                  </a:lnTo>
                  <a:lnTo>
                    <a:pt x="7689404" y="894923"/>
                  </a:lnTo>
                  <a:lnTo>
                    <a:pt x="7683931" y="894923"/>
                  </a:lnTo>
                  <a:lnTo>
                    <a:pt x="7678458" y="894923"/>
                  </a:lnTo>
                  <a:lnTo>
                    <a:pt x="7672985" y="894923"/>
                  </a:lnTo>
                  <a:lnTo>
                    <a:pt x="7667512" y="894923"/>
                  </a:lnTo>
                  <a:lnTo>
                    <a:pt x="7662039" y="894923"/>
                  </a:lnTo>
                  <a:lnTo>
                    <a:pt x="7656566" y="894923"/>
                  </a:lnTo>
                  <a:lnTo>
                    <a:pt x="7651093" y="894923"/>
                  </a:lnTo>
                  <a:lnTo>
                    <a:pt x="7645620" y="894923"/>
                  </a:lnTo>
                  <a:lnTo>
                    <a:pt x="7640148" y="894923"/>
                  </a:lnTo>
                  <a:lnTo>
                    <a:pt x="7634675" y="894923"/>
                  </a:lnTo>
                  <a:lnTo>
                    <a:pt x="7629202" y="894923"/>
                  </a:lnTo>
                  <a:lnTo>
                    <a:pt x="7623729" y="894923"/>
                  </a:lnTo>
                  <a:lnTo>
                    <a:pt x="7618256" y="894923"/>
                  </a:lnTo>
                  <a:lnTo>
                    <a:pt x="7612783" y="894923"/>
                  </a:lnTo>
                  <a:lnTo>
                    <a:pt x="7607310" y="894923"/>
                  </a:lnTo>
                  <a:lnTo>
                    <a:pt x="7601837" y="894923"/>
                  </a:lnTo>
                  <a:lnTo>
                    <a:pt x="7596364" y="894923"/>
                  </a:lnTo>
                  <a:lnTo>
                    <a:pt x="7590892" y="894923"/>
                  </a:lnTo>
                  <a:lnTo>
                    <a:pt x="7585419" y="894923"/>
                  </a:lnTo>
                  <a:lnTo>
                    <a:pt x="7579946" y="894923"/>
                  </a:lnTo>
                  <a:lnTo>
                    <a:pt x="7574473" y="894923"/>
                  </a:lnTo>
                  <a:lnTo>
                    <a:pt x="7569000" y="894923"/>
                  </a:lnTo>
                  <a:lnTo>
                    <a:pt x="7563527" y="894923"/>
                  </a:lnTo>
                  <a:lnTo>
                    <a:pt x="7558054" y="894923"/>
                  </a:lnTo>
                  <a:lnTo>
                    <a:pt x="7558054" y="913153"/>
                  </a:lnTo>
                  <a:lnTo>
                    <a:pt x="7552581" y="913153"/>
                  </a:lnTo>
                  <a:lnTo>
                    <a:pt x="7547109" y="913153"/>
                  </a:lnTo>
                  <a:lnTo>
                    <a:pt x="7541636" y="913153"/>
                  </a:lnTo>
                  <a:lnTo>
                    <a:pt x="7536163" y="913153"/>
                  </a:lnTo>
                  <a:lnTo>
                    <a:pt x="7530690" y="913153"/>
                  </a:lnTo>
                  <a:lnTo>
                    <a:pt x="7525217" y="913153"/>
                  </a:lnTo>
                  <a:lnTo>
                    <a:pt x="7514271" y="913153"/>
                  </a:lnTo>
                  <a:lnTo>
                    <a:pt x="7508798" y="913153"/>
                  </a:lnTo>
                  <a:lnTo>
                    <a:pt x="7503325" y="913153"/>
                  </a:lnTo>
                  <a:lnTo>
                    <a:pt x="7503325" y="931200"/>
                  </a:lnTo>
                  <a:lnTo>
                    <a:pt x="7492380" y="931200"/>
                  </a:lnTo>
                  <a:lnTo>
                    <a:pt x="7486907" y="931200"/>
                  </a:lnTo>
                  <a:lnTo>
                    <a:pt x="7481434" y="931200"/>
                  </a:lnTo>
                  <a:lnTo>
                    <a:pt x="7470488" y="931200"/>
                  </a:lnTo>
                  <a:lnTo>
                    <a:pt x="7465015" y="931200"/>
                  </a:lnTo>
                  <a:lnTo>
                    <a:pt x="7459542" y="931200"/>
                  </a:lnTo>
                  <a:lnTo>
                    <a:pt x="7454069" y="931200"/>
                  </a:lnTo>
                  <a:lnTo>
                    <a:pt x="7448597" y="931200"/>
                  </a:lnTo>
                  <a:lnTo>
                    <a:pt x="7443124" y="931200"/>
                  </a:lnTo>
                  <a:lnTo>
                    <a:pt x="7437651" y="931200"/>
                  </a:lnTo>
                  <a:lnTo>
                    <a:pt x="7432178" y="931200"/>
                  </a:lnTo>
                  <a:lnTo>
                    <a:pt x="7426705" y="931200"/>
                  </a:lnTo>
                  <a:lnTo>
                    <a:pt x="7415759" y="931200"/>
                  </a:lnTo>
                  <a:lnTo>
                    <a:pt x="7410286" y="931200"/>
                  </a:lnTo>
                  <a:lnTo>
                    <a:pt x="7404813" y="931200"/>
                  </a:lnTo>
                  <a:lnTo>
                    <a:pt x="7399341" y="931200"/>
                  </a:lnTo>
                  <a:lnTo>
                    <a:pt x="7393868" y="931200"/>
                  </a:lnTo>
                  <a:lnTo>
                    <a:pt x="7388395" y="931200"/>
                  </a:lnTo>
                  <a:lnTo>
                    <a:pt x="7382922" y="931200"/>
                  </a:lnTo>
                  <a:lnTo>
                    <a:pt x="7377449" y="931200"/>
                  </a:lnTo>
                  <a:lnTo>
                    <a:pt x="7371976" y="931200"/>
                  </a:lnTo>
                  <a:lnTo>
                    <a:pt x="7366503" y="931200"/>
                  </a:lnTo>
                  <a:lnTo>
                    <a:pt x="7361030" y="931200"/>
                  </a:lnTo>
                  <a:lnTo>
                    <a:pt x="7355558" y="931200"/>
                  </a:lnTo>
                  <a:lnTo>
                    <a:pt x="7350085" y="931200"/>
                  </a:lnTo>
                  <a:lnTo>
                    <a:pt x="7344612" y="931200"/>
                  </a:lnTo>
                  <a:lnTo>
                    <a:pt x="7339139" y="931200"/>
                  </a:lnTo>
                  <a:lnTo>
                    <a:pt x="7333666" y="931200"/>
                  </a:lnTo>
                  <a:lnTo>
                    <a:pt x="7328193" y="931200"/>
                  </a:lnTo>
                  <a:lnTo>
                    <a:pt x="7322720" y="931200"/>
                  </a:lnTo>
                  <a:lnTo>
                    <a:pt x="7317247" y="931200"/>
                  </a:lnTo>
                  <a:lnTo>
                    <a:pt x="7317247" y="948775"/>
                  </a:lnTo>
                  <a:lnTo>
                    <a:pt x="7311774" y="948775"/>
                  </a:lnTo>
                  <a:lnTo>
                    <a:pt x="7306302" y="948775"/>
                  </a:lnTo>
                  <a:lnTo>
                    <a:pt x="7300829" y="948775"/>
                  </a:lnTo>
                  <a:lnTo>
                    <a:pt x="7295356" y="948775"/>
                  </a:lnTo>
                  <a:lnTo>
                    <a:pt x="7289883" y="948775"/>
                  </a:lnTo>
                  <a:lnTo>
                    <a:pt x="7284410" y="948775"/>
                  </a:lnTo>
                  <a:lnTo>
                    <a:pt x="7278937" y="948775"/>
                  </a:lnTo>
                  <a:lnTo>
                    <a:pt x="7273464" y="948775"/>
                  </a:lnTo>
                  <a:lnTo>
                    <a:pt x="7267991" y="948775"/>
                  </a:lnTo>
                  <a:lnTo>
                    <a:pt x="7267991" y="966209"/>
                  </a:lnTo>
                  <a:lnTo>
                    <a:pt x="7262518" y="966209"/>
                  </a:lnTo>
                  <a:lnTo>
                    <a:pt x="7257046" y="966209"/>
                  </a:lnTo>
                  <a:lnTo>
                    <a:pt x="7251573" y="966209"/>
                  </a:lnTo>
                  <a:lnTo>
                    <a:pt x="7246100" y="966209"/>
                  </a:lnTo>
                  <a:lnTo>
                    <a:pt x="7240627" y="966209"/>
                  </a:lnTo>
                  <a:lnTo>
                    <a:pt x="7235154" y="966209"/>
                  </a:lnTo>
                  <a:lnTo>
                    <a:pt x="7229681" y="966209"/>
                  </a:lnTo>
                  <a:lnTo>
                    <a:pt x="7229681" y="983453"/>
                  </a:lnTo>
                  <a:lnTo>
                    <a:pt x="7224208" y="983453"/>
                  </a:lnTo>
                  <a:lnTo>
                    <a:pt x="7218735" y="983453"/>
                  </a:lnTo>
                  <a:lnTo>
                    <a:pt x="7213262" y="983453"/>
                  </a:lnTo>
                  <a:lnTo>
                    <a:pt x="7207790" y="983453"/>
                  </a:lnTo>
                  <a:lnTo>
                    <a:pt x="7202317" y="983453"/>
                  </a:lnTo>
                  <a:lnTo>
                    <a:pt x="7196844" y="983453"/>
                  </a:lnTo>
                  <a:lnTo>
                    <a:pt x="7191371" y="983453"/>
                  </a:lnTo>
                  <a:lnTo>
                    <a:pt x="7185898" y="983453"/>
                  </a:lnTo>
                  <a:lnTo>
                    <a:pt x="7180425" y="983453"/>
                  </a:lnTo>
                  <a:lnTo>
                    <a:pt x="7174952" y="983453"/>
                  </a:lnTo>
                  <a:lnTo>
                    <a:pt x="7169479" y="983453"/>
                  </a:lnTo>
                  <a:lnTo>
                    <a:pt x="7164007" y="983453"/>
                  </a:lnTo>
                  <a:lnTo>
                    <a:pt x="7153061" y="983453"/>
                  </a:lnTo>
                  <a:lnTo>
                    <a:pt x="7147588" y="983453"/>
                  </a:lnTo>
                  <a:lnTo>
                    <a:pt x="7142115" y="983453"/>
                  </a:lnTo>
                  <a:lnTo>
                    <a:pt x="7136642" y="983453"/>
                  </a:lnTo>
                  <a:lnTo>
                    <a:pt x="7131169" y="983453"/>
                  </a:lnTo>
                  <a:lnTo>
                    <a:pt x="7125696" y="983453"/>
                  </a:lnTo>
                  <a:lnTo>
                    <a:pt x="7120223" y="983453"/>
                  </a:lnTo>
                  <a:lnTo>
                    <a:pt x="7114751" y="983453"/>
                  </a:lnTo>
                  <a:lnTo>
                    <a:pt x="7109278" y="983453"/>
                  </a:lnTo>
                  <a:lnTo>
                    <a:pt x="7103805" y="983453"/>
                  </a:lnTo>
                  <a:lnTo>
                    <a:pt x="7098332" y="983453"/>
                  </a:lnTo>
                  <a:lnTo>
                    <a:pt x="7092859" y="983453"/>
                  </a:lnTo>
                  <a:lnTo>
                    <a:pt x="7087386" y="983453"/>
                  </a:lnTo>
                  <a:lnTo>
                    <a:pt x="7081913" y="983453"/>
                  </a:lnTo>
                  <a:lnTo>
                    <a:pt x="7076440" y="983453"/>
                  </a:lnTo>
                  <a:lnTo>
                    <a:pt x="7070967" y="983453"/>
                  </a:lnTo>
                  <a:lnTo>
                    <a:pt x="7065495" y="983453"/>
                  </a:lnTo>
                  <a:lnTo>
                    <a:pt x="7060022" y="983453"/>
                  </a:lnTo>
                  <a:lnTo>
                    <a:pt x="7054549" y="983453"/>
                  </a:lnTo>
                  <a:lnTo>
                    <a:pt x="7049076" y="983453"/>
                  </a:lnTo>
                  <a:lnTo>
                    <a:pt x="7043603" y="983453"/>
                  </a:lnTo>
                  <a:lnTo>
                    <a:pt x="7038130" y="983453"/>
                  </a:lnTo>
                  <a:lnTo>
                    <a:pt x="7032657" y="983453"/>
                  </a:lnTo>
                  <a:lnTo>
                    <a:pt x="7027184" y="983453"/>
                  </a:lnTo>
                  <a:lnTo>
                    <a:pt x="7021712" y="983453"/>
                  </a:lnTo>
                  <a:lnTo>
                    <a:pt x="7016239" y="983453"/>
                  </a:lnTo>
                  <a:lnTo>
                    <a:pt x="7010766" y="983453"/>
                  </a:lnTo>
                  <a:lnTo>
                    <a:pt x="7005293" y="983453"/>
                  </a:lnTo>
                  <a:lnTo>
                    <a:pt x="6994347" y="983453"/>
                  </a:lnTo>
                  <a:lnTo>
                    <a:pt x="6988874" y="983453"/>
                  </a:lnTo>
                  <a:lnTo>
                    <a:pt x="6983401" y="983453"/>
                  </a:lnTo>
                  <a:lnTo>
                    <a:pt x="6977928" y="983453"/>
                  </a:lnTo>
                  <a:lnTo>
                    <a:pt x="6972456" y="983453"/>
                  </a:lnTo>
                  <a:lnTo>
                    <a:pt x="6966983" y="983453"/>
                  </a:lnTo>
                  <a:lnTo>
                    <a:pt x="6961510" y="983453"/>
                  </a:lnTo>
                  <a:lnTo>
                    <a:pt x="6961510" y="1000000"/>
                  </a:lnTo>
                  <a:lnTo>
                    <a:pt x="6956037" y="1000000"/>
                  </a:lnTo>
                  <a:lnTo>
                    <a:pt x="6950564" y="1000000"/>
                  </a:lnTo>
                  <a:lnTo>
                    <a:pt x="6945091" y="1000000"/>
                  </a:lnTo>
                  <a:lnTo>
                    <a:pt x="6939618" y="1000000"/>
                  </a:lnTo>
                  <a:lnTo>
                    <a:pt x="6934145" y="1000000"/>
                  </a:lnTo>
                  <a:lnTo>
                    <a:pt x="6928672" y="1000000"/>
                  </a:lnTo>
                  <a:lnTo>
                    <a:pt x="6923200" y="1000000"/>
                  </a:lnTo>
                  <a:lnTo>
                    <a:pt x="6917727" y="1000000"/>
                  </a:lnTo>
                  <a:lnTo>
                    <a:pt x="6912254" y="1000000"/>
                  </a:lnTo>
                  <a:lnTo>
                    <a:pt x="6906781" y="1000000"/>
                  </a:lnTo>
                  <a:lnTo>
                    <a:pt x="6901308" y="1000000"/>
                  </a:lnTo>
                  <a:lnTo>
                    <a:pt x="6901308" y="1016424"/>
                  </a:lnTo>
                  <a:lnTo>
                    <a:pt x="6895835" y="1016424"/>
                  </a:lnTo>
                  <a:lnTo>
                    <a:pt x="6890362" y="1016424"/>
                  </a:lnTo>
                  <a:lnTo>
                    <a:pt x="6884889" y="1016424"/>
                  </a:lnTo>
                  <a:lnTo>
                    <a:pt x="6879416" y="1016424"/>
                  </a:lnTo>
                  <a:lnTo>
                    <a:pt x="6873944" y="1016424"/>
                  </a:lnTo>
                  <a:lnTo>
                    <a:pt x="6868471" y="1016424"/>
                  </a:lnTo>
                  <a:lnTo>
                    <a:pt x="6862998" y="1016424"/>
                  </a:lnTo>
                  <a:lnTo>
                    <a:pt x="6857525" y="1016424"/>
                  </a:lnTo>
                  <a:lnTo>
                    <a:pt x="6852052" y="1016424"/>
                  </a:lnTo>
                  <a:lnTo>
                    <a:pt x="6846579" y="1016424"/>
                  </a:lnTo>
                  <a:lnTo>
                    <a:pt x="6841106" y="1016424"/>
                  </a:lnTo>
                  <a:lnTo>
                    <a:pt x="6835633" y="1016424"/>
                  </a:lnTo>
                  <a:lnTo>
                    <a:pt x="6830161" y="1016424"/>
                  </a:lnTo>
                  <a:lnTo>
                    <a:pt x="6824688" y="1016424"/>
                  </a:lnTo>
                  <a:lnTo>
                    <a:pt x="6819215" y="1016424"/>
                  </a:lnTo>
                  <a:lnTo>
                    <a:pt x="6813742" y="1016424"/>
                  </a:lnTo>
                  <a:lnTo>
                    <a:pt x="6808269" y="1016424"/>
                  </a:lnTo>
                  <a:lnTo>
                    <a:pt x="6802796" y="1016424"/>
                  </a:lnTo>
                  <a:lnTo>
                    <a:pt x="6797323" y="1016424"/>
                  </a:lnTo>
                  <a:lnTo>
                    <a:pt x="6791850" y="1016424"/>
                  </a:lnTo>
                  <a:lnTo>
                    <a:pt x="6791850" y="1032664"/>
                  </a:lnTo>
                  <a:lnTo>
                    <a:pt x="6786377" y="1032664"/>
                  </a:lnTo>
                  <a:lnTo>
                    <a:pt x="6780905" y="1032664"/>
                  </a:lnTo>
                  <a:lnTo>
                    <a:pt x="6775432" y="1032664"/>
                  </a:lnTo>
                  <a:lnTo>
                    <a:pt x="6769959" y="1032664"/>
                  </a:lnTo>
                  <a:lnTo>
                    <a:pt x="6764486" y="1032664"/>
                  </a:lnTo>
                  <a:lnTo>
                    <a:pt x="6759013" y="1032664"/>
                  </a:lnTo>
                  <a:lnTo>
                    <a:pt x="6753540" y="1032664"/>
                  </a:lnTo>
                  <a:lnTo>
                    <a:pt x="6748067" y="1032664"/>
                  </a:lnTo>
                  <a:lnTo>
                    <a:pt x="6742594" y="1032664"/>
                  </a:lnTo>
                  <a:lnTo>
                    <a:pt x="6737121" y="1032664"/>
                  </a:lnTo>
                  <a:lnTo>
                    <a:pt x="6731649" y="1032664"/>
                  </a:lnTo>
                  <a:lnTo>
                    <a:pt x="6720703" y="1032664"/>
                  </a:lnTo>
                  <a:lnTo>
                    <a:pt x="6715230" y="1032664"/>
                  </a:lnTo>
                  <a:lnTo>
                    <a:pt x="6709757" y="1032664"/>
                  </a:lnTo>
                  <a:lnTo>
                    <a:pt x="6704284" y="1032664"/>
                  </a:lnTo>
                  <a:lnTo>
                    <a:pt x="6698811" y="1032664"/>
                  </a:lnTo>
                  <a:lnTo>
                    <a:pt x="6693338" y="1032664"/>
                  </a:lnTo>
                  <a:lnTo>
                    <a:pt x="6687865" y="1032664"/>
                  </a:lnTo>
                  <a:lnTo>
                    <a:pt x="6682393" y="1032664"/>
                  </a:lnTo>
                  <a:lnTo>
                    <a:pt x="6676920" y="1032664"/>
                  </a:lnTo>
                  <a:lnTo>
                    <a:pt x="6671447" y="1032664"/>
                  </a:lnTo>
                  <a:lnTo>
                    <a:pt x="6665974" y="1032664"/>
                  </a:lnTo>
                  <a:lnTo>
                    <a:pt x="6660501" y="1032664"/>
                  </a:lnTo>
                  <a:lnTo>
                    <a:pt x="6655028" y="1032664"/>
                  </a:lnTo>
                  <a:lnTo>
                    <a:pt x="6649555" y="1032664"/>
                  </a:lnTo>
                  <a:lnTo>
                    <a:pt x="6644082" y="1032664"/>
                  </a:lnTo>
                  <a:lnTo>
                    <a:pt x="6638610" y="1032664"/>
                  </a:lnTo>
                  <a:lnTo>
                    <a:pt x="6633137" y="1032664"/>
                  </a:lnTo>
                  <a:lnTo>
                    <a:pt x="6627664" y="1032664"/>
                  </a:lnTo>
                  <a:lnTo>
                    <a:pt x="6622191" y="1032664"/>
                  </a:lnTo>
                  <a:lnTo>
                    <a:pt x="6616718" y="1032664"/>
                  </a:lnTo>
                  <a:lnTo>
                    <a:pt x="6611245" y="1032664"/>
                  </a:lnTo>
                  <a:lnTo>
                    <a:pt x="6605772" y="1032664"/>
                  </a:lnTo>
                  <a:lnTo>
                    <a:pt x="6600299" y="1032664"/>
                  </a:lnTo>
                  <a:lnTo>
                    <a:pt x="6594826" y="1032664"/>
                  </a:lnTo>
                  <a:lnTo>
                    <a:pt x="6589354" y="1032664"/>
                  </a:lnTo>
                  <a:lnTo>
                    <a:pt x="6583881" y="1032664"/>
                  </a:lnTo>
                  <a:lnTo>
                    <a:pt x="6578408" y="1032664"/>
                  </a:lnTo>
                  <a:lnTo>
                    <a:pt x="6572935" y="1032664"/>
                  </a:lnTo>
                  <a:lnTo>
                    <a:pt x="6567462" y="1032664"/>
                  </a:lnTo>
                  <a:lnTo>
                    <a:pt x="6561989" y="1032664"/>
                  </a:lnTo>
                  <a:lnTo>
                    <a:pt x="6556516" y="1032664"/>
                  </a:lnTo>
                  <a:lnTo>
                    <a:pt x="6551043" y="1032664"/>
                  </a:lnTo>
                  <a:lnTo>
                    <a:pt x="6545570" y="1032664"/>
                  </a:lnTo>
                  <a:lnTo>
                    <a:pt x="6545570" y="1048165"/>
                  </a:lnTo>
                  <a:lnTo>
                    <a:pt x="6540098" y="1048165"/>
                  </a:lnTo>
                  <a:lnTo>
                    <a:pt x="6534625" y="1048165"/>
                  </a:lnTo>
                  <a:lnTo>
                    <a:pt x="6529152" y="1048165"/>
                  </a:lnTo>
                  <a:lnTo>
                    <a:pt x="6523679" y="1048165"/>
                  </a:lnTo>
                  <a:lnTo>
                    <a:pt x="6518206" y="1048165"/>
                  </a:lnTo>
                  <a:lnTo>
                    <a:pt x="6512733" y="1048165"/>
                  </a:lnTo>
                  <a:lnTo>
                    <a:pt x="6507260" y="1048165"/>
                  </a:lnTo>
                  <a:lnTo>
                    <a:pt x="6501787" y="1048165"/>
                  </a:lnTo>
                  <a:lnTo>
                    <a:pt x="6496315" y="1048165"/>
                  </a:lnTo>
                  <a:lnTo>
                    <a:pt x="6490842" y="1048165"/>
                  </a:lnTo>
                  <a:lnTo>
                    <a:pt x="6485369" y="1048165"/>
                  </a:lnTo>
                  <a:lnTo>
                    <a:pt x="6479896" y="1048165"/>
                  </a:lnTo>
                  <a:lnTo>
                    <a:pt x="6474423" y="1048165"/>
                  </a:lnTo>
                  <a:lnTo>
                    <a:pt x="6463477" y="1048165"/>
                  </a:lnTo>
                  <a:lnTo>
                    <a:pt x="6452531" y="1048165"/>
                  </a:lnTo>
                  <a:lnTo>
                    <a:pt x="6447059" y="1048165"/>
                  </a:lnTo>
                  <a:lnTo>
                    <a:pt x="6441586" y="1048165"/>
                  </a:lnTo>
                  <a:lnTo>
                    <a:pt x="6436113" y="1048165"/>
                  </a:lnTo>
                  <a:lnTo>
                    <a:pt x="6430640" y="1048165"/>
                  </a:lnTo>
                  <a:lnTo>
                    <a:pt x="6425167" y="1048165"/>
                  </a:lnTo>
                  <a:lnTo>
                    <a:pt x="6419694" y="1048165"/>
                  </a:lnTo>
                  <a:lnTo>
                    <a:pt x="6414221" y="1048165"/>
                  </a:lnTo>
                  <a:lnTo>
                    <a:pt x="6408748" y="1048165"/>
                  </a:lnTo>
                  <a:lnTo>
                    <a:pt x="6403275" y="1048165"/>
                  </a:lnTo>
                  <a:lnTo>
                    <a:pt x="6397803" y="1048165"/>
                  </a:lnTo>
                  <a:lnTo>
                    <a:pt x="6392330" y="1048165"/>
                  </a:lnTo>
                  <a:lnTo>
                    <a:pt x="6386857" y="1048165"/>
                  </a:lnTo>
                  <a:lnTo>
                    <a:pt x="6381384" y="1048165"/>
                  </a:lnTo>
                  <a:lnTo>
                    <a:pt x="6375911" y="1048165"/>
                  </a:lnTo>
                  <a:lnTo>
                    <a:pt x="6370438" y="1048165"/>
                  </a:lnTo>
                  <a:lnTo>
                    <a:pt x="6364965" y="1048165"/>
                  </a:lnTo>
                  <a:lnTo>
                    <a:pt x="6359492" y="1048165"/>
                  </a:lnTo>
                  <a:lnTo>
                    <a:pt x="6354019" y="1048165"/>
                  </a:lnTo>
                  <a:lnTo>
                    <a:pt x="6348547" y="1048165"/>
                  </a:lnTo>
                  <a:lnTo>
                    <a:pt x="6343074" y="1048165"/>
                  </a:lnTo>
                  <a:lnTo>
                    <a:pt x="6337601" y="1048165"/>
                  </a:lnTo>
                  <a:lnTo>
                    <a:pt x="6332128" y="1048165"/>
                  </a:lnTo>
                  <a:lnTo>
                    <a:pt x="6326655" y="1048165"/>
                  </a:lnTo>
                  <a:lnTo>
                    <a:pt x="6321182" y="1048165"/>
                  </a:lnTo>
                  <a:lnTo>
                    <a:pt x="6315709" y="1048165"/>
                  </a:lnTo>
                  <a:lnTo>
                    <a:pt x="6310236" y="1048165"/>
                  </a:lnTo>
                  <a:lnTo>
                    <a:pt x="6310236" y="1063213"/>
                  </a:lnTo>
                  <a:lnTo>
                    <a:pt x="6304764" y="1063213"/>
                  </a:lnTo>
                  <a:lnTo>
                    <a:pt x="6299291" y="1063213"/>
                  </a:lnTo>
                  <a:lnTo>
                    <a:pt x="6293818" y="1063213"/>
                  </a:lnTo>
                  <a:lnTo>
                    <a:pt x="6288345" y="1063213"/>
                  </a:lnTo>
                  <a:lnTo>
                    <a:pt x="6282872" y="1063213"/>
                  </a:lnTo>
                  <a:lnTo>
                    <a:pt x="6277399" y="1063213"/>
                  </a:lnTo>
                  <a:lnTo>
                    <a:pt x="6277399" y="1078182"/>
                  </a:lnTo>
                  <a:lnTo>
                    <a:pt x="6266453" y="1078182"/>
                  </a:lnTo>
                  <a:lnTo>
                    <a:pt x="6260980" y="1078182"/>
                  </a:lnTo>
                  <a:lnTo>
                    <a:pt x="6255508" y="1078182"/>
                  </a:lnTo>
                  <a:lnTo>
                    <a:pt x="6250035" y="1078182"/>
                  </a:lnTo>
                  <a:lnTo>
                    <a:pt x="6244562" y="1078182"/>
                  </a:lnTo>
                  <a:lnTo>
                    <a:pt x="6239089" y="1078182"/>
                  </a:lnTo>
                  <a:lnTo>
                    <a:pt x="6233616" y="1078182"/>
                  </a:lnTo>
                  <a:lnTo>
                    <a:pt x="6228143" y="1078182"/>
                  </a:lnTo>
                  <a:lnTo>
                    <a:pt x="6222670" y="1078182"/>
                  </a:lnTo>
                  <a:lnTo>
                    <a:pt x="6217197" y="1078182"/>
                  </a:lnTo>
                  <a:lnTo>
                    <a:pt x="6211724" y="1078182"/>
                  </a:lnTo>
                  <a:lnTo>
                    <a:pt x="6206252" y="1078182"/>
                  </a:lnTo>
                  <a:lnTo>
                    <a:pt x="6200779" y="1078182"/>
                  </a:lnTo>
                  <a:lnTo>
                    <a:pt x="6195306" y="1078182"/>
                  </a:lnTo>
                  <a:lnTo>
                    <a:pt x="6189833" y="1078182"/>
                  </a:lnTo>
                  <a:lnTo>
                    <a:pt x="6184360" y="1078182"/>
                  </a:lnTo>
                  <a:lnTo>
                    <a:pt x="6173414" y="1078182"/>
                  </a:lnTo>
                  <a:lnTo>
                    <a:pt x="6167941" y="1078182"/>
                  </a:lnTo>
                  <a:lnTo>
                    <a:pt x="6162468" y="1078182"/>
                  </a:lnTo>
                  <a:lnTo>
                    <a:pt x="6156996" y="1078182"/>
                  </a:lnTo>
                  <a:lnTo>
                    <a:pt x="6151523" y="1078182"/>
                  </a:lnTo>
                  <a:lnTo>
                    <a:pt x="6146050" y="1078182"/>
                  </a:lnTo>
                  <a:lnTo>
                    <a:pt x="6140577" y="1078182"/>
                  </a:lnTo>
                  <a:lnTo>
                    <a:pt x="6135104" y="1078182"/>
                  </a:lnTo>
                  <a:lnTo>
                    <a:pt x="6129631" y="1078182"/>
                  </a:lnTo>
                  <a:lnTo>
                    <a:pt x="6124158" y="1078182"/>
                  </a:lnTo>
                  <a:lnTo>
                    <a:pt x="6118685" y="1078182"/>
                  </a:lnTo>
                  <a:lnTo>
                    <a:pt x="6113213" y="1078182"/>
                  </a:lnTo>
                  <a:lnTo>
                    <a:pt x="6107740" y="1078182"/>
                  </a:lnTo>
                  <a:lnTo>
                    <a:pt x="6102267" y="1078182"/>
                  </a:lnTo>
                  <a:lnTo>
                    <a:pt x="6096794" y="1078182"/>
                  </a:lnTo>
                  <a:lnTo>
                    <a:pt x="6091321" y="1078182"/>
                  </a:lnTo>
                  <a:lnTo>
                    <a:pt x="6085848" y="1078182"/>
                  </a:lnTo>
                  <a:lnTo>
                    <a:pt x="6080375" y="1078182"/>
                  </a:lnTo>
                  <a:lnTo>
                    <a:pt x="6074902" y="1078182"/>
                  </a:lnTo>
                  <a:lnTo>
                    <a:pt x="6069429" y="1078182"/>
                  </a:lnTo>
                  <a:lnTo>
                    <a:pt x="6063957" y="1078182"/>
                  </a:lnTo>
                  <a:lnTo>
                    <a:pt x="6058484" y="1078182"/>
                  </a:lnTo>
                  <a:lnTo>
                    <a:pt x="6053011" y="1078182"/>
                  </a:lnTo>
                  <a:lnTo>
                    <a:pt x="6047538" y="1078182"/>
                  </a:lnTo>
                  <a:lnTo>
                    <a:pt x="6042065" y="1078182"/>
                  </a:lnTo>
                  <a:lnTo>
                    <a:pt x="6042065" y="1092595"/>
                  </a:lnTo>
                  <a:lnTo>
                    <a:pt x="6036592" y="1092595"/>
                  </a:lnTo>
                  <a:lnTo>
                    <a:pt x="6031119" y="1092595"/>
                  </a:lnTo>
                  <a:lnTo>
                    <a:pt x="6025646" y="1092595"/>
                  </a:lnTo>
                  <a:lnTo>
                    <a:pt x="6020173" y="1092595"/>
                  </a:lnTo>
                  <a:lnTo>
                    <a:pt x="6014701" y="1092595"/>
                  </a:lnTo>
                  <a:lnTo>
                    <a:pt x="6009228" y="1092595"/>
                  </a:lnTo>
                  <a:lnTo>
                    <a:pt x="6003755" y="1092595"/>
                  </a:lnTo>
                  <a:lnTo>
                    <a:pt x="5998282" y="1092595"/>
                  </a:lnTo>
                  <a:lnTo>
                    <a:pt x="5992809" y="1092595"/>
                  </a:lnTo>
                  <a:lnTo>
                    <a:pt x="5987336" y="1092595"/>
                  </a:lnTo>
                  <a:lnTo>
                    <a:pt x="5981863" y="1092595"/>
                  </a:lnTo>
                  <a:lnTo>
                    <a:pt x="5976390" y="1092595"/>
                  </a:lnTo>
                  <a:lnTo>
                    <a:pt x="5970918" y="1092595"/>
                  </a:lnTo>
                  <a:lnTo>
                    <a:pt x="5965445" y="1092595"/>
                  </a:lnTo>
                  <a:lnTo>
                    <a:pt x="5959972" y="1092595"/>
                  </a:lnTo>
                  <a:lnTo>
                    <a:pt x="5954499" y="1092595"/>
                  </a:lnTo>
                  <a:lnTo>
                    <a:pt x="5949026" y="1092595"/>
                  </a:lnTo>
                  <a:lnTo>
                    <a:pt x="5943553" y="1092595"/>
                  </a:lnTo>
                  <a:lnTo>
                    <a:pt x="5938080" y="1092595"/>
                  </a:lnTo>
                  <a:lnTo>
                    <a:pt x="5932607" y="1092595"/>
                  </a:lnTo>
                  <a:lnTo>
                    <a:pt x="5927134" y="1092595"/>
                  </a:lnTo>
                  <a:lnTo>
                    <a:pt x="5921662" y="1092595"/>
                  </a:lnTo>
                  <a:lnTo>
                    <a:pt x="5916189" y="1092595"/>
                  </a:lnTo>
                  <a:lnTo>
                    <a:pt x="5910716" y="1092595"/>
                  </a:lnTo>
                  <a:lnTo>
                    <a:pt x="5905243" y="1092595"/>
                  </a:lnTo>
                  <a:lnTo>
                    <a:pt x="5899770" y="1092595"/>
                  </a:lnTo>
                  <a:lnTo>
                    <a:pt x="5894297" y="1092595"/>
                  </a:lnTo>
                  <a:lnTo>
                    <a:pt x="5888824" y="1092595"/>
                  </a:lnTo>
                  <a:lnTo>
                    <a:pt x="5883351" y="1092595"/>
                  </a:lnTo>
                  <a:lnTo>
                    <a:pt x="5877878" y="1092595"/>
                  </a:lnTo>
                  <a:lnTo>
                    <a:pt x="5872406" y="1092595"/>
                  </a:lnTo>
                  <a:lnTo>
                    <a:pt x="5866933" y="1092595"/>
                  </a:lnTo>
                  <a:lnTo>
                    <a:pt x="5861460" y="1092595"/>
                  </a:lnTo>
                  <a:lnTo>
                    <a:pt x="5855987" y="1092595"/>
                  </a:lnTo>
                  <a:lnTo>
                    <a:pt x="5850514" y="1092595"/>
                  </a:lnTo>
                  <a:lnTo>
                    <a:pt x="5845041" y="1092595"/>
                  </a:lnTo>
                  <a:lnTo>
                    <a:pt x="5839568" y="1092595"/>
                  </a:lnTo>
                  <a:lnTo>
                    <a:pt x="5834095" y="1092595"/>
                  </a:lnTo>
                  <a:lnTo>
                    <a:pt x="5828622" y="1092595"/>
                  </a:lnTo>
                  <a:lnTo>
                    <a:pt x="5823150" y="1092595"/>
                  </a:lnTo>
                  <a:lnTo>
                    <a:pt x="5817677" y="1092595"/>
                  </a:lnTo>
                  <a:lnTo>
                    <a:pt x="5812204" y="1092595"/>
                  </a:lnTo>
                  <a:lnTo>
                    <a:pt x="5806731" y="1092595"/>
                  </a:lnTo>
                  <a:lnTo>
                    <a:pt x="5801258" y="1092595"/>
                  </a:lnTo>
                  <a:lnTo>
                    <a:pt x="5795785" y="1092595"/>
                  </a:lnTo>
                  <a:lnTo>
                    <a:pt x="5790312" y="1092595"/>
                  </a:lnTo>
                  <a:lnTo>
                    <a:pt x="5784839" y="1092595"/>
                  </a:lnTo>
                  <a:lnTo>
                    <a:pt x="5779367" y="1092595"/>
                  </a:lnTo>
                  <a:lnTo>
                    <a:pt x="5773894" y="1092595"/>
                  </a:lnTo>
                  <a:lnTo>
                    <a:pt x="5768421" y="1092595"/>
                  </a:lnTo>
                  <a:lnTo>
                    <a:pt x="5762948" y="1092595"/>
                  </a:lnTo>
                  <a:lnTo>
                    <a:pt x="5757475" y="1092595"/>
                  </a:lnTo>
                  <a:lnTo>
                    <a:pt x="5757475" y="1106472"/>
                  </a:lnTo>
                  <a:lnTo>
                    <a:pt x="5752002" y="1106472"/>
                  </a:lnTo>
                  <a:lnTo>
                    <a:pt x="5746529" y="1106472"/>
                  </a:lnTo>
                  <a:lnTo>
                    <a:pt x="5741056" y="1106472"/>
                  </a:lnTo>
                  <a:lnTo>
                    <a:pt x="5735583" y="1106472"/>
                  </a:lnTo>
                  <a:lnTo>
                    <a:pt x="5730111" y="1106472"/>
                  </a:lnTo>
                  <a:lnTo>
                    <a:pt x="5724638" y="1106472"/>
                  </a:lnTo>
                  <a:lnTo>
                    <a:pt x="5719165" y="1106472"/>
                  </a:lnTo>
                  <a:lnTo>
                    <a:pt x="5713692" y="1106472"/>
                  </a:lnTo>
                  <a:lnTo>
                    <a:pt x="5708219" y="1106472"/>
                  </a:lnTo>
                  <a:lnTo>
                    <a:pt x="5702746" y="1106472"/>
                  </a:lnTo>
                  <a:lnTo>
                    <a:pt x="5697273" y="1106472"/>
                  </a:lnTo>
                  <a:lnTo>
                    <a:pt x="5691800" y="1106472"/>
                  </a:lnTo>
                  <a:lnTo>
                    <a:pt x="5686327" y="1106472"/>
                  </a:lnTo>
                  <a:lnTo>
                    <a:pt x="5680855" y="1106472"/>
                  </a:lnTo>
                  <a:lnTo>
                    <a:pt x="5675382" y="1106472"/>
                  </a:lnTo>
                  <a:lnTo>
                    <a:pt x="5669909" y="1106472"/>
                  </a:lnTo>
                  <a:lnTo>
                    <a:pt x="5664436" y="1106472"/>
                  </a:lnTo>
                  <a:lnTo>
                    <a:pt x="5658963" y="1106472"/>
                  </a:lnTo>
                  <a:lnTo>
                    <a:pt x="5658963" y="1120176"/>
                  </a:lnTo>
                  <a:lnTo>
                    <a:pt x="5653490" y="1120176"/>
                  </a:lnTo>
                  <a:lnTo>
                    <a:pt x="5648017" y="1120176"/>
                  </a:lnTo>
                  <a:lnTo>
                    <a:pt x="5642544" y="1120176"/>
                  </a:lnTo>
                  <a:lnTo>
                    <a:pt x="5637071" y="1120176"/>
                  </a:lnTo>
                  <a:lnTo>
                    <a:pt x="5631599" y="1120176"/>
                  </a:lnTo>
                  <a:lnTo>
                    <a:pt x="5626126" y="1120176"/>
                  </a:lnTo>
                  <a:lnTo>
                    <a:pt x="5620653" y="1120176"/>
                  </a:lnTo>
                  <a:lnTo>
                    <a:pt x="5615180" y="1120176"/>
                  </a:lnTo>
                  <a:lnTo>
                    <a:pt x="5609707" y="1120176"/>
                  </a:lnTo>
                  <a:lnTo>
                    <a:pt x="5604234" y="1120176"/>
                  </a:lnTo>
                  <a:lnTo>
                    <a:pt x="5598761" y="1120176"/>
                  </a:lnTo>
                  <a:lnTo>
                    <a:pt x="5593288" y="1120176"/>
                  </a:lnTo>
                  <a:lnTo>
                    <a:pt x="5587816" y="1120176"/>
                  </a:lnTo>
                  <a:lnTo>
                    <a:pt x="5582343" y="1120176"/>
                  </a:lnTo>
                  <a:lnTo>
                    <a:pt x="5576870" y="1120176"/>
                  </a:lnTo>
                  <a:lnTo>
                    <a:pt x="5571397" y="1120176"/>
                  </a:lnTo>
                  <a:lnTo>
                    <a:pt x="5565924" y="1120176"/>
                  </a:lnTo>
                  <a:lnTo>
                    <a:pt x="5560451" y="1120176"/>
                  </a:lnTo>
                  <a:lnTo>
                    <a:pt x="5554978" y="1120176"/>
                  </a:lnTo>
                  <a:lnTo>
                    <a:pt x="5549505" y="1120176"/>
                  </a:lnTo>
                  <a:lnTo>
                    <a:pt x="5544032" y="1120176"/>
                  </a:lnTo>
                  <a:lnTo>
                    <a:pt x="5538560" y="1120176"/>
                  </a:lnTo>
                  <a:lnTo>
                    <a:pt x="5533087" y="1120176"/>
                  </a:lnTo>
                  <a:lnTo>
                    <a:pt x="5533087" y="1133668"/>
                  </a:lnTo>
                  <a:lnTo>
                    <a:pt x="5527614" y="1133668"/>
                  </a:lnTo>
                  <a:lnTo>
                    <a:pt x="5522141" y="1133668"/>
                  </a:lnTo>
                  <a:lnTo>
                    <a:pt x="5516668" y="1133668"/>
                  </a:lnTo>
                  <a:lnTo>
                    <a:pt x="5511195" y="1133668"/>
                  </a:lnTo>
                  <a:lnTo>
                    <a:pt x="5511195" y="1147116"/>
                  </a:lnTo>
                  <a:lnTo>
                    <a:pt x="5505722" y="1147116"/>
                  </a:lnTo>
                  <a:lnTo>
                    <a:pt x="5500249" y="1147116"/>
                  </a:lnTo>
                  <a:lnTo>
                    <a:pt x="5494776" y="1147116"/>
                  </a:lnTo>
                  <a:lnTo>
                    <a:pt x="5489304" y="1147116"/>
                  </a:lnTo>
                  <a:lnTo>
                    <a:pt x="5483831" y="1147116"/>
                  </a:lnTo>
                  <a:lnTo>
                    <a:pt x="5478358" y="1147116"/>
                  </a:lnTo>
                  <a:lnTo>
                    <a:pt x="5472885" y="1147116"/>
                  </a:lnTo>
                  <a:lnTo>
                    <a:pt x="5467412" y="1147116"/>
                  </a:lnTo>
                  <a:lnTo>
                    <a:pt x="5461939" y="1147116"/>
                  </a:lnTo>
                  <a:lnTo>
                    <a:pt x="5456466" y="1147116"/>
                  </a:lnTo>
                  <a:lnTo>
                    <a:pt x="5450993" y="1147116"/>
                  </a:lnTo>
                  <a:lnTo>
                    <a:pt x="5445520" y="1147116"/>
                  </a:lnTo>
                  <a:lnTo>
                    <a:pt x="5440048" y="1147116"/>
                  </a:lnTo>
                  <a:lnTo>
                    <a:pt x="5434575" y="1147116"/>
                  </a:lnTo>
                  <a:lnTo>
                    <a:pt x="5429102" y="1147116"/>
                  </a:lnTo>
                  <a:lnTo>
                    <a:pt x="5423629" y="1147116"/>
                  </a:lnTo>
                  <a:lnTo>
                    <a:pt x="5418156" y="1147116"/>
                  </a:lnTo>
                  <a:lnTo>
                    <a:pt x="5412683" y="1147116"/>
                  </a:lnTo>
                  <a:lnTo>
                    <a:pt x="5407210" y="1147116"/>
                  </a:lnTo>
                  <a:lnTo>
                    <a:pt x="5401737" y="1147116"/>
                  </a:lnTo>
                  <a:lnTo>
                    <a:pt x="5396265" y="1147116"/>
                  </a:lnTo>
                  <a:lnTo>
                    <a:pt x="5390792" y="1147116"/>
                  </a:lnTo>
                  <a:lnTo>
                    <a:pt x="5385319" y="1147116"/>
                  </a:lnTo>
                  <a:lnTo>
                    <a:pt x="5379846" y="1147116"/>
                  </a:lnTo>
                  <a:lnTo>
                    <a:pt x="5374373" y="1147116"/>
                  </a:lnTo>
                  <a:lnTo>
                    <a:pt x="5368900" y="1147116"/>
                  </a:lnTo>
                  <a:lnTo>
                    <a:pt x="5363427" y="1147116"/>
                  </a:lnTo>
                  <a:lnTo>
                    <a:pt x="5363427" y="1173465"/>
                  </a:lnTo>
                  <a:lnTo>
                    <a:pt x="5357954" y="1173465"/>
                  </a:lnTo>
                  <a:lnTo>
                    <a:pt x="5352481" y="1173465"/>
                  </a:lnTo>
                  <a:lnTo>
                    <a:pt x="5347009" y="1173465"/>
                  </a:lnTo>
                  <a:lnTo>
                    <a:pt x="5341536" y="1173465"/>
                  </a:lnTo>
                  <a:lnTo>
                    <a:pt x="5336063" y="1173465"/>
                  </a:lnTo>
                  <a:lnTo>
                    <a:pt x="5330590" y="1173465"/>
                  </a:lnTo>
                  <a:lnTo>
                    <a:pt x="5330590" y="1186576"/>
                  </a:lnTo>
                  <a:lnTo>
                    <a:pt x="5325117" y="1186576"/>
                  </a:lnTo>
                  <a:lnTo>
                    <a:pt x="5319644" y="1186576"/>
                  </a:lnTo>
                  <a:lnTo>
                    <a:pt x="5314171" y="1186576"/>
                  </a:lnTo>
                  <a:lnTo>
                    <a:pt x="5308698" y="1186576"/>
                  </a:lnTo>
                  <a:lnTo>
                    <a:pt x="5303225" y="1186576"/>
                  </a:lnTo>
                  <a:lnTo>
                    <a:pt x="5297753" y="1186576"/>
                  </a:lnTo>
                  <a:lnTo>
                    <a:pt x="5292280" y="1186576"/>
                  </a:lnTo>
                  <a:lnTo>
                    <a:pt x="5286807" y="1186576"/>
                  </a:lnTo>
                  <a:lnTo>
                    <a:pt x="5281334" y="1186576"/>
                  </a:lnTo>
                  <a:lnTo>
                    <a:pt x="5275861" y="1186576"/>
                  </a:lnTo>
                  <a:lnTo>
                    <a:pt x="5270388" y="1186576"/>
                  </a:lnTo>
                  <a:lnTo>
                    <a:pt x="5264915" y="1186576"/>
                  </a:lnTo>
                  <a:lnTo>
                    <a:pt x="5259442" y="1186576"/>
                  </a:lnTo>
                  <a:lnTo>
                    <a:pt x="5259442" y="1199498"/>
                  </a:lnTo>
                  <a:lnTo>
                    <a:pt x="5253970" y="1199498"/>
                  </a:lnTo>
                  <a:lnTo>
                    <a:pt x="5248497" y="1199498"/>
                  </a:lnTo>
                  <a:lnTo>
                    <a:pt x="5243024" y="1199498"/>
                  </a:lnTo>
                  <a:lnTo>
                    <a:pt x="5237551" y="1199498"/>
                  </a:lnTo>
                  <a:lnTo>
                    <a:pt x="5232078" y="1199498"/>
                  </a:lnTo>
                  <a:lnTo>
                    <a:pt x="5226605" y="1199498"/>
                  </a:lnTo>
                  <a:lnTo>
                    <a:pt x="5226605" y="1212331"/>
                  </a:lnTo>
                  <a:lnTo>
                    <a:pt x="5221132" y="1212331"/>
                  </a:lnTo>
                  <a:lnTo>
                    <a:pt x="5215659" y="1212331"/>
                  </a:lnTo>
                  <a:lnTo>
                    <a:pt x="5210186" y="1212331"/>
                  </a:lnTo>
                  <a:lnTo>
                    <a:pt x="5204714" y="1212331"/>
                  </a:lnTo>
                  <a:lnTo>
                    <a:pt x="5199241" y="1212331"/>
                  </a:lnTo>
                  <a:lnTo>
                    <a:pt x="5193768" y="1212331"/>
                  </a:lnTo>
                  <a:lnTo>
                    <a:pt x="5188295" y="1212331"/>
                  </a:lnTo>
                  <a:lnTo>
                    <a:pt x="5182822" y="1212331"/>
                  </a:lnTo>
                  <a:lnTo>
                    <a:pt x="5177349" y="1212331"/>
                  </a:lnTo>
                  <a:lnTo>
                    <a:pt x="5171876" y="1212331"/>
                  </a:lnTo>
                  <a:lnTo>
                    <a:pt x="5166403" y="1212331"/>
                  </a:lnTo>
                  <a:lnTo>
                    <a:pt x="5160930" y="1212331"/>
                  </a:lnTo>
                  <a:lnTo>
                    <a:pt x="5155458" y="1212331"/>
                  </a:lnTo>
                  <a:lnTo>
                    <a:pt x="5149985" y="1212331"/>
                  </a:lnTo>
                  <a:lnTo>
                    <a:pt x="5144512" y="1212331"/>
                  </a:lnTo>
                  <a:lnTo>
                    <a:pt x="5139039" y="1212331"/>
                  </a:lnTo>
                  <a:lnTo>
                    <a:pt x="5133566" y="1212331"/>
                  </a:lnTo>
                  <a:lnTo>
                    <a:pt x="5128093" y="1212331"/>
                  </a:lnTo>
                  <a:lnTo>
                    <a:pt x="5122620" y="1212331"/>
                  </a:lnTo>
                  <a:lnTo>
                    <a:pt x="5117147" y="1212331"/>
                  </a:lnTo>
                  <a:lnTo>
                    <a:pt x="5111674" y="1212331"/>
                  </a:lnTo>
                  <a:lnTo>
                    <a:pt x="5106202" y="1212331"/>
                  </a:lnTo>
                  <a:lnTo>
                    <a:pt x="5100729" y="1212331"/>
                  </a:lnTo>
                  <a:lnTo>
                    <a:pt x="5095256" y="1212331"/>
                  </a:lnTo>
                  <a:lnTo>
                    <a:pt x="5089783" y="1212331"/>
                  </a:lnTo>
                  <a:lnTo>
                    <a:pt x="5084310" y="1212331"/>
                  </a:lnTo>
                  <a:lnTo>
                    <a:pt x="5078837" y="1212331"/>
                  </a:lnTo>
                  <a:lnTo>
                    <a:pt x="5073364" y="1212331"/>
                  </a:lnTo>
                  <a:lnTo>
                    <a:pt x="5067891" y="1212331"/>
                  </a:lnTo>
                  <a:lnTo>
                    <a:pt x="5062419" y="1212331"/>
                  </a:lnTo>
                  <a:lnTo>
                    <a:pt x="5056946" y="1212331"/>
                  </a:lnTo>
                  <a:lnTo>
                    <a:pt x="5051473" y="1212331"/>
                  </a:lnTo>
                  <a:lnTo>
                    <a:pt x="5046000" y="1212331"/>
                  </a:lnTo>
                  <a:lnTo>
                    <a:pt x="5040527" y="1212331"/>
                  </a:lnTo>
                  <a:lnTo>
                    <a:pt x="5035054" y="1212331"/>
                  </a:lnTo>
                  <a:lnTo>
                    <a:pt x="5035054" y="1224873"/>
                  </a:lnTo>
                  <a:lnTo>
                    <a:pt x="5029581" y="1224873"/>
                  </a:lnTo>
                  <a:lnTo>
                    <a:pt x="5024108" y="1224873"/>
                  </a:lnTo>
                  <a:lnTo>
                    <a:pt x="5018635" y="1224873"/>
                  </a:lnTo>
                  <a:lnTo>
                    <a:pt x="5013163" y="1224873"/>
                  </a:lnTo>
                  <a:lnTo>
                    <a:pt x="5007690" y="1224873"/>
                  </a:lnTo>
                  <a:lnTo>
                    <a:pt x="5002217" y="1224873"/>
                  </a:lnTo>
                  <a:lnTo>
                    <a:pt x="4996744" y="1224873"/>
                  </a:lnTo>
                  <a:lnTo>
                    <a:pt x="4991271" y="1224873"/>
                  </a:lnTo>
                  <a:lnTo>
                    <a:pt x="4985798" y="1224873"/>
                  </a:lnTo>
                  <a:lnTo>
                    <a:pt x="4980325" y="1224873"/>
                  </a:lnTo>
                  <a:lnTo>
                    <a:pt x="4974852" y="1224873"/>
                  </a:lnTo>
                  <a:lnTo>
                    <a:pt x="4969379" y="1224873"/>
                  </a:lnTo>
                  <a:lnTo>
                    <a:pt x="4963907" y="1224873"/>
                  </a:lnTo>
                  <a:lnTo>
                    <a:pt x="4958434" y="1224873"/>
                  </a:lnTo>
                  <a:lnTo>
                    <a:pt x="4952961" y="1224873"/>
                  </a:lnTo>
                  <a:lnTo>
                    <a:pt x="4947488" y="1224873"/>
                  </a:lnTo>
                  <a:lnTo>
                    <a:pt x="4942015" y="1224873"/>
                  </a:lnTo>
                  <a:lnTo>
                    <a:pt x="4936542" y="1224873"/>
                  </a:lnTo>
                  <a:lnTo>
                    <a:pt x="4931069" y="1224873"/>
                  </a:lnTo>
                  <a:lnTo>
                    <a:pt x="4925596" y="1224873"/>
                  </a:lnTo>
                  <a:lnTo>
                    <a:pt x="4920123" y="1224873"/>
                  </a:lnTo>
                  <a:lnTo>
                    <a:pt x="4914651" y="1224873"/>
                  </a:lnTo>
                  <a:lnTo>
                    <a:pt x="4909178" y="1224873"/>
                  </a:lnTo>
                  <a:lnTo>
                    <a:pt x="4903705" y="1224873"/>
                  </a:lnTo>
                  <a:lnTo>
                    <a:pt x="4903705" y="1237217"/>
                  </a:lnTo>
                  <a:lnTo>
                    <a:pt x="4898232" y="1237217"/>
                  </a:lnTo>
                  <a:lnTo>
                    <a:pt x="4892759" y="1237217"/>
                  </a:lnTo>
                  <a:lnTo>
                    <a:pt x="4887286" y="1237217"/>
                  </a:lnTo>
                  <a:lnTo>
                    <a:pt x="4881813" y="1237217"/>
                  </a:lnTo>
                  <a:lnTo>
                    <a:pt x="4876340" y="1237217"/>
                  </a:lnTo>
                  <a:lnTo>
                    <a:pt x="4870868" y="1237217"/>
                  </a:lnTo>
                  <a:lnTo>
                    <a:pt x="4865395" y="1237217"/>
                  </a:lnTo>
                  <a:lnTo>
                    <a:pt x="4859922" y="1237217"/>
                  </a:lnTo>
                  <a:lnTo>
                    <a:pt x="4854449" y="1237217"/>
                  </a:lnTo>
                  <a:lnTo>
                    <a:pt x="4848976" y="1237217"/>
                  </a:lnTo>
                  <a:lnTo>
                    <a:pt x="4843503" y="1237217"/>
                  </a:lnTo>
                  <a:lnTo>
                    <a:pt x="4838030" y="1237217"/>
                  </a:lnTo>
                  <a:lnTo>
                    <a:pt x="4832557" y="1237217"/>
                  </a:lnTo>
                  <a:lnTo>
                    <a:pt x="4827084" y="1237217"/>
                  </a:lnTo>
                  <a:lnTo>
                    <a:pt x="4821612" y="1237217"/>
                  </a:lnTo>
                  <a:lnTo>
                    <a:pt x="4816139" y="1237217"/>
                  </a:lnTo>
                  <a:lnTo>
                    <a:pt x="4810666" y="1237217"/>
                  </a:lnTo>
                  <a:lnTo>
                    <a:pt x="4805193" y="1237217"/>
                  </a:lnTo>
                  <a:lnTo>
                    <a:pt x="4799720" y="1237217"/>
                  </a:lnTo>
                  <a:lnTo>
                    <a:pt x="4794247" y="1237217"/>
                  </a:lnTo>
                  <a:lnTo>
                    <a:pt x="4788774" y="1237217"/>
                  </a:lnTo>
                  <a:lnTo>
                    <a:pt x="4788774" y="1249330"/>
                  </a:lnTo>
                  <a:lnTo>
                    <a:pt x="4783301" y="1249330"/>
                  </a:lnTo>
                  <a:lnTo>
                    <a:pt x="4777828" y="1249330"/>
                  </a:lnTo>
                  <a:lnTo>
                    <a:pt x="4772356" y="1249330"/>
                  </a:lnTo>
                  <a:lnTo>
                    <a:pt x="4766883" y="1249330"/>
                  </a:lnTo>
                  <a:lnTo>
                    <a:pt x="4761410" y="1249330"/>
                  </a:lnTo>
                  <a:lnTo>
                    <a:pt x="4755937" y="1249330"/>
                  </a:lnTo>
                  <a:lnTo>
                    <a:pt x="4750464" y="1249330"/>
                  </a:lnTo>
                  <a:lnTo>
                    <a:pt x="4744991" y="1249330"/>
                  </a:lnTo>
                  <a:lnTo>
                    <a:pt x="4739518" y="1249330"/>
                  </a:lnTo>
                  <a:lnTo>
                    <a:pt x="4734045" y="1249330"/>
                  </a:lnTo>
                  <a:lnTo>
                    <a:pt x="4728573" y="1249330"/>
                  </a:lnTo>
                  <a:lnTo>
                    <a:pt x="4723100" y="1249330"/>
                  </a:lnTo>
                  <a:lnTo>
                    <a:pt x="4717627" y="1249330"/>
                  </a:lnTo>
                  <a:lnTo>
                    <a:pt x="4712154" y="1249330"/>
                  </a:lnTo>
                  <a:lnTo>
                    <a:pt x="4706681" y="1249330"/>
                  </a:lnTo>
                  <a:lnTo>
                    <a:pt x="4701208" y="1249330"/>
                  </a:lnTo>
                  <a:lnTo>
                    <a:pt x="4695735" y="1249330"/>
                  </a:lnTo>
                  <a:lnTo>
                    <a:pt x="4690262" y="1249330"/>
                  </a:lnTo>
                  <a:lnTo>
                    <a:pt x="4684789" y="1249330"/>
                  </a:lnTo>
                  <a:lnTo>
                    <a:pt x="4679317" y="1249330"/>
                  </a:lnTo>
                  <a:lnTo>
                    <a:pt x="4673844" y="1249330"/>
                  </a:lnTo>
                  <a:lnTo>
                    <a:pt x="4673844" y="1261264"/>
                  </a:lnTo>
                  <a:lnTo>
                    <a:pt x="4668371" y="1261264"/>
                  </a:lnTo>
                  <a:lnTo>
                    <a:pt x="4662898" y="1261264"/>
                  </a:lnTo>
                  <a:lnTo>
                    <a:pt x="4657425" y="1261264"/>
                  </a:lnTo>
                  <a:lnTo>
                    <a:pt x="4651952" y="1261264"/>
                  </a:lnTo>
                  <a:lnTo>
                    <a:pt x="4646479" y="1261264"/>
                  </a:lnTo>
                  <a:lnTo>
                    <a:pt x="4641006" y="1261264"/>
                  </a:lnTo>
                  <a:lnTo>
                    <a:pt x="4635533" y="1261264"/>
                  </a:lnTo>
                  <a:lnTo>
                    <a:pt x="4630061" y="1261264"/>
                  </a:lnTo>
                  <a:lnTo>
                    <a:pt x="4624588" y="1261264"/>
                  </a:lnTo>
                  <a:lnTo>
                    <a:pt x="4619115" y="1261264"/>
                  </a:lnTo>
                  <a:lnTo>
                    <a:pt x="4613642" y="1261264"/>
                  </a:lnTo>
                  <a:lnTo>
                    <a:pt x="4608169" y="1261264"/>
                  </a:lnTo>
                  <a:lnTo>
                    <a:pt x="4602696" y="1261264"/>
                  </a:lnTo>
                  <a:lnTo>
                    <a:pt x="4597223" y="1261264"/>
                  </a:lnTo>
                  <a:lnTo>
                    <a:pt x="4591750" y="1261264"/>
                  </a:lnTo>
                  <a:lnTo>
                    <a:pt x="4586277" y="1261264"/>
                  </a:lnTo>
                  <a:lnTo>
                    <a:pt x="4580805" y="1261264"/>
                  </a:lnTo>
                  <a:lnTo>
                    <a:pt x="4575332" y="1261264"/>
                  </a:lnTo>
                  <a:lnTo>
                    <a:pt x="4569859" y="1261264"/>
                  </a:lnTo>
                  <a:lnTo>
                    <a:pt x="4564386" y="1261264"/>
                  </a:lnTo>
                  <a:lnTo>
                    <a:pt x="4558913" y="1261264"/>
                  </a:lnTo>
                  <a:lnTo>
                    <a:pt x="4553440" y="1261264"/>
                  </a:lnTo>
                  <a:lnTo>
                    <a:pt x="4547967" y="1261264"/>
                  </a:lnTo>
                  <a:lnTo>
                    <a:pt x="4542494" y="1261264"/>
                  </a:lnTo>
                  <a:lnTo>
                    <a:pt x="4537022" y="1261264"/>
                  </a:lnTo>
                  <a:lnTo>
                    <a:pt x="4531549" y="1261264"/>
                  </a:lnTo>
                  <a:lnTo>
                    <a:pt x="4526076" y="1261264"/>
                  </a:lnTo>
                  <a:lnTo>
                    <a:pt x="4520603" y="1261264"/>
                  </a:lnTo>
                  <a:lnTo>
                    <a:pt x="4515130" y="1261264"/>
                  </a:lnTo>
                  <a:lnTo>
                    <a:pt x="4509657" y="1261264"/>
                  </a:lnTo>
                  <a:lnTo>
                    <a:pt x="4504184" y="1261264"/>
                  </a:lnTo>
                  <a:lnTo>
                    <a:pt x="4498711" y="1261264"/>
                  </a:lnTo>
                  <a:lnTo>
                    <a:pt x="4493238" y="1261264"/>
                  </a:lnTo>
                  <a:lnTo>
                    <a:pt x="4487766" y="1261264"/>
                  </a:lnTo>
                  <a:lnTo>
                    <a:pt x="4482293" y="1261264"/>
                  </a:lnTo>
                  <a:lnTo>
                    <a:pt x="4476820" y="1261264"/>
                  </a:lnTo>
                  <a:lnTo>
                    <a:pt x="4471347" y="1261264"/>
                  </a:lnTo>
                  <a:lnTo>
                    <a:pt x="4465874" y="1261264"/>
                  </a:lnTo>
                  <a:lnTo>
                    <a:pt x="4460401" y="1261264"/>
                  </a:lnTo>
                  <a:lnTo>
                    <a:pt x="4460401" y="1272900"/>
                  </a:lnTo>
                  <a:lnTo>
                    <a:pt x="4454928" y="1272900"/>
                  </a:lnTo>
                  <a:lnTo>
                    <a:pt x="4449455" y="1272900"/>
                  </a:lnTo>
                  <a:lnTo>
                    <a:pt x="4443982" y="1272900"/>
                  </a:lnTo>
                  <a:lnTo>
                    <a:pt x="4438510" y="1272900"/>
                  </a:lnTo>
                  <a:lnTo>
                    <a:pt x="4433037" y="1272900"/>
                  </a:lnTo>
                  <a:lnTo>
                    <a:pt x="4427564" y="1272900"/>
                  </a:lnTo>
                  <a:lnTo>
                    <a:pt x="4422091" y="1272900"/>
                  </a:lnTo>
                  <a:lnTo>
                    <a:pt x="4416618" y="1272900"/>
                  </a:lnTo>
                  <a:lnTo>
                    <a:pt x="4411145" y="1272900"/>
                  </a:lnTo>
                  <a:lnTo>
                    <a:pt x="4405672" y="1272900"/>
                  </a:lnTo>
                  <a:lnTo>
                    <a:pt x="4400199" y="1272900"/>
                  </a:lnTo>
                  <a:lnTo>
                    <a:pt x="4394726" y="1272900"/>
                  </a:lnTo>
                  <a:lnTo>
                    <a:pt x="4389254" y="1272900"/>
                  </a:lnTo>
                  <a:lnTo>
                    <a:pt x="4383781" y="1272900"/>
                  </a:lnTo>
                  <a:lnTo>
                    <a:pt x="4378308" y="1272900"/>
                  </a:lnTo>
                  <a:lnTo>
                    <a:pt x="4372835" y="1272900"/>
                  </a:lnTo>
                  <a:lnTo>
                    <a:pt x="4367362" y="1272900"/>
                  </a:lnTo>
                  <a:lnTo>
                    <a:pt x="4361889" y="1272900"/>
                  </a:lnTo>
                  <a:lnTo>
                    <a:pt x="4361889" y="1284366"/>
                  </a:lnTo>
                  <a:lnTo>
                    <a:pt x="4356416" y="1284366"/>
                  </a:lnTo>
                  <a:lnTo>
                    <a:pt x="4350943" y="1284366"/>
                  </a:lnTo>
                  <a:lnTo>
                    <a:pt x="4345471" y="1284366"/>
                  </a:lnTo>
                  <a:lnTo>
                    <a:pt x="4339998" y="1284366"/>
                  </a:lnTo>
                  <a:lnTo>
                    <a:pt x="4334525" y="1284366"/>
                  </a:lnTo>
                  <a:lnTo>
                    <a:pt x="4329052" y="1284366"/>
                  </a:lnTo>
                  <a:lnTo>
                    <a:pt x="4329052" y="1295787"/>
                  </a:lnTo>
                  <a:lnTo>
                    <a:pt x="4323579" y="1295787"/>
                  </a:lnTo>
                  <a:lnTo>
                    <a:pt x="4318106" y="1295787"/>
                  </a:lnTo>
                  <a:lnTo>
                    <a:pt x="4312633" y="1295787"/>
                  </a:lnTo>
                  <a:lnTo>
                    <a:pt x="4307160" y="1295787"/>
                  </a:lnTo>
                  <a:lnTo>
                    <a:pt x="4301687" y="1295787"/>
                  </a:lnTo>
                  <a:lnTo>
                    <a:pt x="4296215" y="1295787"/>
                  </a:lnTo>
                  <a:lnTo>
                    <a:pt x="4296215" y="1307136"/>
                  </a:lnTo>
                  <a:lnTo>
                    <a:pt x="4290742" y="1307136"/>
                  </a:lnTo>
                  <a:lnTo>
                    <a:pt x="4285269" y="1307136"/>
                  </a:lnTo>
                  <a:lnTo>
                    <a:pt x="4279796" y="1307136"/>
                  </a:lnTo>
                  <a:lnTo>
                    <a:pt x="4274323" y="1307136"/>
                  </a:lnTo>
                  <a:lnTo>
                    <a:pt x="4268850" y="1307136"/>
                  </a:lnTo>
                  <a:lnTo>
                    <a:pt x="4263377" y="1307136"/>
                  </a:lnTo>
                  <a:lnTo>
                    <a:pt x="4257904" y="1307136"/>
                  </a:lnTo>
                  <a:lnTo>
                    <a:pt x="4252431" y="1307136"/>
                  </a:lnTo>
                  <a:lnTo>
                    <a:pt x="4246959" y="1307136"/>
                  </a:lnTo>
                  <a:lnTo>
                    <a:pt x="4241486" y="1307136"/>
                  </a:lnTo>
                  <a:lnTo>
                    <a:pt x="4236013" y="1307136"/>
                  </a:lnTo>
                  <a:lnTo>
                    <a:pt x="4230540" y="1307136"/>
                  </a:lnTo>
                  <a:lnTo>
                    <a:pt x="4225067" y="1307136"/>
                  </a:lnTo>
                  <a:lnTo>
                    <a:pt x="4219594" y="1307136"/>
                  </a:lnTo>
                  <a:lnTo>
                    <a:pt x="4214121" y="1307136"/>
                  </a:lnTo>
                  <a:lnTo>
                    <a:pt x="4208648" y="1307136"/>
                  </a:lnTo>
                  <a:lnTo>
                    <a:pt x="4208648" y="1318272"/>
                  </a:lnTo>
                  <a:lnTo>
                    <a:pt x="4203176" y="1318272"/>
                  </a:lnTo>
                  <a:lnTo>
                    <a:pt x="4197703" y="1318272"/>
                  </a:lnTo>
                  <a:lnTo>
                    <a:pt x="4192230" y="1318272"/>
                  </a:lnTo>
                  <a:lnTo>
                    <a:pt x="4186757" y="1318272"/>
                  </a:lnTo>
                  <a:lnTo>
                    <a:pt x="4181284" y="1318272"/>
                  </a:lnTo>
                  <a:lnTo>
                    <a:pt x="4175811" y="1318272"/>
                  </a:lnTo>
                  <a:lnTo>
                    <a:pt x="4170338" y="1318272"/>
                  </a:lnTo>
                  <a:lnTo>
                    <a:pt x="4164865" y="1318272"/>
                  </a:lnTo>
                  <a:lnTo>
                    <a:pt x="4159392" y="1318272"/>
                  </a:lnTo>
                  <a:lnTo>
                    <a:pt x="4153920" y="1318272"/>
                  </a:lnTo>
                  <a:lnTo>
                    <a:pt x="4153920" y="1329295"/>
                  </a:lnTo>
                  <a:lnTo>
                    <a:pt x="4148447" y="1329295"/>
                  </a:lnTo>
                  <a:lnTo>
                    <a:pt x="4148447" y="1340307"/>
                  </a:lnTo>
                  <a:lnTo>
                    <a:pt x="4142974" y="1340307"/>
                  </a:lnTo>
                  <a:lnTo>
                    <a:pt x="4137501" y="1340307"/>
                  </a:lnTo>
                  <a:lnTo>
                    <a:pt x="4132028" y="1340307"/>
                  </a:lnTo>
                  <a:lnTo>
                    <a:pt x="4126555" y="1340307"/>
                  </a:lnTo>
                  <a:lnTo>
                    <a:pt x="4121082" y="1340307"/>
                  </a:lnTo>
                  <a:lnTo>
                    <a:pt x="4115609" y="1340307"/>
                  </a:lnTo>
                  <a:lnTo>
                    <a:pt x="4110136" y="1340307"/>
                  </a:lnTo>
                  <a:lnTo>
                    <a:pt x="4104664" y="1340307"/>
                  </a:lnTo>
                  <a:lnTo>
                    <a:pt x="4099191" y="1340307"/>
                  </a:lnTo>
                  <a:lnTo>
                    <a:pt x="4093718" y="1340307"/>
                  </a:lnTo>
                  <a:lnTo>
                    <a:pt x="4088245" y="1340307"/>
                  </a:lnTo>
                  <a:lnTo>
                    <a:pt x="4082772" y="1340307"/>
                  </a:lnTo>
                  <a:lnTo>
                    <a:pt x="4077299" y="1340307"/>
                  </a:lnTo>
                  <a:lnTo>
                    <a:pt x="4071826" y="1340307"/>
                  </a:lnTo>
                  <a:lnTo>
                    <a:pt x="4066353" y="1340307"/>
                  </a:lnTo>
                  <a:lnTo>
                    <a:pt x="4060880" y="1340307"/>
                  </a:lnTo>
                  <a:lnTo>
                    <a:pt x="4055408" y="1340307"/>
                  </a:lnTo>
                  <a:lnTo>
                    <a:pt x="4049935" y="1340307"/>
                  </a:lnTo>
                  <a:lnTo>
                    <a:pt x="4044462" y="1340307"/>
                  </a:lnTo>
                  <a:lnTo>
                    <a:pt x="4038989" y="1340307"/>
                  </a:lnTo>
                  <a:lnTo>
                    <a:pt x="4033516" y="1340307"/>
                  </a:lnTo>
                  <a:lnTo>
                    <a:pt x="4028043" y="1340307"/>
                  </a:lnTo>
                  <a:lnTo>
                    <a:pt x="4022570" y="1340307"/>
                  </a:lnTo>
                  <a:lnTo>
                    <a:pt x="4017097" y="1340307"/>
                  </a:lnTo>
                  <a:lnTo>
                    <a:pt x="4011625" y="1340307"/>
                  </a:lnTo>
                  <a:lnTo>
                    <a:pt x="4006152" y="1340307"/>
                  </a:lnTo>
                  <a:lnTo>
                    <a:pt x="4000679" y="1340307"/>
                  </a:lnTo>
                  <a:lnTo>
                    <a:pt x="3995206" y="1340307"/>
                  </a:lnTo>
                  <a:lnTo>
                    <a:pt x="3989733" y="1340307"/>
                  </a:lnTo>
                  <a:lnTo>
                    <a:pt x="3984260" y="1340307"/>
                  </a:lnTo>
                  <a:lnTo>
                    <a:pt x="3978787" y="1340307"/>
                  </a:lnTo>
                  <a:lnTo>
                    <a:pt x="3973314" y="1340307"/>
                  </a:lnTo>
                  <a:lnTo>
                    <a:pt x="3967841" y="1340307"/>
                  </a:lnTo>
                  <a:lnTo>
                    <a:pt x="3962369" y="1340307"/>
                  </a:lnTo>
                  <a:lnTo>
                    <a:pt x="3956896" y="1340307"/>
                  </a:lnTo>
                  <a:lnTo>
                    <a:pt x="3951423" y="1340307"/>
                  </a:lnTo>
                  <a:lnTo>
                    <a:pt x="3945950" y="1340307"/>
                  </a:lnTo>
                  <a:lnTo>
                    <a:pt x="3940477" y="1340307"/>
                  </a:lnTo>
                  <a:lnTo>
                    <a:pt x="3935004" y="1340307"/>
                  </a:lnTo>
                  <a:lnTo>
                    <a:pt x="3935004" y="1350959"/>
                  </a:lnTo>
                  <a:lnTo>
                    <a:pt x="3929531" y="1350959"/>
                  </a:lnTo>
                  <a:lnTo>
                    <a:pt x="3924058" y="1350959"/>
                  </a:lnTo>
                  <a:lnTo>
                    <a:pt x="3918585" y="1350959"/>
                  </a:lnTo>
                  <a:lnTo>
                    <a:pt x="3913113" y="1350959"/>
                  </a:lnTo>
                  <a:lnTo>
                    <a:pt x="3907640" y="1350959"/>
                  </a:lnTo>
                  <a:lnTo>
                    <a:pt x="3902167" y="1350959"/>
                  </a:lnTo>
                  <a:lnTo>
                    <a:pt x="3896694" y="1350959"/>
                  </a:lnTo>
                  <a:lnTo>
                    <a:pt x="3891221" y="1350959"/>
                  </a:lnTo>
                  <a:lnTo>
                    <a:pt x="3885748" y="1350959"/>
                  </a:lnTo>
                  <a:lnTo>
                    <a:pt x="3880275" y="1350959"/>
                  </a:lnTo>
                  <a:lnTo>
                    <a:pt x="3874802" y="1350959"/>
                  </a:lnTo>
                  <a:lnTo>
                    <a:pt x="3869329" y="1350959"/>
                  </a:lnTo>
                  <a:lnTo>
                    <a:pt x="3863857" y="1350959"/>
                  </a:lnTo>
                  <a:lnTo>
                    <a:pt x="3858384" y="1350959"/>
                  </a:lnTo>
                  <a:lnTo>
                    <a:pt x="3852911" y="1350959"/>
                  </a:lnTo>
                  <a:lnTo>
                    <a:pt x="3847438" y="1350959"/>
                  </a:lnTo>
                  <a:lnTo>
                    <a:pt x="3841965" y="1350959"/>
                  </a:lnTo>
                  <a:lnTo>
                    <a:pt x="3836492" y="1350959"/>
                  </a:lnTo>
                  <a:lnTo>
                    <a:pt x="3831019" y="1350959"/>
                  </a:lnTo>
                  <a:lnTo>
                    <a:pt x="3825546" y="1350959"/>
                  </a:lnTo>
                  <a:lnTo>
                    <a:pt x="3820074" y="1350959"/>
                  </a:lnTo>
                  <a:lnTo>
                    <a:pt x="3814601" y="1350959"/>
                  </a:lnTo>
                  <a:lnTo>
                    <a:pt x="3809128" y="1350959"/>
                  </a:lnTo>
                  <a:lnTo>
                    <a:pt x="3803655" y="1350959"/>
                  </a:lnTo>
                  <a:lnTo>
                    <a:pt x="3798182" y="1350959"/>
                  </a:lnTo>
                  <a:lnTo>
                    <a:pt x="3792709" y="1350959"/>
                  </a:lnTo>
                  <a:lnTo>
                    <a:pt x="3787236" y="1350959"/>
                  </a:lnTo>
                  <a:lnTo>
                    <a:pt x="3781763" y="1350959"/>
                  </a:lnTo>
                  <a:lnTo>
                    <a:pt x="3776290" y="1350959"/>
                  </a:lnTo>
                  <a:lnTo>
                    <a:pt x="3770818" y="1350959"/>
                  </a:lnTo>
                  <a:lnTo>
                    <a:pt x="3765345" y="1350959"/>
                  </a:lnTo>
                  <a:lnTo>
                    <a:pt x="3759872" y="1350959"/>
                  </a:lnTo>
                  <a:lnTo>
                    <a:pt x="3754399" y="1350959"/>
                  </a:lnTo>
                  <a:lnTo>
                    <a:pt x="3748926" y="1350959"/>
                  </a:lnTo>
                  <a:lnTo>
                    <a:pt x="3743453" y="1350959"/>
                  </a:lnTo>
                  <a:lnTo>
                    <a:pt x="3737980" y="1350959"/>
                  </a:lnTo>
                  <a:lnTo>
                    <a:pt x="3732507" y="1350959"/>
                  </a:lnTo>
                  <a:lnTo>
                    <a:pt x="3727034" y="1350959"/>
                  </a:lnTo>
                  <a:lnTo>
                    <a:pt x="3721562" y="1350959"/>
                  </a:lnTo>
                  <a:lnTo>
                    <a:pt x="3716089" y="1350959"/>
                  </a:lnTo>
                  <a:lnTo>
                    <a:pt x="3710616" y="1350959"/>
                  </a:lnTo>
                  <a:lnTo>
                    <a:pt x="3710616" y="1361336"/>
                  </a:lnTo>
                  <a:lnTo>
                    <a:pt x="3705143" y="1361336"/>
                  </a:lnTo>
                  <a:lnTo>
                    <a:pt x="3705143" y="1371684"/>
                  </a:lnTo>
                  <a:lnTo>
                    <a:pt x="3699670" y="1371684"/>
                  </a:lnTo>
                  <a:lnTo>
                    <a:pt x="3694197" y="1371684"/>
                  </a:lnTo>
                  <a:lnTo>
                    <a:pt x="3688724" y="1371684"/>
                  </a:lnTo>
                  <a:lnTo>
                    <a:pt x="3683251" y="1371684"/>
                  </a:lnTo>
                  <a:lnTo>
                    <a:pt x="3677779" y="1371684"/>
                  </a:lnTo>
                  <a:lnTo>
                    <a:pt x="3672306" y="1371684"/>
                  </a:lnTo>
                  <a:lnTo>
                    <a:pt x="3666833" y="1371684"/>
                  </a:lnTo>
                  <a:lnTo>
                    <a:pt x="3661360" y="1371684"/>
                  </a:lnTo>
                  <a:lnTo>
                    <a:pt x="3655887" y="1371684"/>
                  </a:lnTo>
                  <a:lnTo>
                    <a:pt x="3650414" y="1371684"/>
                  </a:lnTo>
                  <a:lnTo>
                    <a:pt x="3644941" y="1371684"/>
                  </a:lnTo>
                  <a:lnTo>
                    <a:pt x="3639468" y="1371684"/>
                  </a:lnTo>
                  <a:lnTo>
                    <a:pt x="3633995" y="1371684"/>
                  </a:lnTo>
                  <a:lnTo>
                    <a:pt x="3628523" y="1371684"/>
                  </a:lnTo>
                  <a:lnTo>
                    <a:pt x="3628523" y="1392162"/>
                  </a:lnTo>
                  <a:lnTo>
                    <a:pt x="3623050" y="1392162"/>
                  </a:lnTo>
                  <a:lnTo>
                    <a:pt x="3617577" y="1392162"/>
                  </a:lnTo>
                  <a:lnTo>
                    <a:pt x="3612104" y="1392162"/>
                  </a:lnTo>
                  <a:lnTo>
                    <a:pt x="3606631" y="1392162"/>
                  </a:lnTo>
                  <a:lnTo>
                    <a:pt x="3601158" y="1392162"/>
                  </a:lnTo>
                  <a:lnTo>
                    <a:pt x="3595685" y="1392162"/>
                  </a:lnTo>
                  <a:lnTo>
                    <a:pt x="3590212" y="1392162"/>
                  </a:lnTo>
                  <a:lnTo>
                    <a:pt x="3584739" y="1392162"/>
                  </a:lnTo>
                  <a:lnTo>
                    <a:pt x="3579267" y="1392162"/>
                  </a:lnTo>
                  <a:lnTo>
                    <a:pt x="3573794" y="1392162"/>
                  </a:lnTo>
                  <a:lnTo>
                    <a:pt x="3568321" y="1392162"/>
                  </a:lnTo>
                  <a:lnTo>
                    <a:pt x="3562848" y="1392162"/>
                  </a:lnTo>
                  <a:lnTo>
                    <a:pt x="3557375" y="1392162"/>
                  </a:lnTo>
                  <a:lnTo>
                    <a:pt x="3551902" y="1392162"/>
                  </a:lnTo>
                  <a:lnTo>
                    <a:pt x="3546429" y="1392162"/>
                  </a:lnTo>
                  <a:lnTo>
                    <a:pt x="3540956" y="1392162"/>
                  </a:lnTo>
                  <a:lnTo>
                    <a:pt x="3540956" y="1402297"/>
                  </a:lnTo>
                  <a:lnTo>
                    <a:pt x="3535483" y="1402297"/>
                  </a:lnTo>
                  <a:lnTo>
                    <a:pt x="3530011" y="1402297"/>
                  </a:lnTo>
                  <a:lnTo>
                    <a:pt x="3524538" y="1402297"/>
                  </a:lnTo>
                  <a:lnTo>
                    <a:pt x="3519065" y="1402297"/>
                  </a:lnTo>
                  <a:lnTo>
                    <a:pt x="3513592" y="1402297"/>
                  </a:lnTo>
                  <a:lnTo>
                    <a:pt x="3508119" y="1402297"/>
                  </a:lnTo>
                  <a:lnTo>
                    <a:pt x="3502646" y="1402297"/>
                  </a:lnTo>
                  <a:lnTo>
                    <a:pt x="3502646" y="1412357"/>
                  </a:lnTo>
                  <a:lnTo>
                    <a:pt x="3497173" y="1412357"/>
                  </a:lnTo>
                  <a:lnTo>
                    <a:pt x="3491700" y="1412357"/>
                  </a:lnTo>
                  <a:lnTo>
                    <a:pt x="3486228" y="1412357"/>
                  </a:lnTo>
                  <a:lnTo>
                    <a:pt x="3480755" y="1412357"/>
                  </a:lnTo>
                  <a:lnTo>
                    <a:pt x="3475282" y="1412357"/>
                  </a:lnTo>
                  <a:lnTo>
                    <a:pt x="3469809" y="1412357"/>
                  </a:lnTo>
                  <a:lnTo>
                    <a:pt x="3464336" y="1412357"/>
                  </a:lnTo>
                  <a:lnTo>
                    <a:pt x="3458863" y="1412357"/>
                  </a:lnTo>
                  <a:lnTo>
                    <a:pt x="3453390" y="1412357"/>
                  </a:lnTo>
                  <a:lnTo>
                    <a:pt x="3447917" y="1412357"/>
                  </a:lnTo>
                  <a:lnTo>
                    <a:pt x="3447917" y="1422304"/>
                  </a:lnTo>
                  <a:lnTo>
                    <a:pt x="3442444" y="1422304"/>
                  </a:lnTo>
                  <a:lnTo>
                    <a:pt x="3436972" y="1422304"/>
                  </a:lnTo>
                  <a:lnTo>
                    <a:pt x="3431499" y="1422304"/>
                  </a:lnTo>
                  <a:lnTo>
                    <a:pt x="3426026" y="1422304"/>
                  </a:lnTo>
                  <a:lnTo>
                    <a:pt x="3420553" y="1422304"/>
                  </a:lnTo>
                  <a:lnTo>
                    <a:pt x="3415080" y="1422304"/>
                  </a:lnTo>
                  <a:lnTo>
                    <a:pt x="3409607" y="1422304"/>
                  </a:lnTo>
                  <a:lnTo>
                    <a:pt x="3404134" y="1422304"/>
                  </a:lnTo>
                  <a:lnTo>
                    <a:pt x="3398661" y="1422304"/>
                  </a:lnTo>
                  <a:lnTo>
                    <a:pt x="3393188" y="1422304"/>
                  </a:lnTo>
                  <a:lnTo>
                    <a:pt x="3387716" y="1422304"/>
                  </a:lnTo>
                  <a:lnTo>
                    <a:pt x="3382243" y="1422304"/>
                  </a:lnTo>
                  <a:lnTo>
                    <a:pt x="3376770" y="1422304"/>
                  </a:lnTo>
                  <a:lnTo>
                    <a:pt x="3371297" y="1422304"/>
                  </a:lnTo>
                  <a:lnTo>
                    <a:pt x="3365824" y="1422304"/>
                  </a:lnTo>
                  <a:lnTo>
                    <a:pt x="3365824" y="1432126"/>
                  </a:lnTo>
                  <a:lnTo>
                    <a:pt x="3360351" y="1432126"/>
                  </a:lnTo>
                  <a:lnTo>
                    <a:pt x="3354878" y="1432126"/>
                  </a:lnTo>
                  <a:lnTo>
                    <a:pt x="3349405" y="1432126"/>
                  </a:lnTo>
                  <a:lnTo>
                    <a:pt x="3343932" y="1432126"/>
                  </a:lnTo>
                  <a:lnTo>
                    <a:pt x="3338460" y="1432126"/>
                  </a:lnTo>
                  <a:lnTo>
                    <a:pt x="3332987" y="1432126"/>
                  </a:lnTo>
                  <a:lnTo>
                    <a:pt x="3327514" y="1432126"/>
                  </a:lnTo>
                  <a:lnTo>
                    <a:pt x="3322041" y="1432126"/>
                  </a:lnTo>
                  <a:lnTo>
                    <a:pt x="3316568" y="1432126"/>
                  </a:lnTo>
                  <a:lnTo>
                    <a:pt x="3311095" y="1432126"/>
                  </a:lnTo>
                  <a:lnTo>
                    <a:pt x="3305622" y="1432126"/>
                  </a:lnTo>
                  <a:lnTo>
                    <a:pt x="3300149" y="1432126"/>
                  </a:lnTo>
                  <a:lnTo>
                    <a:pt x="3294677" y="1432126"/>
                  </a:lnTo>
                  <a:lnTo>
                    <a:pt x="3294677" y="1441838"/>
                  </a:lnTo>
                  <a:lnTo>
                    <a:pt x="3289204" y="1441838"/>
                  </a:lnTo>
                  <a:lnTo>
                    <a:pt x="3283731" y="1441838"/>
                  </a:lnTo>
                  <a:lnTo>
                    <a:pt x="3283731" y="1451509"/>
                  </a:lnTo>
                  <a:lnTo>
                    <a:pt x="3278258" y="1451509"/>
                  </a:lnTo>
                  <a:lnTo>
                    <a:pt x="3272785" y="1451509"/>
                  </a:lnTo>
                  <a:lnTo>
                    <a:pt x="3267312" y="1451509"/>
                  </a:lnTo>
                  <a:lnTo>
                    <a:pt x="3267312" y="1461156"/>
                  </a:lnTo>
                  <a:lnTo>
                    <a:pt x="3261839" y="1461156"/>
                  </a:lnTo>
                  <a:lnTo>
                    <a:pt x="3256366" y="1461156"/>
                  </a:lnTo>
                  <a:lnTo>
                    <a:pt x="3256366" y="1470772"/>
                  </a:lnTo>
                  <a:lnTo>
                    <a:pt x="3250893" y="1470772"/>
                  </a:lnTo>
                  <a:lnTo>
                    <a:pt x="3245421" y="1470772"/>
                  </a:lnTo>
                  <a:lnTo>
                    <a:pt x="3239948" y="1470772"/>
                  </a:lnTo>
                  <a:lnTo>
                    <a:pt x="3234475" y="1470772"/>
                  </a:lnTo>
                  <a:lnTo>
                    <a:pt x="3229002" y="1470772"/>
                  </a:lnTo>
                  <a:lnTo>
                    <a:pt x="3229002" y="1480365"/>
                  </a:lnTo>
                  <a:lnTo>
                    <a:pt x="3223529" y="1480365"/>
                  </a:lnTo>
                  <a:lnTo>
                    <a:pt x="3218056" y="1480365"/>
                  </a:lnTo>
                  <a:lnTo>
                    <a:pt x="3218056" y="1489917"/>
                  </a:lnTo>
                  <a:lnTo>
                    <a:pt x="3212583" y="1489917"/>
                  </a:lnTo>
                  <a:lnTo>
                    <a:pt x="3207110" y="1489917"/>
                  </a:lnTo>
                  <a:lnTo>
                    <a:pt x="3201637" y="1489917"/>
                  </a:lnTo>
                  <a:lnTo>
                    <a:pt x="3196165" y="1489917"/>
                  </a:lnTo>
                  <a:lnTo>
                    <a:pt x="3190692" y="1489917"/>
                  </a:lnTo>
                  <a:lnTo>
                    <a:pt x="3185219" y="1489917"/>
                  </a:lnTo>
                  <a:lnTo>
                    <a:pt x="3179746" y="1489917"/>
                  </a:lnTo>
                  <a:lnTo>
                    <a:pt x="3174273" y="1489917"/>
                  </a:lnTo>
                  <a:lnTo>
                    <a:pt x="3168800" y="1489917"/>
                  </a:lnTo>
                  <a:lnTo>
                    <a:pt x="3168800" y="1499410"/>
                  </a:lnTo>
                  <a:lnTo>
                    <a:pt x="3163327" y="1499410"/>
                  </a:lnTo>
                  <a:lnTo>
                    <a:pt x="3157854" y="1499410"/>
                  </a:lnTo>
                  <a:lnTo>
                    <a:pt x="3152382" y="1499410"/>
                  </a:lnTo>
                  <a:lnTo>
                    <a:pt x="3146909" y="1499410"/>
                  </a:lnTo>
                  <a:lnTo>
                    <a:pt x="3141436" y="1499410"/>
                  </a:lnTo>
                  <a:lnTo>
                    <a:pt x="3135963" y="1499410"/>
                  </a:lnTo>
                  <a:lnTo>
                    <a:pt x="3130490" y="1499410"/>
                  </a:lnTo>
                  <a:lnTo>
                    <a:pt x="3125017" y="1499410"/>
                  </a:lnTo>
                  <a:lnTo>
                    <a:pt x="3119544" y="1499410"/>
                  </a:lnTo>
                  <a:lnTo>
                    <a:pt x="3114071" y="1499410"/>
                  </a:lnTo>
                  <a:lnTo>
                    <a:pt x="3108598" y="1499410"/>
                  </a:lnTo>
                  <a:lnTo>
                    <a:pt x="3103126" y="1499410"/>
                  </a:lnTo>
                  <a:lnTo>
                    <a:pt x="3097653" y="1499410"/>
                  </a:lnTo>
                  <a:lnTo>
                    <a:pt x="3092180" y="1499410"/>
                  </a:lnTo>
                  <a:lnTo>
                    <a:pt x="3086707" y="1499410"/>
                  </a:lnTo>
                  <a:lnTo>
                    <a:pt x="3081234" y="1499410"/>
                  </a:lnTo>
                  <a:lnTo>
                    <a:pt x="3075761" y="1499410"/>
                  </a:lnTo>
                  <a:lnTo>
                    <a:pt x="3070288" y="1499410"/>
                  </a:lnTo>
                  <a:lnTo>
                    <a:pt x="3064815" y="1499410"/>
                  </a:lnTo>
                  <a:lnTo>
                    <a:pt x="3059342" y="1499410"/>
                  </a:lnTo>
                  <a:lnTo>
                    <a:pt x="3059342" y="1508802"/>
                  </a:lnTo>
                  <a:lnTo>
                    <a:pt x="3053870" y="1508802"/>
                  </a:lnTo>
                  <a:lnTo>
                    <a:pt x="3048397" y="1508802"/>
                  </a:lnTo>
                  <a:lnTo>
                    <a:pt x="3042924" y="1508802"/>
                  </a:lnTo>
                  <a:lnTo>
                    <a:pt x="3037451" y="1508802"/>
                  </a:lnTo>
                  <a:lnTo>
                    <a:pt x="3037451" y="1518175"/>
                  </a:lnTo>
                  <a:lnTo>
                    <a:pt x="3031978" y="1518175"/>
                  </a:lnTo>
                  <a:lnTo>
                    <a:pt x="3026505" y="1518175"/>
                  </a:lnTo>
                  <a:lnTo>
                    <a:pt x="3021032" y="1518175"/>
                  </a:lnTo>
                  <a:lnTo>
                    <a:pt x="3015559" y="1518175"/>
                  </a:lnTo>
                  <a:lnTo>
                    <a:pt x="3010086" y="1518175"/>
                  </a:lnTo>
                  <a:lnTo>
                    <a:pt x="3004614" y="1518175"/>
                  </a:lnTo>
                  <a:lnTo>
                    <a:pt x="2999141" y="1518175"/>
                  </a:lnTo>
                  <a:lnTo>
                    <a:pt x="2993668" y="1518175"/>
                  </a:lnTo>
                  <a:lnTo>
                    <a:pt x="2988195" y="1518175"/>
                  </a:lnTo>
                  <a:lnTo>
                    <a:pt x="2988195" y="1527478"/>
                  </a:lnTo>
                  <a:lnTo>
                    <a:pt x="2982722" y="1527478"/>
                  </a:lnTo>
                  <a:lnTo>
                    <a:pt x="2977249" y="1527478"/>
                  </a:lnTo>
                  <a:lnTo>
                    <a:pt x="2971776" y="1527478"/>
                  </a:lnTo>
                  <a:lnTo>
                    <a:pt x="2966303" y="1527478"/>
                  </a:lnTo>
                  <a:lnTo>
                    <a:pt x="2960831" y="1527478"/>
                  </a:lnTo>
                  <a:lnTo>
                    <a:pt x="2955358" y="1527478"/>
                  </a:lnTo>
                  <a:lnTo>
                    <a:pt x="2949885" y="1527478"/>
                  </a:lnTo>
                  <a:lnTo>
                    <a:pt x="2944412" y="1527478"/>
                  </a:lnTo>
                  <a:lnTo>
                    <a:pt x="2938939" y="1527478"/>
                  </a:lnTo>
                  <a:lnTo>
                    <a:pt x="2933466" y="1527478"/>
                  </a:lnTo>
                  <a:lnTo>
                    <a:pt x="2933466" y="1536736"/>
                  </a:lnTo>
                  <a:lnTo>
                    <a:pt x="2927993" y="1536736"/>
                  </a:lnTo>
                  <a:lnTo>
                    <a:pt x="2922520" y="1536736"/>
                  </a:lnTo>
                  <a:lnTo>
                    <a:pt x="2917047" y="1536736"/>
                  </a:lnTo>
                  <a:lnTo>
                    <a:pt x="2911575" y="1536736"/>
                  </a:lnTo>
                  <a:lnTo>
                    <a:pt x="2906102" y="1536736"/>
                  </a:lnTo>
                  <a:lnTo>
                    <a:pt x="2900629" y="1536736"/>
                  </a:lnTo>
                  <a:lnTo>
                    <a:pt x="2900629" y="1545961"/>
                  </a:lnTo>
                  <a:lnTo>
                    <a:pt x="2895156" y="1545961"/>
                  </a:lnTo>
                  <a:lnTo>
                    <a:pt x="2889683" y="1545961"/>
                  </a:lnTo>
                  <a:lnTo>
                    <a:pt x="2884210" y="1545961"/>
                  </a:lnTo>
                  <a:lnTo>
                    <a:pt x="2878737" y="1545961"/>
                  </a:lnTo>
                  <a:lnTo>
                    <a:pt x="2873264" y="1545961"/>
                  </a:lnTo>
                  <a:lnTo>
                    <a:pt x="2867791" y="1545961"/>
                  </a:lnTo>
                  <a:lnTo>
                    <a:pt x="2862319" y="1545961"/>
                  </a:lnTo>
                  <a:lnTo>
                    <a:pt x="2862319" y="1555142"/>
                  </a:lnTo>
                  <a:lnTo>
                    <a:pt x="2856846" y="1555142"/>
                  </a:lnTo>
                  <a:lnTo>
                    <a:pt x="2851373" y="1555142"/>
                  </a:lnTo>
                  <a:lnTo>
                    <a:pt x="2845900" y="1555142"/>
                  </a:lnTo>
                  <a:lnTo>
                    <a:pt x="2840427" y="1555142"/>
                  </a:lnTo>
                  <a:lnTo>
                    <a:pt x="2834954" y="1555142"/>
                  </a:lnTo>
                  <a:lnTo>
                    <a:pt x="2829481" y="1555142"/>
                  </a:lnTo>
                  <a:lnTo>
                    <a:pt x="2824008" y="1555142"/>
                  </a:lnTo>
                  <a:lnTo>
                    <a:pt x="2818535" y="1555142"/>
                  </a:lnTo>
                  <a:lnTo>
                    <a:pt x="2818535" y="1564295"/>
                  </a:lnTo>
                  <a:lnTo>
                    <a:pt x="2813063" y="1564295"/>
                  </a:lnTo>
                  <a:lnTo>
                    <a:pt x="2807590" y="1564295"/>
                  </a:lnTo>
                  <a:lnTo>
                    <a:pt x="2802117" y="1564295"/>
                  </a:lnTo>
                  <a:lnTo>
                    <a:pt x="2796644" y="1564295"/>
                  </a:lnTo>
                  <a:lnTo>
                    <a:pt x="2791171" y="1564295"/>
                  </a:lnTo>
                  <a:lnTo>
                    <a:pt x="2785698" y="1564295"/>
                  </a:lnTo>
                  <a:lnTo>
                    <a:pt x="2780225" y="1564295"/>
                  </a:lnTo>
                  <a:lnTo>
                    <a:pt x="2774752" y="1564295"/>
                  </a:lnTo>
                  <a:lnTo>
                    <a:pt x="2769280" y="1564295"/>
                  </a:lnTo>
                  <a:lnTo>
                    <a:pt x="2763807" y="1564295"/>
                  </a:lnTo>
                  <a:lnTo>
                    <a:pt x="2758334" y="1564295"/>
                  </a:lnTo>
                  <a:lnTo>
                    <a:pt x="2752861" y="1564295"/>
                  </a:lnTo>
                  <a:lnTo>
                    <a:pt x="2752861" y="1573392"/>
                  </a:lnTo>
                  <a:lnTo>
                    <a:pt x="2747388" y="1573392"/>
                  </a:lnTo>
                  <a:lnTo>
                    <a:pt x="2741915" y="1573392"/>
                  </a:lnTo>
                  <a:lnTo>
                    <a:pt x="2736442" y="1573392"/>
                  </a:lnTo>
                  <a:lnTo>
                    <a:pt x="2730969" y="1573392"/>
                  </a:lnTo>
                  <a:lnTo>
                    <a:pt x="2725496" y="1573392"/>
                  </a:lnTo>
                  <a:lnTo>
                    <a:pt x="2720024" y="1573392"/>
                  </a:lnTo>
                  <a:lnTo>
                    <a:pt x="2714551" y="1573392"/>
                  </a:lnTo>
                  <a:lnTo>
                    <a:pt x="2709078" y="1573392"/>
                  </a:lnTo>
                  <a:lnTo>
                    <a:pt x="2703605" y="1573392"/>
                  </a:lnTo>
                  <a:lnTo>
                    <a:pt x="2698132" y="1573392"/>
                  </a:lnTo>
                  <a:lnTo>
                    <a:pt x="2692659" y="1573392"/>
                  </a:lnTo>
                  <a:lnTo>
                    <a:pt x="2687186" y="1573392"/>
                  </a:lnTo>
                  <a:lnTo>
                    <a:pt x="2687186" y="1582442"/>
                  </a:lnTo>
                  <a:lnTo>
                    <a:pt x="2681713" y="1582442"/>
                  </a:lnTo>
                  <a:lnTo>
                    <a:pt x="2676240" y="1582442"/>
                  </a:lnTo>
                  <a:lnTo>
                    <a:pt x="2670768" y="1582442"/>
                  </a:lnTo>
                  <a:lnTo>
                    <a:pt x="2665295" y="1582442"/>
                  </a:lnTo>
                  <a:lnTo>
                    <a:pt x="2659822" y="1582442"/>
                  </a:lnTo>
                  <a:lnTo>
                    <a:pt x="2654349" y="1582442"/>
                  </a:lnTo>
                  <a:lnTo>
                    <a:pt x="2648876" y="1582442"/>
                  </a:lnTo>
                  <a:lnTo>
                    <a:pt x="2643403" y="1582442"/>
                  </a:lnTo>
                  <a:lnTo>
                    <a:pt x="2637930" y="1582442"/>
                  </a:lnTo>
                  <a:lnTo>
                    <a:pt x="2632457" y="1582442"/>
                  </a:lnTo>
                  <a:lnTo>
                    <a:pt x="2632457" y="1591440"/>
                  </a:lnTo>
                  <a:lnTo>
                    <a:pt x="2626985" y="1591440"/>
                  </a:lnTo>
                  <a:lnTo>
                    <a:pt x="2621512" y="1591440"/>
                  </a:lnTo>
                  <a:lnTo>
                    <a:pt x="2616039" y="1591440"/>
                  </a:lnTo>
                  <a:lnTo>
                    <a:pt x="2610566" y="1591440"/>
                  </a:lnTo>
                  <a:lnTo>
                    <a:pt x="2605093" y="1591440"/>
                  </a:lnTo>
                  <a:lnTo>
                    <a:pt x="2599620" y="1591440"/>
                  </a:lnTo>
                  <a:lnTo>
                    <a:pt x="2594147" y="1591440"/>
                  </a:lnTo>
                  <a:lnTo>
                    <a:pt x="2588674" y="1591440"/>
                  </a:lnTo>
                  <a:lnTo>
                    <a:pt x="2583201" y="1591440"/>
                  </a:lnTo>
                  <a:lnTo>
                    <a:pt x="2577729" y="1591440"/>
                  </a:lnTo>
                  <a:lnTo>
                    <a:pt x="2572256" y="1591440"/>
                  </a:lnTo>
                  <a:lnTo>
                    <a:pt x="2566783" y="1591440"/>
                  </a:lnTo>
                  <a:lnTo>
                    <a:pt x="2561310" y="1591440"/>
                  </a:lnTo>
                  <a:lnTo>
                    <a:pt x="2555837" y="1591440"/>
                  </a:lnTo>
                  <a:lnTo>
                    <a:pt x="2550364" y="1591440"/>
                  </a:lnTo>
                  <a:lnTo>
                    <a:pt x="2544891" y="1591440"/>
                  </a:lnTo>
                  <a:lnTo>
                    <a:pt x="2539418" y="1591440"/>
                  </a:lnTo>
                  <a:lnTo>
                    <a:pt x="2533945" y="1591440"/>
                  </a:lnTo>
                  <a:lnTo>
                    <a:pt x="2528473" y="1591440"/>
                  </a:lnTo>
                  <a:lnTo>
                    <a:pt x="2528473" y="1600346"/>
                  </a:lnTo>
                  <a:lnTo>
                    <a:pt x="2523000" y="1600346"/>
                  </a:lnTo>
                  <a:lnTo>
                    <a:pt x="2517527" y="1600346"/>
                  </a:lnTo>
                  <a:lnTo>
                    <a:pt x="2512054" y="1600346"/>
                  </a:lnTo>
                  <a:lnTo>
                    <a:pt x="2506581" y="1600346"/>
                  </a:lnTo>
                  <a:lnTo>
                    <a:pt x="2501108" y="1600346"/>
                  </a:lnTo>
                  <a:lnTo>
                    <a:pt x="2495635" y="1600346"/>
                  </a:lnTo>
                  <a:lnTo>
                    <a:pt x="2490162" y="1600346"/>
                  </a:lnTo>
                  <a:lnTo>
                    <a:pt x="2484689" y="1600346"/>
                  </a:lnTo>
                  <a:lnTo>
                    <a:pt x="2479217" y="1600346"/>
                  </a:lnTo>
                  <a:lnTo>
                    <a:pt x="2473744" y="1600346"/>
                  </a:lnTo>
                  <a:lnTo>
                    <a:pt x="2468271" y="1600346"/>
                  </a:lnTo>
                  <a:lnTo>
                    <a:pt x="2462798" y="1600346"/>
                  </a:lnTo>
                  <a:lnTo>
                    <a:pt x="2457325" y="1600346"/>
                  </a:lnTo>
                  <a:lnTo>
                    <a:pt x="2451852" y="1600346"/>
                  </a:lnTo>
                  <a:lnTo>
                    <a:pt x="2451852" y="1609195"/>
                  </a:lnTo>
                  <a:lnTo>
                    <a:pt x="2446379" y="1609195"/>
                  </a:lnTo>
                  <a:lnTo>
                    <a:pt x="2446379" y="1618028"/>
                  </a:lnTo>
                  <a:lnTo>
                    <a:pt x="2440906" y="1618028"/>
                  </a:lnTo>
                  <a:lnTo>
                    <a:pt x="2435434" y="1618028"/>
                  </a:lnTo>
                  <a:lnTo>
                    <a:pt x="2429961" y="1618028"/>
                  </a:lnTo>
                  <a:lnTo>
                    <a:pt x="2429961" y="1626843"/>
                  </a:lnTo>
                  <a:lnTo>
                    <a:pt x="2424488" y="1626843"/>
                  </a:lnTo>
                  <a:lnTo>
                    <a:pt x="2419015" y="1626843"/>
                  </a:lnTo>
                  <a:lnTo>
                    <a:pt x="2419015" y="1635647"/>
                  </a:lnTo>
                  <a:lnTo>
                    <a:pt x="2413542" y="1635647"/>
                  </a:lnTo>
                  <a:lnTo>
                    <a:pt x="2408069" y="1635647"/>
                  </a:lnTo>
                  <a:lnTo>
                    <a:pt x="2402596" y="1635647"/>
                  </a:lnTo>
                  <a:lnTo>
                    <a:pt x="2397123" y="1635647"/>
                  </a:lnTo>
                  <a:lnTo>
                    <a:pt x="2391650" y="1635647"/>
                  </a:lnTo>
                  <a:lnTo>
                    <a:pt x="2386178" y="1635647"/>
                  </a:lnTo>
                  <a:lnTo>
                    <a:pt x="2380705" y="1635647"/>
                  </a:lnTo>
                  <a:lnTo>
                    <a:pt x="2375232" y="1635647"/>
                  </a:lnTo>
                  <a:lnTo>
                    <a:pt x="2375232" y="1644423"/>
                  </a:lnTo>
                  <a:lnTo>
                    <a:pt x="2369759" y="1644423"/>
                  </a:lnTo>
                  <a:lnTo>
                    <a:pt x="2364286" y="1644423"/>
                  </a:lnTo>
                  <a:lnTo>
                    <a:pt x="2358813" y="1644423"/>
                  </a:lnTo>
                  <a:lnTo>
                    <a:pt x="2353340" y="1644423"/>
                  </a:lnTo>
                  <a:lnTo>
                    <a:pt x="2347867" y="1644423"/>
                  </a:lnTo>
                  <a:lnTo>
                    <a:pt x="2342394" y="1644423"/>
                  </a:lnTo>
                  <a:lnTo>
                    <a:pt x="2342394" y="1653181"/>
                  </a:lnTo>
                  <a:lnTo>
                    <a:pt x="2336922" y="1653181"/>
                  </a:lnTo>
                  <a:lnTo>
                    <a:pt x="2331449" y="1653181"/>
                  </a:lnTo>
                  <a:lnTo>
                    <a:pt x="2325976" y="1653181"/>
                  </a:lnTo>
                  <a:lnTo>
                    <a:pt x="2320503" y="1653181"/>
                  </a:lnTo>
                  <a:lnTo>
                    <a:pt x="2315030" y="1653181"/>
                  </a:lnTo>
                  <a:lnTo>
                    <a:pt x="2309557" y="1653181"/>
                  </a:lnTo>
                  <a:lnTo>
                    <a:pt x="2304084" y="1653181"/>
                  </a:lnTo>
                  <a:lnTo>
                    <a:pt x="2298611" y="1653181"/>
                  </a:lnTo>
                  <a:lnTo>
                    <a:pt x="2293138" y="1653181"/>
                  </a:lnTo>
                  <a:lnTo>
                    <a:pt x="2287666" y="1653181"/>
                  </a:lnTo>
                  <a:lnTo>
                    <a:pt x="2282193" y="1653181"/>
                  </a:lnTo>
                  <a:lnTo>
                    <a:pt x="2276720" y="1653181"/>
                  </a:lnTo>
                  <a:lnTo>
                    <a:pt x="2271247" y="1653181"/>
                  </a:lnTo>
                  <a:lnTo>
                    <a:pt x="2265774" y="1653181"/>
                  </a:lnTo>
                  <a:lnTo>
                    <a:pt x="2260301" y="1653181"/>
                  </a:lnTo>
                  <a:lnTo>
                    <a:pt x="2254828" y="1653181"/>
                  </a:lnTo>
                  <a:lnTo>
                    <a:pt x="2249355" y="1653181"/>
                  </a:lnTo>
                  <a:lnTo>
                    <a:pt x="2243883" y="1653181"/>
                  </a:lnTo>
                  <a:lnTo>
                    <a:pt x="2243883" y="1661882"/>
                  </a:lnTo>
                  <a:lnTo>
                    <a:pt x="2238410" y="1661882"/>
                  </a:lnTo>
                  <a:lnTo>
                    <a:pt x="2232937" y="1661882"/>
                  </a:lnTo>
                  <a:lnTo>
                    <a:pt x="2227464" y="1661882"/>
                  </a:lnTo>
                  <a:lnTo>
                    <a:pt x="2221991" y="1661882"/>
                  </a:lnTo>
                  <a:lnTo>
                    <a:pt x="2221991" y="1670569"/>
                  </a:lnTo>
                  <a:lnTo>
                    <a:pt x="2216518" y="1670569"/>
                  </a:lnTo>
                  <a:lnTo>
                    <a:pt x="2211045" y="1670569"/>
                  </a:lnTo>
                  <a:lnTo>
                    <a:pt x="2205572" y="1670569"/>
                  </a:lnTo>
                  <a:lnTo>
                    <a:pt x="2200099" y="1670569"/>
                  </a:lnTo>
                  <a:lnTo>
                    <a:pt x="2194627" y="1670569"/>
                  </a:lnTo>
                  <a:lnTo>
                    <a:pt x="2189154" y="1670569"/>
                  </a:lnTo>
                  <a:lnTo>
                    <a:pt x="2183681" y="1670569"/>
                  </a:lnTo>
                  <a:lnTo>
                    <a:pt x="2183681" y="1679224"/>
                  </a:lnTo>
                  <a:lnTo>
                    <a:pt x="2178208" y="1679224"/>
                  </a:lnTo>
                  <a:lnTo>
                    <a:pt x="2172735" y="1679224"/>
                  </a:lnTo>
                  <a:lnTo>
                    <a:pt x="2167262" y="1679224"/>
                  </a:lnTo>
                  <a:lnTo>
                    <a:pt x="2161789" y="1679224"/>
                  </a:lnTo>
                  <a:lnTo>
                    <a:pt x="2156316" y="1679224"/>
                  </a:lnTo>
                  <a:lnTo>
                    <a:pt x="2150843" y="1679224"/>
                  </a:lnTo>
                  <a:lnTo>
                    <a:pt x="2145371" y="1679224"/>
                  </a:lnTo>
                  <a:lnTo>
                    <a:pt x="2139898" y="1679224"/>
                  </a:lnTo>
                  <a:lnTo>
                    <a:pt x="2139898" y="1687840"/>
                  </a:lnTo>
                  <a:lnTo>
                    <a:pt x="2134425" y="1687840"/>
                  </a:lnTo>
                  <a:lnTo>
                    <a:pt x="2128952" y="1687840"/>
                  </a:lnTo>
                  <a:lnTo>
                    <a:pt x="2123479" y="1687840"/>
                  </a:lnTo>
                  <a:lnTo>
                    <a:pt x="2118006" y="1687840"/>
                  </a:lnTo>
                  <a:lnTo>
                    <a:pt x="2112533" y="1687840"/>
                  </a:lnTo>
                  <a:lnTo>
                    <a:pt x="2107060" y="1687840"/>
                  </a:lnTo>
                  <a:lnTo>
                    <a:pt x="2101588" y="1687840"/>
                  </a:lnTo>
                  <a:lnTo>
                    <a:pt x="2096115" y="1687840"/>
                  </a:lnTo>
                  <a:lnTo>
                    <a:pt x="2090642" y="1687840"/>
                  </a:lnTo>
                  <a:lnTo>
                    <a:pt x="2085169" y="1687840"/>
                  </a:lnTo>
                  <a:lnTo>
                    <a:pt x="2079696" y="1687840"/>
                  </a:lnTo>
                  <a:lnTo>
                    <a:pt x="2074223" y="1687840"/>
                  </a:lnTo>
                  <a:lnTo>
                    <a:pt x="2068750" y="1687840"/>
                  </a:lnTo>
                  <a:lnTo>
                    <a:pt x="2063277" y="1687840"/>
                  </a:lnTo>
                  <a:lnTo>
                    <a:pt x="2057804" y="1687840"/>
                  </a:lnTo>
                  <a:lnTo>
                    <a:pt x="2052332" y="1687840"/>
                  </a:lnTo>
                  <a:lnTo>
                    <a:pt x="2046859" y="1687840"/>
                  </a:lnTo>
                  <a:lnTo>
                    <a:pt x="2041386" y="1687840"/>
                  </a:lnTo>
                  <a:lnTo>
                    <a:pt x="2035913" y="1687840"/>
                  </a:lnTo>
                  <a:lnTo>
                    <a:pt x="2030440" y="1687840"/>
                  </a:lnTo>
                  <a:lnTo>
                    <a:pt x="2024967" y="1687840"/>
                  </a:lnTo>
                  <a:lnTo>
                    <a:pt x="2019494" y="1687840"/>
                  </a:lnTo>
                  <a:lnTo>
                    <a:pt x="2019494" y="1696388"/>
                  </a:lnTo>
                  <a:lnTo>
                    <a:pt x="2014021" y="1696388"/>
                  </a:lnTo>
                  <a:lnTo>
                    <a:pt x="2008548" y="1696388"/>
                  </a:lnTo>
                  <a:lnTo>
                    <a:pt x="2003076" y="1696388"/>
                  </a:lnTo>
                  <a:lnTo>
                    <a:pt x="2003076" y="1704922"/>
                  </a:lnTo>
                  <a:lnTo>
                    <a:pt x="1997603" y="1704922"/>
                  </a:lnTo>
                  <a:lnTo>
                    <a:pt x="1992130" y="1704922"/>
                  </a:lnTo>
                  <a:lnTo>
                    <a:pt x="1986657" y="1704922"/>
                  </a:lnTo>
                  <a:lnTo>
                    <a:pt x="1981184" y="1704922"/>
                  </a:lnTo>
                  <a:lnTo>
                    <a:pt x="1975711" y="1704922"/>
                  </a:lnTo>
                  <a:lnTo>
                    <a:pt x="1970238" y="1704922"/>
                  </a:lnTo>
                  <a:lnTo>
                    <a:pt x="1970238" y="1713432"/>
                  </a:lnTo>
                  <a:lnTo>
                    <a:pt x="1964765" y="1713432"/>
                  </a:lnTo>
                  <a:lnTo>
                    <a:pt x="1959292" y="1713432"/>
                  </a:lnTo>
                  <a:lnTo>
                    <a:pt x="1953820" y="1713432"/>
                  </a:lnTo>
                  <a:lnTo>
                    <a:pt x="1948347" y="1713432"/>
                  </a:lnTo>
                  <a:lnTo>
                    <a:pt x="1942874" y="1713432"/>
                  </a:lnTo>
                  <a:lnTo>
                    <a:pt x="1937401" y="1713432"/>
                  </a:lnTo>
                  <a:lnTo>
                    <a:pt x="1931928" y="1713432"/>
                  </a:lnTo>
                  <a:lnTo>
                    <a:pt x="1926455" y="1713432"/>
                  </a:lnTo>
                  <a:lnTo>
                    <a:pt x="1920982" y="1713432"/>
                  </a:lnTo>
                  <a:lnTo>
                    <a:pt x="1915509" y="1713432"/>
                  </a:lnTo>
                  <a:lnTo>
                    <a:pt x="1910037" y="1713432"/>
                  </a:lnTo>
                  <a:lnTo>
                    <a:pt x="1904564" y="1713432"/>
                  </a:lnTo>
                  <a:lnTo>
                    <a:pt x="1899091" y="1713432"/>
                  </a:lnTo>
                  <a:lnTo>
                    <a:pt x="1893618" y="1713432"/>
                  </a:lnTo>
                  <a:lnTo>
                    <a:pt x="1888145" y="1713432"/>
                  </a:lnTo>
                  <a:lnTo>
                    <a:pt x="1882672" y="1713432"/>
                  </a:lnTo>
                  <a:lnTo>
                    <a:pt x="1877199" y="1713432"/>
                  </a:lnTo>
                  <a:lnTo>
                    <a:pt x="1871726" y="1713432"/>
                  </a:lnTo>
                  <a:lnTo>
                    <a:pt x="1871726" y="1721866"/>
                  </a:lnTo>
                  <a:lnTo>
                    <a:pt x="1866253" y="1721866"/>
                  </a:lnTo>
                  <a:lnTo>
                    <a:pt x="1860781" y="1721866"/>
                  </a:lnTo>
                  <a:lnTo>
                    <a:pt x="1860781" y="1730286"/>
                  </a:lnTo>
                  <a:lnTo>
                    <a:pt x="1855308" y="1730286"/>
                  </a:lnTo>
                  <a:lnTo>
                    <a:pt x="1849835" y="1730286"/>
                  </a:lnTo>
                  <a:lnTo>
                    <a:pt x="1849835" y="1738694"/>
                  </a:lnTo>
                  <a:lnTo>
                    <a:pt x="1844362" y="1738694"/>
                  </a:lnTo>
                  <a:lnTo>
                    <a:pt x="1838889" y="1738694"/>
                  </a:lnTo>
                  <a:lnTo>
                    <a:pt x="1833416" y="1738694"/>
                  </a:lnTo>
                  <a:lnTo>
                    <a:pt x="1827943" y="1738694"/>
                  </a:lnTo>
                  <a:lnTo>
                    <a:pt x="1822470" y="1738694"/>
                  </a:lnTo>
                  <a:lnTo>
                    <a:pt x="1816997" y="1738694"/>
                  </a:lnTo>
                  <a:lnTo>
                    <a:pt x="1811525" y="1738694"/>
                  </a:lnTo>
                  <a:lnTo>
                    <a:pt x="1811525" y="1747062"/>
                  </a:lnTo>
                  <a:lnTo>
                    <a:pt x="1806052" y="1747062"/>
                  </a:lnTo>
                  <a:lnTo>
                    <a:pt x="1800579" y="1747062"/>
                  </a:lnTo>
                  <a:lnTo>
                    <a:pt x="1795106" y="1747062"/>
                  </a:lnTo>
                  <a:lnTo>
                    <a:pt x="1789633" y="1747062"/>
                  </a:lnTo>
                  <a:lnTo>
                    <a:pt x="1784160" y="1747062"/>
                  </a:lnTo>
                  <a:lnTo>
                    <a:pt x="1778687" y="1747062"/>
                  </a:lnTo>
                  <a:lnTo>
                    <a:pt x="1778687" y="1755402"/>
                  </a:lnTo>
                  <a:lnTo>
                    <a:pt x="1773214" y="1755402"/>
                  </a:lnTo>
                  <a:lnTo>
                    <a:pt x="1767741" y="1755402"/>
                  </a:lnTo>
                  <a:lnTo>
                    <a:pt x="1762269" y="1755402"/>
                  </a:lnTo>
                  <a:lnTo>
                    <a:pt x="1762269" y="1772021"/>
                  </a:lnTo>
                  <a:lnTo>
                    <a:pt x="1756796" y="1772021"/>
                  </a:lnTo>
                  <a:lnTo>
                    <a:pt x="1751323" y="1772021"/>
                  </a:lnTo>
                  <a:lnTo>
                    <a:pt x="1745850" y="1772021"/>
                  </a:lnTo>
                  <a:lnTo>
                    <a:pt x="1740377" y="1772021"/>
                  </a:lnTo>
                  <a:lnTo>
                    <a:pt x="1734904" y="1772021"/>
                  </a:lnTo>
                  <a:lnTo>
                    <a:pt x="1729431" y="1772021"/>
                  </a:lnTo>
                  <a:lnTo>
                    <a:pt x="1723958" y="1772021"/>
                  </a:lnTo>
                  <a:lnTo>
                    <a:pt x="1718486" y="1772021"/>
                  </a:lnTo>
                  <a:lnTo>
                    <a:pt x="1713013" y="1772021"/>
                  </a:lnTo>
                  <a:lnTo>
                    <a:pt x="1713013" y="1780296"/>
                  </a:lnTo>
                  <a:lnTo>
                    <a:pt x="1707540" y="1780296"/>
                  </a:lnTo>
                  <a:lnTo>
                    <a:pt x="1702067" y="1780296"/>
                  </a:lnTo>
                  <a:lnTo>
                    <a:pt x="1696594" y="1780296"/>
                  </a:lnTo>
                  <a:lnTo>
                    <a:pt x="1691121" y="1780296"/>
                  </a:lnTo>
                  <a:lnTo>
                    <a:pt x="1685648" y="1780296"/>
                  </a:lnTo>
                  <a:lnTo>
                    <a:pt x="1680175" y="1780296"/>
                  </a:lnTo>
                  <a:lnTo>
                    <a:pt x="1674702" y="1780296"/>
                  </a:lnTo>
                  <a:lnTo>
                    <a:pt x="1669230" y="1780296"/>
                  </a:lnTo>
                  <a:lnTo>
                    <a:pt x="1663757" y="1780296"/>
                  </a:lnTo>
                  <a:lnTo>
                    <a:pt x="1658284" y="1780296"/>
                  </a:lnTo>
                  <a:lnTo>
                    <a:pt x="1652811" y="1780296"/>
                  </a:lnTo>
                  <a:lnTo>
                    <a:pt x="1647338" y="1780296"/>
                  </a:lnTo>
                  <a:lnTo>
                    <a:pt x="1641865" y="1780296"/>
                  </a:lnTo>
                  <a:lnTo>
                    <a:pt x="1636392" y="1780296"/>
                  </a:lnTo>
                  <a:lnTo>
                    <a:pt x="1630919" y="1780296"/>
                  </a:lnTo>
                  <a:lnTo>
                    <a:pt x="1625446" y="1780296"/>
                  </a:lnTo>
                  <a:lnTo>
                    <a:pt x="1619974" y="1780296"/>
                  </a:lnTo>
                  <a:lnTo>
                    <a:pt x="1614501" y="1780296"/>
                  </a:lnTo>
                  <a:lnTo>
                    <a:pt x="1609028" y="1780296"/>
                  </a:lnTo>
                  <a:lnTo>
                    <a:pt x="1609028" y="1796686"/>
                  </a:lnTo>
                  <a:lnTo>
                    <a:pt x="1603555" y="1796686"/>
                  </a:lnTo>
                  <a:lnTo>
                    <a:pt x="1598082" y="1796686"/>
                  </a:lnTo>
                  <a:lnTo>
                    <a:pt x="1592609" y="1796686"/>
                  </a:lnTo>
                  <a:lnTo>
                    <a:pt x="1587136" y="1796686"/>
                  </a:lnTo>
                  <a:lnTo>
                    <a:pt x="1581663" y="1796686"/>
                  </a:lnTo>
                  <a:lnTo>
                    <a:pt x="1576191" y="1796686"/>
                  </a:lnTo>
                  <a:lnTo>
                    <a:pt x="1570718" y="1796686"/>
                  </a:lnTo>
                  <a:lnTo>
                    <a:pt x="1565245" y="1796686"/>
                  </a:lnTo>
                  <a:lnTo>
                    <a:pt x="1559772" y="1796686"/>
                  </a:lnTo>
                  <a:lnTo>
                    <a:pt x="1554299" y="1796686"/>
                  </a:lnTo>
                  <a:lnTo>
                    <a:pt x="1548826" y="1796686"/>
                  </a:lnTo>
                  <a:lnTo>
                    <a:pt x="1543353" y="1796686"/>
                  </a:lnTo>
                  <a:lnTo>
                    <a:pt x="1537880" y="1796686"/>
                  </a:lnTo>
                  <a:lnTo>
                    <a:pt x="1537880" y="1804843"/>
                  </a:lnTo>
                  <a:lnTo>
                    <a:pt x="1532407" y="1804843"/>
                  </a:lnTo>
                  <a:lnTo>
                    <a:pt x="1526935" y="1804843"/>
                  </a:lnTo>
                  <a:lnTo>
                    <a:pt x="1526935" y="1812980"/>
                  </a:lnTo>
                  <a:lnTo>
                    <a:pt x="1521462" y="1812980"/>
                  </a:lnTo>
                  <a:lnTo>
                    <a:pt x="1515989" y="1812980"/>
                  </a:lnTo>
                  <a:lnTo>
                    <a:pt x="1515989" y="1821100"/>
                  </a:lnTo>
                  <a:lnTo>
                    <a:pt x="1510516" y="1821100"/>
                  </a:lnTo>
                  <a:lnTo>
                    <a:pt x="1510516" y="1829201"/>
                  </a:lnTo>
                  <a:lnTo>
                    <a:pt x="1505043" y="1829201"/>
                  </a:lnTo>
                  <a:lnTo>
                    <a:pt x="1499570" y="1829201"/>
                  </a:lnTo>
                  <a:lnTo>
                    <a:pt x="1494097" y="1829201"/>
                  </a:lnTo>
                  <a:lnTo>
                    <a:pt x="1488624" y="1829201"/>
                  </a:lnTo>
                  <a:lnTo>
                    <a:pt x="1483151" y="1829201"/>
                  </a:lnTo>
                  <a:lnTo>
                    <a:pt x="1477679" y="1829201"/>
                  </a:lnTo>
                  <a:lnTo>
                    <a:pt x="1472206" y="1829201"/>
                  </a:lnTo>
                  <a:lnTo>
                    <a:pt x="1466733" y="1829201"/>
                  </a:lnTo>
                  <a:lnTo>
                    <a:pt x="1461260" y="1829201"/>
                  </a:lnTo>
                  <a:lnTo>
                    <a:pt x="1455787" y="1829201"/>
                  </a:lnTo>
                  <a:lnTo>
                    <a:pt x="1450314" y="1829201"/>
                  </a:lnTo>
                  <a:lnTo>
                    <a:pt x="1450314" y="1837260"/>
                  </a:lnTo>
                  <a:lnTo>
                    <a:pt x="1444841" y="1837260"/>
                  </a:lnTo>
                  <a:lnTo>
                    <a:pt x="1439368" y="1837260"/>
                  </a:lnTo>
                  <a:lnTo>
                    <a:pt x="1433895" y="1837260"/>
                  </a:lnTo>
                  <a:lnTo>
                    <a:pt x="1428423" y="1837260"/>
                  </a:lnTo>
                  <a:lnTo>
                    <a:pt x="1422950" y="1837260"/>
                  </a:lnTo>
                  <a:lnTo>
                    <a:pt x="1417477" y="1837260"/>
                  </a:lnTo>
                  <a:lnTo>
                    <a:pt x="1412004" y="1837260"/>
                  </a:lnTo>
                  <a:lnTo>
                    <a:pt x="1406531" y="1837260"/>
                  </a:lnTo>
                  <a:lnTo>
                    <a:pt x="1401058" y="1837260"/>
                  </a:lnTo>
                  <a:lnTo>
                    <a:pt x="1395585" y="1837260"/>
                  </a:lnTo>
                  <a:lnTo>
                    <a:pt x="1390112" y="1837260"/>
                  </a:lnTo>
                  <a:lnTo>
                    <a:pt x="1384640" y="1837260"/>
                  </a:lnTo>
                  <a:lnTo>
                    <a:pt x="1379167" y="1837260"/>
                  </a:lnTo>
                  <a:lnTo>
                    <a:pt x="1373694" y="1837260"/>
                  </a:lnTo>
                  <a:lnTo>
                    <a:pt x="1368221" y="1837260"/>
                  </a:lnTo>
                  <a:lnTo>
                    <a:pt x="1362748" y="1837260"/>
                  </a:lnTo>
                  <a:lnTo>
                    <a:pt x="1362748" y="1845278"/>
                  </a:lnTo>
                  <a:lnTo>
                    <a:pt x="1357275" y="1845278"/>
                  </a:lnTo>
                  <a:lnTo>
                    <a:pt x="1351802" y="1845278"/>
                  </a:lnTo>
                  <a:lnTo>
                    <a:pt x="1346329" y="1845278"/>
                  </a:lnTo>
                  <a:lnTo>
                    <a:pt x="1340856" y="1845278"/>
                  </a:lnTo>
                  <a:lnTo>
                    <a:pt x="1340856" y="1853276"/>
                  </a:lnTo>
                  <a:lnTo>
                    <a:pt x="1335384" y="1853276"/>
                  </a:lnTo>
                  <a:lnTo>
                    <a:pt x="1329911" y="1853276"/>
                  </a:lnTo>
                  <a:lnTo>
                    <a:pt x="1324438" y="1853276"/>
                  </a:lnTo>
                  <a:lnTo>
                    <a:pt x="1318965" y="1853276"/>
                  </a:lnTo>
                  <a:lnTo>
                    <a:pt x="1313492" y="1853276"/>
                  </a:lnTo>
                  <a:lnTo>
                    <a:pt x="1313492" y="1861249"/>
                  </a:lnTo>
                  <a:lnTo>
                    <a:pt x="1308019" y="1861249"/>
                  </a:lnTo>
                  <a:lnTo>
                    <a:pt x="1308019" y="1869205"/>
                  </a:lnTo>
                  <a:lnTo>
                    <a:pt x="1302546" y="1869205"/>
                  </a:lnTo>
                  <a:lnTo>
                    <a:pt x="1297073" y="1869205"/>
                  </a:lnTo>
                  <a:lnTo>
                    <a:pt x="1291600" y="1869205"/>
                  </a:lnTo>
                  <a:lnTo>
                    <a:pt x="1286128" y="1869205"/>
                  </a:lnTo>
                  <a:lnTo>
                    <a:pt x="1280655" y="1869205"/>
                  </a:lnTo>
                  <a:lnTo>
                    <a:pt x="1275182" y="1869205"/>
                  </a:lnTo>
                  <a:lnTo>
                    <a:pt x="1269709" y="1869205"/>
                  </a:lnTo>
                  <a:lnTo>
                    <a:pt x="1269709" y="1877131"/>
                  </a:lnTo>
                  <a:lnTo>
                    <a:pt x="1264236" y="1877131"/>
                  </a:lnTo>
                  <a:lnTo>
                    <a:pt x="1258763" y="1877131"/>
                  </a:lnTo>
                  <a:lnTo>
                    <a:pt x="1253290" y="1877131"/>
                  </a:lnTo>
                  <a:lnTo>
                    <a:pt x="1247817" y="1877131"/>
                  </a:lnTo>
                  <a:lnTo>
                    <a:pt x="1242344" y="1877131"/>
                  </a:lnTo>
                  <a:lnTo>
                    <a:pt x="1236872" y="1877131"/>
                  </a:lnTo>
                  <a:lnTo>
                    <a:pt x="1231399" y="1877131"/>
                  </a:lnTo>
                  <a:lnTo>
                    <a:pt x="1225926" y="1877131"/>
                  </a:lnTo>
                  <a:lnTo>
                    <a:pt x="1220453" y="1877131"/>
                  </a:lnTo>
                  <a:lnTo>
                    <a:pt x="1214980" y="1877131"/>
                  </a:lnTo>
                  <a:lnTo>
                    <a:pt x="1209507" y="1877131"/>
                  </a:lnTo>
                  <a:lnTo>
                    <a:pt x="1204034" y="1877131"/>
                  </a:lnTo>
                  <a:lnTo>
                    <a:pt x="1198561" y="1877131"/>
                  </a:lnTo>
                  <a:lnTo>
                    <a:pt x="1193089" y="1877131"/>
                  </a:lnTo>
                  <a:lnTo>
                    <a:pt x="1187616" y="1877131"/>
                  </a:lnTo>
                  <a:lnTo>
                    <a:pt x="1182143" y="1877131"/>
                  </a:lnTo>
                  <a:lnTo>
                    <a:pt x="1176670" y="1877131"/>
                  </a:lnTo>
                  <a:lnTo>
                    <a:pt x="1171197" y="1877131"/>
                  </a:lnTo>
                  <a:lnTo>
                    <a:pt x="1165724" y="1877131"/>
                  </a:lnTo>
                  <a:lnTo>
                    <a:pt x="1160251" y="1877131"/>
                  </a:lnTo>
                  <a:lnTo>
                    <a:pt x="1154778" y="1877131"/>
                  </a:lnTo>
                  <a:lnTo>
                    <a:pt x="1149305" y="1877131"/>
                  </a:lnTo>
                  <a:lnTo>
                    <a:pt x="1143833" y="1877131"/>
                  </a:lnTo>
                  <a:lnTo>
                    <a:pt x="1143833" y="1885004"/>
                  </a:lnTo>
                  <a:lnTo>
                    <a:pt x="1138360" y="1885004"/>
                  </a:lnTo>
                  <a:lnTo>
                    <a:pt x="1132887" y="1885004"/>
                  </a:lnTo>
                  <a:lnTo>
                    <a:pt x="1127414" y="1885004"/>
                  </a:lnTo>
                  <a:lnTo>
                    <a:pt x="1121941" y="1885004"/>
                  </a:lnTo>
                  <a:lnTo>
                    <a:pt x="1121941" y="1892851"/>
                  </a:lnTo>
                  <a:lnTo>
                    <a:pt x="1116468" y="1892851"/>
                  </a:lnTo>
                  <a:lnTo>
                    <a:pt x="1110995" y="1892851"/>
                  </a:lnTo>
                  <a:lnTo>
                    <a:pt x="1110995" y="1908475"/>
                  </a:lnTo>
                  <a:lnTo>
                    <a:pt x="1105522" y="1908475"/>
                  </a:lnTo>
                  <a:lnTo>
                    <a:pt x="1100049" y="1908475"/>
                  </a:lnTo>
                  <a:lnTo>
                    <a:pt x="1094577" y="1908475"/>
                  </a:lnTo>
                  <a:lnTo>
                    <a:pt x="1089104" y="1908475"/>
                  </a:lnTo>
                  <a:lnTo>
                    <a:pt x="1083631" y="1908475"/>
                  </a:lnTo>
                  <a:lnTo>
                    <a:pt x="1078158" y="1908475"/>
                  </a:lnTo>
                  <a:lnTo>
                    <a:pt x="1072685" y="1908475"/>
                  </a:lnTo>
                  <a:lnTo>
                    <a:pt x="1067212" y="1908475"/>
                  </a:lnTo>
                  <a:lnTo>
                    <a:pt x="1061739" y="1908475"/>
                  </a:lnTo>
                  <a:lnTo>
                    <a:pt x="1056266" y="1908475"/>
                  </a:lnTo>
                  <a:lnTo>
                    <a:pt x="1056266" y="1916235"/>
                  </a:lnTo>
                  <a:lnTo>
                    <a:pt x="1050794" y="1916235"/>
                  </a:lnTo>
                  <a:lnTo>
                    <a:pt x="1050794" y="1923972"/>
                  </a:lnTo>
                  <a:lnTo>
                    <a:pt x="1045321" y="1923972"/>
                  </a:lnTo>
                  <a:lnTo>
                    <a:pt x="1039848" y="1923972"/>
                  </a:lnTo>
                  <a:lnTo>
                    <a:pt x="1039848" y="1931682"/>
                  </a:lnTo>
                  <a:lnTo>
                    <a:pt x="1034375" y="1931682"/>
                  </a:lnTo>
                  <a:lnTo>
                    <a:pt x="1028902" y="1931682"/>
                  </a:lnTo>
                  <a:lnTo>
                    <a:pt x="1023429" y="1931682"/>
                  </a:lnTo>
                  <a:lnTo>
                    <a:pt x="1017956" y="1931682"/>
                  </a:lnTo>
                  <a:lnTo>
                    <a:pt x="1012483" y="1931682"/>
                  </a:lnTo>
                  <a:lnTo>
                    <a:pt x="1007010" y="1931682"/>
                  </a:lnTo>
                  <a:lnTo>
                    <a:pt x="1001538" y="1931682"/>
                  </a:lnTo>
                  <a:lnTo>
                    <a:pt x="996065" y="1931682"/>
                  </a:lnTo>
                  <a:lnTo>
                    <a:pt x="990592" y="1931682"/>
                  </a:lnTo>
                  <a:lnTo>
                    <a:pt x="985119" y="1931682"/>
                  </a:lnTo>
                  <a:lnTo>
                    <a:pt x="979646" y="1931682"/>
                  </a:lnTo>
                  <a:lnTo>
                    <a:pt x="974173" y="1931682"/>
                  </a:lnTo>
                  <a:lnTo>
                    <a:pt x="968700" y="1931682"/>
                  </a:lnTo>
                  <a:lnTo>
                    <a:pt x="963227" y="1931682"/>
                  </a:lnTo>
                  <a:lnTo>
                    <a:pt x="957754" y="1931682"/>
                  </a:lnTo>
                  <a:lnTo>
                    <a:pt x="952282" y="1931682"/>
                  </a:lnTo>
                  <a:lnTo>
                    <a:pt x="946809" y="1931682"/>
                  </a:lnTo>
                  <a:lnTo>
                    <a:pt x="941336" y="1931682"/>
                  </a:lnTo>
                  <a:lnTo>
                    <a:pt x="935863" y="1931682"/>
                  </a:lnTo>
                  <a:lnTo>
                    <a:pt x="930390" y="1931682"/>
                  </a:lnTo>
                  <a:lnTo>
                    <a:pt x="930390" y="1939344"/>
                  </a:lnTo>
                  <a:lnTo>
                    <a:pt x="924917" y="1939344"/>
                  </a:lnTo>
                  <a:lnTo>
                    <a:pt x="919444" y="1939344"/>
                  </a:lnTo>
                  <a:lnTo>
                    <a:pt x="913971" y="1939344"/>
                  </a:lnTo>
                  <a:lnTo>
                    <a:pt x="908498" y="1939344"/>
                  </a:lnTo>
                  <a:lnTo>
                    <a:pt x="903026" y="1939344"/>
                  </a:lnTo>
                  <a:lnTo>
                    <a:pt x="897553" y="1939344"/>
                  </a:lnTo>
                  <a:lnTo>
                    <a:pt x="892080" y="1939344"/>
                  </a:lnTo>
                  <a:lnTo>
                    <a:pt x="886607" y="1939344"/>
                  </a:lnTo>
                  <a:lnTo>
                    <a:pt x="881134" y="1939344"/>
                  </a:lnTo>
                  <a:lnTo>
                    <a:pt x="875661" y="1939344"/>
                  </a:lnTo>
                  <a:lnTo>
                    <a:pt x="870188" y="1939344"/>
                  </a:lnTo>
                  <a:lnTo>
                    <a:pt x="864715" y="1939344"/>
                  </a:lnTo>
                  <a:lnTo>
                    <a:pt x="859243" y="1939344"/>
                  </a:lnTo>
                  <a:lnTo>
                    <a:pt x="853770" y="1939344"/>
                  </a:lnTo>
                  <a:lnTo>
                    <a:pt x="848297" y="1939344"/>
                  </a:lnTo>
                  <a:lnTo>
                    <a:pt x="842824" y="1939344"/>
                  </a:lnTo>
                  <a:lnTo>
                    <a:pt x="837351" y="1939344"/>
                  </a:lnTo>
                  <a:lnTo>
                    <a:pt x="831878" y="1939344"/>
                  </a:lnTo>
                  <a:lnTo>
                    <a:pt x="831878" y="1946948"/>
                  </a:lnTo>
                  <a:lnTo>
                    <a:pt x="826405" y="1946948"/>
                  </a:lnTo>
                  <a:lnTo>
                    <a:pt x="826405" y="1962074"/>
                  </a:lnTo>
                  <a:lnTo>
                    <a:pt x="820932" y="1962074"/>
                  </a:lnTo>
                  <a:lnTo>
                    <a:pt x="815459" y="1962074"/>
                  </a:lnTo>
                  <a:lnTo>
                    <a:pt x="809987" y="1962074"/>
                  </a:lnTo>
                  <a:lnTo>
                    <a:pt x="809987" y="1969588"/>
                  </a:lnTo>
                  <a:lnTo>
                    <a:pt x="804514" y="1969588"/>
                  </a:lnTo>
                  <a:lnTo>
                    <a:pt x="804514" y="1977064"/>
                  </a:lnTo>
                  <a:lnTo>
                    <a:pt x="799041" y="1977064"/>
                  </a:lnTo>
                  <a:lnTo>
                    <a:pt x="793568" y="1977064"/>
                  </a:lnTo>
                  <a:lnTo>
                    <a:pt x="793568" y="1984499"/>
                  </a:lnTo>
                  <a:lnTo>
                    <a:pt x="788095" y="1984499"/>
                  </a:lnTo>
                  <a:lnTo>
                    <a:pt x="782622" y="1984499"/>
                  </a:lnTo>
                  <a:lnTo>
                    <a:pt x="777149" y="1984499"/>
                  </a:lnTo>
                  <a:lnTo>
                    <a:pt x="771676" y="1984499"/>
                  </a:lnTo>
                  <a:lnTo>
                    <a:pt x="766203" y="1984499"/>
                  </a:lnTo>
                  <a:lnTo>
                    <a:pt x="766203" y="1991891"/>
                  </a:lnTo>
                  <a:lnTo>
                    <a:pt x="760731" y="1991891"/>
                  </a:lnTo>
                  <a:lnTo>
                    <a:pt x="760731" y="1999249"/>
                  </a:lnTo>
                  <a:lnTo>
                    <a:pt x="755258" y="1999249"/>
                  </a:lnTo>
                  <a:lnTo>
                    <a:pt x="749785" y="1999249"/>
                  </a:lnTo>
                  <a:lnTo>
                    <a:pt x="744312" y="1999249"/>
                  </a:lnTo>
                  <a:lnTo>
                    <a:pt x="738839" y="1999249"/>
                  </a:lnTo>
                  <a:lnTo>
                    <a:pt x="733366" y="1999249"/>
                  </a:lnTo>
                  <a:lnTo>
                    <a:pt x="733366" y="2006562"/>
                  </a:lnTo>
                  <a:lnTo>
                    <a:pt x="727893" y="2006562"/>
                  </a:lnTo>
                  <a:lnTo>
                    <a:pt x="722420" y="2006562"/>
                  </a:lnTo>
                  <a:lnTo>
                    <a:pt x="716947" y="2006562"/>
                  </a:lnTo>
                  <a:lnTo>
                    <a:pt x="716947" y="2013825"/>
                  </a:lnTo>
                  <a:lnTo>
                    <a:pt x="711475" y="2013825"/>
                  </a:lnTo>
                  <a:lnTo>
                    <a:pt x="706002" y="2013825"/>
                  </a:lnTo>
                  <a:lnTo>
                    <a:pt x="700529" y="2013825"/>
                  </a:lnTo>
                  <a:lnTo>
                    <a:pt x="695056" y="2013825"/>
                  </a:lnTo>
                  <a:lnTo>
                    <a:pt x="689583" y="2013825"/>
                  </a:lnTo>
                  <a:lnTo>
                    <a:pt x="689583" y="2021038"/>
                  </a:lnTo>
                  <a:lnTo>
                    <a:pt x="684110" y="2021038"/>
                  </a:lnTo>
                  <a:lnTo>
                    <a:pt x="684110" y="2028207"/>
                  </a:lnTo>
                  <a:lnTo>
                    <a:pt x="678637" y="2028207"/>
                  </a:lnTo>
                  <a:lnTo>
                    <a:pt x="673164" y="2028207"/>
                  </a:lnTo>
                  <a:lnTo>
                    <a:pt x="667692" y="2028207"/>
                  </a:lnTo>
                  <a:lnTo>
                    <a:pt x="667692" y="2035328"/>
                  </a:lnTo>
                  <a:lnTo>
                    <a:pt x="662219" y="2035328"/>
                  </a:lnTo>
                  <a:lnTo>
                    <a:pt x="656746" y="2035328"/>
                  </a:lnTo>
                  <a:lnTo>
                    <a:pt x="651273" y="2035328"/>
                  </a:lnTo>
                  <a:lnTo>
                    <a:pt x="651273" y="2042393"/>
                  </a:lnTo>
                  <a:lnTo>
                    <a:pt x="645800" y="2042393"/>
                  </a:lnTo>
                  <a:lnTo>
                    <a:pt x="640327" y="2042393"/>
                  </a:lnTo>
                  <a:lnTo>
                    <a:pt x="634854" y="2042393"/>
                  </a:lnTo>
                  <a:lnTo>
                    <a:pt x="629381" y="2042393"/>
                  </a:lnTo>
                  <a:lnTo>
                    <a:pt x="623908" y="2042393"/>
                  </a:lnTo>
                  <a:lnTo>
                    <a:pt x="623908" y="2049400"/>
                  </a:lnTo>
                  <a:lnTo>
                    <a:pt x="618436" y="2049400"/>
                  </a:lnTo>
                  <a:lnTo>
                    <a:pt x="612963" y="2049400"/>
                  </a:lnTo>
                  <a:lnTo>
                    <a:pt x="607490" y="2049400"/>
                  </a:lnTo>
                  <a:lnTo>
                    <a:pt x="602017" y="2049400"/>
                  </a:lnTo>
                  <a:lnTo>
                    <a:pt x="602017" y="2056341"/>
                  </a:lnTo>
                  <a:lnTo>
                    <a:pt x="596544" y="2056341"/>
                  </a:lnTo>
                  <a:lnTo>
                    <a:pt x="591071" y="2056341"/>
                  </a:lnTo>
                  <a:lnTo>
                    <a:pt x="585598" y="2056341"/>
                  </a:lnTo>
                  <a:lnTo>
                    <a:pt x="585598" y="2063213"/>
                  </a:lnTo>
                  <a:lnTo>
                    <a:pt x="580125" y="2063213"/>
                  </a:lnTo>
                  <a:lnTo>
                    <a:pt x="580125" y="2070016"/>
                  </a:lnTo>
                  <a:lnTo>
                    <a:pt x="574652" y="2070016"/>
                  </a:lnTo>
                  <a:lnTo>
                    <a:pt x="569180" y="2070016"/>
                  </a:lnTo>
                  <a:lnTo>
                    <a:pt x="563707" y="2070016"/>
                  </a:lnTo>
                  <a:lnTo>
                    <a:pt x="558234" y="2070016"/>
                  </a:lnTo>
                  <a:lnTo>
                    <a:pt x="552761" y="2070016"/>
                  </a:lnTo>
                  <a:lnTo>
                    <a:pt x="547288" y="2070016"/>
                  </a:lnTo>
                  <a:lnTo>
                    <a:pt x="547288" y="2076724"/>
                  </a:lnTo>
                  <a:lnTo>
                    <a:pt x="541815" y="2076724"/>
                  </a:lnTo>
                  <a:lnTo>
                    <a:pt x="536342" y="2076724"/>
                  </a:lnTo>
                  <a:lnTo>
                    <a:pt x="530869" y="2076724"/>
                  </a:lnTo>
                  <a:lnTo>
                    <a:pt x="525397" y="2076724"/>
                  </a:lnTo>
                  <a:lnTo>
                    <a:pt x="519924" y="2076724"/>
                  </a:lnTo>
                  <a:lnTo>
                    <a:pt x="514451" y="2076724"/>
                  </a:lnTo>
                  <a:lnTo>
                    <a:pt x="508978" y="2076724"/>
                  </a:lnTo>
                  <a:lnTo>
                    <a:pt x="503505" y="2076724"/>
                  </a:lnTo>
                  <a:lnTo>
                    <a:pt x="498032" y="2076724"/>
                  </a:lnTo>
                  <a:lnTo>
                    <a:pt x="498032" y="2089838"/>
                  </a:lnTo>
                  <a:lnTo>
                    <a:pt x="492559" y="2089838"/>
                  </a:lnTo>
                  <a:lnTo>
                    <a:pt x="487086" y="2089838"/>
                  </a:lnTo>
                  <a:lnTo>
                    <a:pt x="481613" y="2089838"/>
                  </a:lnTo>
                  <a:lnTo>
                    <a:pt x="476141" y="2089838"/>
                  </a:lnTo>
                  <a:lnTo>
                    <a:pt x="470668" y="2089838"/>
                  </a:lnTo>
                  <a:lnTo>
                    <a:pt x="465195" y="2089838"/>
                  </a:lnTo>
                  <a:lnTo>
                    <a:pt x="459722" y="2089838"/>
                  </a:lnTo>
                  <a:lnTo>
                    <a:pt x="459722" y="2096232"/>
                  </a:lnTo>
                  <a:lnTo>
                    <a:pt x="454249" y="2096232"/>
                  </a:lnTo>
                  <a:lnTo>
                    <a:pt x="448776" y="2096232"/>
                  </a:lnTo>
                  <a:lnTo>
                    <a:pt x="443303" y="2096232"/>
                  </a:lnTo>
                  <a:lnTo>
                    <a:pt x="437830" y="2096232"/>
                  </a:lnTo>
                  <a:lnTo>
                    <a:pt x="432357" y="2096232"/>
                  </a:lnTo>
                  <a:lnTo>
                    <a:pt x="426885" y="2096232"/>
                  </a:lnTo>
                  <a:lnTo>
                    <a:pt x="421412" y="2096232"/>
                  </a:lnTo>
                  <a:lnTo>
                    <a:pt x="415939" y="2096232"/>
                  </a:lnTo>
                  <a:lnTo>
                    <a:pt x="410466" y="2096232"/>
                  </a:lnTo>
                  <a:lnTo>
                    <a:pt x="404993" y="2096232"/>
                  </a:lnTo>
                  <a:lnTo>
                    <a:pt x="399520" y="2096232"/>
                  </a:lnTo>
                  <a:lnTo>
                    <a:pt x="399520" y="2102501"/>
                  </a:lnTo>
                  <a:lnTo>
                    <a:pt x="394047" y="2102501"/>
                  </a:lnTo>
                  <a:lnTo>
                    <a:pt x="388574" y="2102501"/>
                  </a:lnTo>
                  <a:lnTo>
                    <a:pt x="383101" y="2102501"/>
                  </a:lnTo>
                  <a:lnTo>
                    <a:pt x="377629" y="2102501"/>
                  </a:lnTo>
                  <a:lnTo>
                    <a:pt x="377629" y="2108638"/>
                  </a:lnTo>
                  <a:lnTo>
                    <a:pt x="372156" y="2108638"/>
                  </a:lnTo>
                  <a:lnTo>
                    <a:pt x="366683" y="2108638"/>
                  </a:lnTo>
                  <a:lnTo>
                    <a:pt x="361210" y="2108638"/>
                  </a:lnTo>
                  <a:lnTo>
                    <a:pt x="355737" y="2108638"/>
                  </a:lnTo>
                  <a:lnTo>
                    <a:pt x="350264" y="2108638"/>
                  </a:lnTo>
                  <a:lnTo>
                    <a:pt x="344791" y="2108638"/>
                  </a:lnTo>
                  <a:lnTo>
                    <a:pt x="344791" y="2120411"/>
                  </a:lnTo>
                  <a:lnTo>
                    <a:pt x="339318" y="2120411"/>
                  </a:lnTo>
                  <a:lnTo>
                    <a:pt x="339318" y="2125996"/>
                  </a:lnTo>
                  <a:lnTo>
                    <a:pt x="333846" y="2125996"/>
                  </a:lnTo>
                  <a:lnTo>
                    <a:pt x="333846" y="2131319"/>
                  </a:lnTo>
                  <a:lnTo>
                    <a:pt x="328373" y="2131319"/>
                  </a:lnTo>
                  <a:lnTo>
                    <a:pt x="322900" y="2131319"/>
                  </a:lnTo>
                  <a:lnTo>
                    <a:pt x="317427" y="2131319"/>
                  </a:lnTo>
                  <a:lnTo>
                    <a:pt x="311954" y="2131319"/>
                  </a:lnTo>
                  <a:lnTo>
                    <a:pt x="306481" y="2131319"/>
                  </a:lnTo>
                  <a:lnTo>
                    <a:pt x="301008" y="2131319"/>
                  </a:lnTo>
                  <a:lnTo>
                    <a:pt x="295535" y="2131319"/>
                  </a:lnTo>
                  <a:lnTo>
                    <a:pt x="290062" y="2131319"/>
                  </a:lnTo>
                  <a:lnTo>
                    <a:pt x="284590" y="2131319"/>
                  </a:lnTo>
                  <a:lnTo>
                    <a:pt x="279117" y="2131319"/>
                  </a:lnTo>
                  <a:lnTo>
                    <a:pt x="273644" y="2131319"/>
                  </a:lnTo>
                  <a:lnTo>
                    <a:pt x="268171" y="2131319"/>
                  </a:lnTo>
                  <a:lnTo>
                    <a:pt x="262698" y="2131319"/>
                  </a:lnTo>
                  <a:lnTo>
                    <a:pt x="257225" y="2131319"/>
                  </a:lnTo>
                  <a:lnTo>
                    <a:pt x="251752" y="2131319"/>
                  </a:lnTo>
                  <a:lnTo>
                    <a:pt x="246279" y="2131319"/>
                  </a:lnTo>
                  <a:lnTo>
                    <a:pt x="240806" y="2131319"/>
                  </a:lnTo>
                  <a:lnTo>
                    <a:pt x="235334" y="2131319"/>
                  </a:lnTo>
                  <a:lnTo>
                    <a:pt x="229861" y="2131319"/>
                  </a:lnTo>
                  <a:lnTo>
                    <a:pt x="229861" y="2140827"/>
                  </a:lnTo>
                  <a:lnTo>
                    <a:pt x="224388" y="2140827"/>
                  </a:lnTo>
                  <a:lnTo>
                    <a:pt x="218915" y="2140827"/>
                  </a:lnTo>
                  <a:lnTo>
                    <a:pt x="213442" y="2140827"/>
                  </a:lnTo>
                  <a:lnTo>
                    <a:pt x="207969" y="2140827"/>
                  </a:lnTo>
                  <a:lnTo>
                    <a:pt x="202496" y="2140827"/>
                  </a:lnTo>
                  <a:lnTo>
                    <a:pt x="202496" y="2144727"/>
                  </a:lnTo>
                  <a:lnTo>
                    <a:pt x="197023" y="2144727"/>
                  </a:lnTo>
                  <a:lnTo>
                    <a:pt x="191550" y="2144727"/>
                  </a:lnTo>
                  <a:lnTo>
                    <a:pt x="186078" y="2144727"/>
                  </a:lnTo>
                  <a:lnTo>
                    <a:pt x="180605" y="2144727"/>
                  </a:lnTo>
                  <a:lnTo>
                    <a:pt x="175132" y="2144727"/>
                  </a:lnTo>
                  <a:lnTo>
                    <a:pt x="169659" y="2144727"/>
                  </a:lnTo>
                  <a:lnTo>
                    <a:pt x="164186" y="2144727"/>
                  </a:lnTo>
                  <a:lnTo>
                    <a:pt x="158713" y="2144727"/>
                  </a:lnTo>
                  <a:lnTo>
                    <a:pt x="153240" y="2144727"/>
                  </a:lnTo>
                  <a:lnTo>
                    <a:pt x="147767" y="2144727"/>
                  </a:lnTo>
                  <a:lnTo>
                    <a:pt x="142295" y="2144727"/>
                  </a:lnTo>
                  <a:lnTo>
                    <a:pt x="136822" y="2144727"/>
                  </a:lnTo>
                  <a:lnTo>
                    <a:pt x="131349" y="2144727"/>
                  </a:lnTo>
                  <a:lnTo>
                    <a:pt x="131349" y="2147595"/>
                  </a:lnTo>
                  <a:lnTo>
                    <a:pt x="125876" y="2147595"/>
                  </a:lnTo>
                  <a:lnTo>
                    <a:pt x="120403" y="2147595"/>
                  </a:lnTo>
                  <a:lnTo>
                    <a:pt x="114930" y="2147595"/>
                  </a:lnTo>
                  <a:lnTo>
                    <a:pt x="109457" y="2147595"/>
                  </a:lnTo>
                  <a:lnTo>
                    <a:pt x="103984" y="2147595"/>
                  </a:lnTo>
                  <a:lnTo>
                    <a:pt x="98511" y="2147595"/>
                  </a:lnTo>
                  <a:lnTo>
                    <a:pt x="93039" y="2147595"/>
                  </a:lnTo>
                  <a:lnTo>
                    <a:pt x="87566" y="2147595"/>
                  </a:lnTo>
                  <a:lnTo>
                    <a:pt x="82093" y="2147595"/>
                  </a:lnTo>
                  <a:lnTo>
                    <a:pt x="76620" y="2147595"/>
                  </a:lnTo>
                  <a:lnTo>
                    <a:pt x="71147" y="2147595"/>
                  </a:lnTo>
                  <a:lnTo>
                    <a:pt x="65674" y="2147595"/>
                  </a:lnTo>
                  <a:lnTo>
                    <a:pt x="60201" y="2147595"/>
                  </a:lnTo>
                  <a:lnTo>
                    <a:pt x="54728" y="2147595"/>
                  </a:lnTo>
                  <a:lnTo>
                    <a:pt x="49255" y="2147595"/>
                  </a:lnTo>
                  <a:lnTo>
                    <a:pt x="43783" y="2147595"/>
                  </a:lnTo>
                  <a:lnTo>
                    <a:pt x="38310" y="2147595"/>
                  </a:lnTo>
                  <a:lnTo>
                    <a:pt x="32837" y="2147595"/>
                  </a:lnTo>
                  <a:lnTo>
                    <a:pt x="27364" y="2147595"/>
                  </a:lnTo>
                  <a:lnTo>
                    <a:pt x="21891" y="2147595"/>
                  </a:lnTo>
                  <a:lnTo>
                    <a:pt x="16418" y="2147595"/>
                  </a:lnTo>
                  <a:lnTo>
                    <a:pt x="10945" y="2147595"/>
                  </a:lnTo>
                  <a:lnTo>
                    <a:pt x="5472" y="2147595"/>
                  </a:lnTo>
                  <a:lnTo>
                    <a:pt x="0" y="2147595"/>
                  </a:lnTo>
                  <a:close/>
                </a:path>
              </a:pathLst>
            </a:custGeom>
            <a:solidFill>
              <a:srgbClr val="619CFF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058965" y="3949498"/>
              <a:ext cx="9873085" cy="2098779"/>
            </a:xfrm>
            <a:custGeom>
              <a:avLst/>
              <a:pathLst>
                <a:path w="9873085" h="2098779">
                  <a:moveTo>
                    <a:pt x="0" y="2098779"/>
                  </a:moveTo>
                  <a:lnTo>
                    <a:pt x="5472" y="2098779"/>
                  </a:lnTo>
                  <a:lnTo>
                    <a:pt x="5472" y="2098779"/>
                  </a:lnTo>
                  <a:lnTo>
                    <a:pt x="10945" y="2098779"/>
                  </a:lnTo>
                  <a:lnTo>
                    <a:pt x="10945" y="2098779"/>
                  </a:lnTo>
                  <a:lnTo>
                    <a:pt x="16418" y="2098779"/>
                  </a:lnTo>
                  <a:lnTo>
                    <a:pt x="16418" y="2098779"/>
                  </a:lnTo>
                  <a:lnTo>
                    <a:pt x="21891" y="2098779"/>
                  </a:lnTo>
                  <a:lnTo>
                    <a:pt x="21891" y="2098779"/>
                  </a:lnTo>
                  <a:lnTo>
                    <a:pt x="27364" y="2098779"/>
                  </a:lnTo>
                  <a:lnTo>
                    <a:pt x="27364" y="2098779"/>
                  </a:lnTo>
                  <a:lnTo>
                    <a:pt x="32837" y="2098779"/>
                  </a:lnTo>
                  <a:lnTo>
                    <a:pt x="32837" y="2098779"/>
                  </a:lnTo>
                  <a:lnTo>
                    <a:pt x="38310" y="2098779"/>
                  </a:lnTo>
                  <a:lnTo>
                    <a:pt x="38310" y="2098779"/>
                  </a:lnTo>
                  <a:lnTo>
                    <a:pt x="43783" y="2098779"/>
                  </a:lnTo>
                  <a:lnTo>
                    <a:pt x="43783" y="2098779"/>
                  </a:lnTo>
                  <a:lnTo>
                    <a:pt x="49255" y="2098779"/>
                  </a:lnTo>
                  <a:lnTo>
                    <a:pt x="49255" y="2098779"/>
                  </a:lnTo>
                  <a:lnTo>
                    <a:pt x="54728" y="2098779"/>
                  </a:lnTo>
                  <a:lnTo>
                    <a:pt x="54728" y="2098779"/>
                  </a:lnTo>
                  <a:lnTo>
                    <a:pt x="60201" y="2098779"/>
                  </a:lnTo>
                  <a:lnTo>
                    <a:pt x="60201" y="2098779"/>
                  </a:lnTo>
                  <a:lnTo>
                    <a:pt x="65674" y="2098779"/>
                  </a:lnTo>
                  <a:lnTo>
                    <a:pt x="65674" y="2098779"/>
                  </a:lnTo>
                  <a:lnTo>
                    <a:pt x="71147" y="2098779"/>
                  </a:lnTo>
                  <a:lnTo>
                    <a:pt x="71147" y="2098779"/>
                  </a:lnTo>
                  <a:lnTo>
                    <a:pt x="76620" y="2098779"/>
                  </a:lnTo>
                  <a:lnTo>
                    <a:pt x="76620" y="2098779"/>
                  </a:lnTo>
                  <a:lnTo>
                    <a:pt x="82093" y="2098779"/>
                  </a:lnTo>
                  <a:lnTo>
                    <a:pt x="82093" y="2098779"/>
                  </a:lnTo>
                  <a:lnTo>
                    <a:pt x="87566" y="2098779"/>
                  </a:lnTo>
                  <a:lnTo>
                    <a:pt x="87566" y="2098779"/>
                  </a:lnTo>
                  <a:lnTo>
                    <a:pt x="93039" y="2098779"/>
                  </a:lnTo>
                  <a:lnTo>
                    <a:pt x="93039" y="2098779"/>
                  </a:lnTo>
                  <a:lnTo>
                    <a:pt x="98511" y="2098779"/>
                  </a:lnTo>
                  <a:lnTo>
                    <a:pt x="98511" y="2098779"/>
                  </a:lnTo>
                  <a:lnTo>
                    <a:pt x="103984" y="2098779"/>
                  </a:lnTo>
                  <a:lnTo>
                    <a:pt x="103984" y="2098779"/>
                  </a:lnTo>
                  <a:lnTo>
                    <a:pt x="109457" y="2098779"/>
                  </a:lnTo>
                  <a:lnTo>
                    <a:pt x="109457" y="2098779"/>
                  </a:lnTo>
                  <a:lnTo>
                    <a:pt x="114930" y="2098779"/>
                  </a:lnTo>
                  <a:lnTo>
                    <a:pt x="114930" y="2098779"/>
                  </a:lnTo>
                  <a:lnTo>
                    <a:pt x="120403" y="2098779"/>
                  </a:lnTo>
                  <a:lnTo>
                    <a:pt x="120403" y="2098779"/>
                  </a:lnTo>
                  <a:lnTo>
                    <a:pt x="125876" y="2098779"/>
                  </a:lnTo>
                  <a:lnTo>
                    <a:pt x="125876" y="2098779"/>
                  </a:lnTo>
                  <a:lnTo>
                    <a:pt x="131349" y="2098779"/>
                  </a:lnTo>
                  <a:lnTo>
                    <a:pt x="131349" y="2086548"/>
                  </a:lnTo>
                  <a:lnTo>
                    <a:pt x="136822" y="2086548"/>
                  </a:lnTo>
                  <a:lnTo>
                    <a:pt x="136822" y="2086548"/>
                  </a:lnTo>
                  <a:lnTo>
                    <a:pt x="142295" y="2086548"/>
                  </a:lnTo>
                  <a:lnTo>
                    <a:pt x="142295" y="2086548"/>
                  </a:lnTo>
                  <a:lnTo>
                    <a:pt x="147767" y="2086548"/>
                  </a:lnTo>
                  <a:lnTo>
                    <a:pt x="147767" y="2086548"/>
                  </a:lnTo>
                  <a:lnTo>
                    <a:pt x="153240" y="2086548"/>
                  </a:lnTo>
                  <a:lnTo>
                    <a:pt x="153240" y="2086548"/>
                  </a:lnTo>
                  <a:lnTo>
                    <a:pt x="158713" y="2086548"/>
                  </a:lnTo>
                  <a:lnTo>
                    <a:pt x="158713" y="2086548"/>
                  </a:lnTo>
                  <a:lnTo>
                    <a:pt x="164186" y="2086548"/>
                  </a:lnTo>
                  <a:lnTo>
                    <a:pt x="164186" y="2086548"/>
                  </a:lnTo>
                  <a:lnTo>
                    <a:pt x="169659" y="2086548"/>
                  </a:lnTo>
                  <a:lnTo>
                    <a:pt x="169659" y="2086548"/>
                  </a:lnTo>
                  <a:lnTo>
                    <a:pt x="175132" y="2086548"/>
                  </a:lnTo>
                  <a:lnTo>
                    <a:pt x="175132" y="2086548"/>
                  </a:lnTo>
                  <a:lnTo>
                    <a:pt x="180605" y="2086548"/>
                  </a:lnTo>
                  <a:lnTo>
                    <a:pt x="180605" y="2086548"/>
                  </a:lnTo>
                  <a:lnTo>
                    <a:pt x="186078" y="2086548"/>
                  </a:lnTo>
                  <a:lnTo>
                    <a:pt x="186078" y="2086548"/>
                  </a:lnTo>
                  <a:lnTo>
                    <a:pt x="191550" y="2086548"/>
                  </a:lnTo>
                  <a:lnTo>
                    <a:pt x="191550" y="2086548"/>
                  </a:lnTo>
                  <a:lnTo>
                    <a:pt x="197023" y="2086548"/>
                  </a:lnTo>
                  <a:lnTo>
                    <a:pt x="197023" y="2086548"/>
                  </a:lnTo>
                  <a:lnTo>
                    <a:pt x="202496" y="2086548"/>
                  </a:lnTo>
                  <a:lnTo>
                    <a:pt x="202496" y="2073673"/>
                  </a:lnTo>
                  <a:lnTo>
                    <a:pt x="207969" y="2073673"/>
                  </a:lnTo>
                  <a:lnTo>
                    <a:pt x="207969" y="2073673"/>
                  </a:lnTo>
                  <a:lnTo>
                    <a:pt x="213442" y="2073673"/>
                  </a:lnTo>
                  <a:lnTo>
                    <a:pt x="213442" y="2073673"/>
                  </a:lnTo>
                  <a:lnTo>
                    <a:pt x="218915" y="2073673"/>
                  </a:lnTo>
                  <a:lnTo>
                    <a:pt x="218915" y="2073673"/>
                  </a:lnTo>
                  <a:lnTo>
                    <a:pt x="224388" y="2073673"/>
                  </a:lnTo>
                  <a:lnTo>
                    <a:pt x="224388" y="2073673"/>
                  </a:lnTo>
                  <a:lnTo>
                    <a:pt x="229861" y="2073673"/>
                  </a:lnTo>
                  <a:lnTo>
                    <a:pt x="229861" y="2048687"/>
                  </a:lnTo>
                  <a:lnTo>
                    <a:pt x="235334" y="2048687"/>
                  </a:lnTo>
                  <a:lnTo>
                    <a:pt x="235334" y="2048687"/>
                  </a:lnTo>
                  <a:lnTo>
                    <a:pt x="240806" y="2048687"/>
                  </a:lnTo>
                  <a:lnTo>
                    <a:pt x="240806" y="2048687"/>
                  </a:lnTo>
                  <a:lnTo>
                    <a:pt x="246279" y="2048687"/>
                  </a:lnTo>
                  <a:lnTo>
                    <a:pt x="246279" y="2048687"/>
                  </a:lnTo>
                  <a:lnTo>
                    <a:pt x="251752" y="2048687"/>
                  </a:lnTo>
                  <a:lnTo>
                    <a:pt x="251752" y="2048687"/>
                  </a:lnTo>
                  <a:lnTo>
                    <a:pt x="257225" y="2048687"/>
                  </a:lnTo>
                  <a:lnTo>
                    <a:pt x="257225" y="2048687"/>
                  </a:lnTo>
                  <a:lnTo>
                    <a:pt x="262698" y="2048687"/>
                  </a:lnTo>
                  <a:lnTo>
                    <a:pt x="262698" y="2048687"/>
                  </a:lnTo>
                  <a:lnTo>
                    <a:pt x="268171" y="2048687"/>
                  </a:lnTo>
                  <a:lnTo>
                    <a:pt x="268171" y="2048687"/>
                  </a:lnTo>
                  <a:lnTo>
                    <a:pt x="273644" y="2048687"/>
                  </a:lnTo>
                  <a:lnTo>
                    <a:pt x="273644" y="2048687"/>
                  </a:lnTo>
                  <a:lnTo>
                    <a:pt x="279117" y="2048687"/>
                  </a:lnTo>
                  <a:lnTo>
                    <a:pt x="279117" y="2048687"/>
                  </a:lnTo>
                  <a:lnTo>
                    <a:pt x="284590" y="2048687"/>
                  </a:lnTo>
                  <a:lnTo>
                    <a:pt x="284590" y="2048687"/>
                  </a:lnTo>
                  <a:lnTo>
                    <a:pt x="290062" y="2048687"/>
                  </a:lnTo>
                  <a:lnTo>
                    <a:pt x="290062" y="2048687"/>
                  </a:lnTo>
                  <a:lnTo>
                    <a:pt x="295535" y="2048687"/>
                  </a:lnTo>
                  <a:lnTo>
                    <a:pt x="295535" y="2048687"/>
                  </a:lnTo>
                  <a:lnTo>
                    <a:pt x="301008" y="2048687"/>
                  </a:lnTo>
                  <a:lnTo>
                    <a:pt x="301008" y="2048687"/>
                  </a:lnTo>
                  <a:lnTo>
                    <a:pt x="306481" y="2048687"/>
                  </a:lnTo>
                  <a:lnTo>
                    <a:pt x="306481" y="2048687"/>
                  </a:lnTo>
                  <a:lnTo>
                    <a:pt x="311954" y="2048687"/>
                  </a:lnTo>
                  <a:lnTo>
                    <a:pt x="311954" y="2048687"/>
                  </a:lnTo>
                  <a:lnTo>
                    <a:pt x="317427" y="2048687"/>
                  </a:lnTo>
                  <a:lnTo>
                    <a:pt x="317427" y="2048687"/>
                  </a:lnTo>
                  <a:lnTo>
                    <a:pt x="322900" y="2048687"/>
                  </a:lnTo>
                  <a:lnTo>
                    <a:pt x="322900" y="2048687"/>
                  </a:lnTo>
                  <a:lnTo>
                    <a:pt x="328373" y="2048687"/>
                  </a:lnTo>
                  <a:lnTo>
                    <a:pt x="328373" y="2048687"/>
                  </a:lnTo>
                  <a:lnTo>
                    <a:pt x="333846" y="2048687"/>
                  </a:lnTo>
                  <a:lnTo>
                    <a:pt x="333846" y="2036470"/>
                  </a:lnTo>
                  <a:lnTo>
                    <a:pt x="339318" y="2036470"/>
                  </a:lnTo>
                  <a:lnTo>
                    <a:pt x="339318" y="2024459"/>
                  </a:lnTo>
                  <a:lnTo>
                    <a:pt x="344791" y="2024459"/>
                  </a:lnTo>
                  <a:lnTo>
                    <a:pt x="344791" y="2000941"/>
                  </a:lnTo>
                  <a:lnTo>
                    <a:pt x="350264" y="2000941"/>
                  </a:lnTo>
                  <a:lnTo>
                    <a:pt x="350264" y="2000941"/>
                  </a:lnTo>
                  <a:lnTo>
                    <a:pt x="355737" y="2000941"/>
                  </a:lnTo>
                  <a:lnTo>
                    <a:pt x="355737" y="2000941"/>
                  </a:lnTo>
                  <a:lnTo>
                    <a:pt x="361210" y="2000941"/>
                  </a:lnTo>
                  <a:lnTo>
                    <a:pt x="361210" y="2000941"/>
                  </a:lnTo>
                  <a:lnTo>
                    <a:pt x="366683" y="2000941"/>
                  </a:lnTo>
                  <a:lnTo>
                    <a:pt x="366683" y="2000941"/>
                  </a:lnTo>
                  <a:lnTo>
                    <a:pt x="372156" y="2000941"/>
                  </a:lnTo>
                  <a:lnTo>
                    <a:pt x="372156" y="2000941"/>
                  </a:lnTo>
                  <a:lnTo>
                    <a:pt x="377629" y="2000941"/>
                  </a:lnTo>
                  <a:lnTo>
                    <a:pt x="377629" y="1989350"/>
                  </a:lnTo>
                  <a:lnTo>
                    <a:pt x="383101" y="1989350"/>
                  </a:lnTo>
                  <a:lnTo>
                    <a:pt x="383101" y="1989350"/>
                  </a:lnTo>
                  <a:lnTo>
                    <a:pt x="388574" y="1989350"/>
                  </a:lnTo>
                  <a:lnTo>
                    <a:pt x="388574" y="1989350"/>
                  </a:lnTo>
                  <a:lnTo>
                    <a:pt x="394047" y="1989350"/>
                  </a:lnTo>
                  <a:lnTo>
                    <a:pt x="394047" y="1989350"/>
                  </a:lnTo>
                  <a:lnTo>
                    <a:pt x="399520" y="1989350"/>
                  </a:lnTo>
                  <a:lnTo>
                    <a:pt x="399520" y="1977867"/>
                  </a:lnTo>
                  <a:lnTo>
                    <a:pt x="404993" y="1977867"/>
                  </a:lnTo>
                  <a:lnTo>
                    <a:pt x="404993" y="1977867"/>
                  </a:lnTo>
                  <a:lnTo>
                    <a:pt x="410466" y="1977867"/>
                  </a:lnTo>
                  <a:lnTo>
                    <a:pt x="410466" y="1977867"/>
                  </a:lnTo>
                  <a:lnTo>
                    <a:pt x="415939" y="1977867"/>
                  </a:lnTo>
                  <a:lnTo>
                    <a:pt x="415939" y="1977867"/>
                  </a:lnTo>
                  <a:lnTo>
                    <a:pt x="421412" y="1977867"/>
                  </a:lnTo>
                  <a:lnTo>
                    <a:pt x="421412" y="1977867"/>
                  </a:lnTo>
                  <a:lnTo>
                    <a:pt x="426885" y="1977867"/>
                  </a:lnTo>
                  <a:lnTo>
                    <a:pt x="426885" y="1977867"/>
                  </a:lnTo>
                  <a:lnTo>
                    <a:pt x="432357" y="1977867"/>
                  </a:lnTo>
                  <a:lnTo>
                    <a:pt x="432357" y="1977867"/>
                  </a:lnTo>
                  <a:lnTo>
                    <a:pt x="437830" y="1977867"/>
                  </a:lnTo>
                  <a:lnTo>
                    <a:pt x="437830" y="1977867"/>
                  </a:lnTo>
                  <a:lnTo>
                    <a:pt x="443303" y="1977867"/>
                  </a:lnTo>
                  <a:lnTo>
                    <a:pt x="443303" y="1977867"/>
                  </a:lnTo>
                  <a:lnTo>
                    <a:pt x="448776" y="1977867"/>
                  </a:lnTo>
                  <a:lnTo>
                    <a:pt x="448776" y="1977867"/>
                  </a:lnTo>
                  <a:lnTo>
                    <a:pt x="454249" y="1977867"/>
                  </a:lnTo>
                  <a:lnTo>
                    <a:pt x="454249" y="1977867"/>
                  </a:lnTo>
                  <a:lnTo>
                    <a:pt x="459722" y="1977867"/>
                  </a:lnTo>
                  <a:lnTo>
                    <a:pt x="459722" y="1966452"/>
                  </a:lnTo>
                  <a:lnTo>
                    <a:pt x="465195" y="1966452"/>
                  </a:lnTo>
                  <a:lnTo>
                    <a:pt x="465195" y="1966452"/>
                  </a:lnTo>
                  <a:lnTo>
                    <a:pt x="470668" y="1966452"/>
                  </a:lnTo>
                  <a:lnTo>
                    <a:pt x="470668" y="1966452"/>
                  </a:lnTo>
                  <a:lnTo>
                    <a:pt x="476141" y="1966452"/>
                  </a:lnTo>
                  <a:lnTo>
                    <a:pt x="476141" y="1966452"/>
                  </a:lnTo>
                  <a:lnTo>
                    <a:pt x="481613" y="1966452"/>
                  </a:lnTo>
                  <a:lnTo>
                    <a:pt x="481613" y="1966452"/>
                  </a:lnTo>
                  <a:lnTo>
                    <a:pt x="487086" y="1966452"/>
                  </a:lnTo>
                  <a:lnTo>
                    <a:pt x="487086" y="1966452"/>
                  </a:lnTo>
                  <a:lnTo>
                    <a:pt x="492559" y="1966452"/>
                  </a:lnTo>
                  <a:lnTo>
                    <a:pt x="492559" y="1966452"/>
                  </a:lnTo>
                  <a:lnTo>
                    <a:pt x="498032" y="1966452"/>
                  </a:lnTo>
                  <a:lnTo>
                    <a:pt x="498032" y="1943802"/>
                  </a:lnTo>
                  <a:lnTo>
                    <a:pt x="503505" y="1943802"/>
                  </a:lnTo>
                  <a:lnTo>
                    <a:pt x="503505" y="1943802"/>
                  </a:lnTo>
                  <a:lnTo>
                    <a:pt x="508978" y="1943802"/>
                  </a:lnTo>
                  <a:lnTo>
                    <a:pt x="508978" y="1943802"/>
                  </a:lnTo>
                  <a:lnTo>
                    <a:pt x="514451" y="1943802"/>
                  </a:lnTo>
                  <a:lnTo>
                    <a:pt x="514451" y="1943802"/>
                  </a:lnTo>
                  <a:lnTo>
                    <a:pt x="519924" y="1943802"/>
                  </a:lnTo>
                  <a:lnTo>
                    <a:pt x="519924" y="1943802"/>
                  </a:lnTo>
                  <a:lnTo>
                    <a:pt x="525397" y="1943802"/>
                  </a:lnTo>
                  <a:lnTo>
                    <a:pt x="525397" y="1943802"/>
                  </a:lnTo>
                  <a:lnTo>
                    <a:pt x="530869" y="1943802"/>
                  </a:lnTo>
                  <a:lnTo>
                    <a:pt x="530869" y="1943802"/>
                  </a:lnTo>
                  <a:lnTo>
                    <a:pt x="536342" y="1943802"/>
                  </a:lnTo>
                  <a:lnTo>
                    <a:pt x="536342" y="1943802"/>
                  </a:lnTo>
                  <a:lnTo>
                    <a:pt x="541815" y="1943802"/>
                  </a:lnTo>
                  <a:lnTo>
                    <a:pt x="541815" y="1943802"/>
                  </a:lnTo>
                  <a:lnTo>
                    <a:pt x="547288" y="1943802"/>
                  </a:lnTo>
                  <a:lnTo>
                    <a:pt x="547288" y="1932528"/>
                  </a:lnTo>
                  <a:lnTo>
                    <a:pt x="552761" y="1932528"/>
                  </a:lnTo>
                  <a:lnTo>
                    <a:pt x="552761" y="1932528"/>
                  </a:lnTo>
                  <a:lnTo>
                    <a:pt x="558234" y="1932528"/>
                  </a:lnTo>
                  <a:lnTo>
                    <a:pt x="558234" y="1932528"/>
                  </a:lnTo>
                  <a:lnTo>
                    <a:pt x="563707" y="1932528"/>
                  </a:lnTo>
                  <a:lnTo>
                    <a:pt x="563707" y="1932528"/>
                  </a:lnTo>
                  <a:lnTo>
                    <a:pt x="569180" y="1932528"/>
                  </a:lnTo>
                  <a:lnTo>
                    <a:pt x="569180" y="1932528"/>
                  </a:lnTo>
                  <a:lnTo>
                    <a:pt x="574652" y="1932528"/>
                  </a:lnTo>
                  <a:lnTo>
                    <a:pt x="574652" y="1932528"/>
                  </a:lnTo>
                  <a:lnTo>
                    <a:pt x="580125" y="1932528"/>
                  </a:lnTo>
                  <a:lnTo>
                    <a:pt x="580125" y="1921274"/>
                  </a:lnTo>
                  <a:lnTo>
                    <a:pt x="585598" y="1921274"/>
                  </a:lnTo>
                  <a:lnTo>
                    <a:pt x="585598" y="1910088"/>
                  </a:lnTo>
                  <a:lnTo>
                    <a:pt x="591071" y="1910088"/>
                  </a:lnTo>
                  <a:lnTo>
                    <a:pt x="591071" y="1910088"/>
                  </a:lnTo>
                  <a:lnTo>
                    <a:pt x="596544" y="1910088"/>
                  </a:lnTo>
                  <a:lnTo>
                    <a:pt x="596544" y="1910088"/>
                  </a:lnTo>
                  <a:lnTo>
                    <a:pt x="602017" y="1910088"/>
                  </a:lnTo>
                  <a:lnTo>
                    <a:pt x="602017" y="1898948"/>
                  </a:lnTo>
                  <a:lnTo>
                    <a:pt x="607490" y="1898948"/>
                  </a:lnTo>
                  <a:lnTo>
                    <a:pt x="607490" y="1898948"/>
                  </a:lnTo>
                  <a:lnTo>
                    <a:pt x="612963" y="1898948"/>
                  </a:lnTo>
                  <a:lnTo>
                    <a:pt x="612963" y="1898948"/>
                  </a:lnTo>
                  <a:lnTo>
                    <a:pt x="618436" y="1898948"/>
                  </a:lnTo>
                  <a:lnTo>
                    <a:pt x="618436" y="1898948"/>
                  </a:lnTo>
                  <a:lnTo>
                    <a:pt x="623908" y="1898948"/>
                  </a:lnTo>
                  <a:lnTo>
                    <a:pt x="623908" y="1887845"/>
                  </a:lnTo>
                  <a:lnTo>
                    <a:pt x="629381" y="1887845"/>
                  </a:lnTo>
                  <a:lnTo>
                    <a:pt x="629381" y="1887845"/>
                  </a:lnTo>
                  <a:lnTo>
                    <a:pt x="634854" y="1887845"/>
                  </a:lnTo>
                  <a:lnTo>
                    <a:pt x="634854" y="1887845"/>
                  </a:lnTo>
                  <a:lnTo>
                    <a:pt x="640327" y="1887845"/>
                  </a:lnTo>
                  <a:lnTo>
                    <a:pt x="640327" y="1887845"/>
                  </a:lnTo>
                  <a:lnTo>
                    <a:pt x="645800" y="1887845"/>
                  </a:lnTo>
                  <a:lnTo>
                    <a:pt x="645800" y="1887845"/>
                  </a:lnTo>
                  <a:lnTo>
                    <a:pt x="651273" y="1887845"/>
                  </a:lnTo>
                  <a:lnTo>
                    <a:pt x="651273" y="1876783"/>
                  </a:lnTo>
                  <a:lnTo>
                    <a:pt x="656746" y="1876783"/>
                  </a:lnTo>
                  <a:lnTo>
                    <a:pt x="656746" y="1876783"/>
                  </a:lnTo>
                  <a:lnTo>
                    <a:pt x="662219" y="1876783"/>
                  </a:lnTo>
                  <a:lnTo>
                    <a:pt x="662219" y="1876783"/>
                  </a:lnTo>
                  <a:lnTo>
                    <a:pt x="667692" y="1876783"/>
                  </a:lnTo>
                  <a:lnTo>
                    <a:pt x="667692" y="1865759"/>
                  </a:lnTo>
                  <a:lnTo>
                    <a:pt x="673164" y="1865759"/>
                  </a:lnTo>
                  <a:lnTo>
                    <a:pt x="673164" y="1865759"/>
                  </a:lnTo>
                  <a:lnTo>
                    <a:pt x="678637" y="1865759"/>
                  </a:lnTo>
                  <a:lnTo>
                    <a:pt x="678637" y="1865759"/>
                  </a:lnTo>
                  <a:lnTo>
                    <a:pt x="684110" y="1865759"/>
                  </a:lnTo>
                  <a:lnTo>
                    <a:pt x="684110" y="1854777"/>
                  </a:lnTo>
                  <a:lnTo>
                    <a:pt x="689583" y="1854777"/>
                  </a:lnTo>
                  <a:lnTo>
                    <a:pt x="689583" y="1843838"/>
                  </a:lnTo>
                  <a:lnTo>
                    <a:pt x="695056" y="1843838"/>
                  </a:lnTo>
                  <a:lnTo>
                    <a:pt x="695056" y="1843838"/>
                  </a:lnTo>
                  <a:lnTo>
                    <a:pt x="700529" y="1843838"/>
                  </a:lnTo>
                  <a:lnTo>
                    <a:pt x="700529" y="1843838"/>
                  </a:lnTo>
                  <a:lnTo>
                    <a:pt x="706002" y="1843838"/>
                  </a:lnTo>
                  <a:lnTo>
                    <a:pt x="706002" y="1843838"/>
                  </a:lnTo>
                  <a:lnTo>
                    <a:pt x="711475" y="1843838"/>
                  </a:lnTo>
                  <a:lnTo>
                    <a:pt x="711475" y="1843838"/>
                  </a:lnTo>
                  <a:lnTo>
                    <a:pt x="716947" y="1843838"/>
                  </a:lnTo>
                  <a:lnTo>
                    <a:pt x="716947" y="1832920"/>
                  </a:lnTo>
                  <a:lnTo>
                    <a:pt x="722420" y="1832920"/>
                  </a:lnTo>
                  <a:lnTo>
                    <a:pt x="722420" y="1832920"/>
                  </a:lnTo>
                  <a:lnTo>
                    <a:pt x="727893" y="1832920"/>
                  </a:lnTo>
                  <a:lnTo>
                    <a:pt x="727893" y="1832920"/>
                  </a:lnTo>
                  <a:lnTo>
                    <a:pt x="733366" y="1832920"/>
                  </a:lnTo>
                  <a:lnTo>
                    <a:pt x="733366" y="1822012"/>
                  </a:lnTo>
                  <a:lnTo>
                    <a:pt x="738839" y="1822012"/>
                  </a:lnTo>
                  <a:lnTo>
                    <a:pt x="738839" y="1822012"/>
                  </a:lnTo>
                  <a:lnTo>
                    <a:pt x="744312" y="1822012"/>
                  </a:lnTo>
                  <a:lnTo>
                    <a:pt x="744312" y="1822012"/>
                  </a:lnTo>
                  <a:lnTo>
                    <a:pt x="749785" y="1822012"/>
                  </a:lnTo>
                  <a:lnTo>
                    <a:pt x="749785" y="1822012"/>
                  </a:lnTo>
                  <a:lnTo>
                    <a:pt x="755258" y="1822012"/>
                  </a:lnTo>
                  <a:lnTo>
                    <a:pt x="755258" y="1822012"/>
                  </a:lnTo>
                  <a:lnTo>
                    <a:pt x="760731" y="1822012"/>
                  </a:lnTo>
                  <a:lnTo>
                    <a:pt x="760731" y="1811124"/>
                  </a:lnTo>
                  <a:lnTo>
                    <a:pt x="766203" y="1811124"/>
                  </a:lnTo>
                  <a:lnTo>
                    <a:pt x="766203" y="1800270"/>
                  </a:lnTo>
                  <a:lnTo>
                    <a:pt x="771676" y="1800270"/>
                  </a:lnTo>
                  <a:lnTo>
                    <a:pt x="771676" y="1800270"/>
                  </a:lnTo>
                  <a:lnTo>
                    <a:pt x="777149" y="1800270"/>
                  </a:lnTo>
                  <a:lnTo>
                    <a:pt x="777149" y="1800270"/>
                  </a:lnTo>
                  <a:lnTo>
                    <a:pt x="782622" y="1800270"/>
                  </a:lnTo>
                  <a:lnTo>
                    <a:pt x="782622" y="1800270"/>
                  </a:lnTo>
                  <a:lnTo>
                    <a:pt x="788095" y="1800270"/>
                  </a:lnTo>
                  <a:lnTo>
                    <a:pt x="788095" y="1800270"/>
                  </a:lnTo>
                  <a:lnTo>
                    <a:pt x="793568" y="1800270"/>
                  </a:lnTo>
                  <a:lnTo>
                    <a:pt x="793568" y="1789428"/>
                  </a:lnTo>
                  <a:lnTo>
                    <a:pt x="799041" y="1789428"/>
                  </a:lnTo>
                  <a:lnTo>
                    <a:pt x="799041" y="1789428"/>
                  </a:lnTo>
                  <a:lnTo>
                    <a:pt x="804514" y="1789428"/>
                  </a:lnTo>
                  <a:lnTo>
                    <a:pt x="804514" y="1778598"/>
                  </a:lnTo>
                  <a:lnTo>
                    <a:pt x="809987" y="1778598"/>
                  </a:lnTo>
                  <a:lnTo>
                    <a:pt x="809987" y="1767776"/>
                  </a:lnTo>
                  <a:lnTo>
                    <a:pt x="815459" y="1767776"/>
                  </a:lnTo>
                  <a:lnTo>
                    <a:pt x="815459" y="1767776"/>
                  </a:lnTo>
                  <a:lnTo>
                    <a:pt x="820932" y="1767776"/>
                  </a:lnTo>
                  <a:lnTo>
                    <a:pt x="820932" y="1767776"/>
                  </a:lnTo>
                  <a:lnTo>
                    <a:pt x="826405" y="1767776"/>
                  </a:lnTo>
                  <a:lnTo>
                    <a:pt x="826405" y="1746193"/>
                  </a:lnTo>
                  <a:lnTo>
                    <a:pt x="831878" y="1746193"/>
                  </a:lnTo>
                  <a:lnTo>
                    <a:pt x="831878" y="1735437"/>
                  </a:lnTo>
                  <a:lnTo>
                    <a:pt x="837351" y="1735437"/>
                  </a:lnTo>
                  <a:lnTo>
                    <a:pt x="837351" y="1735437"/>
                  </a:lnTo>
                  <a:lnTo>
                    <a:pt x="842824" y="1735437"/>
                  </a:lnTo>
                  <a:lnTo>
                    <a:pt x="842824" y="1735437"/>
                  </a:lnTo>
                  <a:lnTo>
                    <a:pt x="848297" y="1735437"/>
                  </a:lnTo>
                  <a:lnTo>
                    <a:pt x="848297" y="1735437"/>
                  </a:lnTo>
                  <a:lnTo>
                    <a:pt x="853770" y="1735437"/>
                  </a:lnTo>
                  <a:lnTo>
                    <a:pt x="853770" y="1735437"/>
                  </a:lnTo>
                  <a:lnTo>
                    <a:pt x="859243" y="1735437"/>
                  </a:lnTo>
                  <a:lnTo>
                    <a:pt x="859243" y="1735437"/>
                  </a:lnTo>
                  <a:lnTo>
                    <a:pt x="864715" y="1735437"/>
                  </a:lnTo>
                  <a:lnTo>
                    <a:pt x="864715" y="1735437"/>
                  </a:lnTo>
                  <a:lnTo>
                    <a:pt x="870188" y="1735437"/>
                  </a:lnTo>
                  <a:lnTo>
                    <a:pt x="870188" y="1735437"/>
                  </a:lnTo>
                  <a:lnTo>
                    <a:pt x="875661" y="1735437"/>
                  </a:lnTo>
                  <a:lnTo>
                    <a:pt x="875661" y="1735437"/>
                  </a:lnTo>
                  <a:lnTo>
                    <a:pt x="881134" y="1735437"/>
                  </a:lnTo>
                  <a:lnTo>
                    <a:pt x="881134" y="1735437"/>
                  </a:lnTo>
                  <a:lnTo>
                    <a:pt x="886607" y="1735437"/>
                  </a:lnTo>
                  <a:lnTo>
                    <a:pt x="886607" y="1735437"/>
                  </a:lnTo>
                  <a:lnTo>
                    <a:pt x="892080" y="1735437"/>
                  </a:lnTo>
                  <a:lnTo>
                    <a:pt x="892080" y="1735437"/>
                  </a:lnTo>
                  <a:lnTo>
                    <a:pt x="897553" y="1735437"/>
                  </a:lnTo>
                  <a:lnTo>
                    <a:pt x="897553" y="1735437"/>
                  </a:lnTo>
                  <a:lnTo>
                    <a:pt x="903026" y="1735437"/>
                  </a:lnTo>
                  <a:lnTo>
                    <a:pt x="903026" y="1735437"/>
                  </a:lnTo>
                  <a:lnTo>
                    <a:pt x="908498" y="1735437"/>
                  </a:lnTo>
                  <a:lnTo>
                    <a:pt x="908498" y="1735437"/>
                  </a:lnTo>
                  <a:lnTo>
                    <a:pt x="913971" y="1735437"/>
                  </a:lnTo>
                  <a:lnTo>
                    <a:pt x="913971" y="1735437"/>
                  </a:lnTo>
                  <a:lnTo>
                    <a:pt x="919444" y="1735437"/>
                  </a:lnTo>
                  <a:lnTo>
                    <a:pt x="919444" y="1735437"/>
                  </a:lnTo>
                  <a:lnTo>
                    <a:pt x="924917" y="1735437"/>
                  </a:lnTo>
                  <a:lnTo>
                    <a:pt x="924917" y="1735437"/>
                  </a:lnTo>
                  <a:lnTo>
                    <a:pt x="930390" y="1735437"/>
                  </a:lnTo>
                  <a:lnTo>
                    <a:pt x="930390" y="1724640"/>
                  </a:lnTo>
                  <a:lnTo>
                    <a:pt x="935863" y="1724640"/>
                  </a:lnTo>
                  <a:lnTo>
                    <a:pt x="935863" y="1724640"/>
                  </a:lnTo>
                  <a:lnTo>
                    <a:pt x="941336" y="1724640"/>
                  </a:lnTo>
                  <a:lnTo>
                    <a:pt x="941336" y="1724640"/>
                  </a:lnTo>
                  <a:lnTo>
                    <a:pt x="946809" y="1724640"/>
                  </a:lnTo>
                  <a:lnTo>
                    <a:pt x="946809" y="1724640"/>
                  </a:lnTo>
                  <a:lnTo>
                    <a:pt x="952282" y="1724640"/>
                  </a:lnTo>
                  <a:lnTo>
                    <a:pt x="952282" y="1724640"/>
                  </a:lnTo>
                  <a:lnTo>
                    <a:pt x="957754" y="1724640"/>
                  </a:lnTo>
                  <a:lnTo>
                    <a:pt x="957754" y="1724640"/>
                  </a:lnTo>
                  <a:lnTo>
                    <a:pt x="963227" y="1724640"/>
                  </a:lnTo>
                  <a:lnTo>
                    <a:pt x="963227" y="1724640"/>
                  </a:lnTo>
                  <a:lnTo>
                    <a:pt x="968700" y="1724640"/>
                  </a:lnTo>
                  <a:lnTo>
                    <a:pt x="968700" y="1724640"/>
                  </a:lnTo>
                  <a:lnTo>
                    <a:pt x="974173" y="1724640"/>
                  </a:lnTo>
                  <a:lnTo>
                    <a:pt x="974173" y="1724640"/>
                  </a:lnTo>
                  <a:lnTo>
                    <a:pt x="979646" y="1724640"/>
                  </a:lnTo>
                  <a:lnTo>
                    <a:pt x="979646" y="1724640"/>
                  </a:lnTo>
                  <a:lnTo>
                    <a:pt x="985119" y="1724640"/>
                  </a:lnTo>
                  <a:lnTo>
                    <a:pt x="985119" y="1724640"/>
                  </a:lnTo>
                  <a:lnTo>
                    <a:pt x="990592" y="1724640"/>
                  </a:lnTo>
                  <a:lnTo>
                    <a:pt x="990592" y="1724640"/>
                  </a:lnTo>
                  <a:lnTo>
                    <a:pt x="996065" y="1724640"/>
                  </a:lnTo>
                  <a:lnTo>
                    <a:pt x="996065" y="1724640"/>
                  </a:lnTo>
                  <a:lnTo>
                    <a:pt x="1001538" y="1724640"/>
                  </a:lnTo>
                  <a:lnTo>
                    <a:pt x="1001538" y="1724640"/>
                  </a:lnTo>
                  <a:lnTo>
                    <a:pt x="1007010" y="1724640"/>
                  </a:lnTo>
                  <a:lnTo>
                    <a:pt x="1007010" y="1724640"/>
                  </a:lnTo>
                  <a:lnTo>
                    <a:pt x="1012483" y="1724640"/>
                  </a:lnTo>
                  <a:lnTo>
                    <a:pt x="1012483" y="1724640"/>
                  </a:lnTo>
                  <a:lnTo>
                    <a:pt x="1017956" y="1724640"/>
                  </a:lnTo>
                  <a:lnTo>
                    <a:pt x="1017956" y="1724640"/>
                  </a:lnTo>
                  <a:lnTo>
                    <a:pt x="1023429" y="1724640"/>
                  </a:lnTo>
                  <a:lnTo>
                    <a:pt x="1023429" y="1724640"/>
                  </a:lnTo>
                  <a:lnTo>
                    <a:pt x="1028902" y="1724640"/>
                  </a:lnTo>
                  <a:lnTo>
                    <a:pt x="1028902" y="1724640"/>
                  </a:lnTo>
                  <a:lnTo>
                    <a:pt x="1034375" y="1724640"/>
                  </a:lnTo>
                  <a:lnTo>
                    <a:pt x="1034375" y="1724640"/>
                  </a:lnTo>
                  <a:lnTo>
                    <a:pt x="1039848" y="1724640"/>
                  </a:lnTo>
                  <a:lnTo>
                    <a:pt x="1039848" y="1713819"/>
                  </a:lnTo>
                  <a:lnTo>
                    <a:pt x="1045321" y="1713819"/>
                  </a:lnTo>
                  <a:lnTo>
                    <a:pt x="1045321" y="1713819"/>
                  </a:lnTo>
                  <a:lnTo>
                    <a:pt x="1050794" y="1713819"/>
                  </a:lnTo>
                  <a:lnTo>
                    <a:pt x="1050794" y="1703014"/>
                  </a:lnTo>
                  <a:lnTo>
                    <a:pt x="1056266" y="1703014"/>
                  </a:lnTo>
                  <a:lnTo>
                    <a:pt x="1056266" y="1692232"/>
                  </a:lnTo>
                  <a:lnTo>
                    <a:pt x="1061739" y="1692232"/>
                  </a:lnTo>
                  <a:lnTo>
                    <a:pt x="1061739" y="1692232"/>
                  </a:lnTo>
                  <a:lnTo>
                    <a:pt x="1067212" y="1692232"/>
                  </a:lnTo>
                  <a:lnTo>
                    <a:pt x="1067212" y="1692232"/>
                  </a:lnTo>
                  <a:lnTo>
                    <a:pt x="1072685" y="1692232"/>
                  </a:lnTo>
                  <a:lnTo>
                    <a:pt x="1072685" y="1692232"/>
                  </a:lnTo>
                  <a:lnTo>
                    <a:pt x="1078158" y="1692232"/>
                  </a:lnTo>
                  <a:lnTo>
                    <a:pt x="1078158" y="1692232"/>
                  </a:lnTo>
                  <a:lnTo>
                    <a:pt x="1083631" y="1692232"/>
                  </a:lnTo>
                  <a:lnTo>
                    <a:pt x="1083631" y="1692232"/>
                  </a:lnTo>
                  <a:lnTo>
                    <a:pt x="1089104" y="1692232"/>
                  </a:lnTo>
                  <a:lnTo>
                    <a:pt x="1089104" y="1692232"/>
                  </a:lnTo>
                  <a:lnTo>
                    <a:pt x="1094577" y="1692232"/>
                  </a:lnTo>
                  <a:lnTo>
                    <a:pt x="1094577" y="1692232"/>
                  </a:lnTo>
                  <a:lnTo>
                    <a:pt x="1100049" y="1692232"/>
                  </a:lnTo>
                  <a:lnTo>
                    <a:pt x="1100049" y="1692232"/>
                  </a:lnTo>
                  <a:lnTo>
                    <a:pt x="1105522" y="1692232"/>
                  </a:lnTo>
                  <a:lnTo>
                    <a:pt x="1105522" y="1692232"/>
                  </a:lnTo>
                  <a:lnTo>
                    <a:pt x="1110995" y="1692232"/>
                  </a:lnTo>
                  <a:lnTo>
                    <a:pt x="1110995" y="1670653"/>
                  </a:lnTo>
                  <a:lnTo>
                    <a:pt x="1116468" y="1670653"/>
                  </a:lnTo>
                  <a:lnTo>
                    <a:pt x="1116468" y="1670653"/>
                  </a:lnTo>
                  <a:lnTo>
                    <a:pt x="1121941" y="1670653"/>
                  </a:lnTo>
                  <a:lnTo>
                    <a:pt x="1121941" y="1659886"/>
                  </a:lnTo>
                  <a:lnTo>
                    <a:pt x="1127414" y="1659886"/>
                  </a:lnTo>
                  <a:lnTo>
                    <a:pt x="1127414" y="1659886"/>
                  </a:lnTo>
                  <a:lnTo>
                    <a:pt x="1132887" y="1659886"/>
                  </a:lnTo>
                  <a:lnTo>
                    <a:pt x="1132887" y="1659886"/>
                  </a:lnTo>
                  <a:lnTo>
                    <a:pt x="1138360" y="1659886"/>
                  </a:lnTo>
                  <a:lnTo>
                    <a:pt x="1138360" y="1659886"/>
                  </a:lnTo>
                  <a:lnTo>
                    <a:pt x="1143833" y="1659886"/>
                  </a:lnTo>
                  <a:lnTo>
                    <a:pt x="1143833" y="1649125"/>
                  </a:lnTo>
                  <a:lnTo>
                    <a:pt x="1149305" y="1649125"/>
                  </a:lnTo>
                  <a:lnTo>
                    <a:pt x="1149305" y="1649125"/>
                  </a:lnTo>
                  <a:lnTo>
                    <a:pt x="1154778" y="1649125"/>
                  </a:lnTo>
                  <a:lnTo>
                    <a:pt x="1154778" y="1649125"/>
                  </a:lnTo>
                  <a:lnTo>
                    <a:pt x="1160251" y="1649125"/>
                  </a:lnTo>
                  <a:lnTo>
                    <a:pt x="1160251" y="1649125"/>
                  </a:lnTo>
                  <a:lnTo>
                    <a:pt x="1165724" y="1649125"/>
                  </a:lnTo>
                  <a:lnTo>
                    <a:pt x="1165724" y="1649125"/>
                  </a:lnTo>
                  <a:lnTo>
                    <a:pt x="1171197" y="1649125"/>
                  </a:lnTo>
                  <a:lnTo>
                    <a:pt x="1171197" y="1649125"/>
                  </a:lnTo>
                  <a:lnTo>
                    <a:pt x="1176670" y="1649125"/>
                  </a:lnTo>
                  <a:lnTo>
                    <a:pt x="1176670" y="1649125"/>
                  </a:lnTo>
                  <a:lnTo>
                    <a:pt x="1182143" y="1649125"/>
                  </a:lnTo>
                  <a:lnTo>
                    <a:pt x="1182143" y="1649125"/>
                  </a:lnTo>
                  <a:lnTo>
                    <a:pt x="1187616" y="1649125"/>
                  </a:lnTo>
                  <a:lnTo>
                    <a:pt x="1187616" y="1649125"/>
                  </a:lnTo>
                  <a:lnTo>
                    <a:pt x="1193089" y="1649125"/>
                  </a:lnTo>
                  <a:lnTo>
                    <a:pt x="1193089" y="1649125"/>
                  </a:lnTo>
                  <a:lnTo>
                    <a:pt x="1198561" y="1649125"/>
                  </a:lnTo>
                  <a:lnTo>
                    <a:pt x="1198561" y="1649125"/>
                  </a:lnTo>
                  <a:lnTo>
                    <a:pt x="1204034" y="1649125"/>
                  </a:lnTo>
                  <a:lnTo>
                    <a:pt x="1204034" y="1649125"/>
                  </a:lnTo>
                  <a:lnTo>
                    <a:pt x="1209507" y="1649125"/>
                  </a:lnTo>
                  <a:lnTo>
                    <a:pt x="1209507" y="1649125"/>
                  </a:lnTo>
                  <a:lnTo>
                    <a:pt x="1214980" y="1649125"/>
                  </a:lnTo>
                  <a:lnTo>
                    <a:pt x="1214980" y="1649125"/>
                  </a:lnTo>
                  <a:lnTo>
                    <a:pt x="1220453" y="1649125"/>
                  </a:lnTo>
                  <a:lnTo>
                    <a:pt x="1220453" y="1649125"/>
                  </a:lnTo>
                  <a:lnTo>
                    <a:pt x="1225926" y="1649125"/>
                  </a:lnTo>
                  <a:lnTo>
                    <a:pt x="1225926" y="1649125"/>
                  </a:lnTo>
                  <a:lnTo>
                    <a:pt x="1231399" y="1649125"/>
                  </a:lnTo>
                  <a:lnTo>
                    <a:pt x="1231399" y="1649125"/>
                  </a:lnTo>
                  <a:lnTo>
                    <a:pt x="1236872" y="1649125"/>
                  </a:lnTo>
                  <a:lnTo>
                    <a:pt x="1236872" y="1649125"/>
                  </a:lnTo>
                  <a:lnTo>
                    <a:pt x="1242344" y="1649125"/>
                  </a:lnTo>
                  <a:lnTo>
                    <a:pt x="1242344" y="1649125"/>
                  </a:lnTo>
                  <a:lnTo>
                    <a:pt x="1247817" y="1649125"/>
                  </a:lnTo>
                  <a:lnTo>
                    <a:pt x="1247817" y="1649125"/>
                  </a:lnTo>
                  <a:lnTo>
                    <a:pt x="1253290" y="1649125"/>
                  </a:lnTo>
                  <a:lnTo>
                    <a:pt x="1253290" y="1649125"/>
                  </a:lnTo>
                  <a:lnTo>
                    <a:pt x="1258763" y="1649125"/>
                  </a:lnTo>
                  <a:lnTo>
                    <a:pt x="1258763" y="1649125"/>
                  </a:lnTo>
                  <a:lnTo>
                    <a:pt x="1264236" y="1649125"/>
                  </a:lnTo>
                  <a:lnTo>
                    <a:pt x="1264236" y="1649125"/>
                  </a:lnTo>
                  <a:lnTo>
                    <a:pt x="1269709" y="1649125"/>
                  </a:lnTo>
                  <a:lnTo>
                    <a:pt x="1269709" y="1638320"/>
                  </a:lnTo>
                  <a:lnTo>
                    <a:pt x="1275182" y="1638320"/>
                  </a:lnTo>
                  <a:lnTo>
                    <a:pt x="1275182" y="1638320"/>
                  </a:lnTo>
                  <a:lnTo>
                    <a:pt x="1280655" y="1638320"/>
                  </a:lnTo>
                  <a:lnTo>
                    <a:pt x="1280655" y="1638320"/>
                  </a:lnTo>
                  <a:lnTo>
                    <a:pt x="1286128" y="1638320"/>
                  </a:lnTo>
                  <a:lnTo>
                    <a:pt x="1286128" y="1638320"/>
                  </a:lnTo>
                  <a:lnTo>
                    <a:pt x="1291600" y="1638320"/>
                  </a:lnTo>
                  <a:lnTo>
                    <a:pt x="1291600" y="1638320"/>
                  </a:lnTo>
                  <a:lnTo>
                    <a:pt x="1297073" y="1638320"/>
                  </a:lnTo>
                  <a:lnTo>
                    <a:pt x="1297073" y="1638320"/>
                  </a:lnTo>
                  <a:lnTo>
                    <a:pt x="1302546" y="1638320"/>
                  </a:lnTo>
                  <a:lnTo>
                    <a:pt x="1302546" y="1638320"/>
                  </a:lnTo>
                  <a:lnTo>
                    <a:pt x="1308019" y="1638320"/>
                  </a:lnTo>
                  <a:lnTo>
                    <a:pt x="1308019" y="1627512"/>
                  </a:lnTo>
                  <a:lnTo>
                    <a:pt x="1313492" y="1627512"/>
                  </a:lnTo>
                  <a:lnTo>
                    <a:pt x="1313492" y="1616721"/>
                  </a:lnTo>
                  <a:lnTo>
                    <a:pt x="1318965" y="1616721"/>
                  </a:lnTo>
                  <a:lnTo>
                    <a:pt x="1318965" y="1616721"/>
                  </a:lnTo>
                  <a:lnTo>
                    <a:pt x="1324438" y="1616721"/>
                  </a:lnTo>
                  <a:lnTo>
                    <a:pt x="1324438" y="1616721"/>
                  </a:lnTo>
                  <a:lnTo>
                    <a:pt x="1329911" y="1616721"/>
                  </a:lnTo>
                  <a:lnTo>
                    <a:pt x="1329911" y="1616721"/>
                  </a:lnTo>
                  <a:lnTo>
                    <a:pt x="1335384" y="1616721"/>
                  </a:lnTo>
                  <a:lnTo>
                    <a:pt x="1335384" y="1616721"/>
                  </a:lnTo>
                  <a:lnTo>
                    <a:pt x="1340856" y="1616721"/>
                  </a:lnTo>
                  <a:lnTo>
                    <a:pt x="1340856" y="1605934"/>
                  </a:lnTo>
                  <a:lnTo>
                    <a:pt x="1346329" y="1605934"/>
                  </a:lnTo>
                  <a:lnTo>
                    <a:pt x="1346329" y="1605934"/>
                  </a:lnTo>
                  <a:lnTo>
                    <a:pt x="1351802" y="1605934"/>
                  </a:lnTo>
                  <a:lnTo>
                    <a:pt x="1351802" y="1605934"/>
                  </a:lnTo>
                  <a:lnTo>
                    <a:pt x="1357275" y="1605934"/>
                  </a:lnTo>
                  <a:lnTo>
                    <a:pt x="1357275" y="1605934"/>
                  </a:lnTo>
                  <a:lnTo>
                    <a:pt x="1362748" y="1605934"/>
                  </a:lnTo>
                  <a:lnTo>
                    <a:pt x="1362748" y="1595160"/>
                  </a:lnTo>
                  <a:lnTo>
                    <a:pt x="1368221" y="1595160"/>
                  </a:lnTo>
                  <a:lnTo>
                    <a:pt x="1368221" y="1595160"/>
                  </a:lnTo>
                  <a:lnTo>
                    <a:pt x="1373694" y="1595160"/>
                  </a:lnTo>
                  <a:lnTo>
                    <a:pt x="1373694" y="1595160"/>
                  </a:lnTo>
                  <a:lnTo>
                    <a:pt x="1379167" y="1595160"/>
                  </a:lnTo>
                  <a:lnTo>
                    <a:pt x="1379167" y="1595160"/>
                  </a:lnTo>
                  <a:lnTo>
                    <a:pt x="1384640" y="1595160"/>
                  </a:lnTo>
                  <a:lnTo>
                    <a:pt x="1384640" y="1595160"/>
                  </a:lnTo>
                  <a:lnTo>
                    <a:pt x="1390112" y="1595160"/>
                  </a:lnTo>
                  <a:lnTo>
                    <a:pt x="1390112" y="1595160"/>
                  </a:lnTo>
                  <a:lnTo>
                    <a:pt x="1395585" y="1595160"/>
                  </a:lnTo>
                  <a:lnTo>
                    <a:pt x="1395585" y="1595160"/>
                  </a:lnTo>
                  <a:lnTo>
                    <a:pt x="1401058" y="1595160"/>
                  </a:lnTo>
                  <a:lnTo>
                    <a:pt x="1401058" y="1595160"/>
                  </a:lnTo>
                  <a:lnTo>
                    <a:pt x="1406531" y="1595160"/>
                  </a:lnTo>
                  <a:lnTo>
                    <a:pt x="1406531" y="1595160"/>
                  </a:lnTo>
                  <a:lnTo>
                    <a:pt x="1412004" y="1595160"/>
                  </a:lnTo>
                  <a:lnTo>
                    <a:pt x="1412004" y="1595160"/>
                  </a:lnTo>
                  <a:lnTo>
                    <a:pt x="1417477" y="1595160"/>
                  </a:lnTo>
                  <a:lnTo>
                    <a:pt x="1417477" y="1595160"/>
                  </a:lnTo>
                  <a:lnTo>
                    <a:pt x="1422950" y="1595160"/>
                  </a:lnTo>
                  <a:lnTo>
                    <a:pt x="1422950" y="1595160"/>
                  </a:lnTo>
                  <a:lnTo>
                    <a:pt x="1428423" y="1595160"/>
                  </a:lnTo>
                  <a:lnTo>
                    <a:pt x="1428423" y="1595160"/>
                  </a:lnTo>
                  <a:lnTo>
                    <a:pt x="1433895" y="1595160"/>
                  </a:lnTo>
                  <a:lnTo>
                    <a:pt x="1433895" y="1595160"/>
                  </a:lnTo>
                  <a:lnTo>
                    <a:pt x="1439368" y="1595160"/>
                  </a:lnTo>
                  <a:lnTo>
                    <a:pt x="1439368" y="1595160"/>
                  </a:lnTo>
                  <a:lnTo>
                    <a:pt x="1444841" y="1595160"/>
                  </a:lnTo>
                  <a:lnTo>
                    <a:pt x="1444841" y="1595160"/>
                  </a:lnTo>
                  <a:lnTo>
                    <a:pt x="1450314" y="1595160"/>
                  </a:lnTo>
                  <a:lnTo>
                    <a:pt x="1450314" y="1584355"/>
                  </a:lnTo>
                  <a:lnTo>
                    <a:pt x="1455787" y="1584355"/>
                  </a:lnTo>
                  <a:lnTo>
                    <a:pt x="1455787" y="1584355"/>
                  </a:lnTo>
                  <a:lnTo>
                    <a:pt x="1461260" y="1584355"/>
                  </a:lnTo>
                  <a:lnTo>
                    <a:pt x="1461260" y="1584355"/>
                  </a:lnTo>
                  <a:lnTo>
                    <a:pt x="1466733" y="1584355"/>
                  </a:lnTo>
                  <a:lnTo>
                    <a:pt x="1466733" y="1584355"/>
                  </a:lnTo>
                  <a:lnTo>
                    <a:pt x="1472206" y="1584355"/>
                  </a:lnTo>
                  <a:lnTo>
                    <a:pt x="1472206" y="1584355"/>
                  </a:lnTo>
                  <a:lnTo>
                    <a:pt x="1477679" y="1584355"/>
                  </a:lnTo>
                  <a:lnTo>
                    <a:pt x="1477679" y="1584355"/>
                  </a:lnTo>
                  <a:lnTo>
                    <a:pt x="1483151" y="1584355"/>
                  </a:lnTo>
                  <a:lnTo>
                    <a:pt x="1483151" y="1584355"/>
                  </a:lnTo>
                  <a:lnTo>
                    <a:pt x="1488624" y="1584355"/>
                  </a:lnTo>
                  <a:lnTo>
                    <a:pt x="1488624" y="1584355"/>
                  </a:lnTo>
                  <a:lnTo>
                    <a:pt x="1494097" y="1584355"/>
                  </a:lnTo>
                  <a:lnTo>
                    <a:pt x="1494097" y="1584355"/>
                  </a:lnTo>
                  <a:lnTo>
                    <a:pt x="1499570" y="1584355"/>
                  </a:lnTo>
                  <a:lnTo>
                    <a:pt x="1499570" y="1584355"/>
                  </a:lnTo>
                  <a:lnTo>
                    <a:pt x="1505043" y="1584355"/>
                  </a:lnTo>
                  <a:lnTo>
                    <a:pt x="1505043" y="1584355"/>
                  </a:lnTo>
                  <a:lnTo>
                    <a:pt x="1510516" y="1584355"/>
                  </a:lnTo>
                  <a:lnTo>
                    <a:pt x="1510516" y="1573519"/>
                  </a:lnTo>
                  <a:lnTo>
                    <a:pt x="1515989" y="1573519"/>
                  </a:lnTo>
                  <a:lnTo>
                    <a:pt x="1515989" y="1562694"/>
                  </a:lnTo>
                  <a:lnTo>
                    <a:pt x="1521462" y="1562694"/>
                  </a:lnTo>
                  <a:lnTo>
                    <a:pt x="1521462" y="1562694"/>
                  </a:lnTo>
                  <a:lnTo>
                    <a:pt x="1526935" y="1562694"/>
                  </a:lnTo>
                  <a:lnTo>
                    <a:pt x="1526935" y="1551879"/>
                  </a:lnTo>
                  <a:lnTo>
                    <a:pt x="1532407" y="1551879"/>
                  </a:lnTo>
                  <a:lnTo>
                    <a:pt x="1532407" y="1551879"/>
                  </a:lnTo>
                  <a:lnTo>
                    <a:pt x="1537880" y="1551879"/>
                  </a:lnTo>
                  <a:lnTo>
                    <a:pt x="1537880" y="1541070"/>
                  </a:lnTo>
                  <a:lnTo>
                    <a:pt x="1543353" y="1541070"/>
                  </a:lnTo>
                  <a:lnTo>
                    <a:pt x="1543353" y="1541070"/>
                  </a:lnTo>
                  <a:lnTo>
                    <a:pt x="1548826" y="1541070"/>
                  </a:lnTo>
                  <a:lnTo>
                    <a:pt x="1548826" y="1541070"/>
                  </a:lnTo>
                  <a:lnTo>
                    <a:pt x="1554299" y="1541070"/>
                  </a:lnTo>
                  <a:lnTo>
                    <a:pt x="1554299" y="1541070"/>
                  </a:lnTo>
                  <a:lnTo>
                    <a:pt x="1559772" y="1541070"/>
                  </a:lnTo>
                  <a:lnTo>
                    <a:pt x="1559772" y="1541070"/>
                  </a:lnTo>
                  <a:lnTo>
                    <a:pt x="1565245" y="1541070"/>
                  </a:lnTo>
                  <a:lnTo>
                    <a:pt x="1565245" y="1541070"/>
                  </a:lnTo>
                  <a:lnTo>
                    <a:pt x="1570718" y="1541070"/>
                  </a:lnTo>
                  <a:lnTo>
                    <a:pt x="1570718" y="1541070"/>
                  </a:lnTo>
                  <a:lnTo>
                    <a:pt x="1576191" y="1541070"/>
                  </a:lnTo>
                  <a:lnTo>
                    <a:pt x="1576191" y="1541070"/>
                  </a:lnTo>
                  <a:lnTo>
                    <a:pt x="1581663" y="1541070"/>
                  </a:lnTo>
                  <a:lnTo>
                    <a:pt x="1581663" y="1541070"/>
                  </a:lnTo>
                  <a:lnTo>
                    <a:pt x="1587136" y="1541070"/>
                  </a:lnTo>
                  <a:lnTo>
                    <a:pt x="1587136" y="1541070"/>
                  </a:lnTo>
                  <a:lnTo>
                    <a:pt x="1592609" y="1541070"/>
                  </a:lnTo>
                  <a:lnTo>
                    <a:pt x="1592609" y="1541070"/>
                  </a:lnTo>
                  <a:lnTo>
                    <a:pt x="1598082" y="1541070"/>
                  </a:lnTo>
                  <a:lnTo>
                    <a:pt x="1598082" y="1541070"/>
                  </a:lnTo>
                  <a:lnTo>
                    <a:pt x="1603555" y="1541070"/>
                  </a:lnTo>
                  <a:lnTo>
                    <a:pt x="1603555" y="1541070"/>
                  </a:lnTo>
                  <a:lnTo>
                    <a:pt x="1609028" y="1541070"/>
                  </a:lnTo>
                  <a:lnTo>
                    <a:pt x="1609028" y="1519436"/>
                  </a:lnTo>
                  <a:lnTo>
                    <a:pt x="1614501" y="1519436"/>
                  </a:lnTo>
                  <a:lnTo>
                    <a:pt x="1614501" y="1519436"/>
                  </a:lnTo>
                  <a:lnTo>
                    <a:pt x="1619974" y="1519436"/>
                  </a:lnTo>
                  <a:lnTo>
                    <a:pt x="1619974" y="1519436"/>
                  </a:lnTo>
                  <a:lnTo>
                    <a:pt x="1625446" y="1519436"/>
                  </a:lnTo>
                  <a:lnTo>
                    <a:pt x="1625446" y="1519436"/>
                  </a:lnTo>
                  <a:lnTo>
                    <a:pt x="1630919" y="1519436"/>
                  </a:lnTo>
                  <a:lnTo>
                    <a:pt x="1630919" y="1519436"/>
                  </a:lnTo>
                  <a:lnTo>
                    <a:pt x="1636392" y="1519436"/>
                  </a:lnTo>
                  <a:lnTo>
                    <a:pt x="1636392" y="1519436"/>
                  </a:lnTo>
                  <a:lnTo>
                    <a:pt x="1641865" y="1519436"/>
                  </a:lnTo>
                  <a:lnTo>
                    <a:pt x="1641865" y="1519436"/>
                  </a:lnTo>
                  <a:lnTo>
                    <a:pt x="1647338" y="1519436"/>
                  </a:lnTo>
                  <a:lnTo>
                    <a:pt x="1647338" y="1519436"/>
                  </a:lnTo>
                  <a:lnTo>
                    <a:pt x="1652811" y="1519436"/>
                  </a:lnTo>
                  <a:lnTo>
                    <a:pt x="1652811" y="1519436"/>
                  </a:lnTo>
                  <a:lnTo>
                    <a:pt x="1658284" y="1519436"/>
                  </a:lnTo>
                  <a:lnTo>
                    <a:pt x="1658284" y="1519436"/>
                  </a:lnTo>
                  <a:lnTo>
                    <a:pt x="1663757" y="1519436"/>
                  </a:lnTo>
                  <a:lnTo>
                    <a:pt x="1663757" y="1519436"/>
                  </a:lnTo>
                  <a:lnTo>
                    <a:pt x="1669230" y="1519436"/>
                  </a:lnTo>
                  <a:lnTo>
                    <a:pt x="1669230" y="1519436"/>
                  </a:lnTo>
                  <a:lnTo>
                    <a:pt x="1674702" y="1519436"/>
                  </a:lnTo>
                  <a:lnTo>
                    <a:pt x="1674702" y="1519436"/>
                  </a:lnTo>
                  <a:lnTo>
                    <a:pt x="1680175" y="1519436"/>
                  </a:lnTo>
                  <a:lnTo>
                    <a:pt x="1680175" y="1519436"/>
                  </a:lnTo>
                  <a:lnTo>
                    <a:pt x="1685648" y="1519436"/>
                  </a:lnTo>
                  <a:lnTo>
                    <a:pt x="1685648" y="1519436"/>
                  </a:lnTo>
                  <a:lnTo>
                    <a:pt x="1691121" y="1519436"/>
                  </a:lnTo>
                  <a:lnTo>
                    <a:pt x="1691121" y="1519436"/>
                  </a:lnTo>
                  <a:lnTo>
                    <a:pt x="1696594" y="1519436"/>
                  </a:lnTo>
                  <a:lnTo>
                    <a:pt x="1696594" y="1519436"/>
                  </a:lnTo>
                  <a:lnTo>
                    <a:pt x="1702067" y="1519436"/>
                  </a:lnTo>
                  <a:lnTo>
                    <a:pt x="1702067" y="1519436"/>
                  </a:lnTo>
                  <a:lnTo>
                    <a:pt x="1707540" y="1519436"/>
                  </a:lnTo>
                  <a:lnTo>
                    <a:pt x="1707540" y="1519436"/>
                  </a:lnTo>
                  <a:lnTo>
                    <a:pt x="1713013" y="1519436"/>
                  </a:lnTo>
                  <a:lnTo>
                    <a:pt x="1713013" y="1508536"/>
                  </a:lnTo>
                  <a:lnTo>
                    <a:pt x="1718486" y="1508536"/>
                  </a:lnTo>
                  <a:lnTo>
                    <a:pt x="1718486" y="1508536"/>
                  </a:lnTo>
                  <a:lnTo>
                    <a:pt x="1723958" y="1508536"/>
                  </a:lnTo>
                  <a:lnTo>
                    <a:pt x="1723958" y="1508536"/>
                  </a:lnTo>
                  <a:lnTo>
                    <a:pt x="1729431" y="1508536"/>
                  </a:lnTo>
                  <a:lnTo>
                    <a:pt x="1729431" y="1508536"/>
                  </a:lnTo>
                  <a:lnTo>
                    <a:pt x="1734904" y="1508536"/>
                  </a:lnTo>
                  <a:lnTo>
                    <a:pt x="1734904" y="1508536"/>
                  </a:lnTo>
                  <a:lnTo>
                    <a:pt x="1740377" y="1508536"/>
                  </a:lnTo>
                  <a:lnTo>
                    <a:pt x="1740377" y="1508536"/>
                  </a:lnTo>
                  <a:lnTo>
                    <a:pt x="1745850" y="1508536"/>
                  </a:lnTo>
                  <a:lnTo>
                    <a:pt x="1745850" y="1508536"/>
                  </a:lnTo>
                  <a:lnTo>
                    <a:pt x="1751323" y="1508536"/>
                  </a:lnTo>
                  <a:lnTo>
                    <a:pt x="1751323" y="1508536"/>
                  </a:lnTo>
                  <a:lnTo>
                    <a:pt x="1756796" y="1508536"/>
                  </a:lnTo>
                  <a:lnTo>
                    <a:pt x="1756796" y="1508536"/>
                  </a:lnTo>
                  <a:lnTo>
                    <a:pt x="1762269" y="1508536"/>
                  </a:lnTo>
                  <a:lnTo>
                    <a:pt x="1762269" y="1486727"/>
                  </a:lnTo>
                  <a:lnTo>
                    <a:pt x="1767741" y="1486727"/>
                  </a:lnTo>
                  <a:lnTo>
                    <a:pt x="1767741" y="1486727"/>
                  </a:lnTo>
                  <a:lnTo>
                    <a:pt x="1773214" y="1486727"/>
                  </a:lnTo>
                  <a:lnTo>
                    <a:pt x="1773214" y="1486727"/>
                  </a:lnTo>
                  <a:lnTo>
                    <a:pt x="1778687" y="1486727"/>
                  </a:lnTo>
                  <a:lnTo>
                    <a:pt x="1778687" y="1475822"/>
                  </a:lnTo>
                  <a:lnTo>
                    <a:pt x="1784160" y="1475822"/>
                  </a:lnTo>
                  <a:lnTo>
                    <a:pt x="1784160" y="1475822"/>
                  </a:lnTo>
                  <a:lnTo>
                    <a:pt x="1789633" y="1475822"/>
                  </a:lnTo>
                  <a:lnTo>
                    <a:pt x="1789633" y="1475822"/>
                  </a:lnTo>
                  <a:lnTo>
                    <a:pt x="1795106" y="1475822"/>
                  </a:lnTo>
                  <a:lnTo>
                    <a:pt x="1795106" y="1475822"/>
                  </a:lnTo>
                  <a:lnTo>
                    <a:pt x="1800579" y="1475822"/>
                  </a:lnTo>
                  <a:lnTo>
                    <a:pt x="1800579" y="1475822"/>
                  </a:lnTo>
                  <a:lnTo>
                    <a:pt x="1806052" y="1475822"/>
                  </a:lnTo>
                  <a:lnTo>
                    <a:pt x="1806052" y="1475822"/>
                  </a:lnTo>
                  <a:lnTo>
                    <a:pt x="1811525" y="1475822"/>
                  </a:lnTo>
                  <a:lnTo>
                    <a:pt x="1811525" y="1464904"/>
                  </a:lnTo>
                  <a:lnTo>
                    <a:pt x="1816997" y="1464904"/>
                  </a:lnTo>
                  <a:lnTo>
                    <a:pt x="1816997" y="1464904"/>
                  </a:lnTo>
                  <a:lnTo>
                    <a:pt x="1822470" y="1464904"/>
                  </a:lnTo>
                  <a:lnTo>
                    <a:pt x="1822470" y="1464904"/>
                  </a:lnTo>
                  <a:lnTo>
                    <a:pt x="1827943" y="1464904"/>
                  </a:lnTo>
                  <a:lnTo>
                    <a:pt x="1827943" y="1464904"/>
                  </a:lnTo>
                  <a:lnTo>
                    <a:pt x="1833416" y="1464904"/>
                  </a:lnTo>
                  <a:lnTo>
                    <a:pt x="1833416" y="1464904"/>
                  </a:lnTo>
                  <a:lnTo>
                    <a:pt x="1838889" y="1464904"/>
                  </a:lnTo>
                  <a:lnTo>
                    <a:pt x="1838889" y="1464904"/>
                  </a:lnTo>
                  <a:lnTo>
                    <a:pt x="1844362" y="1464904"/>
                  </a:lnTo>
                  <a:lnTo>
                    <a:pt x="1844362" y="1464904"/>
                  </a:lnTo>
                  <a:lnTo>
                    <a:pt x="1849835" y="1464904"/>
                  </a:lnTo>
                  <a:lnTo>
                    <a:pt x="1849835" y="1453952"/>
                  </a:lnTo>
                  <a:lnTo>
                    <a:pt x="1855308" y="1453952"/>
                  </a:lnTo>
                  <a:lnTo>
                    <a:pt x="1855308" y="1453952"/>
                  </a:lnTo>
                  <a:lnTo>
                    <a:pt x="1860781" y="1453952"/>
                  </a:lnTo>
                  <a:lnTo>
                    <a:pt x="1860781" y="1443013"/>
                  </a:lnTo>
                  <a:lnTo>
                    <a:pt x="1866253" y="1443013"/>
                  </a:lnTo>
                  <a:lnTo>
                    <a:pt x="1866253" y="1443013"/>
                  </a:lnTo>
                  <a:lnTo>
                    <a:pt x="1871726" y="1443013"/>
                  </a:lnTo>
                  <a:lnTo>
                    <a:pt x="1871726" y="1432080"/>
                  </a:lnTo>
                  <a:lnTo>
                    <a:pt x="1877199" y="1432080"/>
                  </a:lnTo>
                  <a:lnTo>
                    <a:pt x="1877199" y="1432080"/>
                  </a:lnTo>
                  <a:lnTo>
                    <a:pt x="1882672" y="1432080"/>
                  </a:lnTo>
                  <a:lnTo>
                    <a:pt x="1882672" y="1432080"/>
                  </a:lnTo>
                  <a:lnTo>
                    <a:pt x="1888145" y="1432080"/>
                  </a:lnTo>
                  <a:lnTo>
                    <a:pt x="1888145" y="1432080"/>
                  </a:lnTo>
                  <a:lnTo>
                    <a:pt x="1893618" y="1432080"/>
                  </a:lnTo>
                  <a:lnTo>
                    <a:pt x="1893618" y="1432080"/>
                  </a:lnTo>
                  <a:lnTo>
                    <a:pt x="1899091" y="1432080"/>
                  </a:lnTo>
                  <a:lnTo>
                    <a:pt x="1899091" y="1432080"/>
                  </a:lnTo>
                  <a:lnTo>
                    <a:pt x="1904564" y="1432080"/>
                  </a:lnTo>
                  <a:lnTo>
                    <a:pt x="1904564" y="1432080"/>
                  </a:lnTo>
                  <a:lnTo>
                    <a:pt x="1910037" y="1432080"/>
                  </a:lnTo>
                  <a:lnTo>
                    <a:pt x="1910037" y="1432080"/>
                  </a:lnTo>
                  <a:lnTo>
                    <a:pt x="1915509" y="1432080"/>
                  </a:lnTo>
                  <a:lnTo>
                    <a:pt x="1915509" y="1432080"/>
                  </a:lnTo>
                  <a:lnTo>
                    <a:pt x="1920982" y="1432080"/>
                  </a:lnTo>
                  <a:lnTo>
                    <a:pt x="1920982" y="1432080"/>
                  </a:lnTo>
                  <a:lnTo>
                    <a:pt x="1926455" y="1432080"/>
                  </a:lnTo>
                  <a:lnTo>
                    <a:pt x="1926455" y="1432080"/>
                  </a:lnTo>
                  <a:lnTo>
                    <a:pt x="1931928" y="1432080"/>
                  </a:lnTo>
                  <a:lnTo>
                    <a:pt x="1931928" y="1432080"/>
                  </a:lnTo>
                  <a:lnTo>
                    <a:pt x="1937401" y="1432080"/>
                  </a:lnTo>
                  <a:lnTo>
                    <a:pt x="1937401" y="1432080"/>
                  </a:lnTo>
                  <a:lnTo>
                    <a:pt x="1942874" y="1432080"/>
                  </a:lnTo>
                  <a:lnTo>
                    <a:pt x="1942874" y="1432080"/>
                  </a:lnTo>
                  <a:lnTo>
                    <a:pt x="1948347" y="1432080"/>
                  </a:lnTo>
                  <a:lnTo>
                    <a:pt x="1948347" y="1432080"/>
                  </a:lnTo>
                  <a:lnTo>
                    <a:pt x="1953820" y="1432080"/>
                  </a:lnTo>
                  <a:lnTo>
                    <a:pt x="1953820" y="1432080"/>
                  </a:lnTo>
                  <a:lnTo>
                    <a:pt x="1959292" y="1432080"/>
                  </a:lnTo>
                  <a:lnTo>
                    <a:pt x="1959292" y="1432080"/>
                  </a:lnTo>
                  <a:lnTo>
                    <a:pt x="1964765" y="1432080"/>
                  </a:lnTo>
                  <a:lnTo>
                    <a:pt x="1964765" y="1432080"/>
                  </a:lnTo>
                  <a:lnTo>
                    <a:pt x="1970238" y="1432080"/>
                  </a:lnTo>
                  <a:lnTo>
                    <a:pt x="1970238" y="1421053"/>
                  </a:lnTo>
                  <a:lnTo>
                    <a:pt x="1975711" y="1421053"/>
                  </a:lnTo>
                  <a:lnTo>
                    <a:pt x="1975711" y="1421053"/>
                  </a:lnTo>
                  <a:lnTo>
                    <a:pt x="1981184" y="1421053"/>
                  </a:lnTo>
                  <a:lnTo>
                    <a:pt x="1981184" y="1421053"/>
                  </a:lnTo>
                  <a:lnTo>
                    <a:pt x="1986657" y="1421053"/>
                  </a:lnTo>
                  <a:lnTo>
                    <a:pt x="1986657" y="1421053"/>
                  </a:lnTo>
                  <a:lnTo>
                    <a:pt x="1992130" y="1421053"/>
                  </a:lnTo>
                  <a:lnTo>
                    <a:pt x="1992130" y="1421053"/>
                  </a:lnTo>
                  <a:lnTo>
                    <a:pt x="1997603" y="1421053"/>
                  </a:lnTo>
                  <a:lnTo>
                    <a:pt x="1997603" y="1421053"/>
                  </a:lnTo>
                  <a:lnTo>
                    <a:pt x="2003076" y="1421053"/>
                  </a:lnTo>
                  <a:lnTo>
                    <a:pt x="2003076" y="1410016"/>
                  </a:lnTo>
                  <a:lnTo>
                    <a:pt x="2008548" y="1410016"/>
                  </a:lnTo>
                  <a:lnTo>
                    <a:pt x="2008548" y="1410016"/>
                  </a:lnTo>
                  <a:lnTo>
                    <a:pt x="2014021" y="1410016"/>
                  </a:lnTo>
                  <a:lnTo>
                    <a:pt x="2014021" y="1410016"/>
                  </a:lnTo>
                  <a:lnTo>
                    <a:pt x="2019494" y="1410016"/>
                  </a:lnTo>
                  <a:lnTo>
                    <a:pt x="2019494" y="1398985"/>
                  </a:lnTo>
                  <a:lnTo>
                    <a:pt x="2024967" y="1398985"/>
                  </a:lnTo>
                  <a:lnTo>
                    <a:pt x="2024967" y="1398985"/>
                  </a:lnTo>
                  <a:lnTo>
                    <a:pt x="2030440" y="1398985"/>
                  </a:lnTo>
                  <a:lnTo>
                    <a:pt x="2030440" y="1398985"/>
                  </a:lnTo>
                  <a:lnTo>
                    <a:pt x="2035913" y="1398985"/>
                  </a:lnTo>
                  <a:lnTo>
                    <a:pt x="2035913" y="1398985"/>
                  </a:lnTo>
                  <a:lnTo>
                    <a:pt x="2041386" y="1398985"/>
                  </a:lnTo>
                  <a:lnTo>
                    <a:pt x="2041386" y="1398985"/>
                  </a:lnTo>
                  <a:lnTo>
                    <a:pt x="2046859" y="1398985"/>
                  </a:lnTo>
                  <a:lnTo>
                    <a:pt x="2046859" y="1398985"/>
                  </a:lnTo>
                  <a:lnTo>
                    <a:pt x="2052332" y="1398985"/>
                  </a:lnTo>
                  <a:lnTo>
                    <a:pt x="2052332" y="1398985"/>
                  </a:lnTo>
                  <a:lnTo>
                    <a:pt x="2057804" y="1398985"/>
                  </a:lnTo>
                  <a:lnTo>
                    <a:pt x="2057804" y="1398985"/>
                  </a:lnTo>
                  <a:lnTo>
                    <a:pt x="2063277" y="1398985"/>
                  </a:lnTo>
                  <a:lnTo>
                    <a:pt x="2063277" y="1398985"/>
                  </a:lnTo>
                  <a:lnTo>
                    <a:pt x="2068750" y="1398985"/>
                  </a:lnTo>
                  <a:lnTo>
                    <a:pt x="2068750" y="1398985"/>
                  </a:lnTo>
                  <a:lnTo>
                    <a:pt x="2074223" y="1398985"/>
                  </a:lnTo>
                  <a:lnTo>
                    <a:pt x="2074223" y="1398985"/>
                  </a:lnTo>
                  <a:lnTo>
                    <a:pt x="2079696" y="1398985"/>
                  </a:lnTo>
                  <a:lnTo>
                    <a:pt x="2079696" y="1398985"/>
                  </a:lnTo>
                  <a:lnTo>
                    <a:pt x="2085169" y="1398985"/>
                  </a:lnTo>
                  <a:lnTo>
                    <a:pt x="2085169" y="1398985"/>
                  </a:lnTo>
                  <a:lnTo>
                    <a:pt x="2090642" y="1398985"/>
                  </a:lnTo>
                  <a:lnTo>
                    <a:pt x="2090642" y="1398985"/>
                  </a:lnTo>
                  <a:lnTo>
                    <a:pt x="2096115" y="1398985"/>
                  </a:lnTo>
                  <a:lnTo>
                    <a:pt x="2096115" y="1398985"/>
                  </a:lnTo>
                  <a:lnTo>
                    <a:pt x="2101588" y="1398985"/>
                  </a:lnTo>
                  <a:lnTo>
                    <a:pt x="2101588" y="1398985"/>
                  </a:lnTo>
                  <a:lnTo>
                    <a:pt x="2107060" y="1398985"/>
                  </a:lnTo>
                  <a:lnTo>
                    <a:pt x="2107060" y="1398985"/>
                  </a:lnTo>
                  <a:lnTo>
                    <a:pt x="2112533" y="1398985"/>
                  </a:lnTo>
                  <a:lnTo>
                    <a:pt x="2112533" y="1398985"/>
                  </a:lnTo>
                  <a:lnTo>
                    <a:pt x="2118006" y="1398985"/>
                  </a:lnTo>
                  <a:lnTo>
                    <a:pt x="2118006" y="1398985"/>
                  </a:lnTo>
                  <a:lnTo>
                    <a:pt x="2123479" y="1398985"/>
                  </a:lnTo>
                  <a:lnTo>
                    <a:pt x="2123479" y="1398985"/>
                  </a:lnTo>
                  <a:lnTo>
                    <a:pt x="2128952" y="1398985"/>
                  </a:lnTo>
                  <a:lnTo>
                    <a:pt x="2128952" y="1398985"/>
                  </a:lnTo>
                  <a:lnTo>
                    <a:pt x="2134425" y="1398985"/>
                  </a:lnTo>
                  <a:lnTo>
                    <a:pt x="2134425" y="1398985"/>
                  </a:lnTo>
                  <a:lnTo>
                    <a:pt x="2139898" y="1398985"/>
                  </a:lnTo>
                  <a:lnTo>
                    <a:pt x="2139898" y="1387871"/>
                  </a:lnTo>
                  <a:lnTo>
                    <a:pt x="2145371" y="1387871"/>
                  </a:lnTo>
                  <a:lnTo>
                    <a:pt x="2145371" y="1387871"/>
                  </a:lnTo>
                  <a:lnTo>
                    <a:pt x="2150843" y="1387871"/>
                  </a:lnTo>
                  <a:lnTo>
                    <a:pt x="2150843" y="1387871"/>
                  </a:lnTo>
                  <a:lnTo>
                    <a:pt x="2156316" y="1387871"/>
                  </a:lnTo>
                  <a:lnTo>
                    <a:pt x="2156316" y="1387871"/>
                  </a:lnTo>
                  <a:lnTo>
                    <a:pt x="2161789" y="1387871"/>
                  </a:lnTo>
                  <a:lnTo>
                    <a:pt x="2161789" y="1387871"/>
                  </a:lnTo>
                  <a:lnTo>
                    <a:pt x="2167262" y="1387871"/>
                  </a:lnTo>
                  <a:lnTo>
                    <a:pt x="2167262" y="1387871"/>
                  </a:lnTo>
                  <a:lnTo>
                    <a:pt x="2172735" y="1387871"/>
                  </a:lnTo>
                  <a:lnTo>
                    <a:pt x="2172735" y="1387871"/>
                  </a:lnTo>
                  <a:lnTo>
                    <a:pt x="2178208" y="1387871"/>
                  </a:lnTo>
                  <a:lnTo>
                    <a:pt x="2178208" y="1387871"/>
                  </a:lnTo>
                  <a:lnTo>
                    <a:pt x="2183681" y="1387871"/>
                  </a:lnTo>
                  <a:lnTo>
                    <a:pt x="2183681" y="1376722"/>
                  </a:lnTo>
                  <a:lnTo>
                    <a:pt x="2189154" y="1376722"/>
                  </a:lnTo>
                  <a:lnTo>
                    <a:pt x="2189154" y="1376722"/>
                  </a:lnTo>
                  <a:lnTo>
                    <a:pt x="2194627" y="1376722"/>
                  </a:lnTo>
                  <a:lnTo>
                    <a:pt x="2194627" y="1376722"/>
                  </a:lnTo>
                  <a:lnTo>
                    <a:pt x="2200099" y="1376722"/>
                  </a:lnTo>
                  <a:lnTo>
                    <a:pt x="2200099" y="1376722"/>
                  </a:lnTo>
                  <a:lnTo>
                    <a:pt x="2205572" y="1376722"/>
                  </a:lnTo>
                  <a:lnTo>
                    <a:pt x="2205572" y="1376722"/>
                  </a:lnTo>
                  <a:lnTo>
                    <a:pt x="2211045" y="1376722"/>
                  </a:lnTo>
                  <a:lnTo>
                    <a:pt x="2211045" y="1376722"/>
                  </a:lnTo>
                  <a:lnTo>
                    <a:pt x="2216518" y="1376722"/>
                  </a:lnTo>
                  <a:lnTo>
                    <a:pt x="2216518" y="1376722"/>
                  </a:lnTo>
                  <a:lnTo>
                    <a:pt x="2221991" y="1376722"/>
                  </a:lnTo>
                  <a:lnTo>
                    <a:pt x="2221991" y="1365550"/>
                  </a:lnTo>
                  <a:lnTo>
                    <a:pt x="2227464" y="1365550"/>
                  </a:lnTo>
                  <a:lnTo>
                    <a:pt x="2227464" y="1365550"/>
                  </a:lnTo>
                  <a:lnTo>
                    <a:pt x="2232937" y="1365550"/>
                  </a:lnTo>
                  <a:lnTo>
                    <a:pt x="2232937" y="1365550"/>
                  </a:lnTo>
                  <a:lnTo>
                    <a:pt x="2238410" y="1365550"/>
                  </a:lnTo>
                  <a:lnTo>
                    <a:pt x="2238410" y="1365550"/>
                  </a:lnTo>
                  <a:lnTo>
                    <a:pt x="2243883" y="1365550"/>
                  </a:lnTo>
                  <a:lnTo>
                    <a:pt x="2243883" y="1354384"/>
                  </a:lnTo>
                  <a:lnTo>
                    <a:pt x="2249355" y="1354384"/>
                  </a:lnTo>
                  <a:lnTo>
                    <a:pt x="2249355" y="1354384"/>
                  </a:lnTo>
                  <a:lnTo>
                    <a:pt x="2254828" y="1354384"/>
                  </a:lnTo>
                  <a:lnTo>
                    <a:pt x="2254828" y="1354384"/>
                  </a:lnTo>
                  <a:lnTo>
                    <a:pt x="2260301" y="1354384"/>
                  </a:lnTo>
                  <a:lnTo>
                    <a:pt x="2260301" y="1354384"/>
                  </a:lnTo>
                  <a:lnTo>
                    <a:pt x="2265774" y="1354384"/>
                  </a:lnTo>
                  <a:lnTo>
                    <a:pt x="2265774" y="1354384"/>
                  </a:lnTo>
                  <a:lnTo>
                    <a:pt x="2271247" y="1354384"/>
                  </a:lnTo>
                  <a:lnTo>
                    <a:pt x="2271247" y="1354384"/>
                  </a:lnTo>
                  <a:lnTo>
                    <a:pt x="2276720" y="1354384"/>
                  </a:lnTo>
                  <a:lnTo>
                    <a:pt x="2276720" y="1354384"/>
                  </a:lnTo>
                  <a:lnTo>
                    <a:pt x="2282193" y="1354384"/>
                  </a:lnTo>
                  <a:lnTo>
                    <a:pt x="2282193" y="1354384"/>
                  </a:lnTo>
                  <a:lnTo>
                    <a:pt x="2287666" y="1354384"/>
                  </a:lnTo>
                  <a:lnTo>
                    <a:pt x="2287666" y="1354384"/>
                  </a:lnTo>
                  <a:lnTo>
                    <a:pt x="2293138" y="1354384"/>
                  </a:lnTo>
                  <a:lnTo>
                    <a:pt x="2293138" y="1354384"/>
                  </a:lnTo>
                  <a:lnTo>
                    <a:pt x="2298611" y="1354384"/>
                  </a:lnTo>
                  <a:lnTo>
                    <a:pt x="2298611" y="1354384"/>
                  </a:lnTo>
                  <a:lnTo>
                    <a:pt x="2304084" y="1354384"/>
                  </a:lnTo>
                  <a:lnTo>
                    <a:pt x="2304084" y="1354384"/>
                  </a:lnTo>
                  <a:lnTo>
                    <a:pt x="2309557" y="1354384"/>
                  </a:lnTo>
                  <a:lnTo>
                    <a:pt x="2309557" y="1354384"/>
                  </a:lnTo>
                  <a:lnTo>
                    <a:pt x="2315030" y="1354384"/>
                  </a:lnTo>
                  <a:lnTo>
                    <a:pt x="2315030" y="1354384"/>
                  </a:lnTo>
                  <a:lnTo>
                    <a:pt x="2320503" y="1354384"/>
                  </a:lnTo>
                  <a:lnTo>
                    <a:pt x="2320503" y="1354384"/>
                  </a:lnTo>
                  <a:lnTo>
                    <a:pt x="2325976" y="1354384"/>
                  </a:lnTo>
                  <a:lnTo>
                    <a:pt x="2325976" y="1354384"/>
                  </a:lnTo>
                  <a:lnTo>
                    <a:pt x="2331449" y="1354384"/>
                  </a:lnTo>
                  <a:lnTo>
                    <a:pt x="2331449" y="1354384"/>
                  </a:lnTo>
                  <a:lnTo>
                    <a:pt x="2336922" y="1354384"/>
                  </a:lnTo>
                  <a:lnTo>
                    <a:pt x="2336922" y="1354384"/>
                  </a:lnTo>
                  <a:lnTo>
                    <a:pt x="2342394" y="1354384"/>
                  </a:lnTo>
                  <a:lnTo>
                    <a:pt x="2342394" y="1343151"/>
                  </a:lnTo>
                  <a:lnTo>
                    <a:pt x="2347867" y="1343151"/>
                  </a:lnTo>
                  <a:lnTo>
                    <a:pt x="2347867" y="1343151"/>
                  </a:lnTo>
                  <a:lnTo>
                    <a:pt x="2353340" y="1343151"/>
                  </a:lnTo>
                  <a:lnTo>
                    <a:pt x="2353340" y="1343151"/>
                  </a:lnTo>
                  <a:lnTo>
                    <a:pt x="2358813" y="1343151"/>
                  </a:lnTo>
                  <a:lnTo>
                    <a:pt x="2358813" y="1343151"/>
                  </a:lnTo>
                  <a:lnTo>
                    <a:pt x="2364286" y="1343151"/>
                  </a:lnTo>
                  <a:lnTo>
                    <a:pt x="2364286" y="1343151"/>
                  </a:lnTo>
                  <a:lnTo>
                    <a:pt x="2369759" y="1343151"/>
                  </a:lnTo>
                  <a:lnTo>
                    <a:pt x="2369759" y="1343151"/>
                  </a:lnTo>
                  <a:lnTo>
                    <a:pt x="2375232" y="1343151"/>
                  </a:lnTo>
                  <a:lnTo>
                    <a:pt x="2375232" y="1331918"/>
                  </a:lnTo>
                  <a:lnTo>
                    <a:pt x="2380705" y="1331918"/>
                  </a:lnTo>
                  <a:lnTo>
                    <a:pt x="2380705" y="1331918"/>
                  </a:lnTo>
                  <a:lnTo>
                    <a:pt x="2386178" y="1331918"/>
                  </a:lnTo>
                  <a:lnTo>
                    <a:pt x="2386178" y="1331918"/>
                  </a:lnTo>
                  <a:lnTo>
                    <a:pt x="2391650" y="1331918"/>
                  </a:lnTo>
                  <a:lnTo>
                    <a:pt x="2391650" y="1331918"/>
                  </a:lnTo>
                  <a:lnTo>
                    <a:pt x="2397123" y="1331918"/>
                  </a:lnTo>
                  <a:lnTo>
                    <a:pt x="2397123" y="1331918"/>
                  </a:lnTo>
                  <a:lnTo>
                    <a:pt x="2402596" y="1331918"/>
                  </a:lnTo>
                  <a:lnTo>
                    <a:pt x="2402596" y="1331918"/>
                  </a:lnTo>
                  <a:lnTo>
                    <a:pt x="2408069" y="1331918"/>
                  </a:lnTo>
                  <a:lnTo>
                    <a:pt x="2408069" y="1331918"/>
                  </a:lnTo>
                  <a:lnTo>
                    <a:pt x="2413542" y="1331918"/>
                  </a:lnTo>
                  <a:lnTo>
                    <a:pt x="2413542" y="1331918"/>
                  </a:lnTo>
                  <a:lnTo>
                    <a:pt x="2419015" y="1331918"/>
                  </a:lnTo>
                  <a:lnTo>
                    <a:pt x="2419015" y="1320664"/>
                  </a:lnTo>
                  <a:lnTo>
                    <a:pt x="2424488" y="1320664"/>
                  </a:lnTo>
                  <a:lnTo>
                    <a:pt x="2424488" y="1320664"/>
                  </a:lnTo>
                  <a:lnTo>
                    <a:pt x="2429961" y="1320664"/>
                  </a:lnTo>
                  <a:lnTo>
                    <a:pt x="2429961" y="1309422"/>
                  </a:lnTo>
                  <a:lnTo>
                    <a:pt x="2435434" y="1309422"/>
                  </a:lnTo>
                  <a:lnTo>
                    <a:pt x="2435434" y="1309422"/>
                  </a:lnTo>
                  <a:lnTo>
                    <a:pt x="2440906" y="1309422"/>
                  </a:lnTo>
                  <a:lnTo>
                    <a:pt x="2440906" y="1309422"/>
                  </a:lnTo>
                  <a:lnTo>
                    <a:pt x="2446379" y="1309422"/>
                  </a:lnTo>
                  <a:lnTo>
                    <a:pt x="2446379" y="1298178"/>
                  </a:lnTo>
                  <a:lnTo>
                    <a:pt x="2451852" y="1298178"/>
                  </a:lnTo>
                  <a:lnTo>
                    <a:pt x="2451852" y="1286931"/>
                  </a:lnTo>
                  <a:lnTo>
                    <a:pt x="2457325" y="1286931"/>
                  </a:lnTo>
                  <a:lnTo>
                    <a:pt x="2457325" y="1286931"/>
                  </a:lnTo>
                  <a:lnTo>
                    <a:pt x="2462798" y="1286931"/>
                  </a:lnTo>
                  <a:lnTo>
                    <a:pt x="2462798" y="1286931"/>
                  </a:lnTo>
                  <a:lnTo>
                    <a:pt x="2468271" y="1286931"/>
                  </a:lnTo>
                  <a:lnTo>
                    <a:pt x="2468271" y="1286931"/>
                  </a:lnTo>
                  <a:lnTo>
                    <a:pt x="2473744" y="1286931"/>
                  </a:lnTo>
                  <a:lnTo>
                    <a:pt x="2473744" y="1286931"/>
                  </a:lnTo>
                  <a:lnTo>
                    <a:pt x="2479217" y="1286931"/>
                  </a:lnTo>
                  <a:lnTo>
                    <a:pt x="2479217" y="1286931"/>
                  </a:lnTo>
                  <a:lnTo>
                    <a:pt x="2484689" y="1286931"/>
                  </a:lnTo>
                  <a:lnTo>
                    <a:pt x="2484689" y="1286931"/>
                  </a:lnTo>
                  <a:lnTo>
                    <a:pt x="2490162" y="1286931"/>
                  </a:lnTo>
                  <a:lnTo>
                    <a:pt x="2490162" y="1286931"/>
                  </a:lnTo>
                  <a:lnTo>
                    <a:pt x="2495635" y="1286931"/>
                  </a:lnTo>
                  <a:lnTo>
                    <a:pt x="2495635" y="1286931"/>
                  </a:lnTo>
                  <a:lnTo>
                    <a:pt x="2501108" y="1286931"/>
                  </a:lnTo>
                  <a:lnTo>
                    <a:pt x="2501108" y="1286931"/>
                  </a:lnTo>
                  <a:lnTo>
                    <a:pt x="2506581" y="1286931"/>
                  </a:lnTo>
                  <a:lnTo>
                    <a:pt x="2506581" y="1286931"/>
                  </a:lnTo>
                  <a:lnTo>
                    <a:pt x="2512054" y="1286931"/>
                  </a:lnTo>
                  <a:lnTo>
                    <a:pt x="2512054" y="1286931"/>
                  </a:lnTo>
                  <a:lnTo>
                    <a:pt x="2517527" y="1286931"/>
                  </a:lnTo>
                  <a:lnTo>
                    <a:pt x="2517527" y="1286931"/>
                  </a:lnTo>
                  <a:lnTo>
                    <a:pt x="2523000" y="1286931"/>
                  </a:lnTo>
                  <a:lnTo>
                    <a:pt x="2523000" y="1286931"/>
                  </a:lnTo>
                  <a:lnTo>
                    <a:pt x="2528473" y="1286931"/>
                  </a:lnTo>
                  <a:lnTo>
                    <a:pt x="2528473" y="1275620"/>
                  </a:lnTo>
                  <a:lnTo>
                    <a:pt x="2533945" y="1275620"/>
                  </a:lnTo>
                  <a:lnTo>
                    <a:pt x="2533945" y="1275620"/>
                  </a:lnTo>
                  <a:lnTo>
                    <a:pt x="2539418" y="1275620"/>
                  </a:lnTo>
                  <a:lnTo>
                    <a:pt x="2539418" y="1275620"/>
                  </a:lnTo>
                  <a:lnTo>
                    <a:pt x="2544891" y="1275620"/>
                  </a:lnTo>
                  <a:lnTo>
                    <a:pt x="2544891" y="1275620"/>
                  </a:lnTo>
                  <a:lnTo>
                    <a:pt x="2550364" y="1275620"/>
                  </a:lnTo>
                  <a:lnTo>
                    <a:pt x="2550364" y="1275620"/>
                  </a:lnTo>
                  <a:lnTo>
                    <a:pt x="2555837" y="1275620"/>
                  </a:lnTo>
                  <a:lnTo>
                    <a:pt x="2555837" y="1275620"/>
                  </a:lnTo>
                  <a:lnTo>
                    <a:pt x="2561310" y="1275620"/>
                  </a:lnTo>
                  <a:lnTo>
                    <a:pt x="2561310" y="1275620"/>
                  </a:lnTo>
                  <a:lnTo>
                    <a:pt x="2566783" y="1275620"/>
                  </a:lnTo>
                  <a:lnTo>
                    <a:pt x="2566783" y="1275620"/>
                  </a:lnTo>
                  <a:lnTo>
                    <a:pt x="2572256" y="1275620"/>
                  </a:lnTo>
                  <a:lnTo>
                    <a:pt x="2572256" y="1275620"/>
                  </a:lnTo>
                  <a:lnTo>
                    <a:pt x="2577729" y="1275620"/>
                  </a:lnTo>
                  <a:lnTo>
                    <a:pt x="2577729" y="1275620"/>
                  </a:lnTo>
                  <a:lnTo>
                    <a:pt x="2583201" y="1275620"/>
                  </a:lnTo>
                  <a:lnTo>
                    <a:pt x="2583201" y="1275620"/>
                  </a:lnTo>
                  <a:lnTo>
                    <a:pt x="2588674" y="1275620"/>
                  </a:lnTo>
                  <a:lnTo>
                    <a:pt x="2588674" y="1275620"/>
                  </a:lnTo>
                  <a:lnTo>
                    <a:pt x="2594147" y="1275620"/>
                  </a:lnTo>
                  <a:lnTo>
                    <a:pt x="2594147" y="1275620"/>
                  </a:lnTo>
                  <a:lnTo>
                    <a:pt x="2599620" y="1275620"/>
                  </a:lnTo>
                  <a:lnTo>
                    <a:pt x="2599620" y="1275620"/>
                  </a:lnTo>
                  <a:lnTo>
                    <a:pt x="2605093" y="1275620"/>
                  </a:lnTo>
                  <a:lnTo>
                    <a:pt x="2605093" y="1275620"/>
                  </a:lnTo>
                  <a:lnTo>
                    <a:pt x="2610566" y="1275620"/>
                  </a:lnTo>
                  <a:lnTo>
                    <a:pt x="2610566" y="1275620"/>
                  </a:lnTo>
                  <a:lnTo>
                    <a:pt x="2616039" y="1275620"/>
                  </a:lnTo>
                  <a:lnTo>
                    <a:pt x="2616039" y="1275620"/>
                  </a:lnTo>
                  <a:lnTo>
                    <a:pt x="2621512" y="1275620"/>
                  </a:lnTo>
                  <a:lnTo>
                    <a:pt x="2621512" y="1275620"/>
                  </a:lnTo>
                  <a:lnTo>
                    <a:pt x="2626985" y="1275620"/>
                  </a:lnTo>
                  <a:lnTo>
                    <a:pt x="2626985" y="1275620"/>
                  </a:lnTo>
                  <a:lnTo>
                    <a:pt x="2632457" y="1275620"/>
                  </a:lnTo>
                  <a:lnTo>
                    <a:pt x="2632457" y="1264182"/>
                  </a:lnTo>
                  <a:lnTo>
                    <a:pt x="2637930" y="1264182"/>
                  </a:lnTo>
                  <a:lnTo>
                    <a:pt x="2637930" y="1264182"/>
                  </a:lnTo>
                  <a:lnTo>
                    <a:pt x="2643403" y="1264182"/>
                  </a:lnTo>
                  <a:lnTo>
                    <a:pt x="2643403" y="1264182"/>
                  </a:lnTo>
                  <a:lnTo>
                    <a:pt x="2648876" y="1264182"/>
                  </a:lnTo>
                  <a:lnTo>
                    <a:pt x="2648876" y="1264182"/>
                  </a:lnTo>
                  <a:lnTo>
                    <a:pt x="2654349" y="1264182"/>
                  </a:lnTo>
                  <a:lnTo>
                    <a:pt x="2654349" y="1264182"/>
                  </a:lnTo>
                  <a:lnTo>
                    <a:pt x="2659822" y="1264182"/>
                  </a:lnTo>
                  <a:lnTo>
                    <a:pt x="2659822" y="1264182"/>
                  </a:lnTo>
                  <a:lnTo>
                    <a:pt x="2665295" y="1264182"/>
                  </a:lnTo>
                  <a:lnTo>
                    <a:pt x="2665295" y="1264182"/>
                  </a:lnTo>
                  <a:lnTo>
                    <a:pt x="2670768" y="1264182"/>
                  </a:lnTo>
                  <a:lnTo>
                    <a:pt x="2670768" y="1264182"/>
                  </a:lnTo>
                  <a:lnTo>
                    <a:pt x="2676240" y="1264182"/>
                  </a:lnTo>
                  <a:lnTo>
                    <a:pt x="2676240" y="1264182"/>
                  </a:lnTo>
                  <a:lnTo>
                    <a:pt x="2681713" y="1264182"/>
                  </a:lnTo>
                  <a:lnTo>
                    <a:pt x="2681713" y="1264182"/>
                  </a:lnTo>
                  <a:lnTo>
                    <a:pt x="2687186" y="1264182"/>
                  </a:lnTo>
                  <a:lnTo>
                    <a:pt x="2687186" y="1252688"/>
                  </a:lnTo>
                  <a:lnTo>
                    <a:pt x="2692659" y="1252688"/>
                  </a:lnTo>
                  <a:lnTo>
                    <a:pt x="2692659" y="1252688"/>
                  </a:lnTo>
                  <a:lnTo>
                    <a:pt x="2698132" y="1252688"/>
                  </a:lnTo>
                  <a:lnTo>
                    <a:pt x="2698132" y="1252688"/>
                  </a:lnTo>
                  <a:lnTo>
                    <a:pt x="2703605" y="1252688"/>
                  </a:lnTo>
                  <a:lnTo>
                    <a:pt x="2703605" y="1252688"/>
                  </a:lnTo>
                  <a:lnTo>
                    <a:pt x="2709078" y="1252688"/>
                  </a:lnTo>
                  <a:lnTo>
                    <a:pt x="2709078" y="1252688"/>
                  </a:lnTo>
                  <a:lnTo>
                    <a:pt x="2714551" y="1252688"/>
                  </a:lnTo>
                  <a:lnTo>
                    <a:pt x="2714551" y="1252688"/>
                  </a:lnTo>
                  <a:lnTo>
                    <a:pt x="2720024" y="1252688"/>
                  </a:lnTo>
                  <a:lnTo>
                    <a:pt x="2720024" y="1252688"/>
                  </a:lnTo>
                  <a:lnTo>
                    <a:pt x="2725496" y="1252688"/>
                  </a:lnTo>
                  <a:lnTo>
                    <a:pt x="2725496" y="1252688"/>
                  </a:lnTo>
                  <a:lnTo>
                    <a:pt x="2730969" y="1252688"/>
                  </a:lnTo>
                  <a:lnTo>
                    <a:pt x="2730969" y="1252688"/>
                  </a:lnTo>
                  <a:lnTo>
                    <a:pt x="2736442" y="1252688"/>
                  </a:lnTo>
                  <a:lnTo>
                    <a:pt x="2736442" y="1252688"/>
                  </a:lnTo>
                  <a:lnTo>
                    <a:pt x="2741915" y="1252688"/>
                  </a:lnTo>
                  <a:lnTo>
                    <a:pt x="2741915" y="1252688"/>
                  </a:lnTo>
                  <a:lnTo>
                    <a:pt x="2747388" y="1252688"/>
                  </a:lnTo>
                  <a:lnTo>
                    <a:pt x="2747388" y="1252688"/>
                  </a:lnTo>
                  <a:lnTo>
                    <a:pt x="2752861" y="1252688"/>
                  </a:lnTo>
                  <a:lnTo>
                    <a:pt x="2752861" y="1241144"/>
                  </a:lnTo>
                  <a:lnTo>
                    <a:pt x="2758334" y="1241144"/>
                  </a:lnTo>
                  <a:lnTo>
                    <a:pt x="2758334" y="1241144"/>
                  </a:lnTo>
                  <a:lnTo>
                    <a:pt x="2763807" y="1241144"/>
                  </a:lnTo>
                  <a:lnTo>
                    <a:pt x="2763807" y="1241144"/>
                  </a:lnTo>
                  <a:lnTo>
                    <a:pt x="2769280" y="1241144"/>
                  </a:lnTo>
                  <a:lnTo>
                    <a:pt x="2769280" y="1241144"/>
                  </a:lnTo>
                  <a:lnTo>
                    <a:pt x="2774752" y="1241144"/>
                  </a:lnTo>
                  <a:lnTo>
                    <a:pt x="2774752" y="1241144"/>
                  </a:lnTo>
                  <a:lnTo>
                    <a:pt x="2780225" y="1241144"/>
                  </a:lnTo>
                  <a:lnTo>
                    <a:pt x="2780225" y="1241144"/>
                  </a:lnTo>
                  <a:lnTo>
                    <a:pt x="2785698" y="1241144"/>
                  </a:lnTo>
                  <a:lnTo>
                    <a:pt x="2785698" y="1241144"/>
                  </a:lnTo>
                  <a:lnTo>
                    <a:pt x="2791171" y="1241144"/>
                  </a:lnTo>
                  <a:lnTo>
                    <a:pt x="2791171" y="1241144"/>
                  </a:lnTo>
                  <a:lnTo>
                    <a:pt x="2796644" y="1241144"/>
                  </a:lnTo>
                  <a:lnTo>
                    <a:pt x="2796644" y="1241144"/>
                  </a:lnTo>
                  <a:lnTo>
                    <a:pt x="2802117" y="1241144"/>
                  </a:lnTo>
                  <a:lnTo>
                    <a:pt x="2802117" y="1241144"/>
                  </a:lnTo>
                  <a:lnTo>
                    <a:pt x="2807590" y="1241144"/>
                  </a:lnTo>
                  <a:lnTo>
                    <a:pt x="2807590" y="1241144"/>
                  </a:lnTo>
                  <a:lnTo>
                    <a:pt x="2813063" y="1241144"/>
                  </a:lnTo>
                  <a:lnTo>
                    <a:pt x="2813063" y="1241144"/>
                  </a:lnTo>
                  <a:lnTo>
                    <a:pt x="2818535" y="1241144"/>
                  </a:lnTo>
                  <a:lnTo>
                    <a:pt x="2818535" y="1229533"/>
                  </a:lnTo>
                  <a:lnTo>
                    <a:pt x="2824008" y="1229533"/>
                  </a:lnTo>
                  <a:lnTo>
                    <a:pt x="2824008" y="1229533"/>
                  </a:lnTo>
                  <a:lnTo>
                    <a:pt x="2829481" y="1229533"/>
                  </a:lnTo>
                  <a:lnTo>
                    <a:pt x="2829481" y="1229533"/>
                  </a:lnTo>
                  <a:lnTo>
                    <a:pt x="2834954" y="1229533"/>
                  </a:lnTo>
                  <a:lnTo>
                    <a:pt x="2834954" y="1229533"/>
                  </a:lnTo>
                  <a:lnTo>
                    <a:pt x="2840427" y="1229533"/>
                  </a:lnTo>
                  <a:lnTo>
                    <a:pt x="2840427" y="1229533"/>
                  </a:lnTo>
                  <a:lnTo>
                    <a:pt x="2845900" y="1229533"/>
                  </a:lnTo>
                  <a:lnTo>
                    <a:pt x="2845900" y="1229533"/>
                  </a:lnTo>
                  <a:lnTo>
                    <a:pt x="2851373" y="1229533"/>
                  </a:lnTo>
                  <a:lnTo>
                    <a:pt x="2851373" y="1229533"/>
                  </a:lnTo>
                  <a:lnTo>
                    <a:pt x="2856846" y="1229533"/>
                  </a:lnTo>
                  <a:lnTo>
                    <a:pt x="2856846" y="1229533"/>
                  </a:lnTo>
                  <a:lnTo>
                    <a:pt x="2862319" y="1229533"/>
                  </a:lnTo>
                  <a:lnTo>
                    <a:pt x="2862319" y="1217905"/>
                  </a:lnTo>
                  <a:lnTo>
                    <a:pt x="2867791" y="1217905"/>
                  </a:lnTo>
                  <a:lnTo>
                    <a:pt x="2867791" y="1217905"/>
                  </a:lnTo>
                  <a:lnTo>
                    <a:pt x="2873264" y="1217905"/>
                  </a:lnTo>
                  <a:lnTo>
                    <a:pt x="2873264" y="1217905"/>
                  </a:lnTo>
                  <a:lnTo>
                    <a:pt x="2878737" y="1217905"/>
                  </a:lnTo>
                  <a:lnTo>
                    <a:pt x="2878737" y="1217905"/>
                  </a:lnTo>
                  <a:lnTo>
                    <a:pt x="2884210" y="1217905"/>
                  </a:lnTo>
                  <a:lnTo>
                    <a:pt x="2884210" y="1217905"/>
                  </a:lnTo>
                  <a:lnTo>
                    <a:pt x="2889683" y="1217905"/>
                  </a:lnTo>
                  <a:lnTo>
                    <a:pt x="2889683" y="1217905"/>
                  </a:lnTo>
                  <a:lnTo>
                    <a:pt x="2895156" y="1217905"/>
                  </a:lnTo>
                  <a:lnTo>
                    <a:pt x="2895156" y="1217905"/>
                  </a:lnTo>
                  <a:lnTo>
                    <a:pt x="2900629" y="1217905"/>
                  </a:lnTo>
                  <a:lnTo>
                    <a:pt x="2900629" y="1206229"/>
                  </a:lnTo>
                  <a:lnTo>
                    <a:pt x="2906102" y="1206229"/>
                  </a:lnTo>
                  <a:lnTo>
                    <a:pt x="2906102" y="1206229"/>
                  </a:lnTo>
                  <a:lnTo>
                    <a:pt x="2911575" y="1206229"/>
                  </a:lnTo>
                  <a:lnTo>
                    <a:pt x="2911575" y="1206229"/>
                  </a:lnTo>
                  <a:lnTo>
                    <a:pt x="2917047" y="1206229"/>
                  </a:lnTo>
                  <a:lnTo>
                    <a:pt x="2917047" y="1206229"/>
                  </a:lnTo>
                  <a:lnTo>
                    <a:pt x="2922520" y="1206229"/>
                  </a:lnTo>
                  <a:lnTo>
                    <a:pt x="2922520" y="1206229"/>
                  </a:lnTo>
                  <a:lnTo>
                    <a:pt x="2927993" y="1206229"/>
                  </a:lnTo>
                  <a:lnTo>
                    <a:pt x="2927993" y="1206229"/>
                  </a:lnTo>
                  <a:lnTo>
                    <a:pt x="2933466" y="1206229"/>
                  </a:lnTo>
                  <a:lnTo>
                    <a:pt x="2933466" y="1194528"/>
                  </a:lnTo>
                  <a:lnTo>
                    <a:pt x="2938939" y="1194528"/>
                  </a:lnTo>
                  <a:lnTo>
                    <a:pt x="2938939" y="1194528"/>
                  </a:lnTo>
                  <a:lnTo>
                    <a:pt x="2944412" y="1194528"/>
                  </a:lnTo>
                  <a:lnTo>
                    <a:pt x="2944412" y="1194528"/>
                  </a:lnTo>
                  <a:lnTo>
                    <a:pt x="2949885" y="1194528"/>
                  </a:lnTo>
                  <a:lnTo>
                    <a:pt x="2949885" y="1194528"/>
                  </a:lnTo>
                  <a:lnTo>
                    <a:pt x="2955358" y="1194528"/>
                  </a:lnTo>
                  <a:lnTo>
                    <a:pt x="2955358" y="1194528"/>
                  </a:lnTo>
                  <a:lnTo>
                    <a:pt x="2960831" y="1194528"/>
                  </a:lnTo>
                  <a:lnTo>
                    <a:pt x="2960831" y="1194528"/>
                  </a:lnTo>
                  <a:lnTo>
                    <a:pt x="2966303" y="1194528"/>
                  </a:lnTo>
                  <a:lnTo>
                    <a:pt x="2966303" y="1194528"/>
                  </a:lnTo>
                  <a:lnTo>
                    <a:pt x="2971776" y="1194528"/>
                  </a:lnTo>
                  <a:lnTo>
                    <a:pt x="2971776" y="1194528"/>
                  </a:lnTo>
                  <a:lnTo>
                    <a:pt x="2977249" y="1194528"/>
                  </a:lnTo>
                  <a:lnTo>
                    <a:pt x="2977249" y="1194528"/>
                  </a:lnTo>
                  <a:lnTo>
                    <a:pt x="2982722" y="1194528"/>
                  </a:lnTo>
                  <a:lnTo>
                    <a:pt x="2982722" y="1194528"/>
                  </a:lnTo>
                  <a:lnTo>
                    <a:pt x="2988195" y="1194528"/>
                  </a:lnTo>
                  <a:lnTo>
                    <a:pt x="2988195" y="1182778"/>
                  </a:lnTo>
                  <a:lnTo>
                    <a:pt x="2993668" y="1182778"/>
                  </a:lnTo>
                  <a:lnTo>
                    <a:pt x="2993668" y="1182778"/>
                  </a:lnTo>
                  <a:lnTo>
                    <a:pt x="2999141" y="1182778"/>
                  </a:lnTo>
                  <a:lnTo>
                    <a:pt x="2999141" y="1182778"/>
                  </a:lnTo>
                  <a:lnTo>
                    <a:pt x="3004614" y="1182778"/>
                  </a:lnTo>
                  <a:lnTo>
                    <a:pt x="3004614" y="1182778"/>
                  </a:lnTo>
                  <a:lnTo>
                    <a:pt x="3010086" y="1182778"/>
                  </a:lnTo>
                  <a:lnTo>
                    <a:pt x="3010086" y="1182778"/>
                  </a:lnTo>
                  <a:lnTo>
                    <a:pt x="3015559" y="1182778"/>
                  </a:lnTo>
                  <a:lnTo>
                    <a:pt x="3015559" y="1182778"/>
                  </a:lnTo>
                  <a:lnTo>
                    <a:pt x="3021032" y="1182778"/>
                  </a:lnTo>
                  <a:lnTo>
                    <a:pt x="3021032" y="1182778"/>
                  </a:lnTo>
                  <a:lnTo>
                    <a:pt x="3026505" y="1182778"/>
                  </a:lnTo>
                  <a:lnTo>
                    <a:pt x="3026505" y="1182778"/>
                  </a:lnTo>
                  <a:lnTo>
                    <a:pt x="3031978" y="1182778"/>
                  </a:lnTo>
                  <a:lnTo>
                    <a:pt x="3031978" y="1182778"/>
                  </a:lnTo>
                  <a:lnTo>
                    <a:pt x="3037451" y="1182778"/>
                  </a:lnTo>
                  <a:lnTo>
                    <a:pt x="3037451" y="1170940"/>
                  </a:lnTo>
                  <a:lnTo>
                    <a:pt x="3042924" y="1170940"/>
                  </a:lnTo>
                  <a:lnTo>
                    <a:pt x="3042924" y="1170940"/>
                  </a:lnTo>
                  <a:lnTo>
                    <a:pt x="3048397" y="1170940"/>
                  </a:lnTo>
                  <a:lnTo>
                    <a:pt x="3048397" y="1170940"/>
                  </a:lnTo>
                  <a:lnTo>
                    <a:pt x="3053870" y="1170940"/>
                  </a:lnTo>
                  <a:lnTo>
                    <a:pt x="3053870" y="1170940"/>
                  </a:lnTo>
                  <a:lnTo>
                    <a:pt x="3059342" y="1170940"/>
                  </a:lnTo>
                  <a:lnTo>
                    <a:pt x="3059342" y="1159098"/>
                  </a:lnTo>
                  <a:lnTo>
                    <a:pt x="3064815" y="1159098"/>
                  </a:lnTo>
                  <a:lnTo>
                    <a:pt x="3064815" y="1159098"/>
                  </a:lnTo>
                  <a:lnTo>
                    <a:pt x="3070288" y="1159098"/>
                  </a:lnTo>
                  <a:lnTo>
                    <a:pt x="3070288" y="1159098"/>
                  </a:lnTo>
                  <a:lnTo>
                    <a:pt x="3075761" y="1159098"/>
                  </a:lnTo>
                  <a:lnTo>
                    <a:pt x="3075761" y="1159098"/>
                  </a:lnTo>
                  <a:lnTo>
                    <a:pt x="3081234" y="1159098"/>
                  </a:lnTo>
                  <a:lnTo>
                    <a:pt x="3081234" y="1159098"/>
                  </a:lnTo>
                  <a:lnTo>
                    <a:pt x="3086707" y="1159098"/>
                  </a:lnTo>
                  <a:lnTo>
                    <a:pt x="3086707" y="1159098"/>
                  </a:lnTo>
                  <a:lnTo>
                    <a:pt x="3092180" y="1159098"/>
                  </a:lnTo>
                  <a:lnTo>
                    <a:pt x="3092180" y="1159098"/>
                  </a:lnTo>
                  <a:lnTo>
                    <a:pt x="3097653" y="1159098"/>
                  </a:lnTo>
                  <a:lnTo>
                    <a:pt x="3097653" y="1159098"/>
                  </a:lnTo>
                  <a:lnTo>
                    <a:pt x="3103126" y="1159098"/>
                  </a:lnTo>
                  <a:lnTo>
                    <a:pt x="3103126" y="1159098"/>
                  </a:lnTo>
                  <a:lnTo>
                    <a:pt x="3108598" y="1159098"/>
                  </a:lnTo>
                  <a:lnTo>
                    <a:pt x="3108598" y="1159098"/>
                  </a:lnTo>
                  <a:lnTo>
                    <a:pt x="3114071" y="1159098"/>
                  </a:lnTo>
                  <a:lnTo>
                    <a:pt x="3114071" y="1159098"/>
                  </a:lnTo>
                  <a:lnTo>
                    <a:pt x="3119544" y="1159098"/>
                  </a:lnTo>
                  <a:lnTo>
                    <a:pt x="3119544" y="1159098"/>
                  </a:lnTo>
                  <a:lnTo>
                    <a:pt x="3125017" y="1159098"/>
                  </a:lnTo>
                  <a:lnTo>
                    <a:pt x="3125017" y="1159098"/>
                  </a:lnTo>
                  <a:lnTo>
                    <a:pt x="3130490" y="1159098"/>
                  </a:lnTo>
                  <a:lnTo>
                    <a:pt x="3130490" y="1159098"/>
                  </a:lnTo>
                  <a:lnTo>
                    <a:pt x="3135963" y="1159098"/>
                  </a:lnTo>
                  <a:lnTo>
                    <a:pt x="3135963" y="1159098"/>
                  </a:lnTo>
                  <a:lnTo>
                    <a:pt x="3141436" y="1159098"/>
                  </a:lnTo>
                  <a:lnTo>
                    <a:pt x="3141436" y="1159098"/>
                  </a:lnTo>
                  <a:lnTo>
                    <a:pt x="3146909" y="1159098"/>
                  </a:lnTo>
                  <a:lnTo>
                    <a:pt x="3146909" y="1159098"/>
                  </a:lnTo>
                  <a:lnTo>
                    <a:pt x="3152382" y="1159098"/>
                  </a:lnTo>
                  <a:lnTo>
                    <a:pt x="3152382" y="1159098"/>
                  </a:lnTo>
                  <a:lnTo>
                    <a:pt x="3157854" y="1159098"/>
                  </a:lnTo>
                  <a:lnTo>
                    <a:pt x="3157854" y="1159098"/>
                  </a:lnTo>
                  <a:lnTo>
                    <a:pt x="3163327" y="1159098"/>
                  </a:lnTo>
                  <a:lnTo>
                    <a:pt x="3163327" y="1159098"/>
                  </a:lnTo>
                  <a:lnTo>
                    <a:pt x="3168800" y="1159098"/>
                  </a:lnTo>
                  <a:lnTo>
                    <a:pt x="3168800" y="1147118"/>
                  </a:lnTo>
                  <a:lnTo>
                    <a:pt x="3174273" y="1147118"/>
                  </a:lnTo>
                  <a:lnTo>
                    <a:pt x="3174273" y="1147118"/>
                  </a:lnTo>
                  <a:lnTo>
                    <a:pt x="3179746" y="1147118"/>
                  </a:lnTo>
                  <a:lnTo>
                    <a:pt x="3179746" y="1147118"/>
                  </a:lnTo>
                  <a:lnTo>
                    <a:pt x="3185219" y="1147118"/>
                  </a:lnTo>
                  <a:lnTo>
                    <a:pt x="3185219" y="1147118"/>
                  </a:lnTo>
                  <a:lnTo>
                    <a:pt x="3190692" y="1147118"/>
                  </a:lnTo>
                  <a:lnTo>
                    <a:pt x="3190692" y="1147118"/>
                  </a:lnTo>
                  <a:lnTo>
                    <a:pt x="3196165" y="1147118"/>
                  </a:lnTo>
                  <a:lnTo>
                    <a:pt x="3196165" y="1147118"/>
                  </a:lnTo>
                  <a:lnTo>
                    <a:pt x="3201637" y="1147118"/>
                  </a:lnTo>
                  <a:lnTo>
                    <a:pt x="3201637" y="1147118"/>
                  </a:lnTo>
                  <a:lnTo>
                    <a:pt x="3207110" y="1147118"/>
                  </a:lnTo>
                  <a:lnTo>
                    <a:pt x="3207110" y="1147118"/>
                  </a:lnTo>
                  <a:lnTo>
                    <a:pt x="3212583" y="1147118"/>
                  </a:lnTo>
                  <a:lnTo>
                    <a:pt x="3212583" y="1147118"/>
                  </a:lnTo>
                  <a:lnTo>
                    <a:pt x="3218056" y="1147118"/>
                  </a:lnTo>
                  <a:lnTo>
                    <a:pt x="3218056" y="1135068"/>
                  </a:lnTo>
                  <a:lnTo>
                    <a:pt x="3223529" y="1135068"/>
                  </a:lnTo>
                  <a:lnTo>
                    <a:pt x="3223529" y="1135068"/>
                  </a:lnTo>
                  <a:lnTo>
                    <a:pt x="3229002" y="1135068"/>
                  </a:lnTo>
                  <a:lnTo>
                    <a:pt x="3229002" y="1122980"/>
                  </a:lnTo>
                  <a:lnTo>
                    <a:pt x="3234475" y="1122980"/>
                  </a:lnTo>
                  <a:lnTo>
                    <a:pt x="3234475" y="1122980"/>
                  </a:lnTo>
                  <a:lnTo>
                    <a:pt x="3239948" y="1122980"/>
                  </a:lnTo>
                  <a:lnTo>
                    <a:pt x="3239948" y="1122980"/>
                  </a:lnTo>
                  <a:lnTo>
                    <a:pt x="3245421" y="1122980"/>
                  </a:lnTo>
                  <a:lnTo>
                    <a:pt x="3245421" y="1122980"/>
                  </a:lnTo>
                  <a:lnTo>
                    <a:pt x="3250893" y="1122980"/>
                  </a:lnTo>
                  <a:lnTo>
                    <a:pt x="3250893" y="1122980"/>
                  </a:lnTo>
                  <a:lnTo>
                    <a:pt x="3256366" y="1122980"/>
                  </a:lnTo>
                  <a:lnTo>
                    <a:pt x="3256366" y="1110877"/>
                  </a:lnTo>
                  <a:lnTo>
                    <a:pt x="3261839" y="1110877"/>
                  </a:lnTo>
                  <a:lnTo>
                    <a:pt x="3261839" y="1110877"/>
                  </a:lnTo>
                  <a:lnTo>
                    <a:pt x="3267312" y="1110877"/>
                  </a:lnTo>
                  <a:lnTo>
                    <a:pt x="3267312" y="1098752"/>
                  </a:lnTo>
                  <a:lnTo>
                    <a:pt x="3272785" y="1098752"/>
                  </a:lnTo>
                  <a:lnTo>
                    <a:pt x="3272785" y="1098752"/>
                  </a:lnTo>
                  <a:lnTo>
                    <a:pt x="3278258" y="1098752"/>
                  </a:lnTo>
                  <a:lnTo>
                    <a:pt x="3278258" y="1098752"/>
                  </a:lnTo>
                  <a:lnTo>
                    <a:pt x="3283731" y="1098752"/>
                  </a:lnTo>
                  <a:lnTo>
                    <a:pt x="3283731" y="1086612"/>
                  </a:lnTo>
                  <a:lnTo>
                    <a:pt x="3289204" y="1086612"/>
                  </a:lnTo>
                  <a:lnTo>
                    <a:pt x="3289204" y="1086612"/>
                  </a:lnTo>
                  <a:lnTo>
                    <a:pt x="3294677" y="1086612"/>
                  </a:lnTo>
                  <a:lnTo>
                    <a:pt x="3294677" y="1074432"/>
                  </a:lnTo>
                  <a:lnTo>
                    <a:pt x="3300149" y="1074432"/>
                  </a:lnTo>
                  <a:lnTo>
                    <a:pt x="3300149" y="1074432"/>
                  </a:lnTo>
                  <a:lnTo>
                    <a:pt x="3305622" y="1074432"/>
                  </a:lnTo>
                  <a:lnTo>
                    <a:pt x="3305622" y="1074432"/>
                  </a:lnTo>
                  <a:lnTo>
                    <a:pt x="3311095" y="1074432"/>
                  </a:lnTo>
                  <a:lnTo>
                    <a:pt x="3311095" y="1074432"/>
                  </a:lnTo>
                  <a:lnTo>
                    <a:pt x="3316568" y="1074432"/>
                  </a:lnTo>
                  <a:lnTo>
                    <a:pt x="3316568" y="1074432"/>
                  </a:lnTo>
                  <a:lnTo>
                    <a:pt x="3322041" y="1074432"/>
                  </a:lnTo>
                  <a:lnTo>
                    <a:pt x="3322041" y="1074432"/>
                  </a:lnTo>
                  <a:lnTo>
                    <a:pt x="3327514" y="1074432"/>
                  </a:lnTo>
                  <a:lnTo>
                    <a:pt x="3327514" y="1074432"/>
                  </a:lnTo>
                  <a:lnTo>
                    <a:pt x="3332987" y="1074432"/>
                  </a:lnTo>
                  <a:lnTo>
                    <a:pt x="3332987" y="1074432"/>
                  </a:lnTo>
                  <a:lnTo>
                    <a:pt x="3338460" y="1074432"/>
                  </a:lnTo>
                  <a:lnTo>
                    <a:pt x="3338460" y="1074432"/>
                  </a:lnTo>
                  <a:lnTo>
                    <a:pt x="3343932" y="1074432"/>
                  </a:lnTo>
                  <a:lnTo>
                    <a:pt x="3343932" y="1074432"/>
                  </a:lnTo>
                  <a:lnTo>
                    <a:pt x="3349405" y="1074432"/>
                  </a:lnTo>
                  <a:lnTo>
                    <a:pt x="3349405" y="1074432"/>
                  </a:lnTo>
                  <a:lnTo>
                    <a:pt x="3354878" y="1074432"/>
                  </a:lnTo>
                  <a:lnTo>
                    <a:pt x="3354878" y="1074432"/>
                  </a:lnTo>
                  <a:lnTo>
                    <a:pt x="3360351" y="1074432"/>
                  </a:lnTo>
                  <a:lnTo>
                    <a:pt x="3360351" y="1074432"/>
                  </a:lnTo>
                  <a:lnTo>
                    <a:pt x="3365824" y="1074432"/>
                  </a:lnTo>
                  <a:lnTo>
                    <a:pt x="3365824" y="1062100"/>
                  </a:lnTo>
                  <a:lnTo>
                    <a:pt x="3371297" y="1062100"/>
                  </a:lnTo>
                  <a:lnTo>
                    <a:pt x="3371297" y="1062100"/>
                  </a:lnTo>
                  <a:lnTo>
                    <a:pt x="3376770" y="1062100"/>
                  </a:lnTo>
                  <a:lnTo>
                    <a:pt x="3376770" y="1062100"/>
                  </a:lnTo>
                  <a:lnTo>
                    <a:pt x="3382243" y="1062100"/>
                  </a:lnTo>
                  <a:lnTo>
                    <a:pt x="3382243" y="1062100"/>
                  </a:lnTo>
                  <a:lnTo>
                    <a:pt x="3387716" y="1062100"/>
                  </a:lnTo>
                  <a:lnTo>
                    <a:pt x="3387716" y="1062100"/>
                  </a:lnTo>
                  <a:lnTo>
                    <a:pt x="3393188" y="1062100"/>
                  </a:lnTo>
                  <a:lnTo>
                    <a:pt x="3393188" y="1062100"/>
                  </a:lnTo>
                  <a:lnTo>
                    <a:pt x="3398661" y="1062100"/>
                  </a:lnTo>
                  <a:lnTo>
                    <a:pt x="3398661" y="1062100"/>
                  </a:lnTo>
                  <a:lnTo>
                    <a:pt x="3404134" y="1062100"/>
                  </a:lnTo>
                  <a:lnTo>
                    <a:pt x="3404134" y="1062100"/>
                  </a:lnTo>
                  <a:lnTo>
                    <a:pt x="3409607" y="1062100"/>
                  </a:lnTo>
                  <a:lnTo>
                    <a:pt x="3409607" y="1062100"/>
                  </a:lnTo>
                  <a:lnTo>
                    <a:pt x="3415080" y="1062100"/>
                  </a:lnTo>
                  <a:lnTo>
                    <a:pt x="3415080" y="1062100"/>
                  </a:lnTo>
                  <a:lnTo>
                    <a:pt x="3420553" y="1062100"/>
                  </a:lnTo>
                  <a:lnTo>
                    <a:pt x="3420553" y="1062100"/>
                  </a:lnTo>
                  <a:lnTo>
                    <a:pt x="3426026" y="1062100"/>
                  </a:lnTo>
                  <a:lnTo>
                    <a:pt x="3426026" y="1062100"/>
                  </a:lnTo>
                  <a:lnTo>
                    <a:pt x="3431499" y="1062100"/>
                  </a:lnTo>
                  <a:lnTo>
                    <a:pt x="3431499" y="1062100"/>
                  </a:lnTo>
                  <a:lnTo>
                    <a:pt x="3436972" y="1062100"/>
                  </a:lnTo>
                  <a:lnTo>
                    <a:pt x="3436972" y="1062100"/>
                  </a:lnTo>
                  <a:lnTo>
                    <a:pt x="3442444" y="1062100"/>
                  </a:lnTo>
                  <a:lnTo>
                    <a:pt x="3442444" y="1062100"/>
                  </a:lnTo>
                  <a:lnTo>
                    <a:pt x="3447917" y="1062100"/>
                  </a:lnTo>
                  <a:lnTo>
                    <a:pt x="3447917" y="1049594"/>
                  </a:lnTo>
                  <a:lnTo>
                    <a:pt x="3453390" y="1049594"/>
                  </a:lnTo>
                  <a:lnTo>
                    <a:pt x="3453390" y="1049594"/>
                  </a:lnTo>
                  <a:lnTo>
                    <a:pt x="3458863" y="1049594"/>
                  </a:lnTo>
                  <a:lnTo>
                    <a:pt x="3458863" y="1049594"/>
                  </a:lnTo>
                  <a:lnTo>
                    <a:pt x="3464336" y="1049594"/>
                  </a:lnTo>
                  <a:lnTo>
                    <a:pt x="3464336" y="1049594"/>
                  </a:lnTo>
                  <a:lnTo>
                    <a:pt x="3469809" y="1049594"/>
                  </a:lnTo>
                  <a:lnTo>
                    <a:pt x="3469809" y="1049594"/>
                  </a:lnTo>
                  <a:lnTo>
                    <a:pt x="3475282" y="1049594"/>
                  </a:lnTo>
                  <a:lnTo>
                    <a:pt x="3475282" y="1049594"/>
                  </a:lnTo>
                  <a:lnTo>
                    <a:pt x="3480755" y="1049594"/>
                  </a:lnTo>
                  <a:lnTo>
                    <a:pt x="3480755" y="1049594"/>
                  </a:lnTo>
                  <a:lnTo>
                    <a:pt x="3486228" y="1049594"/>
                  </a:lnTo>
                  <a:lnTo>
                    <a:pt x="3486228" y="1049594"/>
                  </a:lnTo>
                  <a:lnTo>
                    <a:pt x="3491700" y="1049594"/>
                  </a:lnTo>
                  <a:lnTo>
                    <a:pt x="3491700" y="1049594"/>
                  </a:lnTo>
                  <a:lnTo>
                    <a:pt x="3497173" y="1049594"/>
                  </a:lnTo>
                  <a:lnTo>
                    <a:pt x="3497173" y="1049594"/>
                  </a:lnTo>
                  <a:lnTo>
                    <a:pt x="3502646" y="1049594"/>
                  </a:lnTo>
                  <a:lnTo>
                    <a:pt x="3502646" y="1036933"/>
                  </a:lnTo>
                  <a:lnTo>
                    <a:pt x="3508119" y="1036933"/>
                  </a:lnTo>
                  <a:lnTo>
                    <a:pt x="3508119" y="1036933"/>
                  </a:lnTo>
                  <a:lnTo>
                    <a:pt x="3513592" y="1036933"/>
                  </a:lnTo>
                  <a:lnTo>
                    <a:pt x="3513592" y="1036933"/>
                  </a:lnTo>
                  <a:lnTo>
                    <a:pt x="3519065" y="1036933"/>
                  </a:lnTo>
                  <a:lnTo>
                    <a:pt x="3519065" y="1036933"/>
                  </a:lnTo>
                  <a:lnTo>
                    <a:pt x="3524538" y="1036933"/>
                  </a:lnTo>
                  <a:lnTo>
                    <a:pt x="3524538" y="1036933"/>
                  </a:lnTo>
                  <a:lnTo>
                    <a:pt x="3530011" y="1036933"/>
                  </a:lnTo>
                  <a:lnTo>
                    <a:pt x="3530011" y="1036933"/>
                  </a:lnTo>
                  <a:lnTo>
                    <a:pt x="3535483" y="1036933"/>
                  </a:lnTo>
                  <a:lnTo>
                    <a:pt x="3535483" y="1036933"/>
                  </a:lnTo>
                  <a:lnTo>
                    <a:pt x="3540956" y="1036933"/>
                  </a:lnTo>
                  <a:lnTo>
                    <a:pt x="3540956" y="1024180"/>
                  </a:lnTo>
                  <a:lnTo>
                    <a:pt x="3546429" y="1024180"/>
                  </a:lnTo>
                  <a:lnTo>
                    <a:pt x="3546429" y="1024180"/>
                  </a:lnTo>
                  <a:lnTo>
                    <a:pt x="3551902" y="1024180"/>
                  </a:lnTo>
                  <a:lnTo>
                    <a:pt x="3551902" y="1024180"/>
                  </a:lnTo>
                  <a:lnTo>
                    <a:pt x="3557375" y="1024180"/>
                  </a:lnTo>
                  <a:lnTo>
                    <a:pt x="3557375" y="1024180"/>
                  </a:lnTo>
                  <a:lnTo>
                    <a:pt x="3562848" y="1024180"/>
                  </a:lnTo>
                  <a:lnTo>
                    <a:pt x="3562848" y="1024180"/>
                  </a:lnTo>
                  <a:lnTo>
                    <a:pt x="3568321" y="1024180"/>
                  </a:lnTo>
                  <a:lnTo>
                    <a:pt x="3568321" y="1024180"/>
                  </a:lnTo>
                  <a:lnTo>
                    <a:pt x="3573794" y="1024180"/>
                  </a:lnTo>
                  <a:lnTo>
                    <a:pt x="3573794" y="1024180"/>
                  </a:lnTo>
                  <a:lnTo>
                    <a:pt x="3579267" y="1024180"/>
                  </a:lnTo>
                  <a:lnTo>
                    <a:pt x="3579267" y="1024180"/>
                  </a:lnTo>
                  <a:lnTo>
                    <a:pt x="3584739" y="1024180"/>
                  </a:lnTo>
                  <a:lnTo>
                    <a:pt x="3584739" y="1024180"/>
                  </a:lnTo>
                  <a:lnTo>
                    <a:pt x="3590212" y="1024180"/>
                  </a:lnTo>
                  <a:lnTo>
                    <a:pt x="3590212" y="1024180"/>
                  </a:lnTo>
                  <a:lnTo>
                    <a:pt x="3595685" y="1024180"/>
                  </a:lnTo>
                  <a:lnTo>
                    <a:pt x="3595685" y="1024180"/>
                  </a:lnTo>
                  <a:lnTo>
                    <a:pt x="3601158" y="1024180"/>
                  </a:lnTo>
                  <a:lnTo>
                    <a:pt x="3601158" y="1024180"/>
                  </a:lnTo>
                  <a:lnTo>
                    <a:pt x="3606631" y="1024180"/>
                  </a:lnTo>
                  <a:lnTo>
                    <a:pt x="3606631" y="1024180"/>
                  </a:lnTo>
                  <a:lnTo>
                    <a:pt x="3612104" y="1024180"/>
                  </a:lnTo>
                  <a:lnTo>
                    <a:pt x="3612104" y="1024180"/>
                  </a:lnTo>
                  <a:lnTo>
                    <a:pt x="3617577" y="1024180"/>
                  </a:lnTo>
                  <a:lnTo>
                    <a:pt x="3617577" y="1024180"/>
                  </a:lnTo>
                  <a:lnTo>
                    <a:pt x="3623050" y="1024180"/>
                  </a:lnTo>
                  <a:lnTo>
                    <a:pt x="3623050" y="1024180"/>
                  </a:lnTo>
                  <a:lnTo>
                    <a:pt x="3628523" y="1024180"/>
                  </a:lnTo>
                  <a:lnTo>
                    <a:pt x="3628523" y="998417"/>
                  </a:lnTo>
                  <a:lnTo>
                    <a:pt x="3633995" y="998417"/>
                  </a:lnTo>
                  <a:lnTo>
                    <a:pt x="3633995" y="998417"/>
                  </a:lnTo>
                  <a:lnTo>
                    <a:pt x="3639468" y="998417"/>
                  </a:lnTo>
                  <a:lnTo>
                    <a:pt x="3639468" y="998417"/>
                  </a:lnTo>
                  <a:lnTo>
                    <a:pt x="3644941" y="998417"/>
                  </a:lnTo>
                  <a:lnTo>
                    <a:pt x="3644941" y="998417"/>
                  </a:lnTo>
                  <a:lnTo>
                    <a:pt x="3650414" y="998417"/>
                  </a:lnTo>
                  <a:lnTo>
                    <a:pt x="3650414" y="998417"/>
                  </a:lnTo>
                  <a:lnTo>
                    <a:pt x="3655887" y="998417"/>
                  </a:lnTo>
                  <a:lnTo>
                    <a:pt x="3655887" y="998417"/>
                  </a:lnTo>
                  <a:lnTo>
                    <a:pt x="3661360" y="998417"/>
                  </a:lnTo>
                  <a:lnTo>
                    <a:pt x="3661360" y="998417"/>
                  </a:lnTo>
                  <a:lnTo>
                    <a:pt x="3666833" y="998417"/>
                  </a:lnTo>
                  <a:lnTo>
                    <a:pt x="3666833" y="998417"/>
                  </a:lnTo>
                  <a:lnTo>
                    <a:pt x="3672306" y="998417"/>
                  </a:lnTo>
                  <a:lnTo>
                    <a:pt x="3672306" y="998417"/>
                  </a:lnTo>
                  <a:lnTo>
                    <a:pt x="3677779" y="998417"/>
                  </a:lnTo>
                  <a:lnTo>
                    <a:pt x="3677779" y="998417"/>
                  </a:lnTo>
                  <a:lnTo>
                    <a:pt x="3683251" y="998417"/>
                  </a:lnTo>
                  <a:lnTo>
                    <a:pt x="3683251" y="998417"/>
                  </a:lnTo>
                  <a:lnTo>
                    <a:pt x="3688724" y="998417"/>
                  </a:lnTo>
                  <a:lnTo>
                    <a:pt x="3688724" y="998417"/>
                  </a:lnTo>
                  <a:lnTo>
                    <a:pt x="3694197" y="998417"/>
                  </a:lnTo>
                  <a:lnTo>
                    <a:pt x="3694197" y="998417"/>
                  </a:lnTo>
                  <a:lnTo>
                    <a:pt x="3699670" y="998417"/>
                  </a:lnTo>
                  <a:lnTo>
                    <a:pt x="3699670" y="998417"/>
                  </a:lnTo>
                  <a:lnTo>
                    <a:pt x="3705143" y="998417"/>
                  </a:lnTo>
                  <a:lnTo>
                    <a:pt x="3705143" y="985403"/>
                  </a:lnTo>
                  <a:lnTo>
                    <a:pt x="3710616" y="985403"/>
                  </a:lnTo>
                  <a:lnTo>
                    <a:pt x="3710616" y="972370"/>
                  </a:lnTo>
                  <a:lnTo>
                    <a:pt x="3716089" y="972370"/>
                  </a:lnTo>
                  <a:lnTo>
                    <a:pt x="3716089" y="972370"/>
                  </a:lnTo>
                  <a:lnTo>
                    <a:pt x="3721562" y="972370"/>
                  </a:lnTo>
                  <a:lnTo>
                    <a:pt x="3721562" y="972370"/>
                  </a:lnTo>
                  <a:lnTo>
                    <a:pt x="3727034" y="972370"/>
                  </a:lnTo>
                  <a:lnTo>
                    <a:pt x="3727034" y="972370"/>
                  </a:lnTo>
                  <a:lnTo>
                    <a:pt x="3732507" y="972370"/>
                  </a:lnTo>
                  <a:lnTo>
                    <a:pt x="3732507" y="972370"/>
                  </a:lnTo>
                  <a:lnTo>
                    <a:pt x="3737980" y="972370"/>
                  </a:lnTo>
                  <a:lnTo>
                    <a:pt x="3737980" y="972370"/>
                  </a:lnTo>
                  <a:lnTo>
                    <a:pt x="3743453" y="972370"/>
                  </a:lnTo>
                  <a:lnTo>
                    <a:pt x="3743453" y="972370"/>
                  </a:lnTo>
                  <a:lnTo>
                    <a:pt x="3748926" y="972370"/>
                  </a:lnTo>
                  <a:lnTo>
                    <a:pt x="3748926" y="972370"/>
                  </a:lnTo>
                  <a:lnTo>
                    <a:pt x="3754399" y="972370"/>
                  </a:lnTo>
                  <a:lnTo>
                    <a:pt x="3754399" y="972370"/>
                  </a:lnTo>
                  <a:lnTo>
                    <a:pt x="3759872" y="972370"/>
                  </a:lnTo>
                  <a:lnTo>
                    <a:pt x="3759872" y="972370"/>
                  </a:lnTo>
                  <a:lnTo>
                    <a:pt x="3765345" y="972370"/>
                  </a:lnTo>
                  <a:lnTo>
                    <a:pt x="3765345" y="972370"/>
                  </a:lnTo>
                  <a:lnTo>
                    <a:pt x="3770818" y="972370"/>
                  </a:lnTo>
                  <a:lnTo>
                    <a:pt x="3770818" y="972370"/>
                  </a:lnTo>
                  <a:lnTo>
                    <a:pt x="3776290" y="972370"/>
                  </a:lnTo>
                  <a:lnTo>
                    <a:pt x="3776290" y="972370"/>
                  </a:lnTo>
                  <a:lnTo>
                    <a:pt x="3781763" y="972370"/>
                  </a:lnTo>
                  <a:lnTo>
                    <a:pt x="3781763" y="972370"/>
                  </a:lnTo>
                  <a:lnTo>
                    <a:pt x="3787236" y="972370"/>
                  </a:lnTo>
                  <a:lnTo>
                    <a:pt x="3787236" y="972370"/>
                  </a:lnTo>
                  <a:lnTo>
                    <a:pt x="3792709" y="972370"/>
                  </a:lnTo>
                  <a:lnTo>
                    <a:pt x="3792709" y="972370"/>
                  </a:lnTo>
                  <a:lnTo>
                    <a:pt x="3798182" y="972370"/>
                  </a:lnTo>
                  <a:lnTo>
                    <a:pt x="3798182" y="972370"/>
                  </a:lnTo>
                  <a:lnTo>
                    <a:pt x="3803655" y="972370"/>
                  </a:lnTo>
                  <a:lnTo>
                    <a:pt x="3803655" y="972370"/>
                  </a:lnTo>
                  <a:lnTo>
                    <a:pt x="3809128" y="972370"/>
                  </a:lnTo>
                  <a:lnTo>
                    <a:pt x="3809128" y="972370"/>
                  </a:lnTo>
                  <a:lnTo>
                    <a:pt x="3814601" y="972370"/>
                  </a:lnTo>
                  <a:lnTo>
                    <a:pt x="3814601" y="972370"/>
                  </a:lnTo>
                  <a:lnTo>
                    <a:pt x="3820074" y="972370"/>
                  </a:lnTo>
                  <a:lnTo>
                    <a:pt x="3820074" y="972370"/>
                  </a:lnTo>
                  <a:lnTo>
                    <a:pt x="3825546" y="972370"/>
                  </a:lnTo>
                  <a:lnTo>
                    <a:pt x="3825546" y="972370"/>
                  </a:lnTo>
                  <a:lnTo>
                    <a:pt x="3831019" y="972370"/>
                  </a:lnTo>
                  <a:lnTo>
                    <a:pt x="3831019" y="972370"/>
                  </a:lnTo>
                  <a:lnTo>
                    <a:pt x="3836492" y="972370"/>
                  </a:lnTo>
                  <a:lnTo>
                    <a:pt x="3836492" y="972370"/>
                  </a:lnTo>
                  <a:lnTo>
                    <a:pt x="3841965" y="972370"/>
                  </a:lnTo>
                  <a:lnTo>
                    <a:pt x="3841965" y="972370"/>
                  </a:lnTo>
                  <a:lnTo>
                    <a:pt x="3847438" y="972370"/>
                  </a:lnTo>
                  <a:lnTo>
                    <a:pt x="3847438" y="972370"/>
                  </a:lnTo>
                  <a:lnTo>
                    <a:pt x="3852911" y="972370"/>
                  </a:lnTo>
                  <a:lnTo>
                    <a:pt x="3852911" y="972370"/>
                  </a:lnTo>
                  <a:lnTo>
                    <a:pt x="3858384" y="972370"/>
                  </a:lnTo>
                  <a:lnTo>
                    <a:pt x="3858384" y="972370"/>
                  </a:lnTo>
                  <a:lnTo>
                    <a:pt x="3863857" y="972370"/>
                  </a:lnTo>
                  <a:lnTo>
                    <a:pt x="3863857" y="972370"/>
                  </a:lnTo>
                  <a:lnTo>
                    <a:pt x="3869329" y="972370"/>
                  </a:lnTo>
                  <a:lnTo>
                    <a:pt x="3869329" y="972370"/>
                  </a:lnTo>
                  <a:lnTo>
                    <a:pt x="3874802" y="972370"/>
                  </a:lnTo>
                  <a:lnTo>
                    <a:pt x="3874802" y="972370"/>
                  </a:lnTo>
                  <a:lnTo>
                    <a:pt x="3880275" y="972370"/>
                  </a:lnTo>
                  <a:lnTo>
                    <a:pt x="3880275" y="972370"/>
                  </a:lnTo>
                  <a:lnTo>
                    <a:pt x="3885748" y="972370"/>
                  </a:lnTo>
                  <a:lnTo>
                    <a:pt x="3885748" y="972370"/>
                  </a:lnTo>
                  <a:lnTo>
                    <a:pt x="3891221" y="972370"/>
                  </a:lnTo>
                  <a:lnTo>
                    <a:pt x="3891221" y="972370"/>
                  </a:lnTo>
                  <a:lnTo>
                    <a:pt x="3896694" y="972370"/>
                  </a:lnTo>
                  <a:lnTo>
                    <a:pt x="3896694" y="972370"/>
                  </a:lnTo>
                  <a:lnTo>
                    <a:pt x="3902167" y="972370"/>
                  </a:lnTo>
                  <a:lnTo>
                    <a:pt x="3902167" y="972370"/>
                  </a:lnTo>
                  <a:lnTo>
                    <a:pt x="3907640" y="972370"/>
                  </a:lnTo>
                  <a:lnTo>
                    <a:pt x="3907640" y="972370"/>
                  </a:lnTo>
                  <a:lnTo>
                    <a:pt x="3913113" y="972370"/>
                  </a:lnTo>
                  <a:lnTo>
                    <a:pt x="3913113" y="972370"/>
                  </a:lnTo>
                  <a:lnTo>
                    <a:pt x="3918585" y="972370"/>
                  </a:lnTo>
                  <a:lnTo>
                    <a:pt x="3918585" y="972370"/>
                  </a:lnTo>
                  <a:lnTo>
                    <a:pt x="3924058" y="972370"/>
                  </a:lnTo>
                  <a:lnTo>
                    <a:pt x="3924058" y="972370"/>
                  </a:lnTo>
                  <a:lnTo>
                    <a:pt x="3929531" y="972370"/>
                  </a:lnTo>
                  <a:lnTo>
                    <a:pt x="3929531" y="972370"/>
                  </a:lnTo>
                  <a:lnTo>
                    <a:pt x="3935004" y="972370"/>
                  </a:lnTo>
                  <a:lnTo>
                    <a:pt x="3935004" y="958921"/>
                  </a:lnTo>
                  <a:lnTo>
                    <a:pt x="3940477" y="958921"/>
                  </a:lnTo>
                  <a:lnTo>
                    <a:pt x="3940477" y="958921"/>
                  </a:lnTo>
                  <a:lnTo>
                    <a:pt x="3945950" y="958921"/>
                  </a:lnTo>
                  <a:lnTo>
                    <a:pt x="3945950" y="958921"/>
                  </a:lnTo>
                  <a:lnTo>
                    <a:pt x="3951423" y="958921"/>
                  </a:lnTo>
                  <a:lnTo>
                    <a:pt x="3951423" y="958921"/>
                  </a:lnTo>
                  <a:lnTo>
                    <a:pt x="3956896" y="958921"/>
                  </a:lnTo>
                  <a:lnTo>
                    <a:pt x="3956896" y="958921"/>
                  </a:lnTo>
                  <a:lnTo>
                    <a:pt x="3962369" y="958921"/>
                  </a:lnTo>
                  <a:lnTo>
                    <a:pt x="3962369" y="958921"/>
                  </a:lnTo>
                  <a:lnTo>
                    <a:pt x="3967841" y="958921"/>
                  </a:lnTo>
                  <a:lnTo>
                    <a:pt x="3967841" y="958921"/>
                  </a:lnTo>
                  <a:lnTo>
                    <a:pt x="3973314" y="958921"/>
                  </a:lnTo>
                  <a:lnTo>
                    <a:pt x="3973314" y="958921"/>
                  </a:lnTo>
                  <a:lnTo>
                    <a:pt x="3978787" y="958921"/>
                  </a:lnTo>
                  <a:lnTo>
                    <a:pt x="3978787" y="958921"/>
                  </a:lnTo>
                  <a:lnTo>
                    <a:pt x="3984260" y="958921"/>
                  </a:lnTo>
                  <a:lnTo>
                    <a:pt x="3984260" y="958921"/>
                  </a:lnTo>
                  <a:lnTo>
                    <a:pt x="3989733" y="958921"/>
                  </a:lnTo>
                  <a:lnTo>
                    <a:pt x="3989733" y="958921"/>
                  </a:lnTo>
                  <a:lnTo>
                    <a:pt x="3995206" y="958921"/>
                  </a:lnTo>
                  <a:lnTo>
                    <a:pt x="3995206" y="958921"/>
                  </a:lnTo>
                  <a:lnTo>
                    <a:pt x="4000679" y="958921"/>
                  </a:lnTo>
                  <a:lnTo>
                    <a:pt x="4000679" y="958921"/>
                  </a:lnTo>
                  <a:lnTo>
                    <a:pt x="4006152" y="958921"/>
                  </a:lnTo>
                  <a:lnTo>
                    <a:pt x="4006152" y="958921"/>
                  </a:lnTo>
                  <a:lnTo>
                    <a:pt x="4011625" y="958921"/>
                  </a:lnTo>
                  <a:lnTo>
                    <a:pt x="4011625" y="958921"/>
                  </a:lnTo>
                  <a:lnTo>
                    <a:pt x="4017097" y="958921"/>
                  </a:lnTo>
                  <a:lnTo>
                    <a:pt x="4017097" y="958921"/>
                  </a:lnTo>
                  <a:lnTo>
                    <a:pt x="4022570" y="958921"/>
                  </a:lnTo>
                  <a:lnTo>
                    <a:pt x="4022570" y="958921"/>
                  </a:lnTo>
                  <a:lnTo>
                    <a:pt x="4028043" y="958921"/>
                  </a:lnTo>
                  <a:lnTo>
                    <a:pt x="4028043" y="958921"/>
                  </a:lnTo>
                  <a:lnTo>
                    <a:pt x="4033516" y="958921"/>
                  </a:lnTo>
                  <a:lnTo>
                    <a:pt x="4033516" y="958921"/>
                  </a:lnTo>
                  <a:lnTo>
                    <a:pt x="4038989" y="958921"/>
                  </a:lnTo>
                  <a:lnTo>
                    <a:pt x="4038989" y="958921"/>
                  </a:lnTo>
                  <a:lnTo>
                    <a:pt x="4044462" y="958921"/>
                  </a:lnTo>
                  <a:lnTo>
                    <a:pt x="4044462" y="958921"/>
                  </a:lnTo>
                  <a:lnTo>
                    <a:pt x="4049935" y="958921"/>
                  </a:lnTo>
                  <a:lnTo>
                    <a:pt x="4049935" y="958921"/>
                  </a:lnTo>
                  <a:lnTo>
                    <a:pt x="4055408" y="958921"/>
                  </a:lnTo>
                  <a:lnTo>
                    <a:pt x="4055408" y="958921"/>
                  </a:lnTo>
                  <a:lnTo>
                    <a:pt x="4060880" y="958921"/>
                  </a:lnTo>
                  <a:lnTo>
                    <a:pt x="4060880" y="958921"/>
                  </a:lnTo>
                  <a:lnTo>
                    <a:pt x="4066353" y="958921"/>
                  </a:lnTo>
                  <a:lnTo>
                    <a:pt x="4066353" y="958921"/>
                  </a:lnTo>
                  <a:lnTo>
                    <a:pt x="4071826" y="958921"/>
                  </a:lnTo>
                  <a:lnTo>
                    <a:pt x="4071826" y="958921"/>
                  </a:lnTo>
                  <a:lnTo>
                    <a:pt x="4077299" y="958921"/>
                  </a:lnTo>
                  <a:lnTo>
                    <a:pt x="4077299" y="958921"/>
                  </a:lnTo>
                  <a:lnTo>
                    <a:pt x="4082772" y="958921"/>
                  </a:lnTo>
                  <a:lnTo>
                    <a:pt x="4082772" y="958921"/>
                  </a:lnTo>
                  <a:lnTo>
                    <a:pt x="4088245" y="958921"/>
                  </a:lnTo>
                  <a:lnTo>
                    <a:pt x="4088245" y="958921"/>
                  </a:lnTo>
                  <a:lnTo>
                    <a:pt x="4093718" y="958921"/>
                  </a:lnTo>
                  <a:lnTo>
                    <a:pt x="4093718" y="958921"/>
                  </a:lnTo>
                  <a:lnTo>
                    <a:pt x="4099191" y="958921"/>
                  </a:lnTo>
                  <a:lnTo>
                    <a:pt x="4099191" y="958921"/>
                  </a:lnTo>
                  <a:lnTo>
                    <a:pt x="4104664" y="958921"/>
                  </a:lnTo>
                  <a:lnTo>
                    <a:pt x="4104664" y="958921"/>
                  </a:lnTo>
                  <a:lnTo>
                    <a:pt x="4110136" y="958921"/>
                  </a:lnTo>
                  <a:lnTo>
                    <a:pt x="4110136" y="958921"/>
                  </a:lnTo>
                  <a:lnTo>
                    <a:pt x="4115609" y="958921"/>
                  </a:lnTo>
                  <a:lnTo>
                    <a:pt x="4115609" y="958921"/>
                  </a:lnTo>
                  <a:lnTo>
                    <a:pt x="4121082" y="958921"/>
                  </a:lnTo>
                  <a:lnTo>
                    <a:pt x="4121082" y="958921"/>
                  </a:lnTo>
                  <a:lnTo>
                    <a:pt x="4126555" y="958921"/>
                  </a:lnTo>
                  <a:lnTo>
                    <a:pt x="4126555" y="958921"/>
                  </a:lnTo>
                  <a:lnTo>
                    <a:pt x="4132028" y="958921"/>
                  </a:lnTo>
                  <a:lnTo>
                    <a:pt x="4132028" y="958921"/>
                  </a:lnTo>
                  <a:lnTo>
                    <a:pt x="4137501" y="958921"/>
                  </a:lnTo>
                  <a:lnTo>
                    <a:pt x="4137501" y="958921"/>
                  </a:lnTo>
                  <a:lnTo>
                    <a:pt x="4142974" y="958921"/>
                  </a:lnTo>
                  <a:lnTo>
                    <a:pt x="4142974" y="958921"/>
                  </a:lnTo>
                  <a:lnTo>
                    <a:pt x="4148447" y="958921"/>
                  </a:lnTo>
                  <a:lnTo>
                    <a:pt x="4148447" y="944921"/>
                  </a:lnTo>
                  <a:lnTo>
                    <a:pt x="4153920" y="944921"/>
                  </a:lnTo>
                  <a:lnTo>
                    <a:pt x="4153920" y="930935"/>
                  </a:lnTo>
                  <a:lnTo>
                    <a:pt x="4159392" y="930935"/>
                  </a:lnTo>
                  <a:lnTo>
                    <a:pt x="4159392" y="930935"/>
                  </a:lnTo>
                  <a:lnTo>
                    <a:pt x="4164865" y="930935"/>
                  </a:lnTo>
                  <a:lnTo>
                    <a:pt x="4164865" y="930935"/>
                  </a:lnTo>
                  <a:lnTo>
                    <a:pt x="4170338" y="930935"/>
                  </a:lnTo>
                  <a:lnTo>
                    <a:pt x="4170338" y="930935"/>
                  </a:lnTo>
                  <a:lnTo>
                    <a:pt x="4175811" y="930935"/>
                  </a:lnTo>
                  <a:lnTo>
                    <a:pt x="4175811" y="930935"/>
                  </a:lnTo>
                  <a:lnTo>
                    <a:pt x="4181284" y="930935"/>
                  </a:lnTo>
                  <a:lnTo>
                    <a:pt x="4181284" y="930935"/>
                  </a:lnTo>
                  <a:lnTo>
                    <a:pt x="4186757" y="930935"/>
                  </a:lnTo>
                  <a:lnTo>
                    <a:pt x="4186757" y="930935"/>
                  </a:lnTo>
                  <a:lnTo>
                    <a:pt x="4192230" y="930935"/>
                  </a:lnTo>
                  <a:lnTo>
                    <a:pt x="4192230" y="930935"/>
                  </a:lnTo>
                  <a:lnTo>
                    <a:pt x="4197703" y="930935"/>
                  </a:lnTo>
                  <a:lnTo>
                    <a:pt x="4197703" y="930935"/>
                  </a:lnTo>
                  <a:lnTo>
                    <a:pt x="4203176" y="930935"/>
                  </a:lnTo>
                  <a:lnTo>
                    <a:pt x="4203176" y="930935"/>
                  </a:lnTo>
                  <a:lnTo>
                    <a:pt x="4208648" y="930935"/>
                  </a:lnTo>
                  <a:lnTo>
                    <a:pt x="4208648" y="916799"/>
                  </a:lnTo>
                  <a:lnTo>
                    <a:pt x="4214121" y="916799"/>
                  </a:lnTo>
                  <a:lnTo>
                    <a:pt x="4214121" y="916799"/>
                  </a:lnTo>
                  <a:lnTo>
                    <a:pt x="4219594" y="916799"/>
                  </a:lnTo>
                  <a:lnTo>
                    <a:pt x="4219594" y="916799"/>
                  </a:lnTo>
                  <a:lnTo>
                    <a:pt x="4225067" y="916799"/>
                  </a:lnTo>
                  <a:lnTo>
                    <a:pt x="4225067" y="916799"/>
                  </a:lnTo>
                  <a:lnTo>
                    <a:pt x="4230540" y="916799"/>
                  </a:lnTo>
                  <a:lnTo>
                    <a:pt x="4230540" y="916799"/>
                  </a:lnTo>
                  <a:lnTo>
                    <a:pt x="4236013" y="916799"/>
                  </a:lnTo>
                  <a:lnTo>
                    <a:pt x="4236013" y="916799"/>
                  </a:lnTo>
                  <a:lnTo>
                    <a:pt x="4241486" y="916799"/>
                  </a:lnTo>
                  <a:lnTo>
                    <a:pt x="4241486" y="916799"/>
                  </a:lnTo>
                  <a:lnTo>
                    <a:pt x="4246959" y="916799"/>
                  </a:lnTo>
                  <a:lnTo>
                    <a:pt x="4246959" y="916799"/>
                  </a:lnTo>
                  <a:lnTo>
                    <a:pt x="4252431" y="916799"/>
                  </a:lnTo>
                  <a:lnTo>
                    <a:pt x="4252431" y="916799"/>
                  </a:lnTo>
                  <a:lnTo>
                    <a:pt x="4257904" y="916799"/>
                  </a:lnTo>
                  <a:lnTo>
                    <a:pt x="4257904" y="916799"/>
                  </a:lnTo>
                  <a:lnTo>
                    <a:pt x="4263377" y="916799"/>
                  </a:lnTo>
                  <a:lnTo>
                    <a:pt x="4263377" y="916799"/>
                  </a:lnTo>
                  <a:lnTo>
                    <a:pt x="4268850" y="916799"/>
                  </a:lnTo>
                  <a:lnTo>
                    <a:pt x="4268850" y="916799"/>
                  </a:lnTo>
                  <a:lnTo>
                    <a:pt x="4274323" y="916799"/>
                  </a:lnTo>
                  <a:lnTo>
                    <a:pt x="4274323" y="916799"/>
                  </a:lnTo>
                  <a:lnTo>
                    <a:pt x="4279796" y="916799"/>
                  </a:lnTo>
                  <a:lnTo>
                    <a:pt x="4279796" y="916799"/>
                  </a:lnTo>
                  <a:lnTo>
                    <a:pt x="4285269" y="916799"/>
                  </a:lnTo>
                  <a:lnTo>
                    <a:pt x="4285269" y="916799"/>
                  </a:lnTo>
                  <a:lnTo>
                    <a:pt x="4290742" y="916799"/>
                  </a:lnTo>
                  <a:lnTo>
                    <a:pt x="4290742" y="916799"/>
                  </a:lnTo>
                  <a:lnTo>
                    <a:pt x="4296215" y="916799"/>
                  </a:lnTo>
                  <a:lnTo>
                    <a:pt x="4296215" y="902347"/>
                  </a:lnTo>
                  <a:lnTo>
                    <a:pt x="4301687" y="902347"/>
                  </a:lnTo>
                  <a:lnTo>
                    <a:pt x="4301687" y="902347"/>
                  </a:lnTo>
                  <a:lnTo>
                    <a:pt x="4307160" y="902347"/>
                  </a:lnTo>
                  <a:lnTo>
                    <a:pt x="4307160" y="902347"/>
                  </a:lnTo>
                  <a:lnTo>
                    <a:pt x="4312633" y="902347"/>
                  </a:lnTo>
                  <a:lnTo>
                    <a:pt x="4312633" y="902347"/>
                  </a:lnTo>
                  <a:lnTo>
                    <a:pt x="4318106" y="902347"/>
                  </a:lnTo>
                  <a:lnTo>
                    <a:pt x="4318106" y="902347"/>
                  </a:lnTo>
                  <a:lnTo>
                    <a:pt x="4323579" y="902347"/>
                  </a:lnTo>
                  <a:lnTo>
                    <a:pt x="4323579" y="902347"/>
                  </a:lnTo>
                  <a:lnTo>
                    <a:pt x="4329052" y="902347"/>
                  </a:lnTo>
                  <a:lnTo>
                    <a:pt x="4329052" y="887815"/>
                  </a:lnTo>
                  <a:lnTo>
                    <a:pt x="4334525" y="887815"/>
                  </a:lnTo>
                  <a:lnTo>
                    <a:pt x="4334525" y="887815"/>
                  </a:lnTo>
                  <a:lnTo>
                    <a:pt x="4339998" y="887815"/>
                  </a:lnTo>
                  <a:lnTo>
                    <a:pt x="4339998" y="887815"/>
                  </a:lnTo>
                  <a:lnTo>
                    <a:pt x="4345471" y="887815"/>
                  </a:lnTo>
                  <a:lnTo>
                    <a:pt x="4345471" y="887815"/>
                  </a:lnTo>
                  <a:lnTo>
                    <a:pt x="4350943" y="887815"/>
                  </a:lnTo>
                  <a:lnTo>
                    <a:pt x="4350943" y="887815"/>
                  </a:lnTo>
                  <a:lnTo>
                    <a:pt x="4356416" y="887815"/>
                  </a:lnTo>
                  <a:lnTo>
                    <a:pt x="4356416" y="887815"/>
                  </a:lnTo>
                  <a:lnTo>
                    <a:pt x="4361889" y="887815"/>
                  </a:lnTo>
                  <a:lnTo>
                    <a:pt x="4361889" y="873242"/>
                  </a:lnTo>
                  <a:lnTo>
                    <a:pt x="4367362" y="873242"/>
                  </a:lnTo>
                  <a:lnTo>
                    <a:pt x="4367362" y="873242"/>
                  </a:lnTo>
                  <a:lnTo>
                    <a:pt x="4372835" y="873242"/>
                  </a:lnTo>
                  <a:lnTo>
                    <a:pt x="4372835" y="873242"/>
                  </a:lnTo>
                  <a:lnTo>
                    <a:pt x="4378308" y="873242"/>
                  </a:lnTo>
                  <a:lnTo>
                    <a:pt x="4378308" y="873242"/>
                  </a:lnTo>
                  <a:lnTo>
                    <a:pt x="4383781" y="873242"/>
                  </a:lnTo>
                  <a:lnTo>
                    <a:pt x="4383781" y="873242"/>
                  </a:lnTo>
                  <a:lnTo>
                    <a:pt x="4389254" y="873242"/>
                  </a:lnTo>
                  <a:lnTo>
                    <a:pt x="4389254" y="873242"/>
                  </a:lnTo>
                  <a:lnTo>
                    <a:pt x="4394726" y="873242"/>
                  </a:lnTo>
                  <a:lnTo>
                    <a:pt x="4394726" y="873242"/>
                  </a:lnTo>
                  <a:lnTo>
                    <a:pt x="4400199" y="873242"/>
                  </a:lnTo>
                  <a:lnTo>
                    <a:pt x="4400199" y="873242"/>
                  </a:lnTo>
                  <a:lnTo>
                    <a:pt x="4405672" y="873242"/>
                  </a:lnTo>
                  <a:lnTo>
                    <a:pt x="4405672" y="873242"/>
                  </a:lnTo>
                  <a:lnTo>
                    <a:pt x="4411145" y="873242"/>
                  </a:lnTo>
                  <a:lnTo>
                    <a:pt x="4411145" y="873242"/>
                  </a:lnTo>
                  <a:lnTo>
                    <a:pt x="4416618" y="873242"/>
                  </a:lnTo>
                  <a:lnTo>
                    <a:pt x="4416618" y="873242"/>
                  </a:lnTo>
                  <a:lnTo>
                    <a:pt x="4422091" y="873242"/>
                  </a:lnTo>
                  <a:lnTo>
                    <a:pt x="4422091" y="873242"/>
                  </a:lnTo>
                  <a:lnTo>
                    <a:pt x="4427564" y="873242"/>
                  </a:lnTo>
                  <a:lnTo>
                    <a:pt x="4427564" y="873242"/>
                  </a:lnTo>
                  <a:lnTo>
                    <a:pt x="4433037" y="873242"/>
                  </a:lnTo>
                  <a:lnTo>
                    <a:pt x="4433037" y="873242"/>
                  </a:lnTo>
                  <a:lnTo>
                    <a:pt x="4438510" y="873242"/>
                  </a:lnTo>
                  <a:lnTo>
                    <a:pt x="4438510" y="873242"/>
                  </a:lnTo>
                  <a:lnTo>
                    <a:pt x="4443982" y="873242"/>
                  </a:lnTo>
                  <a:lnTo>
                    <a:pt x="4443982" y="873242"/>
                  </a:lnTo>
                  <a:lnTo>
                    <a:pt x="4449455" y="873242"/>
                  </a:lnTo>
                  <a:lnTo>
                    <a:pt x="4449455" y="873242"/>
                  </a:lnTo>
                  <a:lnTo>
                    <a:pt x="4454928" y="873242"/>
                  </a:lnTo>
                  <a:lnTo>
                    <a:pt x="4454928" y="873242"/>
                  </a:lnTo>
                  <a:lnTo>
                    <a:pt x="4460401" y="873242"/>
                  </a:lnTo>
                  <a:lnTo>
                    <a:pt x="4460401" y="858428"/>
                  </a:lnTo>
                  <a:lnTo>
                    <a:pt x="4465874" y="858428"/>
                  </a:lnTo>
                  <a:lnTo>
                    <a:pt x="4465874" y="858428"/>
                  </a:lnTo>
                  <a:lnTo>
                    <a:pt x="4471347" y="858428"/>
                  </a:lnTo>
                  <a:lnTo>
                    <a:pt x="4471347" y="858428"/>
                  </a:lnTo>
                  <a:lnTo>
                    <a:pt x="4476820" y="858428"/>
                  </a:lnTo>
                  <a:lnTo>
                    <a:pt x="4476820" y="858428"/>
                  </a:lnTo>
                  <a:lnTo>
                    <a:pt x="4482293" y="858428"/>
                  </a:lnTo>
                  <a:lnTo>
                    <a:pt x="4482293" y="858428"/>
                  </a:lnTo>
                  <a:lnTo>
                    <a:pt x="4487766" y="858428"/>
                  </a:lnTo>
                  <a:lnTo>
                    <a:pt x="4487766" y="858428"/>
                  </a:lnTo>
                  <a:lnTo>
                    <a:pt x="4493238" y="858428"/>
                  </a:lnTo>
                  <a:lnTo>
                    <a:pt x="4493238" y="858428"/>
                  </a:lnTo>
                  <a:lnTo>
                    <a:pt x="4498711" y="858428"/>
                  </a:lnTo>
                  <a:lnTo>
                    <a:pt x="4498711" y="858428"/>
                  </a:lnTo>
                  <a:lnTo>
                    <a:pt x="4504184" y="858428"/>
                  </a:lnTo>
                  <a:lnTo>
                    <a:pt x="4504184" y="858428"/>
                  </a:lnTo>
                  <a:lnTo>
                    <a:pt x="4509657" y="858428"/>
                  </a:lnTo>
                  <a:lnTo>
                    <a:pt x="4509657" y="858428"/>
                  </a:lnTo>
                  <a:lnTo>
                    <a:pt x="4515130" y="858428"/>
                  </a:lnTo>
                  <a:lnTo>
                    <a:pt x="4515130" y="858428"/>
                  </a:lnTo>
                  <a:lnTo>
                    <a:pt x="4520603" y="858428"/>
                  </a:lnTo>
                  <a:lnTo>
                    <a:pt x="4520603" y="858428"/>
                  </a:lnTo>
                  <a:lnTo>
                    <a:pt x="4526076" y="858428"/>
                  </a:lnTo>
                  <a:lnTo>
                    <a:pt x="4526076" y="858428"/>
                  </a:lnTo>
                  <a:lnTo>
                    <a:pt x="4531549" y="858428"/>
                  </a:lnTo>
                  <a:lnTo>
                    <a:pt x="4531549" y="858428"/>
                  </a:lnTo>
                  <a:lnTo>
                    <a:pt x="4537022" y="858428"/>
                  </a:lnTo>
                  <a:lnTo>
                    <a:pt x="4537022" y="858428"/>
                  </a:lnTo>
                  <a:lnTo>
                    <a:pt x="4542494" y="858428"/>
                  </a:lnTo>
                  <a:lnTo>
                    <a:pt x="4542494" y="858428"/>
                  </a:lnTo>
                  <a:lnTo>
                    <a:pt x="4547967" y="858428"/>
                  </a:lnTo>
                  <a:lnTo>
                    <a:pt x="4547967" y="858428"/>
                  </a:lnTo>
                  <a:lnTo>
                    <a:pt x="4553440" y="858428"/>
                  </a:lnTo>
                  <a:lnTo>
                    <a:pt x="4553440" y="858428"/>
                  </a:lnTo>
                  <a:lnTo>
                    <a:pt x="4558913" y="858428"/>
                  </a:lnTo>
                  <a:lnTo>
                    <a:pt x="4558913" y="858428"/>
                  </a:lnTo>
                  <a:lnTo>
                    <a:pt x="4564386" y="858428"/>
                  </a:lnTo>
                  <a:lnTo>
                    <a:pt x="4564386" y="858428"/>
                  </a:lnTo>
                  <a:lnTo>
                    <a:pt x="4569859" y="858428"/>
                  </a:lnTo>
                  <a:lnTo>
                    <a:pt x="4569859" y="858428"/>
                  </a:lnTo>
                  <a:lnTo>
                    <a:pt x="4575332" y="858428"/>
                  </a:lnTo>
                  <a:lnTo>
                    <a:pt x="4575332" y="858428"/>
                  </a:lnTo>
                  <a:lnTo>
                    <a:pt x="4580805" y="858428"/>
                  </a:lnTo>
                  <a:lnTo>
                    <a:pt x="4580805" y="858428"/>
                  </a:lnTo>
                  <a:lnTo>
                    <a:pt x="4586277" y="858428"/>
                  </a:lnTo>
                  <a:lnTo>
                    <a:pt x="4586277" y="858428"/>
                  </a:lnTo>
                  <a:lnTo>
                    <a:pt x="4591750" y="858428"/>
                  </a:lnTo>
                  <a:lnTo>
                    <a:pt x="4591750" y="858428"/>
                  </a:lnTo>
                  <a:lnTo>
                    <a:pt x="4597223" y="858428"/>
                  </a:lnTo>
                  <a:lnTo>
                    <a:pt x="4597223" y="858428"/>
                  </a:lnTo>
                  <a:lnTo>
                    <a:pt x="4602696" y="858428"/>
                  </a:lnTo>
                  <a:lnTo>
                    <a:pt x="4602696" y="858428"/>
                  </a:lnTo>
                  <a:lnTo>
                    <a:pt x="4608169" y="858428"/>
                  </a:lnTo>
                  <a:lnTo>
                    <a:pt x="4608169" y="858428"/>
                  </a:lnTo>
                  <a:lnTo>
                    <a:pt x="4613642" y="858428"/>
                  </a:lnTo>
                  <a:lnTo>
                    <a:pt x="4613642" y="858428"/>
                  </a:lnTo>
                  <a:lnTo>
                    <a:pt x="4619115" y="858428"/>
                  </a:lnTo>
                  <a:lnTo>
                    <a:pt x="4619115" y="858428"/>
                  </a:lnTo>
                  <a:lnTo>
                    <a:pt x="4624588" y="858428"/>
                  </a:lnTo>
                  <a:lnTo>
                    <a:pt x="4624588" y="858428"/>
                  </a:lnTo>
                  <a:lnTo>
                    <a:pt x="4630061" y="858428"/>
                  </a:lnTo>
                  <a:lnTo>
                    <a:pt x="4630061" y="858428"/>
                  </a:lnTo>
                  <a:lnTo>
                    <a:pt x="4635533" y="858428"/>
                  </a:lnTo>
                  <a:lnTo>
                    <a:pt x="4635533" y="858428"/>
                  </a:lnTo>
                  <a:lnTo>
                    <a:pt x="4641006" y="858428"/>
                  </a:lnTo>
                  <a:lnTo>
                    <a:pt x="4641006" y="858428"/>
                  </a:lnTo>
                  <a:lnTo>
                    <a:pt x="4646479" y="858428"/>
                  </a:lnTo>
                  <a:lnTo>
                    <a:pt x="4646479" y="858428"/>
                  </a:lnTo>
                  <a:lnTo>
                    <a:pt x="4651952" y="858428"/>
                  </a:lnTo>
                  <a:lnTo>
                    <a:pt x="4651952" y="858428"/>
                  </a:lnTo>
                  <a:lnTo>
                    <a:pt x="4657425" y="858428"/>
                  </a:lnTo>
                  <a:lnTo>
                    <a:pt x="4657425" y="858428"/>
                  </a:lnTo>
                  <a:lnTo>
                    <a:pt x="4662898" y="858428"/>
                  </a:lnTo>
                  <a:lnTo>
                    <a:pt x="4662898" y="858428"/>
                  </a:lnTo>
                  <a:lnTo>
                    <a:pt x="4668371" y="858428"/>
                  </a:lnTo>
                  <a:lnTo>
                    <a:pt x="4668371" y="858428"/>
                  </a:lnTo>
                  <a:lnTo>
                    <a:pt x="4673844" y="858428"/>
                  </a:lnTo>
                  <a:lnTo>
                    <a:pt x="4673844" y="843161"/>
                  </a:lnTo>
                  <a:lnTo>
                    <a:pt x="4679317" y="843161"/>
                  </a:lnTo>
                  <a:lnTo>
                    <a:pt x="4679317" y="843161"/>
                  </a:lnTo>
                  <a:lnTo>
                    <a:pt x="4684789" y="843161"/>
                  </a:lnTo>
                  <a:lnTo>
                    <a:pt x="4684789" y="843161"/>
                  </a:lnTo>
                  <a:lnTo>
                    <a:pt x="4690262" y="843161"/>
                  </a:lnTo>
                  <a:lnTo>
                    <a:pt x="4690262" y="843161"/>
                  </a:lnTo>
                  <a:lnTo>
                    <a:pt x="4695735" y="843161"/>
                  </a:lnTo>
                  <a:lnTo>
                    <a:pt x="4695735" y="843161"/>
                  </a:lnTo>
                  <a:lnTo>
                    <a:pt x="4701208" y="843161"/>
                  </a:lnTo>
                  <a:lnTo>
                    <a:pt x="4701208" y="843161"/>
                  </a:lnTo>
                  <a:lnTo>
                    <a:pt x="4706681" y="843161"/>
                  </a:lnTo>
                  <a:lnTo>
                    <a:pt x="4706681" y="843161"/>
                  </a:lnTo>
                  <a:lnTo>
                    <a:pt x="4712154" y="843161"/>
                  </a:lnTo>
                  <a:lnTo>
                    <a:pt x="4712154" y="843161"/>
                  </a:lnTo>
                  <a:lnTo>
                    <a:pt x="4717627" y="843161"/>
                  </a:lnTo>
                  <a:lnTo>
                    <a:pt x="4717627" y="843161"/>
                  </a:lnTo>
                  <a:lnTo>
                    <a:pt x="4723100" y="843161"/>
                  </a:lnTo>
                  <a:lnTo>
                    <a:pt x="4723100" y="843161"/>
                  </a:lnTo>
                  <a:lnTo>
                    <a:pt x="4728573" y="843161"/>
                  </a:lnTo>
                  <a:lnTo>
                    <a:pt x="4728573" y="843161"/>
                  </a:lnTo>
                  <a:lnTo>
                    <a:pt x="4734045" y="843161"/>
                  </a:lnTo>
                  <a:lnTo>
                    <a:pt x="4734045" y="843161"/>
                  </a:lnTo>
                  <a:lnTo>
                    <a:pt x="4739518" y="843161"/>
                  </a:lnTo>
                  <a:lnTo>
                    <a:pt x="4739518" y="843161"/>
                  </a:lnTo>
                  <a:lnTo>
                    <a:pt x="4744991" y="843161"/>
                  </a:lnTo>
                  <a:lnTo>
                    <a:pt x="4744991" y="843161"/>
                  </a:lnTo>
                  <a:lnTo>
                    <a:pt x="4750464" y="843161"/>
                  </a:lnTo>
                  <a:lnTo>
                    <a:pt x="4750464" y="843161"/>
                  </a:lnTo>
                  <a:lnTo>
                    <a:pt x="4755937" y="843161"/>
                  </a:lnTo>
                  <a:lnTo>
                    <a:pt x="4755937" y="843161"/>
                  </a:lnTo>
                  <a:lnTo>
                    <a:pt x="4761410" y="843161"/>
                  </a:lnTo>
                  <a:lnTo>
                    <a:pt x="4761410" y="843161"/>
                  </a:lnTo>
                  <a:lnTo>
                    <a:pt x="4766883" y="843161"/>
                  </a:lnTo>
                  <a:lnTo>
                    <a:pt x="4766883" y="843161"/>
                  </a:lnTo>
                  <a:lnTo>
                    <a:pt x="4772356" y="843161"/>
                  </a:lnTo>
                  <a:lnTo>
                    <a:pt x="4772356" y="843161"/>
                  </a:lnTo>
                  <a:lnTo>
                    <a:pt x="4777828" y="843161"/>
                  </a:lnTo>
                  <a:lnTo>
                    <a:pt x="4777828" y="843161"/>
                  </a:lnTo>
                  <a:lnTo>
                    <a:pt x="4783301" y="843161"/>
                  </a:lnTo>
                  <a:lnTo>
                    <a:pt x="4783301" y="843161"/>
                  </a:lnTo>
                  <a:lnTo>
                    <a:pt x="4788774" y="843161"/>
                  </a:lnTo>
                  <a:lnTo>
                    <a:pt x="4788774" y="827635"/>
                  </a:lnTo>
                  <a:lnTo>
                    <a:pt x="4794247" y="827635"/>
                  </a:lnTo>
                  <a:lnTo>
                    <a:pt x="4794247" y="827635"/>
                  </a:lnTo>
                  <a:lnTo>
                    <a:pt x="4799720" y="827635"/>
                  </a:lnTo>
                  <a:lnTo>
                    <a:pt x="4799720" y="827635"/>
                  </a:lnTo>
                  <a:lnTo>
                    <a:pt x="4805193" y="827635"/>
                  </a:lnTo>
                  <a:lnTo>
                    <a:pt x="4805193" y="827635"/>
                  </a:lnTo>
                  <a:lnTo>
                    <a:pt x="4810666" y="827635"/>
                  </a:lnTo>
                  <a:lnTo>
                    <a:pt x="4810666" y="827635"/>
                  </a:lnTo>
                  <a:lnTo>
                    <a:pt x="4816139" y="827635"/>
                  </a:lnTo>
                  <a:lnTo>
                    <a:pt x="4816139" y="827635"/>
                  </a:lnTo>
                  <a:lnTo>
                    <a:pt x="4821612" y="827635"/>
                  </a:lnTo>
                  <a:lnTo>
                    <a:pt x="4821612" y="827635"/>
                  </a:lnTo>
                  <a:lnTo>
                    <a:pt x="4827084" y="827635"/>
                  </a:lnTo>
                  <a:lnTo>
                    <a:pt x="4827084" y="827635"/>
                  </a:lnTo>
                  <a:lnTo>
                    <a:pt x="4832557" y="827635"/>
                  </a:lnTo>
                  <a:lnTo>
                    <a:pt x="4832557" y="827635"/>
                  </a:lnTo>
                  <a:lnTo>
                    <a:pt x="4838030" y="827635"/>
                  </a:lnTo>
                  <a:lnTo>
                    <a:pt x="4838030" y="827635"/>
                  </a:lnTo>
                  <a:lnTo>
                    <a:pt x="4843503" y="827635"/>
                  </a:lnTo>
                  <a:lnTo>
                    <a:pt x="4843503" y="827635"/>
                  </a:lnTo>
                  <a:lnTo>
                    <a:pt x="4848976" y="827635"/>
                  </a:lnTo>
                  <a:lnTo>
                    <a:pt x="4848976" y="827635"/>
                  </a:lnTo>
                  <a:lnTo>
                    <a:pt x="4854449" y="827635"/>
                  </a:lnTo>
                  <a:lnTo>
                    <a:pt x="4854449" y="827635"/>
                  </a:lnTo>
                  <a:lnTo>
                    <a:pt x="4859922" y="827635"/>
                  </a:lnTo>
                  <a:lnTo>
                    <a:pt x="4859922" y="827635"/>
                  </a:lnTo>
                  <a:lnTo>
                    <a:pt x="4865395" y="827635"/>
                  </a:lnTo>
                  <a:lnTo>
                    <a:pt x="4865395" y="827635"/>
                  </a:lnTo>
                  <a:lnTo>
                    <a:pt x="4870868" y="827635"/>
                  </a:lnTo>
                  <a:lnTo>
                    <a:pt x="4870868" y="827635"/>
                  </a:lnTo>
                  <a:lnTo>
                    <a:pt x="4876340" y="827635"/>
                  </a:lnTo>
                  <a:lnTo>
                    <a:pt x="4876340" y="827635"/>
                  </a:lnTo>
                  <a:lnTo>
                    <a:pt x="4881813" y="827635"/>
                  </a:lnTo>
                  <a:lnTo>
                    <a:pt x="4881813" y="827635"/>
                  </a:lnTo>
                  <a:lnTo>
                    <a:pt x="4887286" y="827635"/>
                  </a:lnTo>
                  <a:lnTo>
                    <a:pt x="4887286" y="827635"/>
                  </a:lnTo>
                  <a:lnTo>
                    <a:pt x="4892759" y="827635"/>
                  </a:lnTo>
                  <a:lnTo>
                    <a:pt x="4892759" y="827635"/>
                  </a:lnTo>
                  <a:lnTo>
                    <a:pt x="4898232" y="827635"/>
                  </a:lnTo>
                  <a:lnTo>
                    <a:pt x="4898232" y="827635"/>
                  </a:lnTo>
                  <a:lnTo>
                    <a:pt x="4903705" y="827635"/>
                  </a:lnTo>
                  <a:lnTo>
                    <a:pt x="4903705" y="811769"/>
                  </a:lnTo>
                  <a:lnTo>
                    <a:pt x="4909178" y="811769"/>
                  </a:lnTo>
                  <a:lnTo>
                    <a:pt x="4909178" y="811769"/>
                  </a:lnTo>
                  <a:lnTo>
                    <a:pt x="4914651" y="811769"/>
                  </a:lnTo>
                  <a:lnTo>
                    <a:pt x="4914651" y="811769"/>
                  </a:lnTo>
                  <a:lnTo>
                    <a:pt x="4920123" y="811769"/>
                  </a:lnTo>
                  <a:lnTo>
                    <a:pt x="4920123" y="811769"/>
                  </a:lnTo>
                  <a:lnTo>
                    <a:pt x="4925596" y="811769"/>
                  </a:lnTo>
                  <a:lnTo>
                    <a:pt x="4925596" y="811769"/>
                  </a:lnTo>
                  <a:lnTo>
                    <a:pt x="4931069" y="811769"/>
                  </a:lnTo>
                  <a:lnTo>
                    <a:pt x="4931069" y="811769"/>
                  </a:lnTo>
                  <a:lnTo>
                    <a:pt x="4936542" y="811769"/>
                  </a:lnTo>
                  <a:lnTo>
                    <a:pt x="4936542" y="811769"/>
                  </a:lnTo>
                  <a:lnTo>
                    <a:pt x="4942015" y="811769"/>
                  </a:lnTo>
                  <a:lnTo>
                    <a:pt x="4942015" y="811769"/>
                  </a:lnTo>
                  <a:lnTo>
                    <a:pt x="4947488" y="811769"/>
                  </a:lnTo>
                  <a:lnTo>
                    <a:pt x="4947488" y="811769"/>
                  </a:lnTo>
                  <a:lnTo>
                    <a:pt x="4952961" y="811769"/>
                  </a:lnTo>
                  <a:lnTo>
                    <a:pt x="4952961" y="811769"/>
                  </a:lnTo>
                  <a:lnTo>
                    <a:pt x="4958434" y="811769"/>
                  </a:lnTo>
                  <a:lnTo>
                    <a:pt x="4958434" y="811769"/>
                  </a:lnTo>
                  <a:lnTo>
                    <a:pt x="4963907" y="811769"/>
                  </a:lnTo>
                  <a:lnTo>
                    <a:pt x="4963907" y="811769"/>
                  </a:lnTo>
                  <a:lnTo>
                    <a:pt x="4969379" y="811769"/>
                  </a:lnTo>
                  <a:lnTo>
                    <a:pt x="4969379" y="811769"/>
                  </a:lnTo>
                  <a:lnTo>
                    <a:pt x="4974852" y="811769"/>
                  </a:lnTo>
                  <a:lnTo>
                    <a:pt x="4974852" y="811769"/>
                  </a:lnTo>
                  <a:lnTo>
                    <a:pt x="4980325" y="811769"/>
                  </a:lnTo>
                  <a:lnTo>
                    <a:pt x="4980325" y="811769"/>
                  </a:lnTo>
                  <a:lnTo>
                    <a:pt x="4985798" y="811769"/>
                  </a:lnTo>
                  <a:lnTo>
                    <a:pt x="4985798" y="811769"/>
                  </a:lnTo>
                  <a:lnTo>
                    <a:pt x="4991271" y="811769"/>
                  </a:lnTo>
                  <a:lnTo>
                    <a:pt x="4991271" y="811769"/>
                  </a:lnTo>
                  <a:lnTo>
                    <a:pt x="4996744" y="811769"/>
                  </a:lnTo>
                  <a:lnTo>
                    <a:pt x="4996744" y="811769"/>
                  </a:lnTo>
                  <a:lnTo>
                    <a:pt x="5002217" y="811769"/>
                  </a:lnTo>
                  <a:lnTo>
                    <a:pt x="5002217" y="811769"/>
                  </a:lnTo>
                  <a:lnTo>
                    <a:pt x="5007690" y="811769"/>
                  </a:lnTo>
                  <a:lnTo>
                    <a:pt x="5007690" y="811769"/>
                  </a:lnTo>
                  <a:lnTo>
                    <a:pt x="5013163" y="811769"/>
                  </a:lnTo>
                  <a:lnTo>
                    <a:pt x="5013163" y="811769"/>
                  </a:lnTo>
                  <a:lnTo>
                    <a:pt x="5018635" y="811769"/>
                  </a:lnTo>
                  <a:lnTo>
                    <a:pt x="5018635" y="811769"/>
                  </a:lnTo>
                  <a:lnTo>
                    <a:pt x="5024108" y="811769"/>
                  </a:lnTo>
                  <a:lnTo>
                    <a:pt x="5024108" y="811769"/>
                  </a:lnTo>
                  <a:lnTo>
                    <a:pt x="5029581" y="811769"/>
                  </a:lnTo>
                  <a:lnTo>
                    <a:pt x="5029581" y="811769"/>
                  </a:lnTo>
                  <a:lnTo>
                    <a:pt x="5035054" y="811769"/>
                  </a:lnTo>
                  <a:lnTo>
                    <a:pt x="5035054" y="795615"/>
                  </a:lnTo>
                  <a:lnTo>
                    <a:pt x="5040527" y="795615"/>
                  </a:lnTo>
                  <a:lnTo>
                    <a:pt x="5040527" y="795615"/>
                  </a:lnTo>
                  <a:lnTo>
                    <a:pt x="5046000" y="795615"/>
                  </a:lnTo>
                  <a:lnTo>
                    <a:pt x="5046000" y="795615"/>
                  </a:lnTo>
                  <a:lnTo>
                    <a:pt x="5051473" y="795615"/>
                  </a:lnTo>
                  <a:lnTo>
                    <a:pt x="5051473" y="795615"/>
                  </a:lnTo>
                  <a:lnTo>
                    <a:pt x="5056946" y="795615"/>
                  </a:lnTo>
                  <a:lnTo>
                    <a:pt x="5056946" y="795615"/>
                  </a:lnTo>
                  <a:lnTo>
                    <a:pt x="5062419" y="795615"/>
                  </a:lnTo>
                  <a:lnTo>
                    <a:pt x="5062419" y="795615"/>
                  </a:lnTo>
                  <a:lnTo>
                    <a:pt x="5067891" y="795615"/>
                  </a:lnTo>
                  <a:lnTo>
                    <a:pt x="5067891" y="795615"/>
                  </a:lnTo>
                  <a:lnTo>
                    <a:pt x="5073364" y="795615"/>
                  </a:lnTo>
                  <a:lnTo>
                    <a:pt x="5073364" y="795615"/>
                  </a:lnTo>
                  <a:lnTo>
                    <a:pt x="5078837" y="795615"/>
                  </a:lnTo>
                  <a:lnTo>
                    <a:pt x="5078837" y="795615"/>
                  </a:lnTo>
                  <a:lnTo>
                    <a:pt x="5084310" y="795615"/>
                  </a:lnTo>
                  <a:lnTo>
                    <a:pt x="5084310" y="795615"/>
                  </a:lnTo>
                  <a:lnTo>
                    <a:pt x="5089783" y="795615"/>
                  </a:lnTo>
                  <a:lnTo>
                    <a:pt x="5089783" y="795615"/>
                  </a:lnTo>
                  <a:lnTo>
                    <a:pt x="5095256" y="795615"/>
                  </a:lnTo>
                  <a:lnTo>
                    <a:pt x="5095256" y="795615"/>
                  </a:lnTo>
                  <a:lnTo>
                    <a:pt x="5100729" y="795615"/>
                  </a:lnTo>
                  <a:lnTo>
                    <a:pt x="5100729" y="795615"/>
                  </a:lnTo>
                  <a:lnTo>
                    <a:pt x="5106202" y="795615"/>
                  </a:lnTo>
                  <a:lnTo>
                    <a:pt x="5106202" y="795615"/>
                  </a:lnTo>
                  <a:lnTo>
                    <a:pt x="5111674" y="795615"/>
                  </a:lnTo>
                  <a:lnTo>
                    <a:pt x="5111674" y="795615"/>
                  </a:lnTo>
                  <a:lnTo>
                    <a:pt x="5117147" y="795615"/>
                  </a:lnTo>
                  <a:lnTo>
                    <a:pt x="5117147" y="795615"/>
                  </a:lnTo>
                  <a:lnTo>
                    <a:pt x="5122620" y="795615"/>
                  </a:lnTo>
                  <a:lnTo>
                    <a:pt x="5122620" y="795615"/>
                  </a:lnTo>
                  <a:lnTo>
                    <a:pt x="5128093" y="795615"/>
                  </a:lnTo>
                  <a:lnTo>
                    <a:pt x="5128093" y="795615"/>
                  </a:lnTo>
                  <a:lnTo>
                    <a:pt x="5133566" y="795615"/>
                  </a:lnTo>
                  <a:lnTo>
                    <a:pt x="5133566" y="795615"/>
                  </a:lnTo>
                  <a:lnTo>
                    <a:pt x="5139039" y="795615"/>
                  </a:lnTo>
                  <a:lnTo>
                    <a:pt x="5139039" y="795615"/>
                  </a:lnTo>
                  <a:lnTo>
                    <a:pt x="5144512" y="795615"/>
                  </a:lnTo>
                  <a:lnTo>
                    <a:pt x="5144512" y="795615"/>
                  </a:lnTo>
                  <a:lnTo>
                    <a:pt x="5149985" y="795615"/>
                  </a:lnTo>
                  <a:lnTo>
                    <a:pt x="5149985" y="795615"/>
                  </a:lnTo>
                  <a:lnTo>
                    <a:pt x="5155458" y="795615"/>
                  </a:lnTo>
                  <a:lnTo>
                    <a:pt x="5155458" y="795615"/>
                  </a:lnTo>
                  <a:lnTo>
                    <a:pt x="5160930" y="795615"/>
                  </a:lnTo>
                  <a:lnTo>
                    <a:pt x="5160930" y="795615"/>
                  </a:lnTo>
                  <a:lnTo>
                    <a:pt x="5166403" y="795615"/>
                  </a:lnTo>
                  <a:lnTo>
                    <a:pt x="5166403" y="795615"/>
                  </a:lnTo>
                  <a:lnTo>
                    <a:pt x="5171876" y="795615"/>
                  </a:lnTo>
                  <a:lnTo>
                    <a:pt x="5171876" y="795615"/>
                  </a:lnTo>
                  <a:lnTo>
                    <a:pt x="5177349" y="795615"/>
                  </a:lnTo>
                  <a:lnTo>
                    <a:pt x="5177349" y="795615"/>
                  </a:lnTo>
                  <a:lnTo>
                    <a:pt x="5182822" y="795615"/>
                  </a:lnTo>
                  <a:lnTo>
                    <a:pt x="5182822" y="795615"/>
                  </a:lnTo>
                  <a:lnTo>
                    <a:pt x="5188295" y="795615"/>
                  </a:lnTo>
                  <a:lnTo>
                    <a:pt x="5188295" y="795615"/>
                  </a:lnTo>
                  <a:lnTo>
                    <a:pt x="5193768" y="795615"/>
                  </a:lnTo>
                  <a:lnTo>
                    <a:pt x="5193768" y="795615"/>
                  </a:lnTo>
                  <a:lnTo>
                    <a:pt x="5199241" y="795615"/>
                  </a:lnTo>
                  <a:lnTo>
                    <a:pt x="5199241" y="795615"/>
                  </a:lnTo>
                  <a:lnTo>
                    <a:pt x="5204714" y="795615"/>
                  </a:lnTo>
                  <a:lnTo>
                    <a:pt x="5204714" y="795615"/>
                  </a:lnTo>
                  <a:lnTo>
                    <a:pt x="5210186" y="795615"/>
                  </a:lnTo>
                  <a:lnTo>
                    <a:pt x="5210186" y="795615"/>
                  </a:lnTo>
                  <a:lnTo>
                    <a:pt x="5215659" y="795615"/>
                  </a:lnTo>
                  <a:lnTo>
                    <a:pt x="5215659" y="795615"/>
                  </a:lnTo>
                  <a:lnTo>
                    <a:pt x="5221132" y="795615"/>
                  </a:lnTo>
                  <a:lnTo>
                    <a:pt x="5221132" y="795615"/>
                  </a:lnTo>
                  <a:lnTo>
                    <a:pt x="5226605" y="795615"/>
                  </a:lnTo>
                  <a:lnTo>
                    <a:pt x="5226605" y="779017"/>
                  </a:lnTo>
                  <a:lnTo>
                    <a:pt x="5232078" y="779017"/>
                  </a:lnTo>
                  <a:lnTo>
                    <a:pt x="5232078" y="779017"/>
                  </a:lnTo>
                  <a:lnTo>
                    <a:pt x="5237551" y="779017"/>
                  </a:lnTo>
                  <a:lnTo>
                    <a:pt x="5237551" y="779017"/>
                  </a:lnTo>
                  <a:lnTo>
                    <a:pt x="5243024" y="779017"/>
                  </a:lnTo>
                  <a:lnTo>
                    <a:pt x="5243024" y="779017"/>
                  </a:lnTo>
                  <a:lnTo>
                    <a:pt x="5248497" y="779017"/>
                  </a:lnTo>
                  <a:lnTo>
                    <a:pt x="5248497" y="779017"/>
                  </a:lnTo>
                  <a:lnTo>
                    <a:pt x="5253970" y="779017"/>
                  </a:lnTo>
                  <a:lnTo>
                    <a:pt x="5253970" y="779017"/>
                  </a:lnTo>
                  <a:lnTo>
                    <a:pt x="5259442" y="779017"/>
                  </a:lnTo>
                  <a:lnTo>
                    <a:pt x="5259442" y="762320"/>
                  </a:lnTo>
                  <a:lnTo>
                    <a:pt x="5264915" y="762320"/>
                  </a:lnTo>
                  <a:lnTo>
                    <a:pt x="5264915" y="762320"/>
                  </a:lnTo>
                  <a:lnTo>
                    <a:pt x="5270388" y="762320"/>
                  </a:lnTo>
                  <a:lnTo>
                    <a:pt x="5270388" y="762320"/>
                  </a:lnTo>
                  <a:lnTo>
                    <a:pt x="5275861" y="762320"/>
                  </a:lnTo>
                  <a:lnTo>
                    <a:pt x="5275861" y="762320"/>
                  </a:lnTo>
                  <a:lnTo>
                    <a:pt x="5281334" y="762320"/>
                  </a:lnTo>
                  <a:lnTo>
                    <a:pt x="5281334" y="762320"/>
                  </a:lnTo>
                  <a:lnTo>
                    <a:pt x="5286807" y="762320"/>
                  </a:lnTo>
                  <a:lnTo>
                    <a:pt x="5286807" y="762320"/>
                  </a:lnTo>
                  <a:lnTo>
                    <a:pt x="5292280" y="762320"/>
                  </a:lnTo>
                  <a:lnTo>
                    <a:pt x="5292280" y="762320"/>
                  </a:lnTo>
                  <a:lnTo>
                    <a:pt x="5297753" y="762320"/>
                  </a:lnTo>
                  <a:lnTo>
                    <a:pt x="5297753" y="762320"/>
                  </a:lnTo>
                  <a:lnTo>
                    <a:pt x="5303225" y="762320"/>
                  </a:lnTo>
                  <a:lnTo>
                    <a:pt x="5303225" y="762320"/>
                  </a:lnTo>
                  <a:lnTo>
                    <a:pt x="5308698" y="762320"/>
                  </a:lnTo>
                  <a:lnTo>
                    <a:pt x="5308698" y="762320"/>
                  </a:lnTo>
                  <a:lnTo>
                    <a:pt x="5314171" y="762320"/>
                  </a:lnTo>
                  <a:lnTo>
                    <a:pt x="5314171" y="762320"/>
                  </a:lnTo>
                  <a:lnTo>
                    <a:pt x="5319644" y="762320"/>
                  </a:lnTo>
                  <a:lnTo>
                    <a:pt x="5319644" y="762320"/>
                  </a:lnTo>
                  <a:lnTo>
                    <a:pt x="5325117" y="762320"/>
                  </a:lnTo>
                  <a:lnTo>
                    <a:pt x="5325117" y="762320"/>
                  </a:lnTo>
                  <a:lnTo>
                    <a:pt x="5330590" y="762320"/>
                  </a:lnTo>
                  <a:lnTo>
                    <a:pt x="5330590" y="745353"/>
                  </a:lnTo>
                  <a:lnTo>
                    <a:pt x="5336063" y="745353"/>
                  </a:lnTo>
                  <a:lnTo>
                    <a:pt x="5336063" y="745353"/>
                  </a:lnTo>
                  <a:lnTo>
                    <a:pt x="5341536" y="745353"/>
                  </a:lnTo>
                  <a:lnTo>
                    <a:pt x="5341536" y="745353"/>
                  </a:lnTo>
                  <a:lnTo>
                    <a:pt x="5347009" y="745353"/>
                  </a:lnTo>
                  <a:lnTo>
                    <a:pt x="5347009" y="745353"/>
                  </a:lnTo>
                  <a:lnTo>
                    <a:pt x="5352481" y="745353"/>
                  </a:lnTo>
                  <a:lnTo>
                    <a:pt x="5352481" y="745353"/>
                  </a:lnTo>
                  <a:lnTo>
                    <a:pt x="5357954" y="745353"/>
                  </a:lnTo>
                  <a:lnTo>
                    <a:pt x="5357954" y="745353"/>
                  </a:lnTo>
                  <a:lnTo>
                    <a:pt x="5363427" y="745353"/>
                  </a:lnTo>
                  <a:lnTo>
                    <a:pt x="5363427" y="711358"/>
                  </a:lnTo>
                  <a:lnTo>
                    <a:pt x="5368900" y="711358"/>
                  </a:lnTo>
                  <a:lnTo>
                    <a:pt x="5368900" y="711358"/>
                  </a:lnTo>
                  <a:lnTo>
                    <a:pt x="5374373" y="711358"/>
                  </a:lnTo>
                  <a:lnTo>
                    <a:pt x="5374373" y="711358"/>
                  </a:lnTo>
                  <a:lnTo>
                    <a:pt x="5379846" y="711358"/>
                  </a:lnTo>
                  <a:lnTo>
                    <a:pt x="5379846" y="711358"/>
                  </a:lnTo>
                  <a:lnTo>
                    <a:pt x="5385319" y="711358"/>
                  </a:lnTo>
                  <a:lnTo>
                    <a:pt x="5385319" y="711358"/>
                  </a:lnTo>
                  <a:lnTo>
                    <a:pt x="5390792" y="711358"/>
                  </a:lnTo>
                  <a:lnTo>
                    <a:pt x="5390792" y="711358"/>
                  </a:lnTo>
                  <a:lnTo>
                    <a:pt x="5396265" y="711358"/>
                  </a:lnTo>
                  <a:lnTo>
                    <a:pt x="5396265" y="711358"/>
                  </a:lnTo>
                  <a:lnTo>
                    <a:pt x="5401737" y="711358"/>
                  </a:lnTo>
                  <a:lnTo>
                    <a:pt x="5401737" y="711358"/>
                  </a:lnTo>
                  <a:lnTo>
                    <a:pt x="5407210" y="711358"/>
                  </a:lnTo>
                  <a:lnTo>
                    <a:pt x="5407210" y="711358"/>
                  </a:lnTo>
                  <a:lnTo>
                    <a:pt x="5412683" y="711358"/>
                  </a:lnTo>
                  <a:lnTo>
                    <a:pt x="5412683" y="711358"/>
                  </a:lnTo>
                  <a:lnTo>
                    <a:pt x="5418156" y="711358"/>
                  </a:lnTo>
                  <a:lnTo>
                    <a:pt x="5418156" y="711358"/>
                  </a:lnTo>
                  <a:lnTo>
                    <a:pt x="5423629" y="711358"/>
                  </a:lnTo>
                  <a:lnTo>
                    <a:pt x="5423629" y="711358"/>
                  </a:lnTo>
                  <a:lnTo>
                    <a:pt x="5429102" y="711358"/>
                  </a:lnTo>
                  <a:lnTo>
                    <a:pt x="5429102" y="711358"/>
                  </a:lnTo>
                  <a:lnTo>
                    <a:pt x="5434575" y="711358"/>
                  </a:lnTo>
                  <a:lnTo>
                    <a:pt x="5434575" y="711358"/>
                  </a:lnTo>
                  <a:lnTo>
                    <a:pt x="5440048" y="711358"/>
                  </a:lnTo>
                  <a:lnTo>
                    <a:pt x="5440048" y="711358"/>
                  </a:lnTo>
                  <a:lnTo>
                    <a:pt x="5445520" y="711358"/>
                  </a:lnTo>
                  <a:lnTo>
                    <a:pt x="5445520" y="711358"/>
                  </a:lnTo>
                  <a:lnTo>
                    <a:pt x="5450993" y="711358"/>
                  </a:lnTo>
                  <a:lnTo>
                    <a:pt x="5450993" y="711358"/>
                  </a:lnTo>
                  <a:lnTo>
                    <a:pt x="5456466" y="711358"/>
                  </a:lnTo>
                  <a:lnTo>
                    <a:pt x="5456466" y="711358"/>
                  </a:lnTo>
                  <a:lnTo>
                    <a:pt x="5461939" y="711358"/>
                  </a:lnTo>
                  <a:lnTo>
                    <a:pt x="5461939" y="711358"/>
                  </a:lnTo>
                  <a:lnTo>
                    <a:pt x="5467412" y="711358"/>
                  </a:lnTo>
                  <a:lnTo>
                    <a:pt x="5467412" y="711358"/>
                  </a:lnTo>
                  <a:lnTo>
                    <a:pt x="5472885" y="711358"/>
                  </a:lnTo>
                  <a:lnTo>
                    <a:pt x="5472885" y="711358"/>
                  </a:lnTo>
                  <a:lnTo>
                    <a:pt x="5478358" y="711358"/>
                  </a:lnTo>
                  <a:lnTo>
                    <a:pt x="5478358" y="711358"/>
                  </a:lnTo>
                  <a:lnTo>
                    <a:pt x="5483831" y="711358"/>
                  </a:lnTo>
                  <a:lnTo>
                    <a:pt x="5483831" y="711358"/>
                  </a:lnTo>
                  <a:lnTo>
                    <a:pt x="5489304" y="711358"/>
                  </a:lnTo>
                  <a:lnTo>
                    <a:pt x="5489304" y="711358"/>
                  </a:lnTo>
                  <a:lnTo>
                    <a:pt x="5494776" y="711358"/>
                  </a:lnTo>
                  <a:lnTo>
                    <a:pt x="5494776" y="711358"/>
                  </a:lnTo>
                  <a:lnTo>
                    <a:pt x="5500249" y="711358"/>
                  </a:lnTo>
                  <a:lnTo>
                    <a:pt x="5500249" y="711358"/>
                  </a:lnTo>
                  <a:lnTo>
                    <a:pt x="5505722" y="711358"/>
                  </a:lnTo>
                  <a:lnTo>
                    <a:pt x="5505722" y="711358"/>
                  </a:lnTo>
                  <a:lnTo>
                    <a:pt x="5511195" y="711358"/>
                  </a:lnTo>
                  <a:lnTo>
                    <a:pt x="5511195" y="693976"/>
                  </a:lnTo>
                  <a:lnTo>
                    <a:pt x="5516668" y="693976"/>
                  </a:lnTo>
                  <a:lnTo>
                    <a:pt x="5516668" y="693976"/>
                  </a:lnTo>
                  <a:lnTo>
                    <a:pt x="5522141" y="693976"/>
                  </a:lnTo>
                  <a:lnTo>
                    <a:pt x="5522141" y="693976"/>
                  </a:lnTo>
                  <a:lnTo>
                    <a:pt x="5527614" y="693976"/>
                  </a:lnTo>
                  <a:lnTo>
                    <a:pt x="5527614" y="693976"/>
                  </a:lnTo>
                  <a:lnTo>
                    <a:pt x="5533087" y="693976"/>
                  </a:lnTo>
                  <a:lnTo>
                    <a:pt x="5533087" y="676570"/>
                  </a:lnTo>
                  <a:lnTo>
                    <a:pt x="5538560" y="676570"/>
                  </a:lnTo>
                  <a:lnTo>
                    <a:pt x="5538560" y="676570"/>
                  </a:lnTo>
                  <a:lnTo>
                    <a:pt x="5544032" y="676570"/>
                  </a:lnTo>
                  <a:lnTo>
                    <a:pt x="5544032" y="676570"/>
                  </a:lnTo>
                  <a:lnTo>
                    <a:pt x="5549505" y="676570"/>
                  </a:lnTo>
                  <a:lnTo>
                    <a:pt x="5549505" y="676570"/>
                  </a:lnTo>
                  <a:lnTo>
                    <a:pt x="5554978" y="676570"/>
                  </a:lnTo>
                  <a:lnTo>
                    <a:pt x="5554978" y="676570"/>
                  </a:lnTo>
                  <a:lnTo>
                    <a:pt x="5560451" y="676570"/>
                  </a:lnTo>
                  <a:lnTo>
                    <a:pt x="5560451" y="676570"/>
                  </a:lnTo>
                  <a:lnTo>
                    <a:pt x="5565924" y="676570"/>
                  </a:lnTo>
                  <a:lnTo>
                    <a:pt x="5565924" y="676570"/>
                  </a:lnTo>
                  <a:lnTo>
                    <a:pt x="5571397" y="676570"/>
                  </a:lnTo>
                  <a:lnTo>
                    <a:pt x="5571397" y="676570"/>
                  </a:lnTo>
                  <a:lnTo>
                    <a:pt x="5576870" y="676570"/>
                  </a:lnTo>
                  <a:lnTo>
                    <a:pt x="5576870" y="676570"/>
                  </a:lnTo>
                  <a:lnTo>
                    <a:pt x="5582343" y="676570"/>
                  </a:lnTo>
                  <a:lnTo>
                    <a:pt x="5582343" y="676570"/>
                  </a:lnTo>
                  <a:lnTo>
                    <a:pt x="5587816" y="676570"/>
                  </a:lnTo>
                  <a:lnTo>
                    <a:pt x="5587816" y="676570"/>
                  </a:lnTo>
                  <a:lnTo>
                    <a:pt x="5593288" y="676570"/>
                  </a:lnTo>
                  <a:lnTo>
                    <a:pt x="5593288" y="676570"/>
                  </a:lnTo>
                  <a:lnTo>
                    <a:pt x="5598761" y="676570"/>
                  </a:lnTo>
                  <a:lnTo>
                    <a:pt x="5598761" y="676570"/>
                  </a:lnTo>
                  <a:lnTo>
                    <a:pt x="5604234" y="676570"/>
                  </a:lnTo>
                  <a:lnTo>
                    <a:pt x="5604234" y="676570"/>
                  </a:lnTo>
                  <a:lnTo>
                    <a:pt x="5609707" y="676570"/>
                  </a:lnTo>
                  <a:lnTo>
                    <a:pt x="5609707" y="676570"/>
                  </a:lnTo>
                  <a:lnTo>
                    <a:pt x="5615180" y="676570"/>
                  </a:lnTo>
                  <a:lnTo>
                    <a:pt x="5615180" y="676570"/>
                  </a:lnTo>
                  <a:lnTo>
                    <a:pt x="5620653" y="676570"/>
                  </a:lnTo>
                  <a:lnTo>
                    <a:pt x="5620653" y="676570"/>
                  </a:lnTo>
                  <a:lnTo>
                    <a:pt x="5626126" y="676570"/>
                  </a:lnTo>
                  <a:lnTo>
                    <a:pt x="5626126" y="676570"/>
                  </a:lnTo>
                  <a:lnTo>
                    <a:pt x="5631599" y="676570"/>
                  </a:lnTo>
                  <a:lnTo>
                    <a:pt x="5631599" y="676570"/>
                  </a:lnTo>
                  <a:lnTo>
                    <a:pt x="5637071" y="676570"/>
                  </a:lnTo>
                  <a:lnTo>
                    <a:pt x="5637071" y="676570"/>
                  </a:lnTo>
                  <a:lnTo>
                    <a:pt x="5642544" y="676570"/>
                  </a:lnTo>
                  <a:lnTo>
                    <a:pt x="5642544" y="676570"/>
                  </a:lnTo>
                  <a:lnTo>
                    <a:pt x="5648017" y="676570"/>
                  </a:lnTo>
                  <a:lnTo>
                    <a:pt x="5648017" y="676570"/>
                  </a:lnTo>
                  <a:lnTo>
                    <a:pt x="5653490" y="676570"/>
                  </a:lnTo>
                  <a:lnTo>
                    <a:pt x="5653490" y="676570"/>
                  </a:lnTo>
                  <a:lnTo>
                    <a:pt x="5658963" y="676570"/>
                  </a:lnTo>
                  <a:lnTo>
                    <a:pt x="5658963" y="658861"/>
                  </a:lnTo>
                  <a:lnTo>
                    <a:pt x="5664436" y="658861"/>
                  </a:lnTo>
                  <a:lnTo>
                    <a:pt x="5664436" y="658861"/>
                  </a:lnTo>
                  <a:lnTo>
                    <a:pt x="5669909" y="658861"/>
                  </a:lnTo>
                  <a:lnTo>
                    <a:pt x="5669909" y="658861"/>
                  </a:lnTo>
                  <a:lnTo>
                    <a:pt x="5675382" y="658861"/>
                  </a:lnTo>
                  <a:lnTo>
                    <a:pt x="5675382" y="658861"/>
                  </a:lnTo>
                  <a:lnTo>
                    <a:pt x="5680855" y="658861"/>
                  </a:lnTo>
                  <a:lnTo>
                    <a:pt x="5680855" y="658861"/>
                  </a:lnTo>
                  <a:lnTo>
                    <a:pt x="5686327" y="658861"/>
                  </a:lnTo>
                  <a:lnTo>
                    <a:pt x="5686327" y="658861"/>
                  </a:lnTo>
                  <a:lnTo>
                    <a:pt x="5691800" y="658861"/>
                  </a:lnTo>
                  <a:lnTo>
                    <a:pt x="5691800" y="658861"/>
                  </a:lnTo>
                  <a:lnTo>
                    <a:pt x="5697273" y="658861"/>
                  </a:lnTo>
                  <a:lnTo>
                    <a:pt x="5697273" y="658861"/>
                  </a:lnTo>
                  <a:lnTo>
                    <a:pt x="5702746" y="658861"/>
                  </a:lnTo>
                  <a:lnTo>
                    <a:pt x="5702746" y="658861"/>
                  </a:lnTo>
                  <a:lnTo>
                    <a:pt x="5708219" y="658861"/>
                  </a:lnTo>
                  <a:lnTo>
                    <a:pt x="5708219" y="658861"/>
                  </a:lnTo>
                  <a:lnTo>
                    <a:pt x="5713692" y="658861"/>
                  </a:lnTo>
                  <a:lnTo>
                    <a:pt x="5713692" y="658861"/>
                  </a:lnTo>
                  <a:lnTo>
                    <a:pt x="5719165" y="658861"/>
                  </a:lnTo>
                  <a:lnTo>
                    <a:pt x="5719165" y="658861"/>
                  </a:lnTo>
                  <a:lnTo>
                    <a:pt x="5724638" y="658861"/>
                  </a:lnTo>
                  <a:lnTo>
                    <a:pt x="5724638" y="658861"/>
                  </a:lnTo>
                  <a:lnTo>
                    <a:pt x="5730111" y="658861"/>
                  </a:lnTo>
                  <a:lnTo>
                    <a:pt x="5730111" y="658861"/>
                  </a:lnTo>
                  <a:lnTo>
                    <a:pt x="5735583" y="658861"/>
                  </a:lnTo>
                  <a:lnTo>
                    <a:pt x="5735583" y="658861"/>
                  </a:lnTo>
                  <a:lnTo>
                    <a:pt x="5741056" y="658861"/>
                  </a:lnTo>
                  <a:lnTo>
                    <a:pt x="5741056" y="658861"/>
                  </a:lnTo>
                  <a:lnTo>
                    <a:pt x="5746529" y="658861"/>
                  </a:lnTo>
                  <a:lnTo>
                    <a:pt x="5746529" y="658861"/>
                  </a:lnTo>
                  <a:lnTo>
                    <a:pt x="5752002" y="658861"/>
                  </a:lnTo>
                  <a:lnTo>
                    <a:pt x="5752002" y="658861"/>
                  </a:lnTo>
                  <a:lnTo>
                    <a:pt x="5757475" y="658861"/>
                  </a:lnTo>
                  <a:lnTo>
                    <a:pt x="5757475" y="640910"/>
                  </a:lnTo>
                  <a:lnTo>
                    <a:pt x="5762948" y="640910"/>
                  </a:lnTo>
                  <a:lnTo>
                    <a:pt x="5762948" y="640910"/>
                  </a:lnTo>
                  <a:lnTo>
                    <a:pt x="5768421" y="640910"/>
                  </a:lnTo>
                  <a:lnTo>
                    <a:pt x="5768421" y="640910"/>
                  </a:lnTo>
                  <a:lnTo>
                    <a:pt x="5773894" y="640910"/>
                  </a:lnTo>
                  <a:lnTo>
                    <a:pt x="5773894" y="640910"/>
                  </a:lnTo>
                  <a:lnTo>
                    <a:pt x="5779367" y="640910"/>
                  </a:lnTo>
                  <a:lnTo>
                    <a:pt x="5779367" y="640910"/>
                  </a:lnTo>
                  <a:lnTo>
                    <a:pt x="5784839" y="640910"/>
                  </a:lnTo>
                  <a:lnTo>
                    <a:pt x="5784839" y="640910"/>
                  </a:lnTo>
                  <a:lnTo>
                    <a:pt x="5790312" y="640910"/>
                  </a:lnTo>
                  <a:lnTo>
                    <a:pt x="5790312" y="640910"/>
                  </a:lnTo>
                  <a:lnTo>
                    <a:pt x="5795785" y="640910"/>
                  </a:lnTo>
                  <a:lnTo>
                    <a:pt x="5795785" y="640910"/>
                  </a:lnTo>
                  <a:lnTo>
                    <a:pt x="5801258" y="640910"/>
                  </a:lnTo>
                  <a:lnTo>
                    <a:pt x="5801258" y="640910"/>
                  </a:lnTo>
                  <a:lnTo>
                    <a:pt x="5806731" y="640910"/>
                  </a:lnTo>
                  <a:lnTo>
                    <a:pt x="5806731" y="640910"/>
                  </a:lnTo>
                  <a:lnTo>
                    <a:pt x="5812204" y="640910"/>
                  </a:lnTo>
                  <a:lnTo>
                    <a:pt x="5812204" y="640910"/>
                  </a:lnTo>
                  <a:lnTo>
                    <a:pt x="5817677" y="640910"/>
                  </a:lnTo>
                  <a:lnTo>
                    <a:pt x="5817677" y="640910"/>
                  </a:lnTo>
                  <a:lnTo>
                    <a:pt x="5823150" y="640910"/>
                  </a:lnTo>
                  <a:lnTo>
                    <a:pt x="5823150" y="640910"/>
                  </a:lnTo>
                  <a:lnTo>
                    <a:pt x="5828622" y="640910"/>
                  </a:lnTo>
                  <a:lnTo>
                    <a:pt x="5828622" y="640910"/>
                  </a:lnTo>
                  <a:lnTo>
                    <a:pt x="5834095" y="640910"/>
                  </a:lnTo>
                  <a:lnTo>
                    <a:pt x="5834095" y="640910"/>
                  </a:lnTo>
                  <a:lnTo>
                    <a:pt x="5839568" y="640910"/>
                  </a:lnTo>
                  <a:lnTo>
                    <a:pt x="5839568" y="640910"/>
                  </a:lnTo>
                  <a:lnTo>
                    <a:pt x="5845041" y="640910"/>
                  </a:lnTo>
                  <a:lnTo>
                    <a:pt x="5845041" y="640910"/>
                  </a:lnTo>
                  <a:lnTo>
                    <a:pt x="5850514" y="640910"/>
                  </a:lnTo>
                  <a:lnTo>
                    <a:pt x="5850514" y="640910"/>
                  </a:lnTo>
                  <a:lnTo>
                    <a:pt x="5855987" y="640910"/>
                  </a:lnTo>
                  <a:lnTo>
                    <a:pt x="5855987" y="640910"/>
                  </a:lnTo>
                  <a:lnTo>
                    <a:pt x="5861460" y="640910"/>
                  </a:lnTo>
                  <a:lnTo>
                    <a:pt x="5861460" y="640910"/>
                  </a:lnTo>
                  <a:lnTo>
                    <a:pt x="5866933" y="640910"/>
                  </a:lnTo>
                  <a:lnTo>
                    <a:pt x="5866933" y="640910"/>
                  </a:lnTo>
                  <a:lnTo>
                    <a:pt x="5872406" y="640910"/>
                  </a:lnTo>
                  <a:lnTo>
                    <a:pt x="5872406" y="640910"/>
                  </a:lnTo>
                  <a:lnTo>
                    <a:pt x="5877878" y="640910"/>
                  </a:lnTo>
                  <a:lnTo>
                    <a:pt x="5877878" y="640910"/>
                  </a:lnTo>
                  <a:lnTo>
                    <a:pt x="5883351" y="640910"/>
                  </a:lnTo>
                  <a:lnTo>
                    <a:pt x="5883351" y="640910"/>
                  </a:lnTo>
                  <a:lnTo>
                    <a:pt x="5888824" y="640910"/>
                  </a:lnTo>
                  <a:lnTo>
                    <a:pt x="5888824" y="640910"/>
                  </a:lnTo>
                  <a:lnTo>
                    <a:pt x="5894297" y="640910"/>
                  </a:lnTo>
                  <a:lnTo>
                    <a:pt x="5894297" y="640910"/>
                  </a:lnTo>
                  <a:lnTo>
                    <a:pt x="5899770" y="640910"/>
                  </a:lnTo>
                  <a:lnTo>
                    <a:pt x="5899770" y="640910"/>
                  </a:lnTo>
                  <a:lnTo>
                    <a:pt x="5905243" y="640910"/>
                  </a:lnTo>
                  <a:lnTo>
                    <a:pt x="5905243" y="640910"/>
                  </a:lnTo>
                  <a:lnTo>
                    <a:pt x="5910716" y="640910"/>
                  </a:lnTo>
                  <a:lnTo>
                    <a:pt x="5910716" y="640910"/>
                  </a:lnTo>
                  <a:lnTo>
                    <a:pt x="5916189" y="640910"/>
                  </a:lnTo>
                  <a:lnTo>
                    <a:pt x="5916189" y="640910"/>
                  </a:lnTo>
                  <a:lnTo>
                    <a:pt x="5921662" y="640910"/>
                  </a:lnTo>
                  <a:lnTo>
                    <a:pt x="5921662" y="640910"/>
                  </a:lnTo>
                  <a:lnTo>
                    <a:pt x="5927134" y="640910"/>
                  </a:lnTo>
                  <a:lnTo>
                    <a:pt x="5927134" y="640910"/>
                  </a:lnTo>
                  <a:lnTo>
                    <a:pt x="5932607" y="640910"/>
                  </a:lnTo>
                  <a:lnTo>
                    <a:pt x="5932607" y="640910"/>
                  </a:lnTo>
                  <a:lnTo>
                    <a:pt x="5938080" y="640910"/>
                  </a:lnTo>
                  <a:lnTo>
                    <a:pt x="5938080" y="640910"/>
                  </a:lnTo>
                  <a:lnTo>
                    <a:pt x="5943553" y="640910"/>
                  </a:lnTo>
                  <a:lnTo>
                    <a:pt x="5943553" y="640910"/>
                  </a:lnTo>
                  <a:lnTo>
                    <a:pt x="5949026" y="640910"/>
                  </a:lnTo>
                  <a:lnTo>
                    <a:pt x="5949026" y="640910"/>
                  </a:lnTo>
                  <a:lnTo>
                    <a:pt x="5954499" y="640910"/>
                  </a:lnTo>
                  <a:lnTo>
                    <a:pt x="5954499" y="640910"/>
                  </a:lnTo>
                  <a:lnTo>
                    <a:pt x="5959972" y="640910"/>
                  </a:lnTo>
                  <a:lnTo>
                    <a:pt x="5959972" y="640910"/>
                  </a:lnTo>
                  <a:lnTo>
                    <a:pt x="5965445" y="640910"/>
                  </a:lnTo>
                  <a:lnTo>
                    <a:pt x="5965445" y="640910"/>
                  </a:lnTo>
                  <a:lnTo>
                    <a:pt x="5970918" y="640910"/>
                  </a:lnTo>
                  <a:lnTo>
                    <a:pt x="5970918" y="640910"/>
                  </a:lnTo>
                  <a:lnTo>
                    <a:pt x="5976390" y="640910"/>
                  </a:lnTo>
                  <a:lnTo>
                    <a:pt x="5976390" y="640910"/>
                  </a:lnTo>
                  <a:lnTo>
                    <a:pt x="5981863" y="640910"/>
                  </a:lnTo>
                  <a:lnTo>
                    <a:pt x="5981863" y="640910"/>
                  </a:lnTo>
                  <a:lnTo>
                    <a:pt x="5987336" y="640910"/>
                  </a:lnTo>
                  <a:lnTo>
                    <a:pt x="5987336" y="640910"/>
                  </a:lnTo>
                  <a:lnTo>
                    <a:pt x="5992809" y="640910"/>
                  </a:lnTo>
                  <a:lnTo>
                    <a:pt x="5992809" y="640910"/>
                  </a:lnTo>
                  <a:lnTo>
                    <a:pt x="5998282" y="640910"/>
                  </a:lnTo>
                  <a:lnTo>
                    <a:pt x="5998282" y="640910"/>
                  </a:lnTo>
                  <a:lnTo>
                    <a:pt x="6003755" y="640910"/>
                  </a:lnTo>
                  <a:lnTo>
                    <a:pt x="6003755" y="640910"/>
                  </a:lnTo>
                  <a:lnTo>
                    <a:pt x="6009228" y="640910"/>
                  </a:lnTo>
                  <a:lnTo>
                    <a:pt x="6009228" y="640910"/>
                  </a:lnTo>
                  <a:lnTo>
                    <a:pt x="6014701" y="640910"/>
                  </a:lnTo>
                  <a:lnTo>
                    <a:pt x="6014701" y="640910"/>
                  </a:lnTo>
                  <a:lnTo>
                    <a:pt x="6020173" y="640910"/>
                  </a:lnTo>
                  <a:lnTo>
                    <a:pt x="6020173" y="640910"/>
                  </a:lnTo>
                  <a:lnTo>
                    <a:pt x="6025646" y="640910"/>
                  </a:lnTo>
                  <a:lnTo>
                    <a:pt x="6025646" y="640910"/>
                  </a:lnTo>
                  <a:lnTo>
                    <a:pt x="6031119" y="640910"/>
                  </a:lnTo>
                  <a:lnTo>
                    <a:pt x="6031119" y="640910"/>
                  </a:lnTo>
                  <a:lnTo>
                    <a:pt x="6036592" y="640910"/>
                  </a:lnTo>
                  <a:lnTo>
                    <a:pt x="6036592" y="640910"/>
                  </a:lnTo>
                  <a:lnTo>
                    <a:pt x="6042065" y="640910"/>
                  </a:lnTo>
                  <a:lnTo>
                    <a:pt x="6042065" y="622103"/>
                  </a:lnTo>
                  <a:lnTo>
                    <a:pt x="6047538" y="622103"/>
                  </a:lnTo>
                  <a:lnTo>
                    <a:pt x="6047538" y="622103"/>
                  </a:lnTo>
                  <a:lnTo>
                    <a:pt x="6053011" y="622103"/>
                  </a:lnTo>
                  <a:lnTo>
                    <a:pt x="6053011" y="622103"/>
                  </a:lnTo>
                  <a:lnTo>
                    <a:pt x="6058484" y="622103"/>
                  </a:lnTo>
                  <a:lnTo>
                    <a:pt x="6058484" y="622103"/>
                  </a:lnTo>
                  <a:lnTo>
                    <a:pt x="6063957" y="622103"/>
                  </a:lnTo>
                  <a:lnTo>
                    <a:pt x="6063957" y="622103"/>
                  </a:lnTo>
                  <a:lnTo>
                    <a:pt x="6069429" y="622103"/>
                  </a:lnTo>
                  <a:lnTo>
                    <a:pt x="6069429" y="622103"/>
                  </a:lnTo>
                  <a:lnTo>
                    <a:pt x="6074902" y="622103"/>
                  </a:lnTo>
                  <a:lnTo>
                    <a:pt x="6074902" y="622103"/>
                  </a:lnTo>
                  <a:lnTo>
                    <a:pt x="6080375" y="622103"/>
                  </a:lnTo>
                  <a:lnTo>
                    <a:pt x="6080375" y="622103"/>
                  </a:lnTo>
                  <a:lnTo>
                    <a:pt x="6085848" y="622103"/>
                  </a:lnTo>
                  <a:lnTo>
                    <a:pt x="6085848" y="622103"/>
                  </a:lnTo>
                  <a:lnTo>
                    <a:pt x="6091321" y="622103"/>
                  </a:lnTo>
                  <a:lnTo>
                    <a:pt x="6091321" y="622103"/>
                  </a:lnTo>
                  <a:lnTo>
                    <a:pt x="6096794" y="622103"/>
                  </a:lnTo>
                  <a:lnTo>
                    <a:pt x="6096794" y="622103"/>
                  </a:lnTo>
                  <a:lnTo>
                    <a:pt x="6102267" y="622103"/>
                  </a:lnTo>
                  <a:lnTo>
                    <a:pt x="6102267" y="622103"/>
                  </a:lnTo>
                  <a:lnTo>
                    <a:pt x="6107740" y="622103"/>
                  </a:lnTo>
                  <a:lnTo>
                    <a:pt x="6107740" y="622103"/>
                  </a:lnTo>
                  <a:lnTo>
                    <a:pt x="6113213" y="622103"/>
                  </a:lnTo>
                  <a:lnTo>
                    <a:pt x="6113213" y="622103"/>
                  </a:lnTo>
                  <a:lnTo>
                    <a:pt x="6118685" y="622103"/>
                  </a:lnTo>
                  <a:lnTo>
                    <a:pt x="6118685" y="622103"/>
                  </a:lnTo>
                  <a:lnTo>
                    <a:pt x="6124158" y="622103"/>
                  </a:lnTo>
                  <a:lnTo>
                    <a:pt x="6124158" y="622103"/>
                  </a:lnTo>
                  <a:lnTo>
                    <a:pt x="6129631" y="622103"/>
                  </a:lnTo>
                  <a:lnTo>
                    <a:pt x="6129631" y="622103"/>
                  </a:lnTo>
                  <a:lnTo>
                    <a:pt x="6135104" y="622103"/>
                  </a:lnTo>
                  <a:lnTo>
                    <a:pt x="6135104" y="622103"/>
                  </a:lnTo>
                  <a:lnTo>
                    <a:pt x="6140577" y="622103"/>
                  </a:lnTo>
                  <a:lnTo>
                    <a:pt x="6140577" y="622103"/>
                  </a:lnTo>
                  <a:lnTo>
                    <a:pt x="6146050" y="622103"/>
                  </a:lnTo>
                  <a:lnTo>
                    <a:pt x="6146050" y="622103"/>
                  </a:lnTo>
                  <a:lnTo>
                    <a:pt x="6151523" y="622103"/>
                  </a:lnTo>
                  <a:lnTo>
                    <a:pt x="6151523" y="622103"/>
                  </a:lnTo>
                  <a:lnTo>
                    <a:pt x="6156996" y="622103"/>
                  </a:lnTo>
                  <a:lnTo>
                    <a:pt x="6156996" y="622103"/>
                  </a:lnTo>
                  <a:lnTo>
                    <a:pt x="6162468" y="622103"/>
                  </a:lnTo>
                  <a:lnTo>
                    <a:pt x="6162468" y="622103"/>
                  </a:lnTo>
                  <a:lnTo>
                    <a:pt x="6167941" y="622103"/>
                  </a:lnTo>
                  <a:lnTo>
                    <a:pt x="6167941" y="622103"/>
                  </a:lnTo>
                  <a:lnTo>
                    <a:pt x="6173414" y="622103"/>
                  </a:lnTo>
                  <a:lnTo>
                    <a:pt x="6173414" y="622103"/>
                  </a:lnTo>
                  <a:lnTo>
                    <a:pt x="6184360" y="622103"/>
                  </a:lnTo>
                  <a:lnTo>
                    <a:pt x="6184360" y="622103"/>
                  </a:lnTo>
                  <a:lnTo>
                    <a:pt x="6189833" y="622103"/>
                  </a:lnTo>
                  <a:lnTo>
                    <a:pt x="6189833" y="622103"/>
                  </a:lnTo>
                  <a:lnTo>
                    <a:pt x="6195306" y="622103"/>
                  </a:lnTo>
                  <a:lnTo>
                    <a:pt x="6195306" y="622103"/>
                  </a:lnTo>
                  <a:lnTo>
                    <a:pt x="6200779" y="622103"/>
                  </a:lnTo>
                  <a:lnTo>
                    <a:pt x="6200779" y="622103"/>
                  </a:lnTo>
                  <a:lnTo>
                    <a:pt x="6206252" y="622103"/>
                  </a:lnTo>
                  <a:lnTo>
                    <a:pt x="6206252" y="622103"/>
                  </a:lnTo>
                  <a:lnTo>
                    <a:pt x="6211724" y="622103"/>
                  </a:lnTo>
                  <a:lnTo>
                    <a:pt x="6211724" y="622103"/>
                  </a:lnTo>
                  <a:lnTo>
                    <a:pt x="6217197" y="622103"/>
                  </a:lnTo>
                  <a:lnTo>
                    <a:pt x="6217197" y="622103"/>
                  </a:lnTo>
                  <a:lnTo>
                    <a:pt x="6222670" y="622103"/>
                  </a:lnTo>
                  <a:lnTo>
                    <a:pt x="6222670" y="622103"/>
                  </a:lnTo>
                  <a:lnTo>
                    <a:pt x="6228143" y="622103"/>
                  </a:lnTo>
                  <a:lnTo>
                    <a:pt x="6228143" y="622103"/>
                  </a:lnTo>
                  <a:lnTo>
                    <a:pt x="6233616" y="622103"/>
                  </a:lnTo>
                  <a:lnTo>
                    <a:pt x="6233616" y="622103"/>
                  </a:lnTo>
                  <a:lnTo>
                    <a:pt x="6239089" y="622103"/>
                  </a:lnTo>
                  <a:lnTo>
                    <a:pt x="6239089" y="622103"/>
                  </a:lnTo>
                  <a:lnTo>
                    <a:pt x="6244562" y="622103"/>
                  </a:lnTo>
                  <a:lnTo>
                    <a:pt x="6244562" y="622103"/>
                  </a:lnTo>
                  <a:lnTo>
                    <a:pt x="6250035" y="622103"/>
                  </a:lnTo>
                  <a:lnTo>
                    <a:pt x="6250035" y="622103"/>
                  </a:lnTo>
                  <a:lnTo>
                    <a:pt x="6255508" y="622103"/>
                  </a:lnTo>
                  <a:lnTo>
                    <a:pt x="6255508" y="622103"/>
                  </a:lnTo>
                  <a:lnTo>
                    <a:pt x="6260980" y="622103"/>
                  </a:lnTo>
                  <a:lnTo>
                    <a:pt x="6260980" y="622103"/>
                  </a:lnTo>
                  <a:lnTo>
                    <a:pt x="6266453" y="622103"/>
                  </a:lnTo>
                  <a:lnTo>
                    <a:pt x="6266453" y="622103"/>
                  </a:lnTo>
                  <a:lnTo>
                    <a:pt x="6277399" y="622103"/>
                  </a:lnTo>
                  <a:lnTo>
                    <a:pt x="6277399" y="602392"/>
                  </a:lnTo>
                  <a:lnTo>
                    <a:pt x="6282872" y="602392"/>
                  </a:lnTo>
                  <a:lnTo>
                    <a:pt x="6282872" y="602392"/>
                  </a:lnTo>
                  <a:lnTo>
                    <a:pt x="6288345" y="602392"/>
                  </a:lnTo>
                  <a:lnTo>
                    <a:pt x="6288345" y="602392"/>
                  </a:lnTo>
                  <a:lnTo>
                    <a:pt x="6293818" y="602392"/>
                  </a:lnTo>
                  <a:lnTo>
                    <a:pt x="6293818" y="602392"/>
                  </a:lnTo>
                  <a:lnTo>
                    <a:pt x="6299291" y="602392"/>
                  </a:lnTo>
                  <a:lnTo>
                    <a:pt x="6299291" y="602392"/>
                  </a:lnTo>
                  <a:lnTo>
                    <a:pt x="6304764" y="602392"/>
                  </a:lnTo>
                  <a:lnTo>
                    <a:pt x="6304764" y="602392"/>
                  </a:lnTo>
                  <a:lnTo>
                    <a:pt x="6310236" y="602392"/>
                  </a:lnTo>
                  <a:lnTo>
                    <a:pt x="6310236" y="582618"/>
                  </a:lnTo>
                  <a:lnTo>
                    <a:pt x="6315709" y="582618"/>
                  </a:lnTo>
                  <a:lnTo>
                    <a:pt x="6315709" y="582618"/>
                  </a:lnTo>
                  <a:lnTo>
                    <a:pt x="6321182" y="582618"/>
                  </a:lnTo>
                  <a:lnTo>
                    <a:pt x="6321182" y="582618"/>
                  </a:lnTo>
                  <a:lnTo>
                    <a:pt x="6326655" y="582618"/>
                  </a:lnTo>
                  <a:lnTo>
                    <a:pt x="6326655" y="582618"/>
                  </a:lnTo>
                  <a:lnTo>
                    <a:pt x="6332128" y="582618"/>
                  </a:lnTo>
                  <a:lnTo>
                    <a:pt x="6332128" y="582618"/>
                  </a:lnTo>
                  <a:lnTo>
                    <a:pt x="6337601" y="582618"/>
                  </a:lnTo>
                  <a:lnTo>
                    <a:pt x="6337601" y="582618"/>
                  </a:lnTo>
                  <a:lnTo>
                    <a:pt x="6343074" y="582618"/>
                  </a:lnTo>
                  <a:lnTo>
                    <a:pt x="6343074" y="582618"/>
                  </a:lnTo>
                  <a:lnTo>
                    <a:pt x="6348547" y="582618"/>
                  </a:lnTo>
                  <a:lnTo>
                    <a:pt x="6348547" y="582618"/>
                  </a:lnTo>
                  <a:lnTo>
                    <a:pt x="6354019" y="582618"/>
                  </a:lnTo>
                  <a:lnTo>
                    <a:pt x="6354019" y="582618"/>
                  </a:lnTo>
                  <a:lnTo>
                    <a:pt x="6359492" y="582618"/>
                  </a:lnTo>
                  <a:lnTo>
                    <a:pt x="6359492" y="582618"/>
                  </a:lnTo>
                  <a:lnTo>
                    <a:pt x="6364965" y="582618"/>
                  </a:lnTo>
                  <a:lnTo>
                    <a:pt x="6364965" y="582618"/>
                  </a:lnTo>
                  <a:lnTo>
                    <a:pt x="6370438" y="582618"/>
                  </a:lnTo>
                  <a:lnTo>
                    <a:pt x="6370438" y="582618"/>
                  </a:lnTo>
                  <a:lnTo>
                    <a:pt x="6375911" y="582618"/>
                  </a:lnTo>
                  <a:lnTo>
                    <a:pt x="6375911" y="582618"/>
                  </a:lnTo>
                  <a:lnTo>
                    <a:pt x="6381384" y="582618"/>
                  </a:lnTo>
                  <a:lnTo>
                    <a:pt x="6381384" y="582618"/>
                  </a:lnTo>
                  <a:lnTo>
                    <a:pt x="6386857" y="582618"/>
                  </a:lnTo>
                  <a:lnTo>
                    <a:pt x="6386857" y="582618"/>
                  </a:lnTo>
                  <a:lnTo>
                    <a:pt x="6392330" y="582618"/>
                  </a:lnTo>
                  <a:lnTo>
                    <a:pt x="6392330" y="582618"/>
                  </a:lnTo>
                  <a:lnTo>
                    <a:pt x="6397803" y="582618"/>
                  </a:lnTo>
                  <a:lnTo>
                    <a:pt x="6397803" y="582618"/>
                  </a:lnTo>
                  <a:lnTo>
                    <a:pt x="6403275" y="582618"/>
                  </a:lnTo>
                  <a:lnTo>
                    <a:pt x="6403275" y="582618"/>
                  </a:lnTo>
                  <a:lnTo>
                    <a:pt x="6408748" y="582618"/>
                  </a:lnTo>
                  <a:lnTo>
                    <a:pt x="6408748" y="582618"/>
                  </a:lnTo>
                  <a:lnTo>
                    <a:pt x="6414221" y="582618"/>
                  </a:lnTo>
                  <a:lnTo>
                    <a:pt x="6414221" y="582618"/>
                  </a:lnTo>
                  <a:lnTo>
                    <a:pt x="6419694" y="582618"/>
                  </a:lnTo>
                  <a:lnTo>
                    <a:pt x="6419694" y="582618"/>
                  </a:lnTo>
                  <a:lnTo>
                    <a:pt x="6425167" y="582618"/>
                  </a:lnTo>
                  <a:lnTo>
                    <a:pt x="6425167" y="582618"/>
                  </a:lnTo>
                  <a:lnTo>
                    <a:pt x="6430640" y="582618"/>
                  </a:lnTo>
                  <a:lnTo>
                    <a:pt x="6430640" y="582618"/>
                  </a:lnTo>
                  <a:lnTo>
                    <a:pt x="6436113" y="582618"/>
                  </a:lnTo>
                  <a:lnTo>
                    <a:pt x="6436113" y="582618"/>
                  </a:lnTo>
                  <a:lnTo>
                    <a:pt x="6441586" y="582618"/>
                  </a:lnTo>
                  <a:lnTo>
                    <a:pt x="6441586" y="582618"/>
                  </a:lnTo>
                  <a:lnTo>
                    <a:pt x="6447059" y="582618"/>
                  </a:lnTo>
                  <a:lnTo>
                    <a:pt x="6447059" y="582618"/>
                  </a:lnTo>
                  <a:lnTo>
                    <a:pt x="6452531" y="582618"/>
                  </a:lnTo>
                  <a:lnTo>
                    <a:pt x="6452531" y="582618"/>
                  </a:lnTo>
                  <a:lnTo>
                    <a:pt x="6463477" y="582618"/>
                  </a:lnTo>
                  <a:lnTo>
                    <a:pt x="6463477" y="582618"/>
                  </a:lnTo>
                  <a:lnTo>
                    <a:pt x="6474423" y="582618"/>
                  </a:lnTo>
                  <a:lnTo>
                    <a:pt x="6474423" y="582618"/>
                  </a:lnTo>
                  <a:lnTo>
                    <a:pt x="6479896" y="582618"/>
                  </a:lnTo>
                  <a:lnTo>
                    <a:pt x="6479896" y="582618"/>
                  </a:lnTo>
                  <a:lnTo>
                    <a:pt x="6485369" y="582618"/>
                  </a:lnTo>
                  <a:lnTo>
                    <a:pt x="6485369" y="582618"/>
                  </a:lnTo>
                  <a:lnTo>
                    <a:pt x="6490842" y="582618"/>
                  </a:lnTo>
                  <a:lnTo>
                    <a:pt x="6490842" y="582618"/>
                  </a:lnTo>
                  <a:lnTo>
                    <a:pt x="6496315" y="582618"/>
                  </a:lnTo>
                  <a:lnTo>
                    <a:pt x="6496315" y="582618"/>
                  </a:lnTo>
                  <a:lnTo>
                    <a:pt x="6501787" y="582618"/>
                  </a:lnTo>
                  <a:lnTo>
                    <a:pt x="6501787" y="582618"/>
                  </a:lnTo>
                  <a:lnTo>
                    <a:pt x="6507260" y="582618"/>
                  </a:lnTo>
                  <a:lnTo>
                    <a:pt x="6507260" y="582618"/>
                  </a:lnTo>
                  <a:lnTo>
                    <a:pt x="6512733" y="582618"/>
                  </a:lnTo>
                  <a:lnTo>
                    <a:pt x="6512733" y="582618"/>
                  </a:lnTo>
                  <a:lnTo>
                    <a:pt x="6518206" y="582618"/>
                  </a:lnTo>
                  <a:lnTo>
                    <a:pt x="6518206" y="582618"/>
                  </a:lnTo>
                  <a:lnTo>
                    <a:pt x="6523679" y="582618"/>
                  </a:lnTo>
                  <a:lnTo>
                    <a:pt x="6523679" y="582618"/>
                  </a:lnTo>
                  <a:lnTo>
                    <a:pt x="6529152" y="582618"/>
                  </a:lnTo>
                  <a:lnTo>
                    <a:pt x="6529152" y="582618"/>
                  </a:lnTo>
                  <a:lnTo>
                    <a:pt x="6534625" y="582618"/>
                  </a:lnTo>
                  <a:lnTo>
                    <a:pt x="6534625" y="582618"/>
                  </a:lnTo>
                  <a:lnTo>
                    <a:pt x="6540098" y="582618"/>
                  </a:lnTo>
                  <a:lnTo>
                    <a:pt x="6540098" y="582618"/>
                  </a:lnTo>
                  <a:lnTo>
                    <a:pt x="6545570" y="582618"/>
                  </a:lnTo>
                  <a:lnTo>
                    <a:pt x="6545570" y="562122"/>
                  </a:lnTo>
                  <a:lnTo>
                    <a:pt x="6551043" y="562122"/>
                  </a:lnTo>
                  <a:lnTo>
                    <a:pt x="6551043" y="562122"/>
                  </a:lnTo>
                  <a:lnTo>
                    <a:pt x="6556516" y="562122"/>
                  </a:lnTo>
                  <a:lnTo>
                    <a:pt x="6556516" y="562122"/>
                  </a:lnTo>
                  <a:lnTo>
                    <a:pt x="6561989" y="562122"/>
                  </a:lnTo>
                  <a:lnTo>
                    <a:pt x="6561989" y="562122"/>
                  </a:lnTo>
                  <a:lnTo>
                    <a:pt x="6567462" y="562122"/>
                  </a:lnTo>
                  <a:lnTo>
                    <a:pt x="6567462" y="562122"/>
                  </a:lnTo>
                  <a:lnTo>
                    <a:pt x="6572935" y="562122"/>
                  </a:lnTo>
                  <a:lnTo>
                    <a:pt x="6572935" y="562122"/>
                  </a:lnTo>
                  <a:lnTo>
                    <a:pt x="6578408" y="562122"/>
                  </a:lnTo>
                  <a:lnTo>
                    <a:pt x="6578408" y="562122"/>
                  </a:lnTo>
                  <a:lnTo>
                    <a:pt x="6583881" y="562122"/>
                  </a:lnTo>
                  <a:lnTo>
                    <a:pt x="6583881" y="562122"/>
                  </a:lnTo>
                  <a:lnTo>
                    <a:pt x="6589354" y="562122"/>
                  </a:lnTo>
                  <a:lnTo>
                    <a:pt x="6589354" y="562122"/>
                  </a:lnTo>
                  <a:lnTo>
                    <a:pt x="6594826" y="562122"/>
                  </a:lnTo>
                  <a:lnTo>
                    <a:pt x="6594826" y="562122"/>
                  </a:lnTo>
                  <a:lnTo>
                    <a:pt x="6600299" y="562122"/>
                  </a:lnTo>
                  <a:lnTo>
                    <a:pt x="6600299" y="562122"/>
                  </a:lnTo>
                  <a:lnTo>
                    <a:pt x="6605772" y="562122"/>
                  </a:lnTo>
                  <a:lnTo>
                    <a:pt x="6605772" y="562122"/>
                  </a:lnTo>
                  <a:lnTo>
                    <a:pt x="6611245" y="562122"/>
                  </a:lnTo>
                  <a:lnTo>
                    <a:pt x="6611245" y="562122"/>
                  </a:lnTo>
                  <a:lnTo>
                    <a:pt x="6616718" y="562122"/>
                  </a:lnTo>
                  <a:lnTo>
                    <a:pt x="6616718" y="562122"/>
                  </a:lnTo>
                  <a:lnTo>
                    <a:pt x="6622191" y="562122"/>
                  </a:lnTo>
                  <a:lnTo>
                    <a:pt x="6622191" y="562122"/>
                  </a:lnTo>
                  <a:lnTo>
                    <a:pt x="6627664" y="562122"/>
                  </a:lnTo>
                  <a:lnTo>
                    <a:pt x="6627664" y="562122"/>
                  </a:lnTo>
                  <a:lnTo>
                    <a:pt x="6633137" y="562122"/>
                  </a:lnTo>
                  <a:lnTo>
                    <a:pt x="6633137" y="562122"/>
                  </a:lnTo>
                  <a:lnTo>
                    <a:pt x="6638610" y="562122"/>
                  </a:lnTo>
                  <a:lnTo>
                    <a:pt x="6638610" y="562122"/>
                  </a:lnTo>
                  <a:lnTo>
                    <a:pt x="6644082" y="562122"/>
                  </a:lnTo>
                  <a:lnTo>
                    <a:pt x="6644082" y="562122"/>
                  </a:lnTo>
                  <a:lnTo>
                    <a:pt x="6649555" y="562122"/>
                  </a:lnTo>
                  <a:lnTo>
                    <a:pt x="6649555" y="562122"/>
                  </a:lnTo>
                  <a:lnTo>
                    <a:pt x="6655028" y="562122"/>
                  </a:lnTo>
                  <a:lnTo>
                    <a:pt x="6655028" y="562122"/>
                  </a:lnTo>
                  <a:lnTo>
                    <a:pt x="6660501" y="562122"/>
                  </a:lnTo>
                  <a:lnTo>
                    <a:pt x="6660501" y="562122"/>
                  </a:lnTo>
                  <a:lnTo>
                    <a:pt x="6665974" y="562122"/>
                  </a:lnTo>
                  <a:lnTo>
                    <a:pt x="6665974" y="562122"/>
                  </a:lnTo>
                  <a:lnTo>
                    <a:pt x="6671447" y="562122"/>
                  </a:lnTo>
                  <a:lnTo>
                    <a:pt x="6671447" y="562122"/>
                  </a:lnTo>
                  <a:lnTo>
                    <a:pt x="6676920" y="562122"/>
                  </a:lnTo>
                  <a:lnTo>
                    <a:pt x="6676920" y="562122"/>
                  </a:lnTo>
                  <a:lnTo>
                    <a:pt x="6682393" y="562122"/>
                  </a:lnTo>
                  <a:lnTo>
                    <a:pt x="6682393" y="562122"/>
                  </a:lnTo>
                  <a:lnTo>
                    <a:pt x="6687865" y="562122"/>
                  </a:lnTo>
                  <a:lnTo>
                    <a:pt x="6687865" y="562122"/>
                  </a:lnTo>
                  <a:lnTo>
                    <a:pt x="6693338" y="562122"/>
                  </a:lnTo>
                  <a:lnTo>
                    <a:pt x="6693338" y="562122"/>
                  </a:lnTo>
                  <a:lnTo>
                    <a:pt x="6698811" y="562122"/>
                  </a:lnTo>
                  <a:lnTo>
                    <a:pt x="6698811" y="562122"/>
                  </a:lnTo>
                  <a:lnTo>
                    <a:pt x="6704284" y="562122"/>
                  </a:lnTo>
                  <a:lnTo>
                    <a:pt x="6704284" y="562122"/>
                  </a:lnTo>
                  <a:lnTo>
                    <a:pt x="6709757" y="562122"/>
                  </a:lnTo>
                  <a:lnTo>
                    <a:pt x="6709757" y="562122"/>
                  </a:lnTo>
                  <a:lnTo>
                    <a:pt x="6715230" y="562122"/>
                  </a:lnTo>
                  <a:lnTo>
                    <a:pt x="6715230" y="562122"/>
                  </a:lnTo>
                  <a:lnTo>
                    <a:pt x="6720703" y="562122"/>
                  </a:lnTo>
                  <a:lnTo>
                    <a:pt x="6720703" y="562122"/>
                  </a:lnTo>
                  <a:lnTo>
                    <a:pt x="6731649" y="562122"/>
                  </a:lnTo>
                  <a:lnTo>
                    <a:pt x="6731649" y="562122"/>
                  </a:lnTo>
                  <a:lnTo>
                    <a:pt x="6737121" y="562122"/>
                  </a:lnTo>
                  <a:lnTo>
                    <a:pt x="6737121" y="562122"/>
                  </a:lnTo>
                  <a:lnTo>
                    <a:pt x="6742594" y="562122"/>
                  </a:lnTo>
                  <a:lnTo>
                    <a:pt x="6742594" y="562122"/>
                  </a:lnTo>
                  <a:lnTo>
                    <a:pt x="6748067" y="562122"/>
                  </a:lnTo>
                  <a:lnTo>
                    <a:pt x="6748067" y="562122"/>
                  </a:lnTo>
                  <a:lnTo>
                    <a:pt x="6753540" y="562122"/>
                  </a:lnTo>
                  <a:lnTo>
                    <a:pt x="6753540" y="562122"/>
                  </a:lnTo>
                  <a:lnTo>
                    <a:pt x="6759013" y="562122"/>
                  </a:lnTo>
                  <a:lnTo>
                    <a:pt x="6759013" y="562122"/>
                  </a:lnTo>
                  <a:lnTo>
                    <a:pt x="6764486" y="562122"/>
                  </a:lnTo>
                  <a:lnTo>
                    <a:pt x="6764486" y="562122"/>
                  </a:lnTo>
                  <a:lnTo>
                    <a:pt x="6769959" y="562122"/>
                  </a:lnTo>
                  <a:lnTo>
                    <a:pt x="6769959" y="562122"/>
                  </a:lnTo>
                  <a:lnTo>
                    <a:pt x="6775432" y="562122"/>
                  </a:lnTo>
                  <a:lnTo>
                    <a:pt x="6775432" y="562122"/>
                  </a:lnTo>
                  <a:lnTo>
                    <a:pt x="6780905" y="562122"/>
                  </a:lnTo>
                  <a:lnTo>
                    <a:pt x="6780905" y="562122"/>
                  </a:lnTo>
                  <a:lnTo>
                    <a:pt x="6786377" y="562122"/>
                  </a:lnTo>
                  <a:lnTo>
                    <a:pt x="6786377" y="562122"/>
                  </a:lnTo>
                  <a:lnTo>
                    <a:pt x="6791850" y="562122"/>
                  </a:lnTo>
                  <a:lnTo>
                    <a:pt x="6791850" y="540383"/>
                  </a:lnTo>
                  <a:lnTo>
                    <a:pt x="6797323" y="540383"/>
                  </a:lnTo>
                  <a:lnTo>
                    <a:pt x="6797323" y="540383"/>
                  </a:lnTo>
                  <a:lnTo>
                    <a:pt x="6802796" y="540383"/>
                  </a:lnTo>
                  <a:lnTo>
                    <a:pt x="6802796" y="540383"/>
                  </a:lnTo>
                  <a:lnTo>
                    <a:pt x="6808269" y="540383"/>
                  </a:lnTo>
                  <a:lnTo>
                    <a:pt x="6808269" y="540383"/>
                  </a:lnTo>
                  <a:lnTo>
                    <a:pt x="6813742" y="540383"/>
                  </a:lnTo>
                  <a:lnTo>
                    <a:pt x="6813742" y="540383"/>
                  </a:lnTo>
                  <a:lnTo>
                    <a:pt x="6819215" y="540383"/>
                  </a:lnTo>
                  <a:lnTo>
                    <a:pt x="6819215" y="540383"/>
                  </a:lnTo>
                  <a:lnTo>
                    <a:pt x="6824688" y="540383"/>
                  </a:lnTo>
                  <a:lnTo>
                    <a:pt x="6824688" y="540383"/>
                  </a:lnTo>
                  <a:lnTo>
                    <a:pt x="6830161" y="540383"/>
                  </a:lnTo>
                  <a:lnTo>
                    <a:pt x="6830161" y="540383"/>
                  </a:lnTo>
                  <a:lnTo>
                    <a:pt x="6835633" y="540383"/>
                  </a:lnTo>
                  <a:lnTo>
                    <a:pt x="6835633" y="540383"/>
                  </a:lnTo>
                  <a:lnTo>
                    <a:pt x="6841106" y="540383"/>
                  </a:lnTo>
                  <a:lnTo>
                    <a:pt x="6841106" y="540383"/>
                  </a:lnTo>
                  <a:lnTo>
                    <a:pt x="6846579" y="540383"/>
                  </a:lnTo>
                  <a:lnTo>
                    <a:pt x="6846579" y="540383"/>
                  </a:lnTo>
                  <a:lnTo>
                    <a:pt x="6852052" y="540383"/>
                  </a:lnTo>
                  <a:lnTo>
                    <a:pt x="6852052" y="540383"/>
                  </a:lnTo>
                  <a:lnTo>
                    <a:pt x="6857525" y="540383"/>
                  </a:lnTo>
                  <a:lnTo>
                    <a:pt x="6857525" y="540383"/>
                  </a:lnTo>
                  <a:lnTo>
                    <a:pt x="6862998" y="540383"/>
                  </a:lnTo>
                  <a:lnTo>
                    <a:pt x="6862998" y="540383"/>
                  </a:lnTo>
                  <a:lnTo>
                    <a:pt x="6868471" y="540383"/>
                  </a:lnTo>
                  <a:lnTo>
                    <a:pt x="6868471" y="540383"/>
                  </a:lnTo>
                  <a:lnTo>
                    <a:pt x="6873944" y="540383"/>
                  </a:lnTo>
                  <a:lnTo>
                    <a:pt x="6873944" y="540383"/>
                  </a:lnTo>
                  <a:lnTo>
                    <a:pt x="6879416" y="540383"/>
                  </a:lnTo>
                  <a:lnTo>
                    <a:pt x="6879416" y="540383"/>
                  </a:lnTo>
                  <a:lnTo>
                    <a:pt x="6884889" y="540383"/>
                  </a:lnTo>
                  <a:lnTo>
                    <a:pt x="6884889" y="540383"/>
                  </a:lnTo>
                  <a:lnTo>
                    <a:pt x="6890362" y="540383"/>
                  </a:lnTo>
                  <a:lnTo>
                    <a:pt x="6890362" y="540383"/>
                  </a:lnTo>
                  <a:lnTo>
                    <a:pt x="6895835" y="540383"/>
                  </a:lnTo>
                  <a:lnTo>
                    <a:pt x="6895835" y="540383"/>
                  </a:lnTo>
                  <a:lnTo>
                    <a:pt x="6901308" y="540383"/>
                  </a:lnTo>
                  <a:lnTo>
                    <a:pt x="6901308" y="518410"/>
                  </a:lnTo>
                  <a:lnTo>
                    <a:pt x="6906781" y="518410"/>
                  </a:lnTo>
                  <a:lnTo>
                    <a:pt x="6906781" y="518410"/>
                  </a:lnTo>
                  <a:lnTo>
                    <a:pt x="6912254" y="518410"/>
                  </a:lnTo>
                  <a:lnTo>
                    <a:pt x="6912254" y="518410"/>
                  </a:lnTo>
                  <a:lnTo>
                    <a:pt x="6917727" y="518410"/>
                  </a:lnTo>
                  <a:lnTo>
                    <a:pt x="6917727" y="518410"/>
                  </a:lnTo>
                  <a:lnTo>
                    <a:pt x="6923200" y="518410"/>
                  </a:lnTo>
                  <a:lnTo>
                    <a:pt x="6923200" y="518410"/>
                  </a:lnTo>
                  <a:lnTo>
                    <a:pt x="6928672" y="518410"/>
                  </a:lnTo>
                  <a:lnTo>
                    <a:pt x="6928672" y="518410"/>
                  </a:lnTo>
                  <a:lnTo>
                    <a:pt x="6934145" y="518410"/>
                  </a:lnTo>
                  <a:lnTo>
                    <a:pt x="6934145" y="518410"/>
                  </a:lnTo>
                  <a:lnTo>
                    <a:pt x="6939618" y="518410"/>
                  </a:lnTo>
                  <a:lnTo>
                    <a:pt x="6939618" y="518410"/>
                  </a:lnTo>
                  <a:lnTo>
                    <a:pt x="6945091" y="518410"/>
                  </a:lnTo>
                  <a:lnTo>
                    <a:pt x="6945091" y="518410"/>
                  </a:lnTo>
                  <a:lnTo>
                    <a:pt x="6950564" y="518410"/>
                  </a:lnTo>
                  <a:lnTo>
                    <a:pt x="6950564" y="518410"/>
                  </a:lnTo>
                  <a:lnTo>
                    <a:pt x="6956037" y="518410"/>
                  </a:lnTo>
                  <a:lnTo>
                    <a:pt x="6956037" y="518410"/>
                  </a:lnTo>
                  <a:lnTo>
                    <a:pt x="6961510" y="518410"/>
                  </a:lnTo>
                  <a:lnTo>
                    <a:pt x="6961510" y="496317"/>
                  </a:lnTo>
                  <a:lnTo>
                    <a:pt x="6966983" y="496317"/>
                  </a:lnTo>
                  <a:lnTo>
                    <a:pt x="6966983" y="496317"/>
                  </a:lnTo>
                  <a:lnTo>
                    <a:pt x="6972456" y="496317"/>
                  </a:lnTo>
                  <a:lnTo>
                    <a:pt x="6972456" y="496317"/>
                  </a:lnTo>
                  <a:lnTo>
                    <a:pt x="6977928" y="496317"/>
                  </a:lnTo>
                  <a:lnTo>
                    <a:pt x="6977928" y="496317"/>
                  </a:lnTo>
                  <a:lnTo>
                    <a:pt x="6983401" y="496317"/>
                  </a:lnTo>
                  <a:lnTo>
                    <a:pt x="6983401" y="496317"/>
                  </a:lnTo>
                  <a:lnTo>
                    <a:pt x="6988874" y="496317"/>
                  </a:lnTo>
                  <a:lnTo>
                    <a:pt x="6988874" y="496317"/>
                  </a:lnTo>
                  <a:lnTo>
                    <a:pt x="6994347" y="496317"/>
                  </a:lnTo>
                  <a:lnTo>
                    <a:pt x="6994347" y="496317"/>
                  </a:lnTo>
                  <a:lnTo>
                    <a:pt x="7005293" y="496317"/>
                  </a:lnTo>
                  <a:lnTo>
                    <a:pt x="7005293" y="496317"/>
                  </a:lnTo>
                  <a:lnTo>
                    <a:pt x="7010766" y="496317"/>
                  </a:lnTo>
                  <a:lnTo>
                    <a:pt x="7010766" y="496317"/>
                  </a:lnTo>
                  <a:lnTo>
                    <a:pt x="7016239" y="496317"/>
                  </a:lnTo>
                  <a:lnTo>
                    <a:pt x="7016239" y="496317"/>
                  </a:lnTo>
                  <a:lnTo>
                    <a:pt x="7021712" y="496317"/>
                  </a:lnTo>
                  <a:lnTo>
                    <a:pt x="7021712" y="496317"/>
                  </a:lnTo>
                  <a:lnTo>
                    <a:pt x="7027184" y="496317"/>
                  </a:lnTo>
                  <a:lnTo>
                    <a:pt x="7027184" y="496317"/>
                  </a:lnTo>
                  <a:lnTo>
                    <a:pt x="7032657" y="496317"/>
                  </a:lnTo>
                  <a:lnTo>
                    <a:pt x="7032657" y="496317"/>
                  </a:lnTo>
                  <a:lnTo>
                    <a:pt x="7038130" y="496317"/>
                  </a:lnTo>
                  <a:lnTo>
                    <a:pt x="7038130" y="496317"/>
                  </a:lnTo>
                  <a:lnTo>
                    <a:pt x="7043603" y="496317"/>
                  </a:lnTo>
                  <a:lnTo>
                    <a:pt x="7043603" y="496317"/>
                  </a:lnTo>
                  <a:lnTo>
                    <a:pt x="7049076" y="496317"/>
                  </a:lnTo>
                  <a:lnTo>
                    <a:pt x="7049076" y="496317"/>
                  </a:lnTo>
                  <a:lnTo>
                    <a:pt x="7054549" y="496317"/>
                  </a:lnTo>
                  <a:lnTo>
                    <a:pt x="7054549" y="496317"/>
                  </a:lnTo>
                  <a:lnTo>
                    <a:pt x="7060022" y="496317"/>
                  </a:lnTo>
                  <a:lnTo>
                    <a:pt x="7060022" y="496317"/>
                  </a:lnTo>
                  <a:lnTo>
                    <a:pt x="7065495" y="496317"/>
                  </a:lnTo>
                  <a:lnTo>
                    <a:pt x="7065495" y="496317"/>
                  </a:lnTo>
                  <a:lnTo>
                    <a:pt x="7070967" y="496317"/>
                  </a:lnTo>
                  <a:lnTo>
                    <a:pt x="7070967" y="496317"/>
                  </a:lnTo>
                  <a:lnTo>
                    <a:pt x="7076440" y="496317"/>
                  </a:lnTo>
                  <a:lnTo>
                    <a:pt x="7076440" y="496317"/>
                  </a:lnTo>
                  <a:lnTo>
                    <a:pt x="7081913" y="496317"/>
                  </a:lnTo>
                  <a:lnTo>
                    <a:pt x="7081913" y="496317"/>
                  </a:lnTo>
                  <a:lnTo>
                    <a:pt x="7087386" y="496317"/>
                  </a:lnTo>
                  <a:lnTo>
                    <a:pt x="7087386" y="496317"/>
                  </a:lnTo>
                  <a:lnTo>
                    <a:pt x="7092859" y="496317"/>
                  </a:lnTo>
                  <a:lnTo>
                    <a:pt x="7092859" y="496317"/>
                  </a:lnTo>
                  <a:lnTo>
                    <a:pt x="7098332" y="496317"/>
                  </a:lnTo>
                  <a:lnTo>
                    <a:pt x="7098332" y="496317"/>
                  </a:lnTo>
                  <a:lnTo>
                    <a:pt x="7103805" y="496317"/>
                  </a:lnTo>
                  <a:lnTo>
                    <a:pt x="7103805" y="496317"/>
                  </a:lnTo>
                  <a:lnTo>
                    <a:pt x="7109278" y="496317"/>
                  </a:lnTo>
                  <a:lnTo>
                    <a:pt x="7109278" y="496317"/>
                  </a:lnTo>
                  <a:lnTo>
                    <a:pt x="7114751" y="496317"/>
                  </a:lnTo>
                  <a:lnTo>
                    <a:pt x="7114751" y="496317"/>
                  </a:lnTo>
                  <a:lnTo>
                    <a:pt x="7120223" y="496317"/>
                  </a:lnTo>
                  <a:lnTo>
                    <a:pt x="7120223" y="496317"/>
                  </a:lnTo>
                  <a:lnTo>
                    <a:pt x="7125696" y="496317"/>
                  </a:lnTo>
                  <a:lnTo>
                    <a:pt x="7125696" y="496317"/>
                  </a:lnTo>
                  <a:lnTo>
                    <a:pt x="7131169" y="496317"/>
                  </a:lnTo>
                  <a:lnTo>
                    <a:pt x="7131169" y="496317"/>
                  </a:lnTo>
                  <a:lnTo>
                    <a:pt x="7136642" y="496317"/>
                  </a:lnTo>
                  <a:lnTo>
                    <a:pt x="7136642" y="496317"/>
                  </a:lnTo>
                  <a:lnTo>
                    <a:pt x="7142115" y="496317"/>
                  </a:lnTo>
                  <a:lnTo>
                    <a:pt x="7142115" y="496317"/>
                  </a:lnTo>
                  <a:lnTo>
                    <a:pt x="7147588" y="496317"/>
                  </a:lnTo>
                  <a:lnTo>
                    <a:pt x="7147588" y="496317"/>
                  </a:lnTo>
                  <a:lnTo>
                    <a:pt x="7153061" y="496317"/>
                  </a:lnTo>
                  <a:lnTo>
                    <a:pt x="7153061" y="496317"/>
                  </a:lnTo>
                  <a:lnTo>
                    <a:pt x="7164007" y="496317"/>
                  </a:lnTo>
                  <a:lnTo>
                    <a:pt x="7164007" y="496317"/>
                  </a:lnTo>
                  <a:lnTo>
                    <a:pt x="7169479" y="496317"/>
                  </a:lnTo>
                  <a:lnTo>
                    <a:pt x="7169479" y="496317"/>
                  </a:lnTo>
                  <a:lnTo>
                    <a:pt x="7174952" y="496317"/>
                  </a:lnTo>
                  <a:lnTo>
                    <a:pt x="7174952" y="496317"/>
                  </a:lnTo>
                  <a:lnTo>
                    <a:pt x="7180425" y="496317"/>
                  </a:lnTo>
                  <a:lnTo>
                    <a:pt x="7180425" y="496317"/>
                  </a:lnTo>
                  <a:lnTo>
                    <a:pt x="7185898" y="496317"/>
                  </a:lnTo>
                  <a:lnTo>
                    <a:pt x="7185898" y="496317"/>
                  </a:lnTo>
                  <a:lnTo>
                    <a:pt x="7191371" y="496317"/>
                  </a:lnTo>
                  <a:lnTo>
                    <a:pt x="7191371" y="496317"/>
                  </a:lnTo>
                  <a:lnTo>
                    <a:pt x="7196844" y="496317"/>
                  </a:lnTo>
                  <a:lnTo>
                    <a:pt x="7196844" y="496317"/>
                  </a:lnTo>
                  <a:lnTo>
                    <a:pt x="7202317" y="496317"/>
                  </a:lnTo>
                  <a:lnTo>
                    <a:pt x="7202317" y="496317"/>
                  </a:lnTo>
                  <a:lnTo>
                    <a:pt x="7207790" y="496317"/>
                  </a:lnTo>
                  <a:lnTo>
                    <a:pt x="7207790" y="496317"/>
                  </a:lnTo>
                  <a:lnTo>
                    <a:pt x="7213262" y="496317"/>
                  </a:lnTo>
                  <a:lnTo>
                    <a:pt x="7213262" y="496317"/>
                  </a:lnTo>
                  <a:lnTo>
                    <a:pt x="7218735" y="496317"/>
                  </a:lnTo>
                  <a:lnTo>
                    <a:pt x="7218735" y="496317"/>
                  </a:lnTo>
                  <a:lnTo>
                    <a:pt x="7224208" y="496317"/>
                  </a:lnTo>
                  <a:lnTo>
                    <a:pt x="7224208" y="496317"/>
                  </a:lnTo>
                  <a:lnTo>
                    <a:pt x="7229681" y="496317"/>
                  </a:lnTo>
                  <a:lnTo>
                    <a:pt x="7229681" y="473049"/>
                  </a:lnTo>
                  <a:lnTo>
                    <a:pt x="7235154" y="473049"/>
                  </a:lnTo>
                  <a:lnTo>
                    <a:pt x="7235154" y="473049"/>
                  </a:lnTo>
                  <a:lnTo>
                    <a:pt x="7240627" y="473049"/>
                  </a:lnTo>
                  <a:lnTo>
                    <a:pt x="7240627" y="473049"/>
                  </a:lnTo>
                  <a:lnTo>
                    <a:pt x="7246100" y="473049"/>
                  </a:lnTo>
                  <a:lnTo>
                    <a:pt x="7246100" y="473049"/>
                  </a:lnTo>
                  <a:lnTo>
                    <a:pt x="7251573" y="473049"/>
                  </a:lnTo>
                  <a:lnTo>
                    <a:pt x="7251573" y="473049"/>
                  </a:lnTo>
                  <a:lnTo>
                    <a:pt x="7257046" y="473049"/>
                  </a:lnTo>
                  <a:lnTo>
                    <a:pt x="7257046" y="473049"/>
                  </a:lnTo>
                  <a:lnTo>
                    <a:pt x="7262518" y="473049"/>
                  </a:lnTo>
                  <a:lnTo>
                    <a:pt x="7262518" y="473049"/>
                  </a:lnTo>
                  <a:lnTo>
                    <a:pt x="7267991" y="473049"/>
                  </a:lnTo>
                  <a:lnTo>
                    <a:pt x="7267991" y="449550"/>
                  </a:lnTo>
                  <a:lnTo>
                    <a:pt x="7273464" y="449550"/>
                  </a:lnTo>
                  <a:lnTo>
                    <a:pt x="7273464" y="449550"/>
                  </a:lnTo>
                  <a:lnTo>
                    <a:pt x="7278937" y="449550"/>
                  </a:lnTo>
                  <a:lnTo>
                    <a:pt x="7278937" y="449550"/>
                  </a:lnTo>
                  <a:lnTo>
                    <a:pt x="7284410" y="449550"/>
                  </a:lnTo>
                  <a:lnTo>
                    <a:pt x="7284410" y="449550"/>
                  </a:lnTo>
                  <a:lnTo>
                    <a:pt x="7289883" y="449550"/>
                  </a:lnTo>
                  <a:lnTo>
                    <a:pt x="7289883" y="449550"/>
                  </a:lnTo>
                  <a:lnTo>
                    <a:pt x="7295356" y="449550"/>
                  </a:lnTo>
                  <a:lnTo>
                    <a:pt x="7295356" y="449550"/>
                  </a:lnTo>
                  <a:lnTo>
                    <a:pt x="7300829" y="449550"/>
                  </a:lnTo>
                  <a:lnTo>
                    <a:pt x="7300829" y="449550"/>
                  </a:lnTo>
                  <a:lnTo>
                    <a:pt x="7306302" y="449550"/>
                  </a:lnTo>
                  <a:lnTo>
                    <a:pt x="7306302" y="449550"/>
                  </a:lnTo>
                  <a:lnTo>
                    <a:pt x="7311774" y="449550"/>
                  </a:lnTo>
                  <a:lnTo>
                    <a:pt x="7311774" y="449550"/>
                  </a:lnTo>
                  <a:lnTo>
                    <a:pt x="7317247" y="449550"/>
                  </a:lnTo>
                  <a:lnTo>
                    <a:pt x="7317247" y="425910"/>
                  </a:lnTo>
                  <a:lnTo>
                    <a:pt x="7322720" y="425910"/>
                  </a:lnTo>
                  <a:lnTo>
                    <a:pt x="7322720" y="425910"/>
                  </a:lnTo>
                  <a:lnTo>
                    <a:pt x="7328193" y="425910"/>
                  </a:lnTo>
                  <a:lnTo>
                    <a:pt x="7328193" y="425910"/>
                  </a:lnTo>
                  <a:lnTo>
                    <a:pt x="7333666" y="425910"/>
                  </a:lnTo>
                  <a:lnTo>
                    <a:pt x="7333666" y="425910"/>
                  </a:lnTo>
                  <a:lnTo>
                    <a:pt x="7339139" y="425910"/>
                  </a:lnTo>
                  <a:lnTo>
                    <a:pt x="7339139" y="425910"/>
                  </a:lnTo>
                  <a:lnTo>
                    <a:pt x="7344612" y="425910"/>
                  </a:lnTo>
                  <a:lnTo>
                    <a:pt x="7344612" y="425910"/>
                  </a:lnTo>
                  <a:lnTo>
                    <a:pt x="7350085" y="425910"/>
                  </a:lnTo>
                  <a:lnTo>
                    <a:pt x="7350085" y="425910"/>
                  </a:lnTo>
                  <a:lnTo>
                    <a:pt x="7355558" y="425910"/>
                  </a:lnTo>
                  <a:lnTo>
                    <a:pt x="7355558" y="425910"/>
                  </a:lnTo>
                  <a:lnTo>
                    <a:pt x="7361030" y="425910"/>
                  </a:lnTo>
                  <a:lnTo>
                    <a:pt x="7361030" y="425910"/>
                  </a:lnTo>
                  <a:lnTo>
                    <a:pt x="7366503" y="425910"/>
                  </a:lnTo>
                  <a:lnTo>
                    <a:pt x="7366503" y="425910"/>
                  </a:lnTo>
                  <a:lnTo>
                    <a:pt x="7371976" y="425910"/>
                  </a:lnTo>
                  <a:lnTo>
                    <a:pt x="7371976" y="425910"/>
                  </a:lnTo>
                  <a:lnTo>
                    <a:pt x="7377449" y="425910"/>
                  </a:lnTo>
                  <a:lnTo>
                    <a:pt x="7377449" y="425910"/>
                  </a:lnTo>
                  <a:lnTo>
                    <a:pt x="7382922" y="425910"/>
                  </a:lnTo>
                  <a:lnTo>
                    <a:pt x="7382922" y="425910"/>
                  </a:lnTo>
                  <a:lnTo>
                    <a:pt x="7388395" y="425910"/>
                  </a:lnTo>
                  <a:lnTo>
                    <a:pt x="7388395" y="425910"/>
                  </a:lnTo>
                  <a:lnTo>
                    <a:pt x="7393868" y="425910"/>
                  </a:lnTo>
                  <a:lnTo>
                    <a:pt x="7393868" y="425910"/>
                  </a:lnTo>
                  <a:lnTo>
                    <a:pt x="7399341" y="425910"/>
                  </a:lnTo>
                  <a:lnTo>
                    <a:pt x="7399341" y="425910"/>
                  </a:lnTo>
                  <a:lnTo>
                    <a:pt x="7404813" y="425910"/>
                  </a:lnTo>
                  <a:lnTo>
                    <a:pt x="7404813" y="425910"/>
                  </a:lnTo>
                  <a:lnTo>
                    <a:pt x="7410286" y="425910"/>
                  </a:lnTo>
                  <a:lnTo>
                    <a:pt x="7410286" y="425910"/>
                  </a:lnTo>
                  <a:lnTo>
                    <a:pt x="7415759" y="425910"/>
                  </a:lnTo>
                  <a:lnTo>
                    <a:pt x="7415759" y="425910"/>
                  </a:lnTo>
                  <a:lnTo>
                    <a:pt x="7426705" y="425910"/>
                  </a:lnTo>
                  <a:lnTo>
                    <a:pt x="7426705" y="425910"/>
                  </a:lnTo>
                  <a:lnTo>
                    <a:pt x="7432178" y="425910"/>
                  </a:lnTo>
                  <a:lnTo>
                    <a:pt x="7432178" y="425910"/>
                  </a:lnTo>
                  <a:lnTo>
                    <a:pt x="7437651" y="425910"/>
                  </a:lnTo>
                  <a:lnTo>
                    <a:pt x="7437651" y="425910"/>
                  </a:lnTo>
                  <a:lnTo>
                    <a:pt x="7443124" y="425910"/>
                  </a:lnTo>
                  <a:lnTo>
                    <a:pt x="7443124" y="425910"/>
                  </a:lnTo>
                  <a:lnTo>
                    <a:pt x="7448597" y="425910"/>
                  </a:lnTo>
                  <a:lnTo>
                    <a:pt x="7448597" y="425910"/>
                  </a:lnTo>
                  <a:lnTo>
                    <a:pt x="7454069" y="425910"/>
                  </a:lnTo>
                  <a:lnTo>
                    <a:pt x="7454069" y="425910"/>
                  </a:lnTo>
                  <a:lnTo>
                    <a:pt x="7459542" y="425910"/>
                  </a:lnTo>
                  <a:lnTo>
                    <a:pt x="7459542" y="425910"/>
                  </a:lnTo>
                  <a:lnTo>
                    <a:pt x="7465015" y="425910"/>
                  </a:lnTo>
                  <a:lnTo>
                    <a:pt x="7465015" y="425910"/>
                  </a:lnTo>
                  <a:lnTo>
                    <a:pt x="7470488" y="425910"/>
                  </a:lnTo>
                  <a:lnTo>
                    <a:pt x="7470488" y="425910"/>
                  </a:lnTo>
                  <a:lnTo>
                    <a:pt x="7481434" y="425910"/>
                  </a:lnTo>
                  <a:lnTo>
                    <a:pt x="7481434" y="425910"/>
                  </a:lnTo>
                  <a:lnTo>
                    <a:pt x="7486907" y="425910"/>
                  </a:lnTo>
                  <a:lnTo>
                    <a:pt x="7486907" y="425910"/>
                  </a:lnTo>
                  <a:lnTo>
                    <a:pt x="7492380" y="425910"/>
                  </a:lnTo>
                  <a:lnTo>
                    <a:pt x="7492380" y="425910"/>
                  </a:lnTo>
                  <a:lnTo>
                    <a:pt x="7503325" y="425910"/>
                  </a:lnTo>
                  <a:lnTo>
                    <a:pt x="7503325" y="401515"/>
                  </a:lnTo>
                  <a:lnTo>
                    <a:pt x="7508798" y="401515"/>
                  </a:lnTo>
                  <a:lnTo>
                    <a:pt x="7508798" y="401515"/>
                  </a:lnTo>
                  <a:lnTo>
                    <a:pt x="7514271" y="401515"/>
                  </a:lnTo>
                  <a:lnTo>
                    <a:pt x="7514271" y="401515"/>
                  </a:lnTo>
                  <a:lnTo>
                    <a:pt x="7525217" y="401515"/>
                  </a:lnTo>
                  <a:lnTo>
                    <a:pt x="7525217" y="401515"/>
                  </a:lnTo>
                  <a:lnTo>
                    <a:pt x="7530690" y="401515"/>
                  </a:lnTo>
                  <a:lnTo>
                    <a:pt x="7530690" y="401515"/>
                  </a:lnTo>
                  <a:lnTo>
                    <a:pt x="7536163" y="401515"/>
                  </a:lnTo>
                  <a:lnTo>
                    <a:pt x="7536163" y="401515"/>
                  </a:lnTo>
                  <a:lnTo>
                    <a:pt x="7541636" y="401515"/>
                  </a:lnTo>
                  <a:lnTo>
                    <a:pt x="7541636" y="401515"/>
                  </a:lnTo>
                  <a:lnTo>
                    <a:pt x="7547109" y="401515"/>
                  </a:lnTo>
                  <a:lnTo>
                    <a:pt x="7547109" y="401515"/>
                  </a:lnTo>
                  <a:lnTo>
                    <a:pt x="7552581" y="401515"/>
                  </a:lnTo>
                  <a:lnTo>
                    <a:pt x="7552581" y="401515"/>
                  </a:lnTo>
                  <a:lnTo>
                    <a:pt x="7558054" y="401515"/>
                  </a:lnTo>
                  <a:lnTo>
                    <a:pt x="7558054" y="376909"/>
                  </a:lnTo>
                  <a:lnTo>
                    <a:pt x="7563527" y="376909"/>
                  </a:lnTo>
                  <a:lnTo>
                    <a:pt x="7563527" y="376909"/>
                  </a:lnTo>
                  <a:lnTo>
                    <a:pt x="7569000" y="376909"/>
                  </a:lnTo>
                  <a:lnTo>
                    <a:pt x="7569000" y="376909"/>
                  </a:lnTo>
                  <a:lnTo>
                    <a:pt x="7574473" y="376909"/>
                  </a:lnTo>
                  <a:lnTo>
                    <a:pt x="7574473" y="376909"/>
                  </a:lnTo>
                  <a:lnTo>
                    <a:pt x="7579946" y="376909"/>
                  </a:lnTo>
                  <a:lnTo>
                    <a:pt x="7579946" y="376909"/>
                  </a:lnTo>
                  <a:lnTo>
                    <a:pt x="7585419" y="376909"/>
                  </a:lnTo>
                  <a:lnTo>
                    <a:pt x="7585419" y="376909"/>
                  </a:lnTo>
                  <a:lnTo>
                    <a:pt x="7590892" y="376909"/>
                  </a:lnTo>
                  <a:lnTo>
                    <a:pt x="7590892" y="376909"/>
                  </a:lnTo>
                  <a:lnTo>
                    <a:pt x="7596364" y="376909"/>
                  </a:lnTo>
                  <a:lnTo>
                    <a:pt x="7596364" y="376909"/>
                  </a:lnTo>
                  <a:lnTo>
                    <a:pt x="7601837" y="376909"/>
                  </a:lnTo>
                  <a:lnTo>
                    <a:pt x="7601837" y="376909"/>
                  </a:lnTo>
                  <a:lnTo>
                    <a:pt x="7607310" y="376909"/>
                  </a:lnTo>
                  <a:lnTo>
                    <a:pt x="7607310" y="376909"/>
                  </a:lnTo>
                  <a:lnTo>
                    <a:pt x="7612783" y="376909"/>
                  </a:lnTo>
                  <a:lnTo>
                    <a:pt x="7612783" y="376909"/>
                  </a:lnTo>
                  <a:lnTo>
                    <a:pt x="7618256" y="376909"/>
                  </a:lnTo>
                  <a:lnTo>
                    <a:pt x="7618256" y="376909"/>
                  </a:lnTo>
                  <a:lnTo>
                    <a:pt x="7623729" y="376909"/>
                  </a:lnTo>
                  <a:lnTo>
                    <a:pt x="7623729" y="376909"/>
                  </a:lnTo>
                  <a:lnTo>
                    <a:pt x="7629202" y="376909"/>
                  </a:lnTo>
                  <a:lnTo>
                    <a:pt x="7629202" y="376909"/>
                  </a:lnTo>
                  <a:lnTo>
                    <a:pt x="7634675" y="376909"/>
                  </a:lnTo>
                  <a:lnTo>
                    <a:pt x="7634675" y="376909"/>
                  </a:lnTo>
                  <a:lnTo>
                    <a:pt x="7640148" y="376909"/>
                  </a:lnTo>
                  <a:lnTo>
                    <a:pt x="7640148" y="376909"/>
                  </a:lnTo>
                  <a:lnTo>
                    <a:pt x="7645620" y="376909"/>
                  </a:lnTo>
                  <a:lnTo>
                    <a:pt x="7645620" y="376909"/>
                  </a:lnTo>
                  <a:lnTo>
                    <a:pt x="7651093" y="376909"/>
                  </a:lnTo>
                  <a:lnTo>
                    <a:pt x="7651093" y="376909"/>
                  </a:lnTo>
                  <a:lnTo>
                    <a:pt x="7656566" y="376909"/>
                  </a:lnTo>
                  <a:lnTo>
                    <a:pt x="7656566" y="376909"/>
                  </a:lnTo>
                  <a:lnTo>
                    <a:pt x="7662039" y="376909"/>
                  </a:lnTo>
                  <a:lnTo>
                    <a:pt x="7662039" y="376909"/>
                  </a:lnTo>
                  <a:lnTo>
                    <a:pt x="7667512" y="376909"/>
                  </a:lnTo>
                  <a:lnTo>
                    <a:pt x="7667512" y="376909"/>
                  </a:lnTo>
                  <a:lnTo>
                    <a:pt x="7672985" y="376909"/>
                  </a:lnTo>
                  <a:lnTo>
                    <a:pt x="7672985" y="376909"/>
                  </a:lnTo>
                  <a:lnTo>
                    <a:pt x="7678458" y="376909"/>
                  </a:lnTo>
                  <a:lnTo>
                    <a:pt x="7678458" y="376909"/>
                  </a:lnTo>
                  <a:lnTo>
                    <a:pt x="7683931" y="376909"/>
                  </a:lnTo>
                  <a:lnTo>
                    <a:pt x="7683931" y="376909"/>
                  </a:lnTo>
                  <a:lnTo>
                    <a:pt x="7689404" y="376909"/>
                  </a:lnTo>
                  <a:lnTo>
                    <a:pt x="7689404" y="376909"/>
                  </a:lnTo>
                  <a:lnTo>
                    <a:pt x="7694876" y="376909"/>
                  </a:lnTo>
                  <a:lnTo>
                    <a:pt x="7694876" y="376909"/>
                  </a:lnTo>
                  <a:lnTo>
                    <a:pt x="7711295" y="376909"/>
                  </a:lnTo>
                  <a:lnTo>
                    <a:pt x="7711295" y="376909"/>
                  </a:lnTo>
                  <a:lnTo>
                    <a:pt x="7716768" y="376909"/>
                  </a:lnTo>
                  <a:lnTo>
                    <a:pt x="7716768" y="376909"/>
                  </a:lnTo>
                  <a:lnTo>
                    <a:pt x="7722241" y="376909"/>
                  </a:lnTo>
                  <a:lnTo>
                    <a:pt x="7722241" y="376909"/>
                  </a:lnTo>
                  <a:lnTo>
                    <a:pt x="7727714" y="376909"/>
                  </a:lnTo>
                  <a:lnTo>
                    <a:pt x="7727714" y="376909"/>
                  </a:lnTo>
                  <a:lnTo>
                    <a:pt x="7733187" y="376909"/>
                  </a:lnTo>
                  <a:lnTo>
                    <a:pt x="7733187" y="376909"/>
                  </a:lnTo>
                  <a:lnTo>
                    <a:pt x="7738659" y="376909"/>
                  </a:lnTo>
                  <a:lnTo>
                    <a:pt x="7738659" y="376909"/>
                  </a:lnTo>
                  <a:lnTo>
                    <a:pt x="7744132" y="376909"/>
                  </a:lnTo>
                  <a:lnTo>
                    <a:pt x="7744132" y="376909"/>
                  </a:lnTo>
                  <a:lnTo>
                    <a:pt x="7749605" y="376909"/>
                  </a:lnTo>
                  <a:lnTo>
                    <a:pt x="7749605" y="376909"/>
                  </a:lnTo>
                  <a:lnTo>
                    <a:pt x="7755078" y="376909"/>
                  </a:lnTo>
                  <a:lnTo>
                    <a:pt x="7755078" y="376909"/>
                  </a:lnTo>
                  <a:lnTo>
                    <a:pt x="7766024" y="376909"/>
                  </a:lnTo>
                  <a:lnTo>
                    <a:pt x="7766024" y="376909"/>
                  </a:lnTo>
                  <a:lnTo>
                    <a:pt x="7771497" y="376909"/>
                  </a:lnTo>
                  <a:lnTo>
                    <a:pt x="7771497" y="376909"/>
                  </a:lnTo>
                  <a:lnTo>
                    <a:pt x="7776970" y="376909"/>
                  </a:lnTo>
                  <a:lnTo>
                    <a:pt x="7776970" y="376909"/>
                  </a:lnTo>
                  <a:lnTo>
                    <a:pt x="7782443" y="376909"/>
                  </a:lnTo>
                  <a:lnTo>
                    <a:pt x="7782443" y="376909"/>
                  </a:lnTo>
                  <a:lnTo>
                    <a:pt x="7787915" y="376909"/>
                  </a:lnTo>
                  <a:lnTo>
                    <a:pt x="7787915" y="376909"/>
                  </a:lnTo>
                  <a:lnTo>
                    <a:pt x="7793388" y="376909"/>
                  </a:lnTo>
                  <a:lnTo>
                    <a:pt x="7793388" y="376909"/>
                  </a:lnTo>
                  <a:lnTo>
                    <a:pt x="7798861" y="376909"/>
                  </a:lnTo>
                  <a:lnTo>
                    <a:pt x="7798861" y="376909"/>
                  </a:lnTo>
                  <a:lnTo>
                    <a:pt x="7804334" y="376909"/>
                  </a:lnTo>
                  <a:lnTo>
                    <a:pt x="7804334" y="376909"/>
                  </a:lnTo>
                  <a:lnTo>
                    <a:pt x="7809807" y="376909"/>
                  </a:lnTo>
                  <a:lnTo>
                    <a:pt x="7809807" y="376909"/>
                  </a:lnTo>
                  <a:lnTo>
                    <a:pt x="7815280" y="376909"/>
                  </a:lnTo>
                  <a:lnTo>
                    <a:pt x="7815280" y="376909"/>
                  </a:lnTo>
                  <a:lnTo>
                    <a:pt x="7820753" y="376909"/>
                  </a:lnTo>
                  <a:lnTo>
                    <a:pt x="7820753" y="376909"/>
                  </a:lnTo>
                  <a:lnTo>
                    <a:pt x="7826226" y="376909"/>
                  </a:lnTo>
                  <a:lnTo>
                    <a:pt x="7826226" y="376909"/>
                  </a:lnTo>
                  <a:lnTo>
                    <a:pt x="7831699" y="376909"/>
                  </a:lnTo>
                  <a:lnTo>
                    <a:pt x="7831699" y="376909"/>
                  </a:lnTo>
                  <a:lnTo>
                    <a:pt x="7837171" y="376909"/>
                  </a:lnTo>
                  <a:lnTo>
                    <a:pt x="7837171" y="376909"/>
                  </a:lnTo>
                  <a:lnTo>
                    <a:pt x="7842644" y="376909"/>
                  </a:lnTo>
                  <a:lnTo>
                    <a:pt x="7842644" y="376909"/>
                  </a:lnTo>
                  <a:lnTo>
                    <a:pt x="7848117" y="376909"/>
                  </a:lnTo>
                  <a:lnTo>
                    <a:pt x="7848117" y="351056"/>
                  </a:lnTo>
                  <a:lnTo>
                    <a:pt x="7853590" y="351056"/>
                  </a:lnTo>
                  <a:lnTo>
                    <a:pt x="7853590" y="351056"/>
                  </a:lnTo>
                  <a:lnTo>
                    <a:pt x="7859063" y="351056"/>
                  </a:lnTo>
                  <a:lnTo>
                    <a:pt x="7859063" y="351056"/>
                  </a:lnTo>
                  <a:lnTo>
                    <a:pt x="7864536" y="351056"/>
                  </a:lnTo>
                  <a:lnTo>
                    <a:pt x="7864536" y="351056"/>
                  </a:lnTo>
                  <a:lnTo>
                    <a:pt x="7870009" y="351056"/>
                  </a:lnTo>
                  <a:lnTo>
                    <a:pt x="7870009" y="351056"/>
                  </a:lnTo>
                  <a:lnTo>
                    <a:pt x="7875482" y="351056"/>
                  </a:lnTo>
                  <a:lnTo>
                    <a:pt x="7875482" y="351056"/>
                  </a:lnTo>
                  <a:lnTo>
                    <a:pt x="7880955" y="351056"/>
                  </a:lnTo>
                  <a:lnTo>
                    <a:pt x="7880955" y="351056"/>
                  </a:lnTo>
                  <a:lnTo>
                    <a:pt x="7891900" y="351056"/>
                  </a:lnTo>
                  <a:lnTo>
                    <a:pt x="7891900" y="351056"/>
                  </a:lnTo>
                  <a:lnTo>
                    <a:pt x="7897373" y="351056"/>
                  </a:lnTo>
                  <a:lnTo>
                    <a:pt x="7897373" y="351056"/>
                  </a:lnTo>
                  <a:lnTo>
                    <a:pt x="7902846" y="351056"/>
                  </a:lnTo>
                  <a:lnTo>
                    <a:pt x="7902846" y="351056"/>
                  </a:lnTo>
                  <a:lnTo>
                    <a:pt x="7908319" y="351056"/>
                  </a:lnTo>
                  <a:lnTo>
                    <a:pt x="7908319" y="351056"/>
                  </a:lnTo>
                  <a:lnTo>
                    <a:pt x="7919265" y="351056"/>
                  </a:lnTo>
                  <a:lnTo>
                    <a:pt x="7919265" y="351056"/>
                  </a:lnTo>
                  <a:lnTo>
                    <a:pt x="7924738" y="351056"/>
                  </a:lnTo>
                  <a:lnTo>
                    <a:pt x="7924738" y="351056"/>
                  </a:lnTo>
                  <a:lnTo>
                    <a:pt x="7930210" y="351056"/>
                  </a:lnTo>
                  <a:lnTo>
                    <a:pt x="7930210" y="351056"/>
                  </a:lnTo>
                  <a:lnTo>
                    <a:pt x="7935683" y="351056"/>
                  </a:lnTo>
                  <a:lnTo>
                    <a:pt x="7935683" y="351056"/>
                  </a:lnTo>
                  <a:lnTo>
                    <a:pt x="7941156" y="351056"/>
                  </a:lnTo>
                  <a:lnTo>
                    <a:pt x="7941156" y="351056"/>
                  </a:lnTo>
                  <a:lnTo>
                    <a:pt x="7946629" y="351056"/>
                  </a:lnTo>
                  <a:lnTo>
                    <a:pt x="7946629" y="351056"/>
                  </a:lnTo>
                  <a:lnTo>
                    <a:pt x="7957575" y="351056"/>
                  </a:lnTo>
                  <a:lnTo>
                    <a:pt x="7957575" y="351056"/>
                  </a:lnTo>
                  <a:lnTo>
                    <a:pt x="7963048" y="351056"/>
                  </a:lnTo>
                  <a:lnTo>
                    <a:pt x="7963048" y="351056"/>
                  </a:lnTo>
                  <a:lnTo>
                    <a:pt x="7968521" y="351056"/>
                  </a:lnTo>
                  <a:lnTo>
                    <a:pt x="7968521" y="351056"/>
                  </a:lnTo>
                  <a:lnTo>
                    <a:pt x="7973994" y="351056"/>
                  </a:lnTo>
                  <a:lnTo>
                    <a:pt x="7973994" y="351056"/>
                  </a:lnTo>
                  <a:lnTo>
                    <a:pt x="7979466" y="351056"/>
                  </a:lnTo>
                  <a:lnTo>
                    <a:pt x="7979466" y="351056"/>
                  </a:lnTo>
                  <a:lnTo>
                    <a:pt x="7984939" y="351056"/>
                  </a:lnTo>
                  <a:lnTo>
                    <a:pt x="7984939" y="351056"/>
                  </a:lnTo>
                  <a:lnTo>
                    <a:pt x="7990412" y="351056"/>
                  </a:lnTo>
                  <a:lnTo>
                    <a:pt x="7990412" y="351056"/>
                  </a:lnTo>
                  <a:lnTo>
                    <a:pt x="7995885" y="351056"/>
                  </a:lnTo>
                  <a:lnTo>
                    <a:pt x="7995885" y="351056"/>
                  </a:lnTo>
                  <a:lnTo>
                    <a:pt x="8001358" y="351056"/>
                  </a:lnTo>
                  <a:lnTo>
                    <a:pt x="8001358" y="351056"/>
                  </a:lnTo>
                  <a:lnTo>
                    <a:pt x="8006831" y="351056"/>
                  </a:lnTo>
                  <a:lnTo>
                    <a:pt x="8006831" y="351056"/>
                  </a:lnTo>
                  <a:lnTo>
                    <a:pt x="8012304" y="351056"/>
                  </a:lnTo>
                  <a:lnTo>
                    <a:pt x="8012304" y="351056"/>
                  </a:lnTo>
                  <a:lnTo>
                    <a:pt x="8017777" y="351056"/>
                  </a:lnTo>
                  <a:lnTo>
                    <a:pt x="8017777" y="351056"/>
                  </a:lnTo>
                  <a:lnTo>
                    <a:pt x="8023250" y="351056"/>
                  </a:lnTo>
                  <a:lnTo>
                    <a:pt x="8023250" y="351056"/>
                  </a:lnTo>
                  <a:lnTo>
                    <a:pt x="8039668" y="351056"/>
                  </a:lnTo>
                  <a:lnTo>
                    <a:pt x="8039668" y="351056"/>
                  </a:lnTo>
                  <a:lnTo>
                    <a:pt x="8045141" y="351056"/>
                  </a:lnTo>
                  <a:lnTo>
                    <a:pt x="8045141" y="351056"/>
                  </a:lnTo>
                  <a:lnTo>
                    <a:pt x="8056087" y="351056"/>
                  </a:lnTo>
                  <a:lnTo>
                    <a:pt x="8056087" y="351056"/>
                  </a:lnTo>
                  <a:lnTo>
                    <a:pt x="8061560" y="351056"/>
                  </a:lnTo>
                  <a:lnTo>
                    <a:pt x="8061560" y="351056"/>
                  </a:lnTo>
                  <a:lnTo>
                    <a:pt x="8067033" y="351056"/>
                  </a:lnTo>
                  <a:lnTo>
                    <a:pt x="8067033" y="351056"/>
                  </a:lnTo>
                  <a:lnTo>
                    <a:pt x="8072506" y="351056"/>
                  </a:lnTo>
                  <a:lnTo>
                    <a:pt x="8072506" y="351056"/>
                  </a:lnTo>
                  <a:lnTo>
                    <a:pt x="8077978" y="351056"/>
                  </a:lnTo>
                  <a:lnTo>
                    <a:pt x="8077978" y="351056"/>
                  </a:lnTo>
                  <a:lnTo>
                    <a:pt x="8083451" y="351056"/>
                  </a:lnTo>
                  <a:lnTo>
                    <a:pt x="8083451" y="351056"/>
                  </a:lnTo>
                  <a:lnTo>
                    <a:pt x="8088924" y="351056"/>
                  </a:lnTo>
                  <a:lnTo>
                    <a:pt x="8088924" y="351056"/>
                  </a:lnTo>
                  <a:lnTo>
                    <a:pt x="8094397" y="351056"/>
                  </a:lnTo>
                  <a:lnTo>
                    <a:pt x="8094397" y="351056"/>
                  </a:lnTo>
                  <a:lnTo>
                    <a:pt x="8099870" y="351056"/>
                  </a:lnTo>
                  <a:lnTo>
                    <a:pt x="8099870" y="351056"/>
                  </a:lnTo>
                  <a:lnTo>
                    <a:pt x="8105343" y="351056"/>
                  </a:lnTo>
                  <a:lnTo>
                    <a:pt x="8105343" y="351056"/>
                  </a:lnTo>
                  <a:lnTo>
                    <a:pt x="8110816" y="351056"/>
                  </a:lnTo>
                  <a:lnTo>
                    <a:pt x="8110816" y="351056"/>
                  </a:lnTo>
                  <a:lnTo>
                    <a:pt x="8116289" y="351056"/>
                  </a:lnTo>
                  <a:lnTo>
                    <a:pt x="8116289" y="351056"/>
                  </a:lnTo>
                  <a:lnTo>
                    <a:pt x="8121761" y="351056"/>
                  </a:lnTo>
                  <a:lnTo>
                    <a:pt x="8121761" y="351056"/>
                  </a:lnTo>
                  <a:lnTo>
                    <a:pt x="8127234" y="351056"/>
                  </a:lnTo>
                  <a:lnTo>
                    <a:pt x="8127234" y="351056"/>
                  </a:lnTo>
                  <a:lnTo>
                    <a:pt x="8132707" y="351056"/>
                  </a:lnTo>
                  <a:lnTo>
                    <a:pt x="8132707" y="351056"/>
                  </a:lnTo>
                  <a:lnTo>
                    <a:pt x="8138180" y="351056"/>
                  </a:lnTo>
                  <a:lnTo>
                    <a:pt x="8138180" y="351056"/>
                  </a:lnTo>
                  <a:lnTo>
                    <a:pt x="8143653" y="351056"/>
                  </a:lnTo>
                  <a:lnTo>
                    <a:pt x="8143653" y="351056"/>
                  </a:lnTo>
                  <a:lnTo>
                    <a:pt x="8149126" y="351056"/>
                  </a:lnTo>
                  <a:lnTo>
                    <a:pt x="8149126" y="351056"/>
                  </a:lnTo>
                  <a:lnTo>
                    <a:pt x="8154599" y="351056"/>
                  </a:lnTo>
                  <a:lnTo>
                    <a:pt x="8154599" y="351056"/>
                  </a:lnTo>
                  <a:lnTo>
                    <a:pt x="8160072" y="351056"/>
                  </a:lnTo>
                  <a:lnTo>
                    <a:pt x="8160072" y="351056"/>
                  </a:lnTo>
                  <a:lnTo>
                    <a:pt x="8165545" y="351056"/>
                  </a:lnTo>
                  <a:lnTo>
                    <a:pt x="8165545" y="351056"/>
                  </a:lnTo>
                  <a:lnTo>
                    <a:pt x="8171017" y="351056"/>
                  </a:lnTo>
                  <a:lnTo>
                    <a:pt x="8171017" y="351056"/>
                  </a:lnTo>
                  <a:lnTo>
                    <a:pt x="8176490" y="351056"/>
                  </a:lnTo>
                  <a:lnTo>
                    <a:pt x="8176490" y="351056"/>
                  </a:lnTo>
                  <a:lnTo>
                    <a:pt x="8181963" y="351056"/>
                  </a:lnTo>
                  <a:lnTo>
                    <a:pt x="8181963" y="323297"/>
                  </a:lnTo>
                  <a:lnTo>
                    <a:pt x="8192909" y="323297"/>
                  </a:lnTo>
                  <a:lnTo>
                    <a:pt x="8192909" y="323297"/>
                  </a:lnTo>
                  <a:lnTo>
                    <a:pt x="8198382" y="323297"/>
                  </a:lnTo>
                  <a:lnTo>
                    <a:pt x="8198382" y="323297"/>
                  </a:lnTo>
                  <a:lnTo>
                    <a:pt x="8203855" y="323297"/>
                  </a:lnTo>
                  <a:lnTo>
                    <a:pt x="8203855" y="323297"/>
                  </a:lnTo>
                  <a:lnTo>
                    <a:pt x="8209328" y="323297"/>
                  </a:lnTo>
                  <a:lnTo>
                    <a:pt x="8209328" y="323297"/>
                  </a:lnTo>
                  <a:lnTo>
                    <a:pt x="8214801" y="323297"/>
                  </a:lnTo>
                  <a:lnTo>
                    <a:pt x="8214801" y="323297"/>
                  </a:lnTo>
                  <a:lnTo>
                    <a:pt x="8220273" y="323297"/>
                  </a:lnTo>
                  <a:lnTo>
                    <a:pt x="8220273" y="323297"/>
                  </a:lnTo>
                  <a:lnTo>
                    <a:pt x="8225746" y="323297"/>
                  </a:lnTo>
                  <a:lnTo>
                    <a:pt x="8225746" y="323297"/>
                  </a:lnTo>
                  <a:lnTo>
                    <a:pt x="8231219" y="323297"/>
                  </a:lnTo>
                  <a:lnTo>
                    <a:pt x="8231219" y="323297"/>
                  </a:lnTo>
                  <a:lnTo>
                    <a:pt x="8236692" y="323297"/>
                  </a:lnTo>
                  <a:lnTo>
                    <a:pt x="8236692" y="323297"/>
                  </a:lnTo>
                  <a:lnTo>
                    <a:pt x="8242165" y="323297"/>
                  </a:lnTo>
                  <a:lnTo>
                    <a:pt x="8242165" y="323297"/>
                  </a:lnTo>
                  <a:lnTo>
                    <a:pt x="8247638" y="323297"/>
                  </a:lnTo>
                  <a:lnTo>
                    <a:pt x="8247638" y="323297"/>
                  </a:lnTo>
                  <a:lnTo>
                    <a:pt x="8253111" y="323297"/>
                  </a:lnTo>
                  <a:lnTo>
                    <a:pt x="8253111" y="323297"/>
                  </a:lnTo>
                  <a:lnTo>
                    <a:pt x="8258584" y="323297"/>
                  </a:lnTo>
                  <a:lnTo>
                    <a:pt x="8258584" y="323297"/>
                  </a:lnTo>
                  <a:lnTo>
                    <a:pt x="8264056" y="323297"/>
                  </a:lnTo>
                  <a:lnTo>
                    <a:pt x="8264056" y="323297"/>
                  </a:lnTo>
                  <a:lnTo>
                    <a:pt x="8269529" y="323297"/>
                  </a:lnTo>
                  <a:lnTo>
                    <a:pt x="8269529" y="323297"/>
                  </a:lnTo>
                  <a:lnTo>
                    <a:pt x="8275002" y="323297"/>
                  </a:lnTo>
                  <a:lnTo>
                    <a:pt x="8275002" y="323297"/>
                  </a:lnTo>
                  <a:lnTo>
                    <a:pt x="8285948" y="323297"/>
                  </a:lnTo>
                  <a:lnTo>
                    <a:pt x="8285948" y="323297"/>
                  </a:lnTo>
                  <a:lnTo>
                    <a:pt x="8291421" y="323297"/>
                  </a:lnTo>
                  <a:lnTo>
                    <a:pt x="8291421" y="323297"/>
                  </a:lnTo>
                  <a:lnTo>
                    <a:pt x="8296894" y="323297"/>
                  </a:lnTo>
                  <a:lnTo>
                    <a:pt x="8296894" y="323297"/>
                  </a:lnTo>
                  <a:lnTo>
                    <a:pt x="8302367" y="323297"/>
                  </a:lnTo>
                  <a:lnTo>
                    <a:pt x="8302367" y="323297"/>
                  </a:lnTo>
                  <a:lnTo>
                    <a:pt x="8307840" y="323297"/>
                  </a:lnTo>
                  <a:lnTo>
                    <a:pt x="8307840" y="323297"/>
                  </a:lnTo>
                  <a:lnTo>
                    <a:pt x="8313312" y="323297"/>
                  </a:lnTo>
                  <a:lnTo>
                    <a:pt x="8313312" y="323297"/>
                  </a:lnTo>
                  <a:lnTo>
                    <a:pt x="8318785" y="323297"/>
                  </a:lnTo>
                  <a:lnTo>
                    <a:pt x="8318785" y="323297"/>
                  </a:lnTo>
                  <a:lnTo>
                    <a:pt x="8324258" y="323297"/>
                  </a:lnTo>
                  <a:lnTo>
                    <a:pt x="8324258" y="323297"/>
                  </a:lnTo>
                  <a:lnTo>
                    <a:pt x="8329731" y="323297"/>
                  </a:lnTo>
                  <a:lnTo>
                    <a:pt x="8329731" y="323297"/>
                  </a:lnTo>
                  <a:lnTo>
                    <a:pt x="8335204" y="323297"/>
                  </a:lnTo>
                  <a:lnTo>
                    <a:pt x="8335204" y="323297"/>
                  </a:lnTo>
                  <a:lnTo>
                    <a:pt x="8340677" y="323297"/>
                  </a:lnTo>
                  <a:lnTo>
                    <a:pt x="8340677" y="323297"/>
                  </a:lnTo>
                  <a:lnTo>
                    <a:pt x="8346150" y="323297"/>
                  </a:lnTo>
                  <a:lnTo>
                    <a:pt x="8346150" y="323297"/>
                  </a:lnTo>
                  <a:lnTo>
                    <a:pt x="8351623" y="323297"/>
                  </a:lnTo>
                  <a:lnTo>
                    <a:pt x="8351623" y="323297"/>
                  </a:lnTo>
                  <a:lnTo>
                    <a:pt x="8357096" y="323297"/>
                  </a:lnTo>
                  <a:lnTo>
                    <a:pt x="8357096" y="323297"/>
                  </a:lnTo>
                  <a:lnTo>
                    <a:pt x="8368041" y="323297"/>
                  </a:lnTo>
                  <a:lnTo>
                    <a:pt x="8368041" y="323297"/>
                  </a:lnTo>
                  <a:lnTo>
                    <a:pt x="8373514" y="323297"/>
                  </a:lnTo>
                  <a:lnTo>
                    <a:pt x="8373514" y="323297"/>
                  </a:lnTo>
                  <a:lnTo>
                    <a:pt x="8378987" y="323297"/>
                  </a:lnTo>
                  <a:lnTo>
                    <a:pt x="8378987" y="323297"/>
                  </a:lnTo>
                  <a:lnTo>
                    <a:pt x="8384460" y="323297"/>
                  </a:lnTo>
                  <a:lnTo>
                    <a:pt x="8384460" y="323297"/>
                  </a:lnTo>
                  <a:lnTo>
                    <a:pt x="8389933" y="323297"/>
                  </a:lnTo>
                  <a:lnTo>
                    <a:pt x="8389933" y="323297"/>
                  </a:lnTo>
                  <a:lnTo>
                    <a:pt x="8395406" y="323297"/>
                  </a:lnTo>
                  <a:lnTo>
                    <a:pt x="8395406" y="323297"/>
                  </a:lnTo>
                  <a:lnTo>
                    <a:pt x="8400879" y="323297"/>
                  </a:lnTo>
                  <a:lnTo>
                    <a:pt x="8400879" y="323297"/>
                  </a:lnTo>
                  <a:lnTo>
                    <a:pt x="8411824" y="323297"/>
                  </a:lnTo>
                  <a:lnTo>
                    <a:pt x="8411824" y="323297"/>
                  </a:lnTo>
                  <a:lnTo>
                    <a:pt x="8417297" y="323297"/>
                  </a:lnTo>
                  <a:lnTo>
                    <a:pt x="8417297" y="323297"/>
                  </a:lnTo>
                  <a:lnTo>
                    <a:pt x="8422770" y="323297"/>
                  </a:lnTo>
                  <a:lnTo>
                    <a:pt x="8422770" y="323297"/>
                  </a:lnTo>
                  <a:lnTo>
                    <a:pt x="8428243" y="323297"/>
                  </a:lnTo>
                  <a:lnTo>
                    <a:pt x="8428243" y="323297"/>
                  </a:lnTo>
                  <a:lnTo>
                    <a:pt x="8433716" y="323297"/>
                  </a:lnTo>
                  <a:lnTo>
                    <a:pt x="8433716" y="323297"/>
                  </a:lnTo>
                  <a:lnTo>
                    <a:pt x="8439189" y="323297"/>
                  </a:lnTo>
                  <a:lnTo>
                    <a:pt x="8439189" y="323297"/>
                  </a:lnTo>
                  <a:lnTo>
                    <a:pt x="8444662" y="323297"/>
                  </a:lnTo>
                  <a:lnTo>
                    <a:pt x="8444662" y="323297"/>
                  </a:lnTo>
                  <a:lnTo>
                    <a:pt x="8450135" y="323297"/>
                  </a:lnTo>
                  <a:lnTo>
                    <a:pt x="8450135" y="323297"/>
                  </a:lnTo>
                  <a:lnTo>
                    <a:pt x="8455607" y="323297"/>
                  </a:lnTo>
                  <a:lnTo>
                    <a:pt x="8455607" y="323297"/>
                  </a:lnTo>
                  <a:lnTo>
                    <a:pt x="8461080" y="323297"/>
                  </a:lnTo>
                  <a:lnTo>
                    <a:pt x="8461080" y="323297"/>
                  </a:lnTo>
                  <a:lnTo>
                    <a:pt x="8466553" y="323297"/>
                  </a:lnTo>
                  <a:lnTo>
                    <a:pt x="8466553" y="294107"/>
                  </a:lnTo>
                  <a:lnTo>
                    <a:pt x="8472026" y="294107"/>
                  </a:lnTo>
                  <a:lnTo>
                    <a:pt x="8472026" y="294107"/>
                  </a:lnTo>
                  <a:lnTo>
                    <a:pt x="8477499" y="294107"/>
                  </a:lnTo>
                  <a:lnTo>
                    <a:pt x="8477499" y="294107"/>
                  </a:lnTo>
                  <a:lnTo>
                    <a:pt x="8482972" y="294107"/>
                  </a:lnTo>
                  <a:lnTo>
                    <a:pt x="8482972" y="294107"/>
                  </a:lnTo>
                  <a:lnTo>
                    <a:pt x="8488445" y="294107"/>
                  </a:lnTo>
                  <a:lnTo>
                    <a:pt x="8488445" y="294107"/>
                  </a:lnTo>
                  <a:lnTo>
                    <a:pt x="8499391" y="294107"/>
                  </a:lnTo>
                  <a:lnTo>
                    <a:pt x="8499391" y="294107"/>
                  </a:lnTo>
                  <a:lnTo>
                    <a:pt x="8504863" y="294107"/>
                  </a:lnTo>
                  <a:lnTo>
                    <a:pt x="8504863" y="264922"/>
                  </a:lnTo>
                  <a:lnTo>
                    <a:pt x="8510336" y="264922"/>
                  </a:lnTo>
                  <a:lnTo>
                    <a:pt x="8510336" y="264922"/>
                  </a:lnTo>
                  <a:lnTo>
                    <a:pt x="8515809" y="264922"/>
                  </a:lnTo>
                  <a:lnTo>
                    <a:pt x="8515809" y="264922"/>
                  </a:lnTo>
                  <a:lnTo>
                    <a:pt x="8526755" y="264922"/>
                  </a:lnTo>
                  <a:lnTo>
                    <a:pt x="8526755" y="264922"/>
                  </a:lnTo>
                  <a:lnTo>
                    <a:pt x="8532228" y="264922"/>
                  </a:lnTo>
                  <a:lnTo>
                    <a:pt x="8532228" y="264922"/>
                  </a:lnTo>
                  <a:lnTo>
                    <a:pt x="8537701" y="264922"/>
                  </a:lnTo>
                  <a:lnTo>
                    <a:pt x="8537701" y="264922"/>
                  </a:lnTo>
                  <a:lnTo>
                    <a:pt x="8543174" y="264922"/>
                  </a:lnTo>
                  <a:lnTo>
                    <a:pt x="8543174" y="264922"/>
                  </a:lnTo>
                  <a:lnTo>
                    <a:pt x="8554119" y="264922"/>
                  </a:lnTo>
                  <a:lnTo>
                    <a:pt x="8554119" y="264922"/>
                  </a:lnTo>
                  <a:lnTo>
                    <a:pt x="8559592" y="264922"/>
                  </a:lnTo>
                  <a:lnTo>
                    <a:pt x="8559592" y="264922"/>
                  </a:lnTo>
                  <a:lnTo>
                    <a:pt x="8565065" y="264922"/>
                  </a:lnTo>
                  <a:lnTo>
                    <a:pt x="8565065" y="264922"/>
                  </a:lnTo>
                  <a:lnTo>
                    <a:pt x="8570538" y="264922"/>
                  </a:lnTo>
                  <a:lnTo>
                    <a:pt x="8570538" y="264922"/>
                  </a:lnTo>
                  <a:lnTo>
                    <a:pt x="8576011" y="264922"/>
                  </a:lnTo>
                  <a:lnTo>
                    <a:pt x="8576011" y="264922"/>
                  </a:lnTo>
                  <a:lnTo>
                    <a:pt x="8581484" y="264922"/>
                  </a:lnTo>
                  <a:lnTo>
                    <a:pt x="8581484" y="264922"/>
                  </a:lnTo>
                  <a:lnTo>
                    <a:pt x="8592430" y="264922"/>
                  </a:lnTo>
                  <a:lnTo>
                    <a:pt x="8592430" y="264922"/>
                  </a:lnTo>
                  <a:lnTo>
                    <a:pt x="8597903" y="264922"/>
                  </a:lnTo>
                  <a:lnTo>
                    <a:pt x="8597903" y="264922"/>
                  </a:lnTo>
                  <a:lnTo>
                    <a:pt x="8608848" y="264922"/>
                  </a:lnTo>
                  <a:lnTo>
                    <a:pt x="8608848" y="264922"/>
                  </a:lnTo>
                  <a:lnTo>
                    <a:pt x="8614321" y="264922"/>
                  </a:lnTo>
                  <a:lnTo>
                    <a:pt x="8614321" y="235244"/>
                  </a:lnTo>
                  <a:lnTo>
                    <a:pt x="8619794" y="235244"/>
                  </a:lnTo>
                  <a:lnTo>
                    <a:pt x="8619794" y="235244"/>
                  </a:lnTo>
                  <a:lnTo>
                    <a:pt x="8625267" y="235244"/>
                  </a:lnTo>
                  <a:lnTo>
                    <a:pt x="8625267" y="235244"/>
                  </a:lnTo>
                  <a:lnTo>
                    <a:pt x="8630740" y="235244"/>
                  </a:lnTo>
                  <a:lnTo>
                    <a:pt x="8630740" y="235244"/>
                  </a:lnTo>
                  <a:lnTo>
                    <a:pt x="8636213" y="235244"/>
                  </a:lnTo>
                  <a:lnTo>
                    <a:pt x="8636213" y="235244"/>
                  </a:lnTo>
                  <a:lnTo>
                    <a:pt x="8641686" y="235244"/>
                  </a:lnTo>
                  <a:lnTo>
                    <a:pt x="8641686" y="235244"/>
                  </a:lnTo>
                  <a:lnTo>
                    <a:pt x="8652631" y="235244"/>
                  </a:lnTo>
                  <a:lnTo>
                    <a:pt x="8652631" y="235244"/>
                  </a:lnTo>
                  <a:lnTo>
                    <a:pt x="8658104" y="235244"/>
                  </a:lnTo>
                  <a:lnTo>
                    <a:pt x="8658104" y="235244"/>
                  </a:lnTo>
                  <a:lnTo>
                    <a:pt x="8663577" y="235244"/>
                  </a:lnTo>
                  <a:lnTo>
                    <a:pt x="8663577" y="235244"/>
                  </a:lnTo>
                  <a:lnTo>
                    <a:pt x="8669050" y="235244"/>
                  </a:lnTo>
                  <a:lnTo>
                    <a:pt x="8669050" y="235244"/>
                  </a:lnTo>
                  <a:lnTo>
                    <a:pt x="8674523" y="235244"/>
                  </a:lnTo>
                  <a:lnTo>
                    <a:pt x="8674523" y="235244"/>
                  </a:lnTo>
                  <a:lnTo>
                    <a:pt x="8679996" y="235244"/>
                  </a:lnTo>
                  <a:lnTo>
                    <a:pt x="8679996" y="235244"/>
                  </a:lnTo>
                  <a:lnTo>
                    <a:pt x="8685469" y="235244"/>
                  </a:lnTo>
                  <a:lnTo>
                    <a:pt x="8685469" y="235244"/>
                  </a:lnTo>
                  <a:lnTo>
                    <a:pt x="8690942" y="235244"/>
                  </a:lnTo>
                  <a:lnTo>
                    <a:pt x="8690942" y="235244"/>
                  </a:lnTo>
                  <a:lnTo>
                    <a:pt x="8696414" y="235244"/>
                  </a:lnTo>
                  <a:lnTo>
                    <a:pt x="8696414" y="235244"/>
                  </a:lnTo>
                  <a:lnTo>
                    <a:pt x="8701887" y="235244"/>
                  </a:lnTo>
                  <a:lnTo>
                    <a:pt x="8701887" y="235244"/>
                  </a:lnTo>
                  <a:lnTo>
                    <a:pt x="8707360" y="235244"/>
                  </a:lnTo>
                  <a:lnTo>
                    <a:pt x="8707360" y="235244"/>
                  </a:lnTo>
                  <a:lnTo>
                    <a:pt x="8712833" y="235244"/>
                  </a:lnTo>
                  <a:lnTo>
                    <a:pt x="8712833" y="235244"/>
                  </a:lnTo>
                  <a:lnTo>
                    <a:pt x="8718306" y="235244"/>
                  </a:lnTo>
                  <a:lnTo>
                    <a:pt x="8718306" y="235244"/>
                  </a:lnTo>
                  <a:lnTo>
                    <a:pt x="8723779" y="235244"/>
                  </a:lnTo>
                  <a:lnTo>
                    <a:pt x="8723779" y="235244"/>
                  </a:lnTo>
                  <a:lnTo>
                    <a:pt x="8734725" y="235244"/>
                  </a:lnTo>
                  <a:lnTo>
                    <a:pt x="8734725" y="235244"/>
                  </a:lnTo>
                  <a:lnTo>
                    <a:pt x="8740198" y="235244"/>
                  </a:lnTo>
                  <a:lnTo>
                    <a:pt x="8740198" y="235244"/>
                  </a:lnTo>
                  <a:lnTo>
                    <a:pt x="8751143" y="235244"/>
                  </a:lnTo>
                  <a:lnTo>
                    <a:pt x="8751143" y="235244"/>
                  </a:lnTo>
                  <a:lnTo>
                    <a:pt x="8756616" y="235244"/>
                  </a:lnTo>
                  <a:lnTo>
                    <a:pt x="8756616" y="235244"/>
                  </a:lnTo>
                  <a:lnTo>
                    <a:pt x="8762089" y="235244"/>
                  </a:lnTo>
                  <a:lnTo>
                    <a:pt x="8762089" y="235244"/>
                  </a:lnTo>
                  <a:lnTo>
                    <a:pt x="8767562" y="235244"/>
                  </a:lnTo>
                  <a:lnTo>
                    <a:pt x="8767562" y="235244"/>
                  </a:lnTo>
                  <a:lnTo>
                    <a:pt x="8773035" y="235244"/>
                  </a:lnTo>
                  <a:lnTo>
                    <a:pt x="8773035" y="235244"/>
                  </a:lnTo>
                  <a:lnTo>
                    <a:pt x="8778508" y="235244"/>
                  </a:lnTo>
                  <a:lnTo>
                    <a:pt x="8778508" y="235244"/>
                  </a:lnTo>
                  <a:lnTo>
                    <a:pt x="8789453" y="235244"/>
                  </a:lnTo>
                  <a:lnTo>
                    <a:pt x="8789453" y="235244"/>
                  </a:lnTo>
                  <a:lnTo>
                    <a:pt x="8794926" y="235244"/>
                  </a:lnTo>
                  <a:lnTo>
                    <a:pt x="8794926" y="235244"/>
                  </a:lnTo>
                  <a:lnTo>
                    <a:pt x="8800399" y="235244"/>
                  </a:lnTo>
                  <a:lnTo>
                    <a:pt x="8800399" y="235244"/>
                  </a:lnTo>
                  <a:lnTo>
                    <a:pt x="8811345" y="235244"/>
                  </a:lnTo>
                  <a:lnTo>
                    <a:pt x="8811345" y="235244"/>
                  </a:lnTo>
                  <a:lnTo>
                    <a:pt x="8816818" y="235244"/>
                  </a:lnTo>
                  <a:lnTo>
                    <a:pt x="8816818" y="235244"/>
                  </a:lnTo>
                  <a:lnTo>
                    <a:pt x="8822291" y="235244"/>
                  </a:lnTo>
                  <a:lnTo>
                    <a:pt x="8822291" y="235244"/>
                  </a:lnTo>
                  <a:lnTo>
                    <a:pt x="8827764" y="235244"/>
                  </a:lnTo>
                  <a:lnTo>
                    <a:pt x="8827764" y="235244"/>
                  </a:lnTo>
                  <a:lnTo>
                    <a:pt x="8833237" y="235244"/>
                  </a:lnTo>
                  <a:lnTo>
                    <a:pt x="8833237" y="235244"/>
                  </a:lnTo>
                  <a:lnTo>
                    <a:pt x="8844182" y="235244"/>
                  </a:lnTo>
                  <a:lnTo>
                    <a:pt x="8844182" y="235244"/>
                  </a:lnTo>
                  <a:lnTo>
                    <a:pt x="8849655" y="235244"/>
                  </a:lnTo>
                  <a:lnTo>
                    <a:pt x="8849655" y="235244"/>
                  </a:lnTo>
                  <a:lnTo>
                    <a:pt x="8855128" y="235244"/>
                  </a:lnTo>
                  <a:lnTo>
                    <a:pt x="8855128" y="235244"/>
                  </a:lnTo>
                  <a:lnTo>
                    <a:pt x="8866074" y="235244"/>
                  </a:lnTo>
                  <a:lnTo>
                    <a:pt x="8866074" y="235244"/>
                  </a:lnTo>
                  <a:lnTo>
                    <a:pt x="8871547" y="235244"/>
                  </a:lnTo>
                  <a:lnTo>
                    <a:pt x="8871547" y="204138"/>
                  </a:lnTo>
                  <a:lnTo>
                    <a:pt x="8882493" y="204138"/>
                  </a:lnTo>
                  <a:lnTo>
                    <a:pt x="8882493" y="204138"/>
                  </a:lnTo>
                  <a:lnTo>
                    <a:pt x="8887965" y="204138"/>
                  </a:lnTo>
                  <a:lnTo>
                    <a:pt x="8887965" y="204138"/>
                  </a:lnTo>
                  <a:lnTo>
                    <a:pt x="8893438" y="204138"/>
                  </a:lnTo>
                  <a:lnTo>
                    <a:pt x="8893438" y="204138"/>
                  </a:lnTo>
                  <a:lnTo>
                    <a:pt x="8898911" y="204138"/>
                  </a:lnTo>
                  <a:lnTo>
                    <a:pt x="8898911" y="204138"/>
                  </a:lnTo>
                  <a:lnTo>
                    <a:pt x="8909857" y="204138"/>
                  </a:lnTo>
                  <a:lnTo>
                    <a:pt x="8909857" y="204138"/>
                  </a:lnTo>
                  <a:lnTo>
                    <a:pt x="8915330" y="204138"/>
                  </a:lnTo>
                  <a:lnTo>
                    <a:pt x="8915330" y="204138"/>
                  </a:lnTo>
                  <a:lnTo>
                    <a:pt x="8920803" y="204138"/>
                  </a:lnTo>
                  <a:lnTo>
                    <a:pt x="8920803" y="204138"/>
                  </a:lnTo>
                  <a:lnTo>
                    <a:pt x="8926276" y="204138"/>
                  </a:lnTo>
                  <a:lnTo>
                    <a:pt x="8926276" y="204138"/>
                  </a:lnTo>
                  <a:lnTo>
                    <a:pt x="8931749" y="204138"/>
                  </a:lnTo>
                  <a:lnTo>
                    <a:pt x="8931749" y="204138"/>
                  </a:lnTo>
                  <a:lnTo>
                    <a:pt x="8937221" y="204138"/>
                  </a:lnTo>
                  <a:lnTo>
                    <a:pt x="8937221" y="204138"/>
                  </a:lnTo>
                  <a:lnTo>
                    <a:pt x="8942694" y="204138"/>
                  </a:lnTo>
                  <a:lnTo>
                    <a:pt x="8942694" y="204138"/>
                  </a:lnTo>
                  <a:lnTo>
                    <a:pt x="8948167" y="204138"/>
                  </a:lnTo>
                  <a:lnTo>
                    <a:pt x="8948167" y="204138"/>
                  </a:lnTo>
                  <a:lnTo>
                    <a:pt x="8959113" y="204138"/>
                  </a:lnTo>
                  <a:lnTo>
                    <a:pt x="8959113" y="204138"/>
                  </a:lnTo>
                  <a:lnTo>
                    <a:pt x="8964586" y="204138"/>
                  </a:lnTo>
                  <a:lnTo>
                    <a:pt x="8964586" y="204138"/>
                  </a:lnTo>
                  <a:lnTo>
                    <a:pt x="8970059" y="204138"/>
                  </a:lnTo>
                  <a:lnTo>
                    <a:pt x="8970059" y="204138"/>
                  </a:lnTo>
                  <a:lnTo>
                    <a:pt x="8975532" y="204138"/>
                  </a:lnTo>
                  <a:lnTo>
                    <a:pt x="8975532" y="204138"/>
                  </a:lnTo>
                  <a:lnTo>
                    <a:pt x="8981004" y="204138"/>
                  </a:lnTo>
                  <a:lnTo>
                    <a:pt x="8981004" y="204138"/>
                  </a:lnTo>
                  <a:lnTo>
                    <a:pt x="8986477" y="204138"/>
                  </a:lnTo>
                  <a:lnTo>
                    <a:pt x="8986477" y="204138"/>
                  </a:lnTo>
                  <a:lnTo>
                    <a:pt x="8991950" y="204138"/>
                  </a:lnTo>
                  <a:lnTo>
                    <a:pt x="8991950" y="204138"/>
                  </a:lnTo>
                  <a:lnTo>
                    <a:pt x="9002896" y="204138"/>
                  </a:lnTo>
                  <a:lnTo>
                    <a:pt x="9002896" y="204138"/>
                  </a:lnTo>
                  <a:lnTo>
                    <a:pt x="9008369" y="204138"/>
                  </a:lnTo>
                  <a:lnTo>
                    <a:pt x="9008369" y="204138"/>
                  </a:lnTo>
                  <a:lnTo>
                    <a:pt x="9013842" y="204138"/>
                  </a:lnTo>
                  <a:lnTo>
                    <a:pt x="9013842" y="204138"/>
                  </a:lnTo>
                  <a:lnTo>
                    <a:pt x="9019315" y="204138"/>
                  </a:lnTo>
                  <a:lnTo>
                    <a:pt x="9019315" y="204138"/>
                  </a:lnTo>
                  <a:lnTo>
                    <a:pt x="9024788" y="204138"/>
                  </a:lnTo>
                  <a:lnTo>
                    <a:pt x="9024788" y="204138"/>
                  </a:lnTo>
                  <a:lnTo>
                    <a:pt x="9030260" y="204138"/>
                  </a:lnTo>
                  <a:lnTo>
                    <a:pt x="9030260" y="204138"/>
                  </a:lnTo>
                  <a:lnTo>
                    <a:pt x="9041206" y="204138"/>
                  </a:lnTo>
                  <a:lnTo>
                    <a:pt x="9041206" y="172649"/>
                  </a:lnTo>
                  <a:lnTo>
                    <a:pt x="9046679" y="172649"/>
                  </a:lnTo>
                  <a:lnTo>
                    <a:pt x="9046679" y="172649"/>
                  </a:lnTo>
                  <a:lnTo>
                    <a:pt x="9052152" y="172649"/>
                  </a:lnTo>
                  <a:lnTo>
                    <a:pt x="9052152" y="172649"/>
                  </a:lnTo>
                  <a:lnTo>
                    <a:pt x="9057625" y="172649"/>
                  </a:lnTo>
                  <a:lnTo>
                    <a:pt x="9057625" y="172649"/>
                  </a:lnTo>
                  <a:lnTo>
                    <a:pt x="9063098" y="172649"/>
                  </a:lnTo>
                  <a:lnTo>
                    <a:pt x="9063098" y="172649"/>
                  </a:lnTo>
                  <a:lnTo>
                    <a:pt x="9068571" y="172649"/>
                  </a:lnTo>
                  <a:lnTo>
                    <a:pt x="9068571" y="172649"/>
                  </a:lnTo>
                  <a:lnTo>
                    <a:pt x="9074044" y="172649"/>
                  </a:lnTo>
                  <a:lnTo>
                    <a:pt x="9074044" y="172649"/>
                  </a:lnTo>
                  <a:lnTo>
                    <a:pt x="9079516" y="172649"/>
                  </a:lnTo>
                  <a:lnTo>
                    <a:pt x="9079516" y="172649"/>
                  </a:lnTo>
                  <a:lnTo>
                    <a:pt x="9084989" y="172649"/>
                  </a:lnTo>
                  <a:lnTo>
                    <a:pt x="9084989" y="172649"/>
                  </a:lnTo>
                  <a:lnTo>
                    <a:pt x="9090462" y="172649"/>
                  </a:lnTo>
                  <a:lnTo>
                    <a:pt x="9090462" y="172649"/>
                  </a:lnTo>
                  <a:lnTo>
                    <a:pt x="9101408" y="172649"/>
                  </a:lnTo>
                  <a:lnTo>
                    <a:pt x="9101408" y="172649"/>
                  </a:lnTo>
                  <a:lnTo>
                    <a:pt x="9106881" y="172649"/>
                  </a:lnTo>
                  <a:lnTo>
                    <a:pt x="9106881" y="172649"/>
                  </a:lnTo>
                  <a:lnTo>
                    <a:pt x="9117827" y="172649"/>
                  </a:lnTo>
                  <a:lnTo>
                    <a:pt x="9117827" y="172649"/>
                  </a:lnTo>
                  <a:lnTo>
                    <a:pt x="9123300" y="172649"/>
                  </a:lnTo>
                  <a:lnTo>
                    <a:pt x="9123300" y="172649"/>
                  </a:lnTo>
                  <a:lnTo>
                    <a:pt x="9128772" y="172649"/>
                  </a:lnTo>
                  <a:lnTo>
                    <a:pt x="9128772" y="172649"/>
                  </a:lnTo>
                  <a:lnTo>
                    <a:pt x="9134245" y="172649"/>
                  </a:lnTo>
                  <a:lnTo>
                    <a:pt x="9134245" y="172649"/>
                  </a:lnTo>
                  <a:lnTo>
                    <a:pt x="9139718" y="172649"/>
                  </a:lnTo>
                  <a:lnTo>
                    <a:pt x="9139718" y="172649"/>
                  </a:lnTo>
                  <a:lnTo>
                    <a:pt x="9145191" y="172649"/>
                  </a:lnTo>
                  <a:lnTo>
                    <a:pt x="9145191" y="172649"/>
                  </a:lnTo>
                  <a:lnTo>
                    <a:pt x="9150664" y="172649"/>
                  </a:lnTo>
                  <a:lnTo>
                    <a:pt x="9150664" y="172649"/>
                  </a:lnTo>
                  <a:lnTo>
                    <a:pt x="9156137" y="172649"/>
                  </a:lnTo>
                  <a:lnTo>
                    <a:pt x="9156137" y="172649"/>
                  </a:lnTo>
                  <a:lnTo>
                    <a:pt x="9161610" y="172649"/>
                  </a:lnTo>
                  <a:lnTo>
                    <a:pt x="9161610" y="172649"/>
                  </a:lnTo>
                  <a:lnTo>
                    <a:pt x="9172555" y="172649"/>
                  </a:lnTo>
                  <a:lnTo>
                    <a:pt x="9172555" y="172649"/>
                  </a:lnTo>
                  <a:lnTo>
                    <a:pt x="9178028" y="172649"/>
                  </a:lnTo>
                  <a:lnTo>
                    <a:pt x="9178028" y="172649"/>
                  </a:lnTo>
                  <a:lnTo>
                    <a:pt x="9183501" y="172649"/>
                  </a:lnTo>
                  <a:lnTo>
                    <a:pt x="9183501" y="172649"/>
                  </a:lnTo>
                  <a:lnTo>
                    <a:pt x="9188974" y="172649"/>
                  </a:lnTo>
                  <a:lnTo>
                    <a:pt x="9188974" y="172649"/>
                  </a:lnTo>
                  <a:lnTo>
                    <a:pt x="9194447" y="172649"/>
                  </a:lnTo>
                  <a:lnTo>
                    <a:pt x="9194447" y="172649"/>
                  </a:lnTo>
                  <a:lnTo>
                    <a:pt x="9199920" y="172649"/>
                  </a:lnTo>
                  <a:lnTo>
                    <a:pt x="9199920" y="172649"/>
                  </a:lnTo>
                  <a:lnTo>
                    <a:pt x="9205393" y="172649"/>
                  </a:lnTo>
                  <a:lnTo>
                    <a:pt x="9205393" y="172649"/>
                  </a:lnTo>
                  <a:lnTo>
                    <a:pt x="9210866" y="172649"/>
                  </a:lnTo>
                  <a:lnTo>
                    <a:pt x="9210866" y="172649"/>
                  </a:lnTo>
                  <a:lnTo>
                    <a:pt x="9221811" y="172649"/>
                  </a:lnTo>
                  <a:lnTo>
                    <a:pt x="9221811" y="172649"/>
                  </a:lnTo>
                  <a:lnTo>
                    <a:pt x="9227284" y="172649"/>
                  </a:lnTo>
                  <a:lnTo>
                    <a:pt x="9227284" y="172649"/>
                  </a:lnTo>
                  <a:lnTo>
                    <a:pt x="9232757" y="172649"/>
                  </a:lnTo>
                  <a:lnTo>
                    <a:pt x="9232757" y="172649"/>
                  </a:lnTo>
                  <a:lnTo>
                    <a:pt x="9238230" y="172649"/>
                  </a:lnTo>
                  <a:lnTo>
                    <a:pt x="9238230" y="172649"/>
                  </a:lnTo>
                  <a:lnTo>
                    <a:pt x="9249176" y="172649"/>
                  </a:lnTo>
                  <a:lnTo>
                    <a:pt x="9249176" y="172649"/>
                  </a:lnTo>
                  <a:lnTo>
                    <a:pt x="9260122" y="172649"/>
                  </a:lnTo>
                  <a:lnTo>
                    <a:pt x="9260122" y="172649"/>
                  </a:lnTo>
                  <a:lnTo>
                    <a:pt x="9265595" y="172649"/>
                  </a:lnTo>
                  <a:lnTo>
                    <a:pt x="9265595" y="172649"/>
                  </a:lnTo>
                  <a:lnTo>
                    <a:pt x="9271067" y="172649"/>
                  </a:lnTo>
                  <a:lnTo>
                    <a:pt x="9271067" y="139603"/>
                  </a:lnTo>
                  <a:lnTo>
                    <a:pt x="9276540" y="139603"/>
                  </a:lnTo>
                  <a:lnTo>
                    <a:pt x="9276540" y="139603"/>
                  </a:lnTo>
                  <a:lnTo>
                    <a:pt x="9282013" y="139603"/>
                  </a:lnTo>
                  <a:lnTo>
                    <a:pt x="9282013" y="139603"/>
                  </a:lnTo>
                  <a:lnTo>
                    <a:pt x="9287486" y="139603"/>
                  </a:lnTo>
                  <a:lnTo>
                    <a:pt x="9287486" y="139603"/>
                  </a:lnTo>
                  <a:lnTo>
                    <a:pt x="9292959" y="139603"/>
                  </a:lnTo>
                  <a:lnTo>
                    <a:pt x="9292959" y="139603"/>
                  </a:lnTo>
                  <a:lnTo>
                    <a:pt x="9303905" y="139603"/>
                  </a:lnTo>
                  <a:lnTo>
                    <a:pt x="9303905" y="139603"/>
                  </a:lnTo>
                  <a:lnTo>
                    <a:pt x="9309378" y="139603"/>
                  </a:lnTo>
                  <a:lnTo>
                    <a:pt x="9309378" y="139603"/>
                  </a:lnTo>
                  <a:lnTo>
                    <a:pt x="9314850" y="139603"/>
                  </a:lnTo>
                  <a:lnTo>
                    <a:pt x="9314850" y="139603"/>
                  </a:lnTo>
                  <a:lnTo>
                    <a:pt x="9320323" y="139603"/>
                  </a:lnTo>
                  <a:lnTo>
                    <a:pt x="9320323" y="139603"/>
                  </a:lnTo>
                  <a:lnTo>
                    <a:pt x="9325796" y="139603"/>
                  </a:lnTo>
                  <a:lnTo>
                    <a:pt x="9325796" y="139603"/>
                  </a:lnTo>
                  <a:lnTo>
                    <a:pt x="9347688" y="139603"/>
                  </a:lnTo>
                  <a:lnTo>
                    <a:pt x="9347688" y="139603"/>
                  </a:lnTo>
                  <a:lnTo>
                    <a:pt x="9353161" y="139603"/>
                  </a:lnTo>
                  <a:lnTo>
                    <a:pt x="9353161" y="139603"/>
                  </a:lnTo>
                  <a:lnTo>
                    <a:pt x="9364106" y="139603"/>
                  </a:lnTo>
                  <a:lnTo>
                    <a:pt x="9364106" y="139603"/>
                  </a:lnTo>
                  <a:lnTo>
                    <a:pt x="9369579" y="139603"/>
                  </a:lnTo>
                  <a:lnTo>
                    <a:pt x="9369579" y="139603"/>
                  </a:lnTo>
                  <a:lnTo>
                    <a:pt x="9375052" y="139603"/>
                  </a:lnTo>
                  <a:lnTo>
                    <a:pt x="9375052" y="139603"/>
                  </a:lnTo>
                  <a:lnTo>
                    <a:pt x="9380525" y="139603"/>
                  </a:lnTo>
                  <a:lnTo>
                    <a:pt x="9380525" y="139603"/>
                  </a:lnTo>
                  <a:lnTo>
                    <a:pt x="9385998" y="139603"/>
                  </a:lnTo>
                  <a:lnTo>
                    <a:pt x="9385998" y="139603"/>
                  </a:lnTo>
                  <a:lnTo>
                    <a:pt x="9391471" y="139603"/>
                  </a:lnTo>
                  <a:lnTo>
                    <a:pt x="9391471" y="139603"/>
                  </a:lnTo>
                  <a:lnTo>
                    <a:pt x="9396944" y="139603"/>
                  </a:lnTo>
                  <a:lnTo>
                    <a:pt x="9396944" y="139603"/>
                  </a:lnTo>
                  <a:lnTo>
                    <a:pt x="9402417" y="139603"/>
                  </a:lnTo>
                  <a:lnTo>
                    <a:pt x="9402417" y="139603"/>
                  </a:lnTo>
                  <a:lnTo>
                    <a:pt x="9407890" y="139603"/>
                  </a:lnTo>
                  <a:lnTo>
                    <a:pt x="9407890" y="139603"/>
                  </a:lnTo>
                  <a:lnTo>
                    <a:pt x="9413362" y="139603"/>
                  </a:lnTo>
                  <a:lnTo>
                    <a:pt x="9413362" y="139603"/>
                  </a:lnTo>
                  <a:lnTo>
                    <a:pt x="9418835" y="139603"/>
                  </a:lnTo>
                  <a:lnTo>
                    <a:pt x="9418835" y="139603"/>
                  </a:lnTo>
                  <a:lnTo>
                    <a:pt x="9424308" y="139603"/>
                  </a:lnTo>
                  <a:lnTo>
                    <a:pt x="9424308" y="139603"/>
                  </a:lnTo>
                  <a:lnTo>
                    <a:pt x="9429781" y="139603"/>
                  </a:lnTo>
                  <a:lnTo>
                    <a:pt x="9429781" y="139603"/>
                  </a:lnTo>
                  <a:lnTo>
                    <a:pt x="9435254" y="139603"/>
                  </a:lnTo>
                  <a:lnTo>
                    <a:pt x="9435254" y="139603"/>
                  </a:lnTo>
                  <a:lnTo>
                    <a:pt x="9440727" y="139603"/>
                  </a:lnTo>
                  <a:lnTo>
                    <a:pt x="9440727" y="139603"/>
                  </a:lnTo>
                  <a:lnTo>
                    <a:pt x="9446200" y="139603"/>
                  </a:lnTo>
                  <a:lnTo>
                    <a:pt x="9446200" y="139603"/>
                  </a:lnTo>
                  <a:lnTo>
                    <a:pt x="9451673" y="139603"/>
                  </a:lnTo>
                  <a:lnTo>
                    <a:pt x="9451673" y="139603"/>
                  </a:lnTo>
                  <a:lnTo>
                    <a:pt x="9457146" y="139603"/>
                  </a:lnTo>
                  <a:lnTo>
                    <a:pt x="9457146" y="105174"/>
                  </a:lnTo>
                  <a:lnTo>
                    <a:pt x="9462618" y="105174"/>
                  </a:lnTo>
                  <a:lnTo>
                    <a:pt x="9462618" y="105174"/>
                  </a:lnTo>
                  <a:lnTo>
                    <a:pt x="9468091" y="105174"/>
                  </a:lnTo>
                  <a:lnTo>
                    <a:pt x="9468091" y="105174"/>
                  </a:lnTo>
                  <a:lnTo>
                    <a:pt x="9479037" y="105174"/>
                  </a:lnTo>
                  <a:lnTo>
                    <a:pt x="9479037" y="105174"/>
                  </a:lnTo>
                  <a:lnTo>
                    <a:pt x="9495456" y="105174"/>
                  </a:lnTo>
                  <a:lnTo>
                    <a:pt x="9495456" y="105174"/>
                  </a:lnTo>
                  <a:lnTo>
                    <a:pt x="9500929" y="105174"/>
                  </a:lnTo>
                  <a:lnTo>
                    <a:pt x="9500929" y="105174"/>
                  </a:lnTo>
                  <a:lnTo>
                    <a:pt x="9506401" y="105174"/>
                  </a:lnTo>
                  <a:lnTo>
                    <a:pt x="9506401" y="105174"/>
                  </a:lnTo>
                  <a:lnTo>
                    <a:pt x="9511874" y="105174"/>
                  </a:lnTo>
                  <a:lnTo>
                    <a:pt x="9511874" y="105174"/>
                  </a:lnTo>
                  <a:lnTo>
                    <a:pt x="9517347" y="105174"/>
                  </a:lnTo>
                  <a:lnTo>
                    <a:pt x="9517347" y="105174"/>
                  </a:lnTo>
                  <a:lnTo>
                    <a:pt x="9522820" y="105174"/>
                  </a:lnTo>
                  <a:lnTo>
                    <a:pt x="9522820" y="105174"/>
                  </a:lnTo>
                  <a:lnTo>
                    <a:pt x="9528293" y="105174"/>
                  </a:lnTo>
                  <a:lnTo>
                    <a:pt x="9528293" y="105174"/>
                  </a:lnTo>
                  <a:lnTo>
                    <a:pt x="9533766" y="105174"/>
                  </a:lnTo>
                  <a:lnTo>
                    <a:pt x="9533766" y="105174"/>
                  </a:lnTo>
                  <a:lnTo>
                    <a:pt x="9539239" y="105174"/>
                  </a:lnTo>
                  <a:lnTo>
                    <a:pt x="9539239" y="105174"/>
                  </a:lnTo>
                  <a:lnTo>
                    <a:pt x="9550185" y="105174"/>
                  </a:lnTo>
                  <a:lnTo>
                    <a:pt x="9550185" y="105174"/>
                  </a:lnTo>
                  <a:lnTo>
                    <a:pt x="9566603" y="105174"/>
                  </a:lnTo>
                  <a:lnTo>
                    <a:pt x="9566603" y="105174"/>
                  </a:lnTo>
                  <a:lnTo>
                    <a:pt x="9572076" y="105174"/>
                  </a:lnTo>
                  <a:lnTo>
                    <a:pt x="9572076" y="105174"/>
                  </a:lnTo>
                  <a:lnTo>
                    <a:pt x="9577549" y="105174"/>
                  </a:lnTo>
                  <a:lnTo>
                    <a:pt x="9577549" y="70251"/>
                  </a:lnTo>
                  <a:lnTo>
                    <a:pt x="9593968" y="70251"/>
                  </a:lnTo>
                  <a:lnTo>
                    <a:pt x="9593968" y="70251"/>
                  </a:lnTo>
                  <a:lnTo>
                    <a:pt x="9599441" y="70251"/>
                  </a:lnTo>
                  <a:lnTo>
                    <a:pt x="9599441" y="70251"/>
                  </a:lnTo>
                  <a:lnTo>
                    <a:pt x="9604913" y="70251"/>
                  </a:lnTo>
                  <a:lnTo>
                    <a:pt x="9604913" y="70251"/>
                  </a:lnTo>
                  <a:lnTo>
                    <a:pt x="9610386" y="70251"/>
                  </a:lnTo>
                  <a:lnTo>
                    <a:pt x="9610386" y="70251"/>
                  </a:lnTo>
                  <a:lnTo>
                    <a:pt x="9615859" y="70251"/>
                  </a:lnTo>
                  <a:lnTo>
                    <a:pt x="9615859" y="35323"/>
                  </a:lnTo>
                  <a:lnTo>
                    <a:pt x="9626805" y="35323"/>
                  </a:lnTo>
                  <a:lnTo>
                    <a:pt x="9626805" y="35323"/>
                  </a:lnTo>
                  <a:lnTo>
                    <a:pt x="9632278" y="35323"/>
                  </a:lnTo>
                  <a:lnTo>
                    <a:pt x="9632278" y="35323"/>
                  </a:lnTo>
                  <a:lnTo>
                    <a:pt x="9637751" y="35323"/>
                  </a:lnTo>
                  <a:lnTo>
                    <a:pt x="9637751" y="35323"/>
                  </a:lnTo>
                  <a:lnTo>
                    <a:pt x="9643224" y="35323"/>
                  </a:lnTo>
                  <a:lnTo>
                    <a:pt x="9643224" y="35323"/>
                  </a:lnTo>
                  <a:lnTo>
                    <a:pt x="9648697" y="35323"/>
                  </a:lnTo>
                  <a:lnTo>
                    <a:pt x="9648697" y="35323"/>
                  </a:lnTo>
                  <a:lnTo>
                    <a:pt x="9654169" y="35323"/>
                  </a:lnTo>
                  <a:lnTo>
                    <a:pt x="9654169" y="35323"/>
                  </a:lnTo>
                  <a:lnTo>
                    <a:pt x="9659642" y="35323"/>
                  </a:lnTo>
                  <a:lnTo>
                    <a:pt x="9659642" y="35323"/>
                  </a:lnTo>
                  <a:lnTo>
                    <a:pt x="9676061" y="35323"/>
                  </a:lnTo>
                  <a:lnTo>
                    <a:pt x="9676061" y="35323"/>
                  </a:lnTo>
                  <a:lnTo>
                    <a:pt x="9681534" y="35323"/>
                  </a:lnTo>
                  <a:lnTo>
                    <a:pt x="9681534" y="35323"/>
                  </a:lnTo>
                  <a:lnTo>
                    <a:pt x="9687007" y="35323"/>
                  </a:lnTo>
                  <a:lnTo>
                    <a:pt x="9687007" y="35323"/>
                  </a:lnTo>
                  <a:lnTo>
                    <a:pt x="9692480" y="35323"/>
                  </a:lnTo>
                  <a:lnTo>
                    <a:pt x="9692480" y="35323"/>
                  </a:lnTo>
                  <a:lnTo>
                    <a:pt x="9697952" y="35323"/>
                  </a:lnTo>
                  <a:lnTo>
                    <a:pt x="9697952" y="35323"/>
                  </a:lnTo>
                  <a:lnTo>
                    <a:pt x="9703425" y="35323"/>
                  </a:lnTo>
                  <a:lnTo>
                    <a:pt x="9703425" y="0"/>
                  </a:lnTo>
                  <a:lnTo>
                    <a:pt x="9714371" y="0"/>
                  </a:lnTo>
                  <a:lnTo>
                    <a:pt x="9714371" y="0"/>
                  </a:lnTo>
                  <a:lnTo>
                    <a:pt x="9719844" y="0"/>
                  </a:lnTo>
                  <a:lnTo>
                    <a:pt x="9719844" y="0"/>
                  </a:lnTo>
                  <a:lnTo>
                    <a:pt x="9725317" y="0"/>
                  </a:lnTo>
                  <a:lnTo>
                    <a:pt x="9725317" y="0"/>
                  </a:lnTo>
                  <a:lnTo>
                    <a:pt x="9730790" y="0"/>
                  </a:lnTo>
                  <a:lnTo>
                    <a:pt x="9730790" y="0"/>
                  </a:lnTo>
                  <a:lnTo>
                    <a:pt x="9736263" y="0"/>
                  </a:lnTo>
                  <a:lnTo>
                    <a:pt x="9736263" y="0"/>
                  </a:lnTo>
                  <a:lnTo>
                    <a:pt x="9741736" y="0"/>
                  </a:lnTo>
                  <a:lnTo>
                    <a:pt x="9741736" y="0"/>
                  </a:lnTo>
                  <a:lnTo>
                    <a:pt x="9747208" y="0"/>
                  </a:lnTo>
                  <a:lnTo>
                    <a:pt x="9747208" y="0"/>
                  </a:lnTo>
                  <a:lnTo>
                    <a:pt x="9752681" y="0"/>
                  </a:lnTo>
                  <a:lnTo>
                    <a:pt x="9752681" y="0"/>
                  </a:lnTo>
                  <a:lnTo>
                    <a:pt x="9758154" y="0"/>
                  </a:lnTo>
                  <a:lnTo>
                    <a:pt x="9758154" y="0"/>
                  </a:lnTo>
                  <a:lnTo>
                    <a:pt x="9769100" y="0"/>
                  </a:lnTo>
                  <a:lnTo>
                    <a:pt x="9769100" y="0"/>
                  </a:lnTo>
                  <a:lnTo>
                    <a:pt x="9774573" y="0"/>
                  </a:lnTo>
                  <a:lnTo>
                    <a:pt x="9774573" y="0"/>
                  </a:lnTo>
                  <a:lnTo>
                    <a:pt x="9790992" y="0"/>
                  </a:lnTo>
                  <a:lnTo>
                    <a:pt x="9790992" y="0"/>
                  </a:lnTo>
                  <a:lnTo>
                    <a:pt x="9796464" y="0"/>
                  </a:lnTo>
                  <a:lnTo>
                    <a:pt x="9796464" y="0"/>
                  </a:lnTo>
                  <a:lnTo>
                    <a:pt x="9801937" y="0"/>
                  </a:lnTo>
                  <a:lnTo>
                    <a:pt x="9801937" y="0"/>
                  </a:lnTo>
                  <a:lnTo>
                    <a:pt x="9812883" y="0"/>
                  </a:lnTo>
                  <a:lnTo>
                    <a:pt x="9812883" y="0"/>
                  </a:lnTo>
                  <a:lnTo>
                    <a:pt x="9818356" y="0"/>
                  </a:lnTo>
                  <a:lnTo>
                    <a:pt x="9818356" y="0"/>
                  </a:lnTo>
                  <a:lnTo>
                    <a:pt x="9823829" y="0"/>
                  </a:lnTo>
                  <a:lnTo>
                    <a:pt x="9823829" y="0"/>
                  </a:lnTo>
                  <a:lnTo>
                    <a:pt x="9834775" y="0"/>
                  </a:lnTo>
                  <a:lnTo>
                    <a:pt x="9834775" y="0"/>
                  </a:lnTo>
                  <a:lnTo>
                    <a:pt x="9840247" y="0"/>
                  </a:lnTo>
                  <a:lnTo>
                    <a:pt x="9840247" y="0"/>
                  </a:lnTo>
                  <a:lnTo>
                    <a:pt x="9845720" y="0"/>
                  </a:lnTo>
                  <a:lnTo>
                    <a:pt x="9845720" y="0"/>
                  </a:lnTo>
                  <a:lnTo>
                    <a:pt x="9851193" y="0"/>
                  </a:lnTo>
                  <a:lnTo>
                    <a:pt x="9851193" y="0"/>
                  </a:lnTo>
                  <a:lnTo>
                    <a:pt x="9862139" y="0"/>
                  </a:lnTo>
                  <a:lnTo>
                    <a:pt x="9862139" y="0"/>
                  </a:lnTo>
                  <a:lnTo>
                    <a:pt x="9873085" y="0"/>
                  </a:lnTo>
                  <a:lnTo>
                    <a:pt x="987308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058965" y="4575864"/>
              <a:ext cx="9873085" cy="1521230"/>
            </a:xfrm>
            <a:custGeom>
              <a:avLst/>
              <a:pathLst>
                <a:path w="9873085" h="1521230">
                  <a:moveTo>
                    <a:pt x="9873085" y="0"/>
                  </a:moveTo>
                  <a:lnTo>
                    <a:pt x="9873085" y="0"/>
                  </a:lnTo>
                  <a:lnTo>
                    <a:pt x="9862139" y="0"/>
                  </a:lnTo>
                  <a:lnTo>
                    <a:pt x="9862139" y="0"/>
                  </a:lnTo>
                  <a:lnTo>
                    <a:pt x="9851193" y="0"/>
                  </a:lnTo>
                  <a:lnTo>
                    <a:pt x="9851193" y="0"/>
                  </a:lnTo>
                  <a:lnTo>
                    <a:pt x="9845720" y="0"/>
                  </a:lnTo>
                  <a:lnTo>
                    <a:pt x="9845720" y="0"/>
                  </a:lnTo>
                  <a:lnTo>
                    <a:pt x="9840247" y="0"/>
                  </a:lnTo>
                  <a:lnTo>
                    <a:pt x="9840247" y="0"/>
                  </a:lnTo>
                  <a:lnTo>
                    <a:pt x="9834775" y="0"/>
                  </a:lnTo>
                  <a:lnTo>
                    <a:pt x="9834775" y="0"/>
                  </a:lnTo>
                  <a:lnTo>
                    <a:pt x="9823829" y="0"/>
                  </a:lnTo>
                  <a:lnTo>
                    <a:pt x="9823829" y="0"/>
                  </a:lnTo>
                  <a:lnTo>
                    <a:pt x="9818356" y="0"/>
                  </a:lnTo>
                  <a:lnTo>
                    <a:pt x="9818356" y="0"/>
                  </a:lnTo>
                  <a:lnTo>
                    <a:pt x="9812883" y="0"/>
                  </a:lnTo>
                  <a:lnTo>
                    <a:pt x="9812883" y="0"/>
                  </a:lnTo>
                  <a:lnTo>
                    <a:pt x="9801937" y="0"/>
                  </a:lnTo>
                  <a:lnTo>
                    <a:pt x="9801937" y="0"/>
                  </a:lnTo>
                  <a:lnTo>
                    <a:pt x="9796464" y="0"/>
                  </a:lnTo>
                  <a:lnTo>
                    <a:pt x="9796464" y="0"/>
                  </a:lnTo>
                  <a:lnTo>
                    <a:pt x="9790992" y="0"/>
                  </a:lnTo>
                  <a:lnTo>
                    <a:pt x="9790992" y="0"/>
                  </a:lnTo>
                  <a:lnTo>
                    <a:pt x="9774573" y="0"/>
                  </a:lnTo>
                  <a:lnTo>
                    <a:pt x="9774573" y="0"/>
                  </a:lnTo>
                  <a:lnTo>
                    <a:pt x="9769100" y="0"/>
                  </a:lnTo>
                  <a:lnTo>
                    <a:pt x="9769100" y="0"/>
                  </a:lnTo>
                  <a:lnTo>
                    <a:pt x="9758154" y="0"/>
                  </a:lnTo>
                  <a:lnTo>
                    <a:pt x="9758154" y="0"/>
                  </a:lnTo>
                  <a:lnTo>
                    <a:pt x="9752681" y="0"/>
                  </a:lnTo>
                  <a:lnTo>
                    <a:pt x="9752681" y="0"/>
                  </a:lnTo>
                  <a:lnTo>
                    <a:pt x="9747208" y="0"/>
                  </a:lnTo>
                  <a:lnTo>
                    <a:pt x="9747208" y="0"/>
                  </a:lnTo>
                  <a:lnTo>
                    <a:pt x="9741736" y="0"/>
                  </a:lnTo>
                  <a:lnTo>
                    <a:pt x="9741736" y="0"/>
                  </a:lnTo>
                  <a:lnTo>
                    <a:pt x="9736263" y="0"/>
                  </a:lnTo>
                  <a:lnTo>
                    <a:pt x="9736263" y="0"/>
                  </a:lnTo>
                  <a:lnTo>
                    <a:pt x="9730790" y="0"/>
                  </a:lnTo>
                  <a:lnTo>
                    <a:pt x="9730790" y="0"/>
                  </a:lnTo>
                  <a:lnTo>
                    <a:pt x="9725317" y="0"/>
                  </a:lnTo>
                  <a:lnTo>
                    <a:pt x="9725317" y="0"/>
                  </a:lnTo>
                  <a:lnTo>
                    <a:pt x="9719844" y="0"/>
                  </a:lnTo>
                  <a:lnTo>
                    <a:pt x="9719844" y="0"/>
                  </a:lnTo>
                  <a:lnTo>
                    <a:pt x="9714371" y="0"/>
                  </a:lnTo>
                  <a:lnTo>
                    <a:pt x="9714371" y="0"/>
                  </a:lnTo>
                  <a:lnTo>
                    <a:pt x="9703425" y="0"/>
                  </a:lnTo>
                  <a:lnTo>
                    <a:pt x="9703425" y="25047"/>
                  </a:lnTo>
                  <a:lnTo>
                    <a:pt x="9697952" y="25047"/>
                  </a:lnTo>
                  <a:lnTo>
                    <a:pt x="9697952" y="25047"/>
                  </a:lnTo>
                  <a:lnTo>
                    <a:pt x="9692480" y="25047"/>
                  </a:lnTo>
                  <a:lnTo>
                    <a:pt x="9692480" y="25047"/>
                  </a:lnTo>
                  <a:lnTo>
                    <a:pt x="9687007" y="25047"/>
                  </a:lnTo>
                  <a:lnTo>
                    <a:pt x="9687007" y="25047"/>
                  </a:lnTo>
                  <a:lnTo>
                    <a:pt x="9681534" y="25047"/>
                  </a:lnTo>
                  <a:lnTo>
                    <a:pt x="9681534" y="25047"/>
                  </a:lnTo>
                  <a:lnTo>
                    <a:pt x="9676061" y="25047"/>
                  </a:lnTo>
                  <a:lnTo>
                    <a:pt x="9676061" y="25047"/>
                  </a:lnTo>
                  <a:lnTo>
                    <a:pt x="9659642" y="25047"/>
                  </a:lnTo>
                  <a:lnTo>
                    <a:pt x="9659642" y="25047"/>
                  </a:lnTo>
                  <a:lnTo>
                    <a:pt x="9654169" y="25047"/>
                  </a:lnTo>
                  <a:lnTo>
                    <a:pt x="9654169" y="25047"/>
                  </a:lnTo>
                  <a:lnTo>
                    <a:pt x="9648697" y="25047"/>
                  </a:lnTo>
                  <a:lnTo>
                    <a:pt x="9648697" y="25047"/>
                  </a:lnTo>
                  <a:lnTo>
                    <a:pt x="9643224" y="25047"/>
                  </a:lnTo>
                  <a:lnTo>
                    <a:pt x="9643224" y="25047"/>
                  </a:lnTo>
                  <a:lnTo>
                    <a:pt x="9637751" y="25047"/>
                  </a:lnTo>
                  <a:lnTo>
                    <a:pt x="9637751" y="25047"/>
                  </a:lnTo>
                  <a:lnTo>
                    <a:pt x="9632278" y="25047"/>
                  </a:lnTo>
                  <a:lnTo>
                    <a:pt x="9632278" y="25047"/>
                  </a:lnTo>
                  <a:lnTo>
                    <a:pt x="9626805" y="25047"/>
                  </a:lnTo>
                  <a:lnTo>
                    <a:pt x="9626805" y="25047"/>
                  </a:lnTo>
                  <a:lnTo>
                    <a:pt x="9615859" y="25047"/>
                  </a:lnTo>
                  <a:lnTo>
                    <a:pt x="9615859" y="49752"/>
                  </a:lnTo>
                  <a:lnTo>
                    <a:pt x="9610386" y="49752"/>
                  </a:lnTo>
                  <a:lnTo>
                    <a:pt x="9610386" y="49752"/>
                  </a:lnTo>
                  <a:lnTo>
                    <a:pt x="9604913" y="49752"/>
                  </a:lnTo>
                  <a:lnTo>
                    <a:pt x="9604913" y="49752"/>
                  </a:lnTo>
                  <a:lnTo>
                    <a:pt x="9599441" y="49752"/>
                  </a:lnTo>
                  <a:lnTo>
                    <a:pt x="9599441" y="49752"/>
                  </a:lnTo>
                  <a:lnTo>
                    <a:pt x="9593968" y="49752"/>
                  </a:lnTo>
                  <a:lnTo>
                    <a:pt x="9593968" y="49752"/>
                  </a:lnTo>
                  <a:lnTo>
                    <a:pt x="9577549" y="49752"/>
                  </a:lnTo>
                  <a:lnTo>
                    <a:pt x="9577549" y="74300"/>
                  </a:lnTo>
                  <a:lnTo>
                    <a:pt x="9572076" y="74300"/>
                  </a:lnTo>
                  <a:lnTo>
                    <a:pt x="9572076" y="74300"/>
                  </a:lnTo>
                  <a:lnTo>
                    <a:pt x="9566603" y="74300"/>
                  </a:lnTo>
                  <a:lnTo>
                    <a:pt x="9566603" y="74300"/>
                  </a:lnTo>
                  <a:lnTo>
                    <a:pt x="9550185" y="74300"/>
                  </a:lnTo>
                  <a:lnTo>
                    <a:pt x="9550185" y="74300"/>
                  </a:lnTo>
                  <a:lnTo>
                    <a:pt x="9539239" y="74300"/>
                  </a:lnTo>
                  <a:lnTo>
                    <a:pt x="9539239" y="74300"/>
                  </a:lnTo>
                  <a:lnTo>
                    <a:pt x="9533766" y="74300"/>
                  </a:lnTo>
                  <a:lnTo>
                    <a:pt x="9533766" y="74300"/>
                  </a:lnTo>
                  <a:lnTo>
                    <a:pt x="9528293" y="74300"/>
                  </a:lnTo>
                  <a:lnTo>
                    <a:pt x="9528293" y="74300"/>
                  </a:lnTo>
                  <a:lnTo>
                    <a:pt x="9522820" y="74300"/>
                  </a:lnTo>
                  <a:lnTo>
                    <a:pt x="9522820" y="74300"/>
                  </a:lnTo>
                  <a:lnTo>
                    <a:pt x="9517347" y="74300"/>
                  </a:lnTo>
                  <a:lnTo>
                    <a:pt x="9517347" y="74300"/>
                  </a:lnTo>
                  <a:lnTo>
                    <a:pt x="9511874" y="74300"/>
                  </a:lnTo>
                  <a:lnTo>
                    <a:pt x="9511874" y="74300"/>
                  </a:lnTo>
                  <a:lnTo>
                    <a:pt x="9506401" y="74300"/>
                  </a:lnTo>
                  <a:lnTo>
                    <a:pt x="9506401" y="74300"/>
                  </a:lnTo>
                  <a:lnTo>
                    <a:pt x="9500929" y="74300"/>
                  </a:lnTo>
                  <a:lnTo>
                    <a:pt x="9500929" y="74300"/>
                  </a:lnTo>
                  <a:lnTo>
                    <a:pt x="9495456" y="74300"/>
                  </a:lnTo>
                  <a:lnTo>
                    <a:pt x="9495456" y="74300"/>
                  </a:lnTo>
                  <a:lnTo>
                    <a:pt x="9479037" y="74300"/>
                  </a:lnTo>
                  <a:lnTo>
                    <a:pt x="9479037" y="74300"/>
                  </a:lnTo>
                  <a:lnTo>
                    <a:pt x="9468091" y="74300"/>
                  </a:lnTo>
                  <a:lnTo>
                    <a:pt x="9468091" y="74300"/>
                  </a:lnTo>
                  <a:lnTo>
                    <a:pt x="9462618" y="74300"/>
                  </a:lnTo>
                  <a:lnTo>
                    <a:pt x="9462618" y="74300"/>
                  </a:lnTo>
                  <a:lnTo>
                    <a:pt x="9457146" y="74300"/>
                  </a:lnTo>
                  <a:lnTo>
                    <a:pt x="9457146" y="98458"/>
                  </a:lnTo>
                  <a:lnTo>
                    <a:pt x="9451673" y="98458"/>
                  </a:lnTo>
                  <a:lnTo>
                    <a:pt x="9451673" y="98458"/>
                  </a:lnTo>
                  <a:lnTo>
                    <a:pt x="9446200" y="98458"/>
                  </a:lnTo>
                  <a:lnTo>
                    <a:pt x="9446200" y="98458"/>
                  </a:lnTo>
                  <a:lnTo>
                    <a:pt x="9440727" y="98458"/>
                  </a:lnTo>
                  <a:lnTo>
                    <a:pt x="9440727" y="98458"/>
                  </a:lnTo>
                  <a:lnTo>
                    <a:pt x="9435254" y="98458"/>
                  </a:lnTo>
                  <a:lnTo>
                    <a:pt x="9435254" y="98458"/>
                  </a:lnTo>
                  <a:lnTo>
                    <a:pt x="9429781" y="98458"/>
                  </a:lnTo>
                  <a:lnTo>
                    <a:pt x="9429781" y="98458"/>
                  </a:lnTo>
                  <a:lnTo>
                    <a:pt x="9424308" y="98458"/>
                  </a:lnTo>
                  <a:lnTo>
                    <a:pt x="9424308" y="98458"/>
                  </a:lnTo>
                  <a:lnTo>
                    <a:pt x="9418835" y="98458"/>
                  </a:lnTo>
                  <a:lnTo>
                    <a:pt x="9418835" y="98458"/>
                  </a:lnTo>
                  <a:lnTo>
                    <a:pt x="9413362" y="98458"/>
                  </a:lnTo>
                  <a:lnTo>
                    <a:pt x="9413362" y="98458"/>
                  </a:lnTo>
                  <a:lnTo>
                    <a:pt x="9407890" y="98458"/>
                  </a:lnTo>
                  <a:lnTo>
                    <a:pt x="9407890" y="98458"/>
                  </a:lnTo>
                  <a:lnTo>
                    <a:pt x="9402417" y="98458"/>
                  </a:lnTo>
                  <a:lnTo>
                    <a:pt x="9402417" y="98458"/>
                  </a:lnTo>
                  <a:lnTo>
                    <a:pt x="9396944" y="98458"/>
                  </a:lnTo>
                  <a:lnTo>
                    <a:pt x="9396944" y="98458"/>
                  </a:lnTo>
                  <a:lnTo>
                    <a:pt x="9391471" y="98458"/>
                  </a:lnTo>
                  <a:lnTo>
                    <a:pt x="9391471" y="98458"/>
                  </a:lnTo>
                  <a:lnTo>
                    <a:pt x="9385998" y="98458"/>
                  </a:lnTo>
                  <a:lnTo>
                    <a:pt x="9385998" y="98458"/>
                  </a:lnTo>
                  <a:lnTo>
                    <a:pt x="9380525" y="98458"/>
                  </a:lnTo>
                  <a:lnTo>
                    <a:pt x="9380525" y="98458"/>
                  </a:lnTo>
                  <a:lnTo>
                    <a:pt x="9375052" y="98458"/>
                  </a:lnTo>
                  <a:lnTo>
                    <a:pt x="9375052" y="98458"/>
                  </a:lnTo>
                  <a:lnTo>
                    <a:pt x="9369579" y="98458"/>
                  </a:lnTo>
                  <a:lnTo>
                    <a:pt x="9369579" y="98458"/>
                  </a:lnTo>
                  <a:lnTo>
                    <a:pt x="9364106" y="98458"/>
                  </a:lnTo>
                  <a:lnTo>
                    <a:pt x="9364106" y="98458"/>
                  </a:lnTo>
                  <a:lnTo>
                    <a:pt x="9353161" y="98458"/>
                  </a:lnTo>
                  <a:lnTo>
                    <a:pt x="9353161" y="98458"/>
                  </a:lnTo>
                  <a:lnTo>
                    <a:pt x="9347688" y="98458"/>
                  </a:lnTo>
                  <a:lnTo>
                    <a:pt x="9347688" y="98458"/>
                  </a:lnTo>
                  <a:lnTo>
                    <a:pt x="9325796" y="98458"/>
                  </a:lnTo>
                  <a:lnTo>
                    <a:pt x="9325796" y="98458"/>
                  </a:lnTo>
                  <a:lnTo>
                    <a:pt x="9320323" y="98458"/>
                  </a:lnTo>
                  <a:lnTo>
                    <a:pt x="9320323" y="98458"/>
                  </a:lnTo>
                  <a:lnTo>
                    <a:pt x="9314850" y="98458"/>
                  </a:lnTo>
                  <a:lnTo>
                    <a:pt x="9314850" y="98458"/>
                  </a:lnTo>
                  <a:lnTo>
                    <a:pt x="9309378" y="98458"/>
                  </a:lnTo>
                  <a:lnTo>
                    <a:pt x="9309378" y="98458"/>
                  </a:lnTo>
                  <a:lnTo>
                    <a:pt x="9303905" y="98458"/>
                  </a:lnTo>
                  <a:lnTo>
                    <a:pt x="9303905" y="98458"/>
                  </a:lnTo>
                  <a:lnTo>
                    <a:pt x="9292959" y="98458"/>
                  </a:lnTo>
                  <a:lnTo>
                    <a:pt x="9292959" y="98458"/>
                  </a:lnTo>
                  <a:lnTo>
                    <a:pt x="9287486" y="98458"/>
                  </a:lnTo>
                  <a:lnTo>
                    <a:pt x="9287486" y="98458"/>
                  </a:lnTo>
                  <a:lnTo>
                    <a:pt x="9282013" y="98458"/>
                  </a:lnTo>
                  <a:lnTo>
                    <a:pt x="9282013" y="98458"/>
                  </a:lnTo>
                  <a:lnTo>
                    <a:pt x="9276540" y="98458"/>
                  </a:lnTo>
                  <a:lnTo>
                    <a:pt x="9276540" y="98458"/>
                  </a:lnTo>
                  <a:lnTo>
                    <a:pt x="9271067" y="98458"/>
                  </a:lnTo>
                  <a:lnTo>
                    <a:pt x="9271067" y="121808"/>
                  </a:lnTo>
                  <a:lnTo>
                    <a:pt x="9265595" y="121808"/>
                  </a:lnTo>
                  <a:lnTo>
                    <a:pt x="9265595" y="121808"/>
                  </a:lnTo>
                  <a:lnTo>
                    <a:pt x="9260122" y="121808"/>
                  </a:lnTo>
                  <a:lnTo>
                    <a:pt x="9260122" y="121808"/>
                  </a:lnTo>
                  <a:lnTo>
                    <a:pt x="9249176" y="121808"/>
                  </a:lnTo>
                  <a:lnTo>
                    <a:pt x="9249176" y="121808"/>
                  </a:lnTo>
                  <a:lnTo>
                    <a:pt x="9238230" y="121808"/>
                  </a:lnTo>
                  <a:lnTo>
                    <a:pt x="9238230" y="121808"/>
                  </a:lnTo>
                  <a:lnTo>
                    <a:pt x="9232757" y="121808"/>
                  </a:lnTo>
                  <a:lnTo>
                    <a:pt x="9232757" y="121808"/>
                  </a:lnTo>
                  <a:lnTo>
                    <a:pt x="9227284" y="121808"/>
                  </a:lnTo>
                  <a:lnTo>
                    <a:pt x="9227284" y="121808"/>
                  </a:lnTo>
                  <a:lnTo>
                    <a:pt x="9221811" y="121808"/>
                  </a:lnTo>
                  <a:lnTo>
                    <a:pt x="9221811" y="121808"/>
                  </a:lnTo>
                  <a:lnTo>
                    <a:pt x="9210866" y="121808"/>
                  </a:lnTo>
                  <a:lnTo>
                    <a:pt x="9210866" y="121808"/>
                  </a:lnTo>
                  <a:lnTo>
                    <a:pt x="9205393" y="121808"/>
                  </a:lnTo>
                  <a:lnTo>
                    <a:pt x="9205393" y="121808"/>
                  </a:lnTo>
                  <a:lnTo>
                    <a:pt x="9199920" y="121808"/>
                  </a:lnTo>
                  <a:lnTo>
                    <a:pt x="9199920" y="121808"/>
                  </a:lnTo>
                  <a:lnTo>
                    <a:pt x="9194447" y="121808"/>
                  </a:lnTo>
                  <a:lnTo>
                    <a:pt x="9194447" y="121808"/>
                  </a:lnTo>
                  <a:lnTo>
                    <a:pt x="9188974" y="121808"/>
                  </a:lnTo>
                  <a:lnTo>
                    <a:pt x="9188974" y="121808"/>
                  </a:lnTo>
                  <a:lnTo>
                    <a:pt x="9183501" y="121808"/>
                  </a:lnTo>
                  <a:lnTo>
                    <a:pt x="9183501" y="121808"/>
                  </a:lnTo>
                  <a:lnTo>
                    <a:pt x="9178028" y="121808"/>
                  </a:lnTo>
                  <a:lnTo>
                    <a:pt x="9178028" y="121808"/>
                  </a:lnTo>
                  <a:lnTo>
                    <a:pt x="9172555" y="121808"/>
                  </a:lnTo>
                  <a:lnTo>
                    <a:pt x="9172555" y="121808"/>
                  </a:lnTo>
                  <a:lnTo>
                    <a:pt x="9161610" y="121808"/>
                  </a:lnTo>
                  <a:lnTo>
                    <a:pt x="9161610" y="121808"/>
                  </a:lnTo>
                  <a:lnTo>
                    <a:pt x="9156137" y="121808"/>
                  </a:lnTo>
                  <a:lnTo>
                    <a:pt x="9156137" y="121808"/>
                  </a:lnTo>
                  <a:lnTo>
                    <a:pt x="9150664" y="121808"/>
                  </a:lnTo>
                  <a:lnTo>
                    <a:pt x="9150664" y="121808"/>
                  </a:lnTo>
                  <a:lnTo>
                    <a:pt x="9145191" y="121808"/>
                  </a:lnTo>
                  <a:lnTo>
                    <a:pt x="9145191" y="121808"/>
                  </a:lnTo>
                  <a:lnTo>
                    <a:pt x="9139718" y="121808"/>
                  </a:lnTo>
                  <a:lnTo>
                    <a:pt x="9139718" y="121808"/>
                  </a:lnTo>
                  <a:lnTo>
                    <a:pt x="9134245" y="121808"/>
                  </a:lnTo>
                  <a:lnTo>
                    <a:pt x="9134245" y="121808"/>
                  </a:lnTo>
                  <a:lnTo>
                    <a:pt x="9128772" y="121808"/>
                  </a:lnTo>
                  <a:lnTo>
                    <a:pt x="9128772" y="121808"/>
                  </a:lnTo>
                  <a:lnTo>
                    <a:pt x="9123300" y="121808"/>
                  </a:lnTo>
                  <a:lnTo>
                    <a:pt x="9123300" y="121808"/>
                  </a:lnTo>
                  <a:lnTo>
                    <a:pt x="9117827" y="121808"/>
                  </a:lnTo>
                  <a:lnTo>
                    <a:pt x="9117827" y="121808"/>
                  </a:lnTo>
                  <a:lnTo>
                    <a:pt x="9106881" y="121808"/>
                  </a:lnTo>
                  <a:lnTo>
                    <a:pt x="9106881" y="121808"/>
                  </a:lnTo>
                  <a:lnTo>
                    <a:pt x="9101408" y="121808"/>
                  </a:lnTo>
                  <a:lnTo>
                    <a:pt x="9101408" y="121808"/>
                  </a:lnTo>
                  <a:lnTo>
                    <a:pt x="9090462" y="121808"/>
                  </a:lnTo>
                  <a:lnTo>
                    <a:pt x="9090462" y="121808"/>
                  </a:lnTo>
                  <a:lnTo>
                    <a:pt x="9084989" y="121808"/>
                  </a:lnTo>
                  <a:lnTo>
                    <a:pt x="9084989" y="121808"/>
                  </a:lnTo>
                  <a:lnTo>
                    <a:pt x="9079516" y="121808"/>
                  </a:lnTo>
                  <a:lnTo>
                    <a:pt x="9079516" y="121808"/>
                  </a:lnTo>
                  <a:lnTo>
                    <a:pt x="9074044" y="121808"/>
                  </a:lnTo>
                  <a:lnTo>
                    <a:pt x="9074044" y="121808"/>
                  </a:lnTo>
                  <a:lnTo>
                    <a:pt x="9068571" y="121808"/>
                  </a:lnTo>
                  <a:lnTo>
                    <a:pt x="9068571" y="121808"/>
                  </a:lnTo>
                  <a:lnTo>
                    <a:pt x="9063098" y="121808"/>
                  </a:lnTo>
                  <a:lnTo>
                    <a:pt x="9063098" y="121808"/>
                  </a:lnTo>
                  <a:lnTo>
                    <a:pt x="9057625" y="121808"/>
                  </a:lnTo>
                  <a:lnTo>
                    <a:pt x="9057625" y="121808"/>
                  </a:lnTo>
                  <a:lnTo>
                    <a:pt x="9052152" y="121808"/>
                  </a:lnTo>
                  <a:lnTo>
                    <a:pt x="9052152" y="121808"/>
                  </a:lnTo>
                  <a:lnTo>
                    <a:pt x="9046679" y="121808"/>
                  </a:lnTo>
                  <a:lnTo>
                    <a:pt x="9046679" y="121808"/>
                  </a:lnTo>
                  <a:lnTo>
                    <a:pt x="9041206" y="121808"/>
                  </a:lnTo>
                  <a:lnTo>
                    <a:pt x="9041206" y="144266"/>
                  </a:lnTo>
                  <a:lnTo>
                    <a:pt x="9030260" y="144266"/>
                  </a:lnTo>
                  <a:lnTo>
                    <a:pt x="9030260" y="144266"/>
                  </a:lnTo>
                  <a:lnTo>
                    <a:pt x="9024788" y="144266"/>
                  </a:lnTo>
                  <a:lnTo>
                    <a:pt x="9024788" y="144266"/>
                  </a:lnTo>
                  <a:lnTo>
                    <a:pt x="9019315" y="144266"/>
                  </a:lnTo>
                  <a:lnTo>
                    <a:pt x="9019315" y="144266"/>
                  </a:lnTo>
                  <a:lnTo>
                    <a:pt x="9013842" y="144266"/>
                  </a:lnTo>
                  <a:lnTo>
                    <a:pt x="9013842" y="144266"/>
                  </a:lnTo>
                  <a:lnTo>
                    <a:pt x="9008369" y="144266"/>
                  </a:lnTo>
                  <a:lnTo>
                    <a:pt x="9008369" y="144266"/>
                  </a:lnTo>
                  <a:lnTo>
                    <a:pt x="9002896" y="144266"/>
                  </a:lnTo>
                  <a:lnTo>
                    <a:pt x="9002896" y="144266"/>
                  </a:lnTo>
                  <a:lnTo>
                    <a:pt x="8991950" y="144266"/>
                  </a:lnTo>
                  <a:lnTo>
                    <a:pt x="8991950" y="144266"/>
                  </a:lnTo>
                  <a:lnTo>
                    <a:pt x="8986477" y="144266"/>
                  </a:lnTo>
                  <a:lnTo>
                    <a:pt x="8986477" y="144266"/>
                  </a:lnTo>
                  <a:lnTo>
                    <a:pt x="8981004" y="144266"/>
                  </a:lnTo>
                  <a:lnTo>
                    <a:pt x="8981004" y="144266"/>
                  </a:lnTo>
                  <a:lnTo>
                    <a:pt x="8975532" y="144266"/>
                  </a:lnTo>
                  <a:lnTo>
                    <a:pt x="8975532" y="144266"/>
                  </a:lnTo>
                  <a:lnTo>
                    <a:pt x="8970059" y="144266"/>
                  </a:lnTo>
                  <a:lnTo>
                    <a:pt x="8970059" y="144266"/>
                  </a:lnTo>
                  <a:lnTo>
                    <a:pt x="8964586" y="144266"/>
                  </a:lnTo>
                  <a:lnTo>
                    <a:pt x="8964586" y="144266"/>
                  </a:lnTo>
                  <a:lnTo>
                    <a:pt x="8959113" y="144266"/>
                  </a:lnTo>
                  <a:lnTo>
                    <a:pt x="8959113" y="144266"/>
                  </a:lnTo>
                  <a:lnTo>
                    <a:pt x="8948167" y="144266"/>
                  </a:lnTo>
                  <a:lnTo>
                    <a:pt x="8948167" y="144266"/>
                  </a:lnTo>
                  <a:lnTo>
                    <a:pt x="8942694" y="144266"/>
                  </a:lnTo>
                  <a:lnTo>
                    <a:pt x="8942694" y="144266"/>
                  </a:lnTo>
                  <a:lnTo>
                    <a:pt x="8937221" y="144266"/>
                  </a:lnTo>
                  <a:lnTo>
                    <a:pt x="8937221" y="144266"/>
                  </a:lnTo>
                  <a:lnTo>
                    <a:pt x="8931749" y="144266"/>
                  </a:lnTo>
                  <a:lnTo>
                    <a:pt x="8931749" y="144266"/>
                  </a:lnTo>
                  <a:lnTo>
                    <a:pt x="8926276" y="144266"/>
                  </a:lnTo>
                  <a:lnTo>
                    <a:pt x="8926276" y="144266"/>
                  </a:lnTo>
                  <a:lnTo>
                    <a:pt x="8920803" y="144266"/>
                  </a:lnTo>
                  <a:lnTo>
                    <a:pt x="8920803" y="144266"/>
                  </a:lnTo>
                  <a:lnTo>
                    <a:pt x="8915330" y="144266"/>
                  </a:lnTo>
                  <a:lnTo>
                    <a:pt x="8915330" y="144266"/>
                  </a:lnTo>
                  <a:lnTo>
                    <a:pt x="8909857" y="144266"/>
                  </a:lnTo>
                  <a:lnTo>
                    <a:pt x="8909857" y="144266"/>
                  </a:lnTo>
                  <a:lnTo>
                    <a:pt x="8898911" y="144266"/>
                  </a:lnTo>
                  <a:lnTo>
                    <a:pt x="8898911" y="144266"/>
                  </a:lnTo>
                  <a:lnTo>
                    <a:pt x="8893438" y="144266"/>
                  </a:lnTo>
                  <a:lnTo>
                    <a:pt x="8893438" y="144266"/>
                  </a:lnTo>
                  <a:lnTo>
                    <a:pt x="8887965" y="144266"/>
                  </a:lnTo>
                  <a:lnTo>
                    <a:pt x="8887965" y="144266"/>
                  </a:lnTo>
                  <a:lnTo>
                    <a:pt x="8882493" y="144266"/>
                  </a:lnTo>
                  <a:lnTo>
                    <a:pt x="8882493" y="144266"/>
                  </a:lnTo>
                  <a:lnTo>
                    <a:pt x="8871547" y="144266"/>
                  </a:lnTo>
                  <a:lnTo>
                    <a:pt x="8871547" y="166411"/>
                  </a:lnTo>
                  <a:lnTo>
                    <a:pt x="8866074" y="166411"/>
                  </a:lnTo>
                  <a:lnTo>
                    <a:pt x="8866074" y="166411"/>
                  </a:lnTo>
                  <a:lnTo>
                    <a:pt x="8855128" y="166411"/>
                  </a:lnTo>
                  <a:lnTo>
                    <a:pt x="8855128" y="166411"/>
                  </a:lnTo>
                  <a:lnTo>
                    <a:pt x="8849655" y="166411"/>
                  </a:lnTo>
                  <a:lnTo>
                    <a:pt x="8849655" y="166411"/>
                  </a:lnTo>
                  <a:lnTo>
                    <a:pt x="8844182" y="166411"/>
                  </a:lnTo>
                  <a:lnTo>
                    <a:pt x="8844182" y="166411"/>
                  </a:lnTo>
                  <a:lnTo>
                    <a:pt x="8833237" y="166411"/>
                  </a:lnTo>
                  <a:lnTo>
                    <a:pt x="8833237" y="166411"/>
                  </a:lnTo>
                  <a:lnTo>
                    <a:pt x="8827764" y="166411"/>
                  </a:lnTo>
                  <a:lnTo>
                    <a:pt x="8827764" y="166411"/>
                  </a:lnTo>
                  <a:lnTo>
                    <a:pt x="8822291" y="166411"/>
                  </a:lnTo>
                  <a:lnTo>
                    <a:pt x="8822291" y="166411"/>
                  </a:lnTo>
                  <a:lnTo>
                    <a:pt x="8816818" y="166411"/>
                  </a:lnTo>
                  <a:lnTo>
                    <a:pt x="8816818" y="166411"/>
                  </a:lnTo>
                  <a:lnTo>
                    <a:pt x="8811345" y="166411"/>
                  </a:lnTo>
                  <a:lnTo>
                    <a:pt x="8811345" y="166411"/>
                  </a:lnTo>
                  <a:lnTo>
                    <a:pt x="8800399" y="166411"/>
                  </a:lnTo>
                  <a:lnTo>
                    <a:pt x="8800399" y="166411"/>
                  </a:lnTo>
                  <a:lnTo>
                    <a:pt x="8794926" y="166411"/>
                  </a:lnTo>
                  <a:lnTo>
                    <a:pt x="8794926" y="166411"/>
                  </a:lnTo>
                  <a:lnTo>
                    <a:pt x="8789453" y="166411"/>
                  </a:lnTo>
                  <a:lnTo>
                    <a:pt x="8789453" y="166411"/>
                  </a:lnTo>
                  <a:lnTo>
                    <a:pt x="8778508" y="166411"/>
                  </a:lnTo>
                  <a:lnTo>
                    <a:pt x="8778508" y="166411"/>
                  </a:lnTo>
                  <a:lnTo>
                    <a:pt x="8773035" y="166411"/>
                  </a:lnTo>
                  <a:lnTo>
                    <a:pt x="8773035" y="166411"/>
                  </a:lnTo>
                  <a:lnTo>
                    <a:pt x="8767562" y="166411"/>
                  </a:lnTo>
                  <a:lnTo>
                    <a:pt x="8767562" y="166411"/>
                  </a:lnTo>
                  <a:lnTo>
                    <a:pt x="8762089" y="166411"/>
                  </a:lnTo>
                  <a:lnTo>
                    <a:pt x="8762089" y="166411"/>
                  </a:lnTo>
                  <a:lnTo>
                    <a:pt x="8756616" y="166411"/>
                  </a:lnTo>
                  <a:lnTo>
                    <a:pt x="8756616" y="166411"/>
                  </a:lnTo>
                  <a:lnTo>
                    <a:pt x="8751143" y="166411"/>
                  </a:lnTo>
                  <a:lnTo>
                    <a:pt x="8751143" y="166411"/>
                  </a:lnTo>
                  <a:lnTo>
                    <a:pt x="8740198" y="166411"/>
                  </a:lnTo>
                  <a:lnTo>
                    <a:pt x="8740198" y="166411"/>
                  </a:lnTo>
                  <a:lnTo>
                    <a:pt x="8734725" y="166411"/>
                  </a:lnTo>
                  <a:lnTo>
                    <a:pt x="8734725" y="166411"/>
                  </a:lnTo>
                  <a:lnTo>
                    <a:pt x="8723779" y="166411"/>
                  </a:lnTo>
                  <a:lnTo>
                    <a:pt x="8723779" y="166411"/>
                  </a:lnTo>
                  <a:lnTo>
                    <a:pt x="8718306" y="166411"/>
                  </a:lnTo>
                  <a:lnTo>
                    <a:pt x="8718306" y="166411"/>
                  </a:lnTo>
                  <a:lnTo>
                    <a:pt x="8712833" y="166411"/>
                  </a:lnTo>
                  <a:lnTo>
                    <a:pt x="8712833" y="166411"/>
                  </a:lnTo>
                  <a:lnTo>
                    <a:pt x="8707360" y="166411"/>
                  </a:lnTo>
                  <a:lnTo>
                    <a:pt x="8707360" y="166411"/>
                  </a:lnTo>
                  <a:lnTo>
                    <a:pt x="8701887" y="166411"/>
                  </a:lnTo>
                  <a:lnTo>
                    <a:pt x="8701887" y="166411"/>
                  </a:lnTo>
                  <a:lnTo>
                    <a:pt x="8696414" y="166411"/>
                  </a:lnTo>
                  <a:lnTo>
                    <a:pt x="8696414" y="166411"/>
                  </a:lnTo>
                  <a:lnTo>
                    <a:pt x="8690942" y="166411"/>
                  </a:lnTo>
                  <a:lnTo>
                    <a:pt x="8690942" y="166411"/>
                  </a:lnTo>
                  <a:lnTo>
                    <a:pt x="8685469" y="166411"/>
                  </a:lnTo>
                  <a:lnTo>
                    <a:pt x="8685469" y="166411"/>
                  </a:lnTo>
                  <a:lnTo>
                    <a:pt x="8679996" y="166411"/>
                  </a:lnTo>
                  <a:lnTo>
                    <a:pt x="8679996" y="166411"/>
                  </a:lnTo>
                  <a:lnTo>
                    <a:pt x="8674523" y="166411"/>
                  </a:lnTo>
                  <a:lnTo>
                    <a:pt x="8674523" y="166411"/>
                  </a:lnTo>
                  <a:lnTo>
                    <a:pt x="8669050" y="166411"/>
                  </a:lnTo>
                  <a:lnTo>
                    <a:pt x="8669050" y="166411"/>
                  </a:lnTo>
                  <a:lnTo>
                    <a:pt x="8663577" y="166411"/>
                  </a:lnTo>
                  <a:lnTo>
                    <a:pt x="8663577" y="166411"/>
                  </a:lnTo>
                  <a:lnTo>
                    <a:pt x="8658104" y="166411"/>
                  </a:lnTo>
                  <a:lnTo>
                    <a:pt x="8658104" y="166411"/>
                  </a:lnTo>
                  <a:lnTo>
                    <a:pt x="8652631" y="166411"/>
                  </a:lnTo>
                  <a:lnTo>
                    <a:pt x="8652631" y="166411"/>
                  </a:lnTo>
                  <a:lnTo>
                    <a:pt x="8641686" y="166411"/>
                  </a:lnTo>
                  <a:lnTo>
                    <a:pt x="8641686" y="166411"/>
                  </a:lnTo>
                  <a:lnTo>
                    <a:pt x="8636213" y="166411"/>
                  </a:lnTo>
                  <a:lnTo>
                    <a:pt x="8636213" y="166411"/>
                  </a:lnTo>
                  <a:lnTo>
                    <a:pt x="8630740" y="166411"/>
                  </a:lnTo>
                  <a:lnTo>
                    <a:pt x="8630740" y="166411"/>
                  </a:lnTo>
                  <a:lnTo>
                    <a:pt x="8625267" y="166411"/>
                  </a:lnTo>
                  <a:lnTo>
                    <a:pt x="8625267" y="166411"/>
                  </a:lnTo>
                  <a:lnTo>
                    <a:pt x="8619794" y="166411"/>
                  </a:lnTo>
                  <a:lnTo>
                    <a:pt x="8619794" y="166411"/>
                  </a:lnTo>
                  <a:lnTo>
                    <a:pt x="8614321" y="166411"/>
                  </a:lnTo>
                  <a:lnTo>
                    <a:pt x="8614321" y="187732"/>
                  </a:lnTo>
                  <a:lnTo>
                    <a:pt x="8608848" y="187732"/>
                  </a:lnTo>
                  <a:lnTo>
                    <a:pt x="8608848" y="187732"/>
                  </a:lnTo>
                  <a:lnTo>
                    <a:pt x="8597903" y="187732"/>
                  </a:lnTo>
                  <a:lnTo>
                    <a:pt x="8597903" y="187732"/>
                  </a:lnTo>
                  <a:lnTo>
                    <a:pt x="8592430" y="187732"/>
                  </a:lnTo>
                  <a:lnTo>
                    <a:pt x="8592430" y="187732"/>
                  </a:lnTo>
                  <a:lnTo>
                    <a:pt x="8581484" y="187732"/>
                  </a:lnTo>
                  <a:lnTo>
                    <a:pt x="8581484" y="187732"/>
                  </a:lnTo>
                  <a:lnTo>
                    <a:pt x="8576011" y="187732"/>
                  </a:lnTo>
                  <a:lnTo>
                    <a:pt x="8576011" y="187732"/>
                  </a:lnTo>
                  <a:lnTo>
                    <a:pt x="8570538" y="187732"/>
                  </a:lnTo>
                  <a:lnTo>
                    <a:pt x="8570538" y="187732"/>
                  </a:lnTo>
                  <a:lnTo>
                    <a:pt x="8565065" y="187732"/>
                  </a:lnTo>
                  <a:lnTo>
                    <a:pt x="8565065" y="187732"/>
                  </a:lnTo>
                  <a:lnTo>
                    <a:pt x="8559592" y="187732"/>
                  </a:lnTo>
                  <a:lnTo>
                    <a:pt x="8559592" y="187732"/>
                  </a:lnTo>
                  <a:lnTo>
                    <a:pt x="8554119" y="187732"/>
                  </a:lnTo>
                  <a:lnTo>
                    <a:pt x="8554119" y="187732"/>
                  </a:lnTo>
                  <a:lnTo>
                    <a:pt x="8543174" y="187732"/>
                  </a:lnTo>
                  <a:lnTo>
                    <a:pt x="8543174" y="187732"/>
                  </a:lnTo>
                  <a:lnTo>
                    <a:pt x="8537701" y="187732"/>
                  </a:lnTo>
                  <a:lnTo>
                    <a:pt x="8537701" y="187732"/>
                  </a:lnTo>
                  <a:lnTo>
                    <a:pt x="8532228" y="187732"/>
                  </a:lnTo>
                  <a:lnTo>
                    <a:pt x="8532228" y="187732"/>
                  </a:lnTo>
                  <a:lnTo>
                    <a:pt x="8526755" y="187732"/>
                  </a:lnTo>
                  <a:lnTo>
                    <a:pt x="8526755" y="187732"/>
                  </a:lnTo>
                  <a:lnTo>
                    <a:pt x="8515809" y="187732"/>
                  </a:lnTo>
                  <a:lnTo>
                    <a:pt x="8515809" y="187732"/>
                  </a:lnTo>
                  <a:lnTo>
                    <a:pt x="8510336" y="187732"/>
                  </a:lnTo>
                  <a:lnTo>
                    <a:pt x="8510336" y="187732"/>
                  </a:lnTo>
                  <a:lnTo>
                    <a:pt x="8504863" y="187732"/>
                  </a:lnTo>
                  <a:lnTo>
                    <a:pt x="8504863" y="208697"/>
                  </a:lnTo>
                  <a:lnTo>
                    <a:pt x="8499391" y="208697"/>
                  </a:lnTo>
                  <a:lnTo>
                    <a:pt x="8499391" y="208697"/>
                  </a:lnTo>
                  <a:lnTo>
                    <a:pt x="8488445" y="208697"/>
                  </a:lnTo>
                  <a:lnTo>
                    <a:pt x="8488445" y="208697"/>
                  </a:lnTo>
                  <a:lnTo>
                    <a:pt x="8482972" y="208697"/>
                  </a:lnTo>
                  <a:lnTo>
                    <a:pt x="8482972" y="208697"/>
                  </a:lnTo>
                  <a:lnTo>
                    <a:pt x="8477499" y="208697"/>
                  </a:lnTo>
                  <a:lnTo>
                    <a:pt x="8477499" y="208697"/>
                  </a:lnTo>
                  <a:lnTo>
                    <a:pt x="8472026" y="208697"/>
                  </a:lnTo>
                  <a:lnTo>
                    <a:pt x="8472026" y="208697"/>
                  </a:lnTo>
                  <a:lnTo>
                    <a:pt x="8466553" y="208697"/>
                  </a:lnTo>
                  <a:lnTo>
                    <a:pt x="8466553" y="229555"/>
                  </a:lnTo>
                  <a:lnTo>
                    <a:pt x="8461080" y="229555"/>
                  </a:lnTo>
                  <a:lnTo>
                    <a:pt x="8461080" y="229555"/>
                  </a:lnTo>
                  <a:lnTo>
                    <a:pt x="8455607" y="229555"/>
                  </a:lnTo>
                  <a:lnTo>
                    <a:pt x="8455607" y="229555"/>
                  </a:lnTo>
                  <a:lnTo>
                    <a:pt x="8450135" y="229555"/>
                  </a:lnTo>
                  <a:lnTo>
                    <a:pt x="8450135" y="229555"/>
                  </a:lnTo>
                  <a:lnTo>
                    <a:pt x="8444662" y="229555"/>
                  </a:lnTo>
                  <a:lnTo>
                    <a:pt x="8444662" y="229555"/>
                  </a:lnTo>
                  <a:lnTo>
                    <a:pt x="8439189" y="229555"/>
                  </a:lnTo>
                  <a:lnTo>
                    <a:pt x="8439189" y="229555"/>
                  </a:lnTo>
                  <a:lnTo>
                    <a:pt x="8433716" y="229555"/>
                  </a:lnTo>
                  <a:lnTo>
                    <a:pt x="8433716" y="229555"/>
                  </a:lnTo>
                  <a:lnTo>
                    <a:pt x="8428243" y="229555"/>
                  </a:lnTo>
                  <a:lnTo>
                    <a:pt x="8428243" y="229555"/>
                  </a:lnTo>
                  <a:lnTo>
                    <a:pt x="8422770" y="229555"/>
                  </a:lnTo>
                  <a:lnTo>
                    <a:pt x="8422770" y="229555"/>
                  </a:lnTo>
                  <a:lnTo>
                    <a:pt x="8417297" y="229555"/>
                  </a:lnTo>
                  <a:lnTo>
                    <a:pt x="8417297" y="229555"/>
                  </a:lnTo>
                  <a:lnTo>
                    <a:pt x="8411824" y="229555"/>
                  </a:lnTo>
                  <a:lnTo>
                    <a:pt x="8411824" y="229555"/>
                  </a:lnTo>
                  <a:lnTo>
                    <a:pt x="8400879" y="229555"/>
                  </a:lnTo>
                  <a:lnTo>
                    <a:pt x="8400879" y="229555"/>
                  </a:lnTo>
                  <a:lnTo>
                    <a:pt x="8395406" y="229555"/>
                  </a:lnTo>
                  <a:lnTo>
                    <a:pt x="8395406" y="229555"/>
                  </a:lnTo>
                  <a:lnTo>
                    <a:pt x="8389933" y="229555"/>
                  </a:lnTo>
                  <a:lnTo>
                    <a:pt x="8389933" y="229555"/>
                  </a:lnTo>
                  <a:lnTo>
                    <a:pt x="8384460" y="229555"/>
                  </a:lnTo>
                  <a:lnTo>
                    <a:pt x="8384460" y="229555"/>
                  </a:lnTo>
                  <a:lnTo>
                    <a:pt x="8378987" y="229555"/>
                  </a:lnTo>
                  <a:lnTo>
                    <a:pt x="8378987" y="229555"/>
                  </a:lnTo>
                  <a:lnTo>
                    <a:pt x="8373514" y="229555"/>
                  </a:lnTo>
                  <a:lnTo>
                    <a:pt x="8373514" y="229555"/>
                  </a:lnTo>
                  <a:lnTo>
                    <a:pt x="8368041" y="229555"/>
                  </a:lnTo>
                  <a:lnTo>
                    <a:pt x="8368041" y="229555"/>
                  </a:lnTo>
                  <a:lnTo>
                    <a:pt x="8357096" y="229555"/>
                  </a:lnTo>
                  <a:lnTo>
                    <a:pt x="8357096" y="229555"/>
                  </a:lnTo>
                  <a:lnTo>
                    <a:pt x="8351623" y="229555"/>
                  </a:lnTo>
                  <a:lnTo>
                    <a:pt x="8351623" y="229555"/>
                  </a:lnTo>
                  <a:lnTo>
                    <a:pt x="8346150" y="229555"/>
                  </a:lnTo>
                  <a:lnTo>
                    <a:pt x="8346150" y="229555"/>
                  </a:lnTo>
                  <a:lnTo>
                    <a:pt x="8340677" y="229555"/>
                  </a:lnTo>
                  <a:lnTo>
                    <a:pt x="8340677" y="229555"/>
                  </a:lnTo>
                  <a:lnTo>
                    <a:pt x="8335204" y="229555"/>
                  </a:lnTo>
                  <a:lnTo>
                    <a:pt x="8335204" y="229555"/>
                  </a:lnTo>
                  <a:lnTo>
                    <a:pt x="8329731" y="229555"/>
                  </a:lnTo>
                  <a:lnTo>
                    <a:pt x="8329731" y="229555"/>
                  </a:lnTo>
                  <a:lnTo>
                    <a:pt x="8324258" y="229555"/>
                  </a:lnTo>
                  <a:lnTo>
                    <a:pt x="8324258" y="229555"/>
                  </a:lnTo>
                  <a:lnTo>
                    <a:pt x="8318785" y="229555"/>
                  </a:lnTo>
                  <a:lnTo>
                    <a:pt x="8318785" y="229555"/>
                  </a:lnTo>
                  <a:lnTo>
                    <a:pt x="8313312" y="229555"/>
                  </a:lnTo>
                  <a:lnTo>
                    <a:pt x="8313312" y="229555"/>
                  </a:lnTo>
                  <a:lnTo>
                    <a:pt x="8307840" y="229555"/>
                  </a:lnTo>
                  <a:lnTo>
                    <a:pt x="8307840" y="229555"/>
                  </a:lnTo>
                  <a:lnTo>
                    <a:pt x="8302367" y="229555"/>
                  </a:lnTo>
                  <a:lnTo>
                    <a:pt x="8302367" y="229555"/>
                  </a:lnTo>
                  <a:lnTo>
                    <a:pt x="8296894" y="229555"/>
                  </a:lnTo>
                  <a:lnTo>
                    <a:pt x="8296894" y="229555"/>
                  </a:lnTo>
                  <a:lnTo>
                    <a:pt x="8291421" y="229555"/>
                  </a:lnTo>
                  <a:lnTo>
                    <a:pt x="8291421" y="229555"/>
                  </a:lnTo>
                  <a:lnTo>
                    <a:pt x="8285948" y="229555"/>
                  </a:lnTo>
                  <a:lnTo>
                    <a:pt x="8285948" y="229555"/>
                  </a:lnTo>
                  <a:lnTo>
                    <a:pt x="8275002" y="229555"/>
                  </a:lnTo>
                  <a:lnTo>
                    <a:pt x="8275002" y="229555"/>
                  </a:lnTo>
                  <a:lnTo>
                    <a:pt x="8269529" y="229555"/>
                  </a:lnTo>
                  <a:lnTo>
                    <a:pt x="8269529" y="229555"/>
                  </a:lnTo>
                  <a:lnTo>
                    <a:pt x="8264056" y="229555"/>
                  </a:lnTo>
                  <a:lnTo>
                    <a:pt x="8264056" y="229555"/>
                  </a:lnTo>
                  <a:lnTo>
                    <a:pt x="8258584" y="229555"/>
                  </a:lnTo>
                  <a:lnTo>
                    <a:pt x="8258584" y="229555"/>
                  </a:lnTo>
                  <a:lnTo>
                    <a:pt x="8253111" y="229555"/>
                  </a:lnTo>
                  <a:lnTo>
                    <a:pt x="8253111" y="229555"/>
                  </a:lnTo>
                  <a:lnTo>
                    <a:pt x="8247638" y="229555"/>
                  </a:lnTo>
                  <a:lnTo>
                    <a:pt x="8247638" y="229555"/>
                  </a:lnTo>
                  <a:lnTo>
                    <a:pt x="8242165" y="229555"/>
                  </a:lnTo>
                  <a:lnTo>
                    <a:pt x="8242165" y="229555"/>
                  </a:lnTo>
                  <a:lnTo>
                    <a:pt x="8236692" y="229555"/>
                  </a:lnTo>
                  <a:lnTo>
                    <a:pt x="8236692" y="229555"/>
                  </a:lnTo>
                  <a:lnTo>
                    <a:pt x="8231219" y="229555"/>
                  </a:lnTo>
                  <a:lnTo>
                    <a:pt x="8231219" y="229555"/>
                  </a:lnTo>
                  <a:lnTo>
                    <a:pt x="8225746" y="229555"/>
                  </a:lnTo>
                  <a:lnTo>
                    <a:pt x="8225746" y="229555"/>
                  </a:lnTo>
                  <a:lnTo>
                    <a:pt x="8220273" y="229555"/>
                  </a:lnTo>
                  <a:lnTo>
                    <a:pt x="8220273" y="229555"/>
                  </a:lnTo>
                  <a:lnTo>
                    <a:pt x="8214801" y="229555"/>
                  </a:lnTo>
                  <a:lnTo>
                    <a:pt x="8214801" y="229555"/>
                  </a:lnTo>
                  <a:lnTo>
                    <a:pt x="8209328" y="229555"/>
                  </a:lnTo>
                  <a:lnTo>
                    <a:pt x="8209328" y="229555"/>
                  </a:lnTo>
                  <a:lnTo>
                    <a:pt x="8203855" y="229555"/>
                  </a:lnTo>
                  <a:lnTo>
                    <a:pt x="8203855" y="229555"/>
                  </a:lnTo>
                  <a:lnTo>
                    <a:pt x="8198382" y="229555"/>
                  </a:lnTo>
                  <a:lnTo>
                    <a:pt x="8198382" y="229555"/>
                  </a:lnTo>
                  <a:lnTo>
                    <a:pt x="8192909" y="229555"/>
                  </a:lnTo>
                  <a:lnTo>
                    <a:pt x="8192909" y="229555"/>
                  </a:lnTo>
                  <a:lnTo>
                    <a:pt x="8181963" y="229555"/>
                  </a:lnTo>
                  <a:lnTo>
                    <a:pt x="8181963" y="249592"/>
                  </a:lnTo>
                  <a:lnTo>
                    <a:pt x="8176490" y="249592"/>
                  </a:lnTo>
                  <a:lnTo>
                    <a:pt x="8176490" y="249592"/>
                  </a:lnTo>
                  <a:lnTo>
                    <a:pt x="8171017" y="249592"/>
                  </a:lnTo>
                  <a:lnTo>
                    <a:pt x="8171017" y="249592"/>
                  </a:lnTo>
                  <a:lnTo>
                    <a:pt x="8165545" y="249592"/>
                  </a:lnTo>
                  <a:lnTo>
                    <a:pt x="8165545" y="249592"/>
                  </a:lnTo>
                  <a:lnTo>
                    <a:pt x="8160072" y="249592"/>
                  </a:lnTo>
                  <a:lnTo>
                    <a:pt x="8160072" y="249592"/>
                  </a:lnTo>
                  <a:lnTo>
                    <a:pt x="8154599" y="249592"/>
                  </a:lnTo>
                  <a:lnTo>
                    <a:pt x="8154599" y="249592"/>
                  </a:lnTo>
                  <a:lnTo>
                    <a:pt x="8149126" y="249592"/>
                  </a:lnTo>
                  <a:lnTo>
                    <a:pt x="8149126" y="249592"/>
                  </a:lnTo>
                  <a:lnTo>
                    <a:pt x="8143653" y="249592"/>
                  </a:lnTo>
                  <a:lnTo>
                    <a:pt x="8143653" y="249592"/>
                  </a:lnTo>
                  <a:lnTo>
                    <a:pt x="8138180" y="249592"/>
                  </a:lnTo>
                  <a:lnTo>
                    <a:pt x="8138180" y="249592"/>
                  </a:lnTo>
                  <a:lnTo>
                    <a:pt x="8132707" y="249592"/>
                  </a:lnTo>
                  <a:lnTo>
                    <a:pt x="8132707" y="249592"/>
                  </a:lnTo>
                  <a:lnTo>
                    <a:pt x="8127234" y="249592"/>
                  </a:lnTo>
                  <a:lnTo>
                    <a:pt x="8127234" y="249592"/>
                  </a:lnTo>
                  <a:lnTo>
                    <a:pt x="8121761" y="249592"/>
                  </a:lnTo>
                  <a:lnTo>
                    <a:pt x="8121761" y="249592"/>
                  </a:lnTo>
                  <a:lnTo>
                    <a:pt x="8116289" y="249592"/>
                  </a:lnTo>
                  <a:lnTo>
                    <a:pt x="8116289" y="249592"/>
                  </a:lnTo>
                  <a:lnTo>
                    <a:pt x="8110816" y="249592"/>
                  </a:lnTo>
                  <a:lnTo>
                    <a:pt x="8110816" y="249592"/>
                  </a:lnTo>
                  <a:lnTo>
                    <a:pt x="8105343" y="249592"/>
                  </a:lnTo>
                  <a:lnTo>
                    <a:pt x="8105343" y="249592"/>
                  </a:lnTo>
                  <a:lnTo>
                    <a:pt x="8099870" y="249592"/>
                  </a:lnTo>
                  <a:lnTo>
                    <a:pt x="8099870" y="249592"/>
                  </a:lnTo>
                  <a:lnTo>
                    <a:pt x="8094397" y="249592"/>
                  </a:lnTo>
                  <a:lnTo>
                    <a:pt x="8094397" y="249592"/>
                  </a:lnTo>
                  <a:lnTo>
                    <a:pt x="8088924" y="249592"/>
                  </a:lnTo>
                  <a:lnTo>
                    <a:pt x="8088924" y="249592"/>
                  </a:lnTo>
                  <a:lnTo>
                    <a:pt x="8083451" y="249592"/>
                  </a:lnTo>
                  <a:lnTo>
                    <a:pt x="8083451" y="249592"/>
                  </a:lnTo>
                  <a:lnTo>
                    <a:pt x="8077978" y="249592"/>
                  </a:lnTo>
                  <a:lnTo>
                    <a:pt x="8077978" y="249592"/>
                  </a:lnTo>
                  <a:lnTo>
                    <a:pt x="8072506" y="249592"/>
                  </a:lnTo>
                  <a:lnTo>
                    <a:pt x="8072506" y="249592"/>
                  </a:lnTo>
                  <a:lnTo>
                    <a:pt x="8067033" y="249592"/>
                  </a:lnTo>
                  <a:lnTo>
                    <a:pt x="8067033" y="249592"/>
                  </a:lnTo>
                  <a:lnTo>
                    <a:pt x="8061560" y="249592"/>
                  </a:lnTo>
                  <a:lnTo>
                    <a:pt x="8061560" y="249592"/>
                  </a:lnTo>
                  <a:lnTo>
                    <a:pt x="8056087" y="249592"/>
                  </a:lnTo>
                  <a:lnTo>
                    <a:pt x="8056087" y="249592"/>
                  </a:lnTo>
                  <a:lnTo>
                    <a:pt x="8045141" y="249592"/>
                  </a:lnTo>
                  <a:lnTo>
                    <a:pt x="8045141" y="249592"/>
                  </a:lnTo>
                  <a:lnTo>
                    <a:pt x="8039668" y="249592"/>
                  </a:lnTo>
                  <a:lnTo>
                    <a:pt x="8039668" y="249592"/>
                  </a:lnTo>
                  <a:lnTo>
                    <a:pt x="8023250" y="249592"/>
                  </a:lnTo>
                  <a:lnTo>
                    <a:pt x="8023250" y="249592"/>
                  </a:lnTo>
                  <a:lnTo>
                    <a:pt x="8017777" y="249592"/>
                  </a:lnTo>
                  <a:lnTo>
                    <a:pt x="8017777" y="249592"/>
                  </a:lnTo>
                  <a:lnTo>
                    <a:pt x="8012304" y="249592"/>
                  </a:lnTo>
                  <a:lnTo>
                    <a:pt x="8012304" y="249592"/>
                  </a:lnTo>
                  <a:lnTo>
                    <a:pt x="8006831" y="249592"/>
                  </a:lnTo>
                  <a:lnTo>
                    <a:pt x="8006831" y="249592"/>
                  </a:lnTo>
                  <a:lnTo>
                    <a:pt x="8001358" y="249592"/>
                  </a:lnTo>
                  <a:lnTo>
                    <a:pt x="8001358" y="249592"/>
                  </a:lnTo>
                  <a:lnTo>
                    <a:pt x="7995885" y="249592"/>
                  </a:lnTo>
                  <a:lnTo>
                    <a:pt x="7995885" y="249592"/>
                  </a:lnTo>
                  <a:lnTo>
                    <a:pt x="7990412" y="249592"/>
                  </a:lnTo>
                  <a:lnTo>
                    <a:pt x="7990412" y="249592"/>
                  </a:lnTo>
                  <a:lnTo>
                    <a:pt x="7984939" y="249592"/>
                  </a:lnTo>
                  <a:lnTo>
                    <a:pt x="7984939" y="249592"/>
                  </a:lnTo>
                  <a:lnTo>
                    <a:pt x="7979466" y="249592"/>
                  </a:lnTo>
                  <a:lnTo>
                    <a:pt x="7979466" y="249592"/>
                  </a:lnTo>
                  <a:lnTo>
                    <a:pt x="7973994" y="249592"/>
                  </a:lnTo>
                  <a:lnTo>
                    <a:pt x="7973994" y="249592"/>
                  </a:lnTo>
                  <a:lnTo>
                    <a:pt x="7968521" y="249592"/>
                  </a:lnTo>
                  <a:lnTo>
                    <a:pt x="7968521" y="249592"/>
                  </a:lnTo>
                  <a:lnTo>
                    <a:pt x="7963048" y="249592"/>
                  </a:lnTo>
                  <a:lnTo>
                    <a:pt x="7963048" y="249592"/>
                  </a:lnTo>
                  <a:lnTo>
                    <a:pt x="7957575" y="249592"/>
                  </a:lnTo>
                  <a:lnTo>
                    <a:pt x="7957575" y="249592"/>
                  </a:lnTo>
                  <a:lnTo>
                    <a:pt x="7946629" y="249592"/>
                  </a:lnTo>
                  <a:lnTo>
                    <a:pt x="7946629" y="249592"/>
                  </a:lnTo>
                  <a:lnTo>
                    <a:pt x="7941156" y="249592"/>
                  </a:lnTo>
                  <a:lnTo>
                    <a:pt x="7941156" y="249592"/>
                  </a:lnTo>
                  <a:lnTo>
                    <a:pt x="7935683" y="249592"/>
                  </a:lnTo>
                  <a:lnTo>
                    <a:pt x="7935683" y="249592"/>
                  </a:lnTo>
                  <a:lnTo>
                    <a:pt x="7930210" y="249592"/>
                  </a:lnTo>
                  <a:lnTo>
                    <a:pt x="7930210" y="249592"/>
                  </a:lnTo>
                  <a:lnTo>
                    <a:pt x="7924738" y="249592"/>
                  </a:lnTo>
                  <a:lnTo>
                    <a:pt x="7924738" y="249592"/>
                  </a:lnTo>
                  <a:lnTo>
                    <a:pt x="7919265" y="249592"/>
                  </a:lnTo>
                  <a:lnTo>
                    <a:pt x="7919265" y="249592"/>
                  </a:lnTo>
                  <a:lnTo>
                    <a:pt x="7908319" y="249592"/>
                  </a:lnTo>
                  <a:lnTo>
                    <a:pt x="7908319" y="249592"/>
                  </a:lnTo>
                  <a:lnTo>
                    <a:pt x="7902846" y="249592"/>
                  </a:lnTo>
                  <a:lnTo>
                    <a:pt x="7902846" y="249592"/>
                  </a:lnTo>
                  <a:lnTo>
                    <a:pt x="7897373" y="249592"/>
                  </a:lnTo>
                  <a:lnTo>
                    <a:pt x="7897373" y="249592"/>
                  </a:lnTo>
                  <a:lnTo>
                    <a:pt x="7891900" y="249592"/>
                  </a:lnTo>
                  <a:lnTo>
                    <a:pt x="7891900" y="249592"/>
                  </a:lnTo>
                  <a:lnTo>
                    <a:pt x="7880955" y="249592"/>
                  </a:lnTo>
                  <a:lnTo>
                    <a:pt x="7880955" y="249592"/>
                  </a:lnTo>
                  <a:lnTo>
                    <a:pt x="7875482" y="249592"/>
                  </a:lnTo>
                  <a:lnTo>
                    <a:pt x="7875482" y="249592"/>
                  </a:lnTo>
                  <a:lnTo>
                    <a:pt x="7870009" y="249592"/>
                  </a:lnTo>
                  <a:lnTo>
                    <a:pt x="7870009" y="249592"/>
                  </a:lnTo>
                  <a:lnTo>
                    <a:pt x="7864536" y="249592"/>
                  </a:lnTo>
                  <a:lnTo>
                    <a:pt x="7864536" y="249592"/>
                  </a:lnTo>
                  <a:lnTo>
                    <a:pt x="7859063" y="249592"/>
                  </a:lnTo>
                  <a:lnTo>
                    <a:pt x="7859063" y="249592"/>
                  </a:lnTo>
                  <a:lnTo>
                    <a:pt x="7853590" y="249592"/>
                  </a:lnTo>
                  <a:lnTo>
                    <a:pt x="7853590" y="249592"/>
                  </a:lnTo>
                  <a:lnTo>
                    <a:pt x="7848117" y="249592"/>
                  </a:lnTo>
                  <a:lnTo>
                    <a:pt x="7848117" y="268557"/>
                  </a:lnTo>
                  <a:lnTo>
                    <a:pt x="7842644" y="268557"/>
                  </a:lnTo>
                  <a:lnTo>
                    <a:pt x="7842644" y="268557"/>
                  </a:lnTo>
                  <a:lnTo>
                    <a:pt x="7837171" y="268557"/>
                  </a:lnTo>
                  <a:lnTo>
                    <a:pt x="7837171" y="268557"/>
                  </a:lnTo>
                  <a:lnTo>
                    <a:pt x="7831699" y="268557"/>
                  </a:lnTo>
                  <a:lnTo>
                    <a:pt x="7831699" y="268557"/>
                  </a:lnTo>
                  <a:lnTo>
                    <a:pt x="7826226" y="268557"/>
                  </a:lnTo>
                  <a:lnTo>
                    <a:pt x="7826226" y="268557"/>
                  </a:lnTo>
                  <a:lnTo>
                    <a:pt x="7820753" y="268557"/>
                  </a:lnTo>
                  <a:lnTo>
                    <a:pt x="7820753" y="268557"/>
                  </a:lnTo>
                  <a:lnTo>
                    <a:pt x="7815280" y="268557"/>
                  </a:lnTo>
                  <a:lnTo>
                    <a:pt x="7815280" y="268557"/>
                  </a:lnTo>
                  <a:lnTo>
                    <a:pt x="7809807" y="268557"/>
                  </a:lnTo>
                  <a:lnTo>
                    <a:pt x="7809807" y="268557"/>
                  </a:lnTo>
                  <a:lnTo>
                    <a:pt x="7804334" y="268557"/>
                  </a:lnTo>
                  <a:lnTo>
                    <a:pt x="7804334" y="268557"/>
                  </a:lnTo>
                  <a:lnTo>
                    <a:pt x="7798861" y="268557"/>
                  </a:lnTo>
                  <a:lnTo>
                    <a:pt x="7798861" y="268557"/>
                  </a:lnTo>
                  <a:lnTo>
                    <a:pt x="7793388" y="268557"/>
                  </a:lnTo>
                  <a:lnTo>
                    <a:pt x="7793388" y="268557"/>
                  </a:lnTo>
                  <a:lnTo>
                    <a:pt x="7787915" y="268557"/>
                  </a:lnTo>
                  <a:lnTo>
                    <a:pt x="7787915" y="268557"/>
                  </a:lnTo>
                  <a:lnTo>
                    <a:pt x="7782443" y="268557"/>
                  </a:lnTo>
                  <a:lnTo>
                    <a:pt x="7782443" y="268557"/>
                  </a:lnTo>
                  <a:lnTo>
                    <a:pt x="7776970" y="268557"/>
                  </a:lnTo>
                  <a:lnTo>
                    <a:pt x="7776970" y="268557"/>
                  </a:lnTo>
                  <a:lnTo>
                    <a:pt x="7771497" y="268557"/>
                  </a:lnTo>
                  <a:lnTo>
                    <a:pt x="7771497" y="268557"/>
                  </a:lnTo>
                  <a:lnTo>
                    <a:pt x="7766024" y="268557"/>
                  </a:lnTo>
                  <a:lnTo>
                    <a:pt x="7766024" y="268557"/>
                  </a:lnTo>
                  <a:lnTo>
                    <a:pt x="7755078" y="268557"/>
                  </a:lnTo>
                  <a:lnTo>
                    <a:pt x="7755078" y="268557"/>
                  </a:lnTo>
                  <a:lnTo>
                    <a:pt x="7749605" y="268557"/>
                  </a:lnTo>
                  <a:lnTo>
                    <a:pt x="7749605" y="268557"/>
                  </a:lnTo>
                  <a:lnTo>
                    <a:pt x="7744132" y="268557"/>
                  </a:lnTo>
                  <a:lnTo>
                    <a:pt x="7744132" y="268557"/>
                  </a:lnTo>
                  <a:lnTo>
                    <a:pt x="7738659" y="268557"/>
                  </a:lnTo>
                  <a:lnTo>
                    <a:pt x="7738659" y="268557"/>
                  </a:lnTo>
                  <a:lnTo>
                    <a:pt x="7733187" y="268557"/>
                  </a:lnTo>
                  <a:lnTo>
                    <a:pt x="7733187" y="268557"/>
                  </a:lnTo>
                  <a:lnTo>
                    <a:pt x="7727714" y="268557"/>
                  </a:lnTo>
                  <a:lnTo>
                    <a:pt x="7727714" y="268557"/>
                  </a:lnTo>
                  <a:lnTo>
                    <a:pt x="7722241" y="268557"/>
                  </a:lnTo>
                  <a:lnTo>
                    <a:pt x="7722241" y="268557"/>
                  </a:lnTo>
                  <a:lnTo>
                    <a:pt x="7716768" y="268557"/>
                  </a:lnTo>
                  <a:lnTo>
                    <a:pt x="7716768" y="268557"/>
                  </a:lnTo>
                  <a:lnTo>
                    <a:pt x="7711295" y="268557"/>
                  </a:lnTo>
                  <a:lnTo>
                    <a:pt x="7711295" y="268557"/>
                  </a:lnTo>
                  <a:lnTo>
                    <a:pt x="7694876" y="268557"/>
                  </a:lnTo>
                  <a:lnTo>
                    <a:pt x="7694876" y="268557"/>
                  </a:lnTo>
                  <a:lnTo>
                    <a:pt x="7689404" y="268557"/>
                  </a:lnTo>
                  <a:lnTo>
                    <a:pt x="7689404" y="268557"/>
                  </a:lnTo>
                  <a:lnTo>
                    <a:pt x="7683931" y="268557"/>
                  </a:lnTo>
                  <a:lnTo>
                    <a:pt x="7683931" y="268557"/>
                  </a:lnTo>
                  <a:lnTo>
                    <a:pt x="7678458" y="268557"/>
                  </a:lnTo>
                  <a:lnTo>
                    <a:pt x="7678458" y="268557"/>
                  </a:lnTo>
                  <a:lnTo>
                    <a:pt x="7672985" y="268557"/>
                  </a:lnTo>
                  <a:lnTo>
                    <a:pt x="7672985" y="268557"/>
                  </a:lnTo>
                  <a:lnTo>
                    <a:pt x="7667512" y="268557"/>
                  </a:lnTo>
                  <a:lnTo>
                    <a:pt x="7667512" y="268557"/>
                  </a:lnTo>
                  <a:lnTo>
                    <a:pt x="7662039" y="268557"/>
                  </a:lnTo>
                  <a:lnTo>
                    <a:pt x="7662039" y="268557"/>
                  </a:lnTo>
                  <a:lnTo>
                    <a:pt x="7656566" y="268557"/>
                  </a:lnTo>
                  <a:lnTo>
                    <a:pt x="7656566" y="268557"/>
                  </a:lnTo>
                  <a:lnTo>
                    <a:pt x="7651093" y="268557"/>
                  </a:lnTo>
                  <a:lnTo>
                    <a:pt x="7651093" y="268557"/>
                  </a:lnTo>
                  <a:lnTo>
                    <a:pt x="7645620" y="268557"/>
                  </a:lnTo>
                  <a:lnTo>
                    <a:pt x="7645620" y="268557"/>
                  </a:lnTo>
                  <a:lnTo>
                    <a:pt x="7640148" y="268557"/>
                  </a:lnTo>
                  <a:lnTo>
                    <a:pt x="7640148" y="268557"/>
                  </a:lnTo>
                  <a:lnTo>
                    <a:pt x="7634675" y="268557"/>
                  </a:lnTo>
                  <a:lnTo>
                    <a:pt x="7634675" y="268557"/>
                  </a:lnTo>
                  <a:lnTo>
                    <a:pt x="7629202" y="268557"/>
                  </a:lnTo>
                  <a:lnTo>
                    <a:pt x="7629202" y="268557"/>
                  </a:lnTo>
                  <a:lnTo>
                    <a:pt x="7623729" y="268557"/>
                  </a:lnTo>
                  <a:lnTo>
                    <a:pt x="7623729" y="268557"/>
                  </a:lnTo>
                  <a:lnTo>
                    <a:pt x="7618256" y="268557"/>
                  </a:lnTo>
                  <a:lnTo>
                    <a:pt x="7618256" y="268557"/>
                  </a:lnTo>
                  <a:lnTo>
                    <a:pt x="7612783" y="268557"/>
                  </a:lnTo>
                  <a:lnTo>
                    <a:pt x="7612783" y="268557"/>
                  </a:lnTo>
                  <a:lnTo>
                    <a:pt x="7607310" y="268557"/>
                  </a:lnTo>
                  <a:lnTo>
                    <a:pt x="7607310" y="268557"/>
                  </a:lnTo>
                  <a:lnTo>
                    <a:pt x="7601837" y="268557"/>
                  </a:lnTo>
                  <a:lnTo>
                    <a:pt x="7601837" y="268557"/>
                  </a:lnTo>
                  <a:lnTo>
                    <a:pt x="7596364" y="268557"/>
                  </a:lnTo>
                  <a:lnTo>
                    <a:pt x="7596364" y="268557"/>
                  </a:lnTo>
                  <a:lnTo>
                    <a:pt x="7590892" y="268557"/>
                  </a:lnTo>
                  <a:lnTo>
                    <a:pt x="7590892" y="268557"/>
                  </a:lnTo>
                  <a:lnTo>
                    <a:pt x="7585419" y="268557"/>
                  </a:lnTo>
                  <a:lnTo>
                    <a:pt x="7585419" y="268557"/>
                  </a:lnTo>
                  <a:lnTo>
                    <a:pt x="7579946" y="268557"/>
                  </a:lnTo>
                  <a:lnTo>
                    <a:pt x="7579946" y="268557"/>
                  </a:lnTo>
                  <a:lnTo>
                    <a:pt x="7574473" y="268557"/>
                  </a:lnTo>
                  <a:lnTo>
                    <a:pt x="7574473" y="268557"/>
                  </a:lnTo>
                  <a:lnTo>
                    <a:pt x="7569000" y="268557"/>
                  </a:lnTo>
                  <a:lnTo>
                    <a:pt x="7569000" y="268557"/>
                  </a:lnTo>
                  <a:lnTo>
                    <a:pt x="7563527" y="268557"/>
                  </a:lnTo>
                  <a:lnTo>
                    <a:pt x="7563527" y="268557"/>
                  </a:lnTo>
                  <a:lnTo>
                    <a:pt x="7558054" y="268557"/>
                  </a:lnTo>
                  <a:lnTo>
                    <a:pt x="7558054" y="286787"/>
                  </a:lnTo>
                  <a:lnTo>
                    <a:pt x="7552581" y="286787"/>
                  </a:lnTo>
                  <a:lnTo>
                    <a:pt x="7552581" y="286787"/>
                  </a:lnTo>
                  <a:lnTo>
                    <a:pt x="7547109" y="286787"/>
                  </a:lnTo>
                  <a:lnTo>
                    <a:pt x="7547109" y="286787"/>
                  </a:lnTo>
                  <a:lnTo>
                    <a:pt x="7541636" y="286787"/>
                  </a:lnTo>
                  <a:lnTo>
                    <a:pt x="7541636" y="286787"/>
                  </a:lnTo>
                  <a:lnTo>
                    <a:pt x="7536163" y="286787"/>
                  </a:lnTo>
                  <a:lnTo>
                    <a:pt x="7536163" y="286787"/>
                  </a:lnTo>
                  <a:lnTo>
                    <a:pt x="7530690" y="286787"/>
                  </a:lnTo>
                  <a:lnTo>
                    <a:pt x="7530690" y="286787"/>
                  </a:lnTo>
                  <a:lnTo>
                    <a:pt x="7525217" y="286787"/>
                  </a:lnTo>
                  <a:lnTo>
                    <a:pt x="7525217" y="286787"/>
                  </a:lnTo>
                  <a:lnTo>
                    <a:pt x="7514271" y="286787"/>
                  </a:lnTo>
                  <a:lnTo>
                    <a:pt x="7514271" y="286787"/>
                  </a:lnTo>
                  <a:lnTo>
                    <a:pt x="7508798" y="286787"/>
                  </a:lnTo>
                  <a:lnTo>
                    <a:pt x="7508798" y="286787"/>
                  </a:lnTo>
                  <a:lnTo>
                    <a:pt x="7503325" y="286787"/>
                  </a:lnTo>
                  <a:lnTo>
                    <a:pt x="7503325" y="304834"/>
                  </a:lnTo>
                  <a:lnTo>
                    <a:pt x="7492380" y="304834"/>
                  </a:lnTo>
                  <a:lnTo>
                    <a:pt x="7492380" y="304834"/>
                  </a:lnTo>
                  <a:lnTo>
                    <a:pt x="7486907" y="304834"/>
                  </a:lnTo>
                  <a:lnTo>
                    <a:pt x="7486907" y="304834"/>
                  </a:lnTo>
                  <a:lnTo>
                    <a:pt x="7481434" y="304834"/>
                  </a:lnTo>
                  <a:lnTo>
                    <a:pt x="7481434" y="304834"/>
                  </a:lnTo>
                  <a:lnTo>
                    <a:pt x="7470488" y="304834"/>
                  </a:lnTo>
                  <a:lnTo>
                    <a:pt x="7470488" y="304834"/>
                  </a:lnTo>
                  <a:lnTo>
                    <a:pt x="7465015" y="304834"/>
                  </a:lnTo>
                  <a:lnTo>
                    <a:pt x="7465015" y="304834"/>
                  </a:lnTo>
                  <a:lnTo>
                    <a:pt x="7459542" y="304834"/>
                  </a:lnTo>
                  <a:lnTo>
                    <a:pt x="7459542" y="304834"/>
                  </a:lnTo>
                  <a:lnTo>
                    <a:pt x="7454069" y="304834"/>
                  </a:lnTo>
                  <a:lnTo>
                    <a:pt x="7454069" y="304834"/>
                  </a:lnTo>
                  <a:lnTo>
                    <a:pt x="7448597" y="304834"/>
                  </a:lnTo>
                  <a:lnTo>
                    <a:pt x="7448597" y="304834"/>
                  </a:lnTo>
                  <a:lnTo>
                    <a:pt x="7443124" y="304834"/>
                  </a:lnTo>
                  <a:lnTo>
                    <a:pt x="7443124" y="304834"/>
                  </a:lnTo>
                  <a:lnTo>
                    <a:pt x="7437651" y="304834"/>
                  </a:lnTo>
                  <a:lnTo>
                    <a:pt x="7437651" y="304834"/>
                  </a:lnTo>
                  <a:lnTo>
                    <a:pt x="7432178" y="304834"/>
                  </a:lnTo>
                  <a:lnTo>
                    <a:pt x="7432178" y="304834"/>
                  </a:lnTo>
                  <a:lnTo>
                    <a:pt x="7426705" y="304834"/>
                  </a:lnTo>
                  <a:lnTo>
                    <a:pt x="7426705" y="304834"/>
                  </a:lnTo>
                  <a:lnTo>
                    <a:pt x="7415759" y="304834"/>
                  </a:lnTo>
                  <a:lnTo>
                    <a:pt x="7415759" y="304834"/>
                  </a:lnTo>
                  <a:lnTo>
                    <a:pt x="7410286" y="304834"/>
                  </a:lnTo>
                  <a:lnTo>
                    <a:pt x="7410286" y="304834"/>
                  </a:lnTo>
                  <a:lnTo>
                    <a:pt x="7404813" y="304834"/>
                  </a:lnTo>
                  <a:lnTo>
                    <a:pt x="7404813" y="304834"/>
                  </a:lnTo>
                  <a:lnTo>
                    <a:pt x="7399341" y="304834"/>
                  </a:lnTo>
                  <a:lnTo>
                    <a:pt x="7399341" y="304834"/>
                  </a:lnTo>
                  <a:lnTo>
                    <a:pt x="7393868" y="304834"/>
                  </a:lnTo>
                  <a:lnTo>
                    <a:pt x="7393868" y="304834"/>
                  </a:lnTo>
                  <a:lnTo>
                    <a:pt x="7388395" y="304834"/>
                  </a:lnTo>
                  <a:lnTo>
                    <a:pt x="7388395" y="304834"/>
                  </a:lnTo>
                  <a:lnTo>
                    <a:pt x="7382922" y="304834"/>
                  </a:lnTo>
                  <a:lnTo>
                    <a:pt x="7382922" y="304834"/>
                  </a:lnTo>
                  <a:lnTo>
                    <a:pt x="7377449" y="304834"/>
                  </a:lnTo>
                  <a:lnTo>
                    <a:pt x="7377449" y="304834"/>
                  </a:lnTo>
                  <a:lnTo>
                    <a:pt x="7371976" y="304834"/>
                  </a:lnTo>
                  <a:lnTo>
                    <a:pt x="7371976" y="304834"/>
                  </a:lnTo>
                  <a:lnTo>
                    <a:pt x="7366503" y="304834"/>
                  </a:lnTo>
                  <a:lnTo>
                    <a:pt x="7366503" y="304834"/>
                  </a:lnTo>
                  <a:lnTo>
                    <a:pt x="7361030" y="304834"/>
                  </a:lnTo>
                  <a:lnTo>
                    <a:pt x="7361030" y="304834"/>
                  </a:lnTo>
                  <a:lnTo>
                    <a:pt x="7355558" y="304834"/>
                  </a:lnTo>
                  <a:lnTo>
                    <a:pt x="7355558" y="304834"/>
                  </a:lnTo>
                  <a:lnTo>
                    <a:pt x="7350085" y="304834"/>
                  </a:lnTo>
                  <a:lnTo>
                    <a:pt x="7350085" y="304834"/>
                  </a:lnTo>
                  <a:lnTo>
                    <a:pt x="7344612" y="304834"/>
                  </a:lnTo>
                  <a:lnTo>
                    <a:pt x="7344612" y="304834"/>
                  </a:lnTo>
                  <a:lnTo>
                    <a:pt x="7339139" y="304834"/>
                  </a:lnTo>
                  <a:lnTo>
                    <a:pt x="7339139" y="304834"/>
                  </a:lnTo>
                  <a:lnTo>
                    <a:pt x="7333666" y="304834"/>
                  </a:lnTo>
                  <a:lnTo>
                    <a:pt x="7333666" y="304834"/>
                  </a:lnTo>
                  <a:lnTo>
                    <a:pt x="7328193" y="304834"/>
                  </a:lnTo>
                  <a:lnTo>
                    <a:pt x="7328193" y="304834"/>
                  </a:lnTo>
                  <a:lnTo>
                    <a:pt x="7322720" y="304834"/>
                  </a:lnTo>
                  <a:lnTo>
                    <a:pt x="7322720" y="304834"/>
                  </a:lnTo>
                  <a:lnTo>
                    <a:pt x="7317247" y="304834"/>
                  </a:lnTo>
                  <a:lnTo>
                    <a:pt x="7317247" y="322409"/>
                  </a:lnTo>
                  <a:lnTo>
                    <a:pt x="7311774" y="322409"/>
                  </a:lnTo>
                  <a:lnTo>
                    <a:pt x="7311774" y="322409"/>
                  </a:lnTo>
                  <a:lnTo>
                    <a:pt x="7306302" y="322409"/>
                  </a:lnTo>
                  <a:lnTo>
                    <a:pt x="7306302" y="322409"/>
                  </a:lnTo>
                  <a:lnTo>
                    <a:pt x="7300829" y="322409"/>
                  </a:lnTo>
                  <a:lnTo>
                    <a:pt x="7300829" y="322409"/>
                  </a:lnTo>
                  <a:lnTo>
                    <a:pt x="7295356" y="322409"/>
                  </a:lnTo>
                  <a:lnTo>
                    <a:pt x="7295356" y="322409"/>
                  </a:lnTo>
                  <a:lnTo>
                    <a:pt x="7289883" y="322409"/>
                  </a:lnTo>
                  <a:lnTo>
                    <a:pt x="7289883" y="322409"/>
                  </a:lnTo>
                  <a:lnTo>
                    <a:pt x="7284410" y="322409"/>
                  </a:lnTo>
                  <a:lnTo>
                    <a:pt x="7284410" y="322409"/>
                  </a:lnTo>
                  <a:lnTo>
                    <a:pt x="7278937" y="322409"/>
                  </a:lnTo>
                  <a:lnTo>
                    <a:pt x="7278937" y="322409"/>
                  </a:lnTo>
                  <a:lnTo>
                    <a:pt x="7273464" y="322409"/>
                  </a:lnTo>
                  <a:lnTo>
                    <a:pt x="7273464" y="322409"/>
                  </a:lnTo>
                  <a:lnTo>
                    <a:pt x="7267991" y="322409"/>
                  </a:lnTo>
                  <a:lnTo>
                    <a:pt x="7267991" y="339843"/>
                  </a:lnTo>
                  <a:lnTo>
                    <a:pt x="7262518" y="339843"/>
                  </a:lnTo>
                  <a:lnTo>
                    <a:pt x="7262518" y="339843"/>
                  </a:lnTo>
                  <a:lnTo>
                    <a:pt x="7257046" y="339843"/>
                  </a:lnTo>
                  <a:lnTo>
                    <a:pt x="7257046" y="339843"/>
                  </a:lnTo>
                  <a:lnTo>
                    <a:pt x="7251573" y="339843"/>
                  </a:lnTo>
                  <a:lnTo>
                    <a:pt x="7251573" y="339843"/>
                  </a:lnTo>
                  <a:lnTo>
                    <a:pt x="7246100" y="339843"/>
                  </a:lnTo>
                  <a:lnTo>
                    <a:pt x="7246100" y="339843"/>
                  </a:lnTo>
                  <a:lnTo>
                    <a:pt x="7240627" y="339843"/>
                  </a:lnTo>
                  <a:lnTo>
                    <a:pt x="7240627" y="339843"/>
                  </a:lnTo>
                  <a:lnTo>
                    <a:pt x="7235154" y="339843"/>
                  </a:lnTo>
                  <a:lnTo>
                    <a:pt x="7235154" y="339843"/>
                  </a:lnTo>
                  <a:lnTo>
                    <a:pt x="7229681" y="339843"/>
                  </a:lnTo>
                  <a:lnTo>
                    <a:pt x="7229681" y="357088"/>
                  </a:lnTo>
                  <a:lnTo>
                    <a:pt x="7224208" y="357088"/>
                  </a:lnTo>
                  <a:lnTo>
                    <a:pt x="7224208" y="357088"/>
                  </a:lnTo>
                  <a:lnTo>
                    <a:pt x="7218735" y="357088"/>
                  </a:lnTo>
                  <a:lnTo>
                    <a:pt x="7218735" y="357088"/>
                  </a:lnTo>
                  <a:lnTo>
                    <a:pt x="7213262" y="357088"/>
                  </a:lnTo>
                  <a:lnTo>
                    <a:pt x="7213262" y="357088"/>
                  </a:lnTo>
                  <a:lnTo>
                    <a:pt x="7207790" y="357088"/>
                  </a:lnTo>
                  <a:lnTo>
                    <a:pt x="7207790" y="357088"/>
                  </a:lnTo>
                  <a:lnTo>
                    <a:pt x="7202317" y="357088"/>
                  </a:lnTo>
                  <a:lnTo>
                    <a:pt x="7202317" y="357088"/>
                  </a:lnTo>
                  <a:lnTo>
                    <a:pt x="7196844" y="357088"/>
                  </a:lnTo>
                  <a:lnTo>
                    <a:pt x="7196844" y="357088"/>
                  </a:lnTo>
                  <a:lnTo>
                    <a:pt x="7191371" y="357088"/>
                  </a:lnTo>
                  <a:lnTo>
                    <a:pt x="7191371" y="357088"/>
                  </a:lnTo>
                  <a:lnTo>
                    <a:pt x="7185898" y="357088"/>
                  </a:lnTo>
                  <a:lnTo>
                    <a:pt x="7185898" y="357088"/>
                  </a:lnTo>
                  <a:lnTo>
                    <a:pt x="7180425" y="357088"/>
                  </a:lnTo>
                  <a:lnTo>
                    <a:pt x="7180425" y="357088"/>
                  </a:lnTo>
                  <a:lnTo>
                    <a:pt x="7174952" y="357088"/>
                  </a:lnTo>
                  <a:lnTo>
                    <a:pt x="7174952" y="357088"/>
                  </a:lnTo>
                  <a:lnTo>
                    <a:pt x="7169479" y="357088"/>
                  </a:lnTo>
                  <a:lnTo>
                    <a:pt x="7169479" y="357088"/>
                  </a:lnTo>
                  <a:lnTo>
                    <a:pt x="7164007" y="357088"/>
                  </a:lnTo>
                  <a:lnTo>
                    <a:pt x="7164007" y="357088"/>
                  </a:lnTo>
                  <a:lnTo>
                    <a:pt x="7153061" y="357088"/>
                  </a:lnTo>
                  <a:lnTo>
                    <a:pt x="7153061" y="357088"/>
                  </a:lnTo>
                  <a:lnTo>
                    <a:pt x="7147588" y="357088"/>
                  </a:lnTo>
                  <a:lnTo>
                    <a:pt x="7147588" y="357088"/>
                  </a:lnTo>
                  <a:lnTo>
                    <a:pt x="7142115" y="357088"/>
                  </a:lnTo>
                  <a:lnTo>
                    <a:pt x="7142115" y="357088"/>
                  </a:lnTo>
                  <a:lnTo>
                    <a:pt x="7136642" y="357088"/>
                  </a:lnTo>
                  <a:lnTo>
                    <a:pt x="7136642" y="357088"/>
                  </a:lnTo>
                  <a:lnTo>
                    <a:pt x="7131169" y="357088"/>
                  </a:lnTo>
                  <a:lnTo>
                    <a:pt x="7131169" y="357088"/>
                  </a:lnTo>
                  <a:lnTo>
                    <a:pt x="7125696" y="357088"/>
                  </a:lnTo>
                  <a:lnTo>
                    <a:pt x="7125696" y="357088"/>
                  </a:lnTo>
                  <a:lnTo>
                    <a:pt x="7120223" y="357088"/>
                  </a:lnTo>
                  <a:lnTo>
                    <a:pt x="7120223" y="357088"/>
                  </a:lnTo>
                  <a:lnTo>
                    <a:pt x="7114751" y="357088"/>
                  </a:lnTo>
                  <a:lnTo>
                    <a:pt x="7114751" y="357088"/>
                  </a:lnTo>
                  <a:lnTo>
                    <a:pt x="7109278" y="357088"/>
                  </a:lnTo>
                  <a:lnTo>
                    <a:pt x="7109278" y="357088"/>
                  </a:lnTo>
                  <a:lnTo>
                    <a:pt x="7103805" y="357088"/>
                  </a:lnTo>
                  <a:lnTo>
                    <a:pt x="7103805" y="357088"/>
                  </a:lnTo>
                  <a:lnTo>
                    <a:pt x="7098332" y="357088"/>
                  </a:lnTo>
                  <a:lnTo>
                    <a:pt x="7098332" y="357088"/>
                  </a:lnTo>
                  <a:lnTo>
                    <a:pt x="7092859" y="357088"/>
                  </a:lnTo>
                  <a:lnTo>
                    <a:pt x="7092859" y="357088"/>
                  </a:lnTo>
                  <a:lnTo>
                    <a:pt x="7087386" y="357088"/>
                  </a:lnTo>
                  <a:lnTo>
                    <a:pt x="7087386" y="357088"/>
                  </a:lnTo>
                  <a:lnTo>
                    <a:pt x="7081913" y="357088"/>
                  </a:lnTo>
                  <a:lnTo>
                    <a:pt x="7081913" y="357088"/>
                  </a:lnTo>
                  <a:lnTo>
                    <a:pt x="7076440" y="357088"/>
                  </a:lnTo>
                  <a:lnTo>
                    <a:pt x="7076440" y="357088"/>
                  </a:lnTo>
                  <a:lnTo>
                    <a:pt x="7070967" y="357088"/>
                  </a:lnTo>
                  <a:lnTo>
                    <a:pt x="7070967" y="357088"/>
                  </a:lnTo>
                  <a:lnTo>
                    <a:pt x="7065495" y="357088"/>
                  </a:lnTo>
                  <a:lnTo>
                    <a:pt x="7065495" y="357088"/>
                  </a:lnTo>
                  <a:lnTo>
                    <a:pt x="7060022" y="357088"/>
                  </a:lnTo>
                  <a:lnTo>
                    <a:pt x="7060022" y="357088"/>
                  </a:lnTo>
                  <a:lnTo>
                    <a:pt x="7054549" y="357088"/>
                  </a:lnTo>
                  <a:lnTo>
                    <a:pt x="7054549" y="357088"/>
                  </a:lnTo>
                  <a:lnTo>
                    <a:pt x="7049076" y="357088"/>
                  </a:lnTo>
                  <a:lnTo>
                    <a:pt x="7049076" y="357088"/>
                  </a:lnTo>
                  <a:lnTo>
                    <a:pt x="7043603" y="357088"/>
                  </a:lnTo>
                  <a:lnTo>
                    <a:pt x="7043603" y="357088"/>
                  </a:lnTo>
                  <a:lnTo>
                    <a:pt x="7038130" y="357088"/>
                  </a:lnTo>
                  <a:lnTo>
                    <a:pt x="7038130" y="357088"/>
                  </a:lnTo>
                  <a:lnTo>
                    <a:pt x="7032657" y="357088"/>
                  </a:lnTo>
                  <a:lnTo>
                    <a:pt x="7032657" y="357088"/>
                  </a:lnTo>
                  <a:lnTo>
                    <a:pt x="7027184" y="357088"/>
                  </a:lnTo>
                  <a:lnTo>
                    <a:pt x="7027184" y="357088"/>
                  </a:lnTo>
                  <a:lnTo>
                    <a:pt x="7021712" y="357088"/>
                  </a:lnTo>
                  <a:lnTo>
                    <a:pt x="7021712" y="357088"/>
                  </a:lnTo>
                  <a:lnTo>
                    <a:pt x="7016239" y="357088"/>
                  </a:lnTo>
                  <a:lnTo>
                    <a:pt x="7016239" y="357088"/>
                  </a:lnTo>
                  <a:lnTo>
                    <a:pt x="7010766" y="357088"/>
                  </a:lnTo>
                  <a:lnTo>
                    <a:pt x="7010766" y="357088"/>
                  </a:lnTo>
                  <a:lnTo>
                    <a:pt x="7005293" y="357088"/>
                  </a:lnTo>
                  <a:lnTo>
                    <a:pt x="7005293" y="357088"/>
                  </a:lnTo>
                  <a:lnTo>
                    <a:pt x="6994347" y="357088"/>
                  </a:lnTo>
                  <a:lnTo>
                    <a:pt x="6994347" y="357088"/>
                  </a:lnTo>
                  <a:lnTo>
                    <a:pt x="6988874" y="357088"/>
                  </a:lnTo>
                  <a:lnTo>
                    <a:pt x="6988874" y="357088"/>
                  </a:lnTo>
                  <a:lnTo>
                    <a:pt x="6983401" y="357088"/>
                  </a:lnTo>
                  <a:lnTo>
                    <a:pt x="6983401" y="357088"/>
                  </a:lnTo>
                  <a:lnTo>
                    <a:pt x="6977928" y="357088"/>
                  </a:lnTo>
                  <a:lnTo>
                    <a:pt x="6977928" y="357088"/>
                  </a:lnTo>
                  <a:lnTo>
                    <a:pt x="6972456" y="357088"/>
                  </a:lnTo>
                  <a:lnTo>
                    <a:pt x="6972456" y="357088"/>
                  </a:lnTo>
                  <a:lnTo>
                    <a:pt x="6966983" y="357088"/>
                  </a:lnTo>
                  <a:lnTo>
                    <a:pt x="6966983" y="357088"/>
                  </a:lnTo>
                  <a:lnTo>
                    <a:pt x="6961510" y="357088"/>
                  </a:lnTo>
                  <a:lnTo>
                    <a:pt x="6961510" y="373634"/>
                  </a:lnTo>
                  <a:lnTo>
                    <a:pt x="6956037" y="373634"/>
                  </a:lnTo>
                  <a:lnTo>
                    <a:pt x="6956037" y="373634"/>
                  </a:lnTo>
                  <a:lnTo>
                    <a:pt x="6950564" y="373634"/>
                  </a:lnTo>
                  <a:lnTo>
                    <a:pt x="6950564" y="373634"/>
                  </a:lnTo>
                  <a:lnTo>
                    <a:pt x="6945091" y="373634"/>
                  </a:lnTo>
                  <a:lnTo>
                    <a:pt x="6945091" y="373634"/>
                  </a:lnTo>
                  <a:lnTo>
                    <a:pt x="6939618" y="373634"/>
                  </a:lnTo>
                  <a:lnTo>
                    <a:pt x="6939618" y="373634"/>
                  </a:lnTo>
                  <a:lnTo>
                    <a:pt x="6934145" y="373634"/>
                  </a:lnTo>
                  <a:lnTo>
                    <a:pt x="6934145" y="373634"/>
                  </a:lnTo>
                  <a:lnTo>
                    <a:pt x="6928672" y="373634"/>
                  </a:lnTo>
                  <a:lnTo>
                    <a:pt x="6928672" y="373634"/>
                  </a:lnTo>
                  <a:lnTo>
                    <a:pt x="6923200" y="373634"/>
                  </a:lnTo>
                  <a:lnTo>
                    <a:pt x="6923200" y="373634"/>
                  </a:lnTo>
                  <a:lnTo>
                    <a:pt x="6917727" y="373634"/>
                  </a:lnTo>
                  <a:lnTo>
                    <a:pt x="6917727" y="373634"/>
                  </a:lnTo>
                  <a:lnTo>
                    <a:pt x="6912254" y="373634"/>
                  </a:lnTo>
                  <a:lnTo>
                    <a:pt x="6912254" y="373634"/>
                  </a:lnTo>
                  <a:lnTo>
                    <a:pt x="6906781" y="373634"/>
                  </a:lnTo>
                  <a:lnTo>
                    <a:pt x="6906781" y="373634"/>
                  </a:lnTo>
                  <a:lnTo>
                    <a:pt x="6901308" y="373634"/>
                  </a:lnTo>
                  <a:lnTo>
                    <a:pt x="6901308" y="390059"/>
                  </a:lnTo>
                  <a:lnTo>
                    <a:pt x="6895835" y="390059"/>
                  </a:lnTo>
                  <a:lnTo>
                    <a:pt x="6895835" y="390059"/>
                  </a:lnTo>
                  <a:lnTo>
                    <a:pt x="6890362" y="390059"/>
                  </a:lnTo>
                  <a:lnTo>
                    <a:pt x="6890362" y="390059"/>
                  </a:lnTo>
                  <a:lnTo>
                    <a:pt x="6884889" y="390059"/>
                  </a:lnTo>
                  <a:lnTo>
                    <a:pt x="6884889" y="390059"/>
                  </a:lnTo>
                  <a:lnTo>
                    <a:pt x="6879416" y="390059"/>
                  </a:lnTo>
                  <a:lnTo>
                    <a:pt x="6879416" y="390059"/>
                  </a:lnTo>
                  <a:lnTo>
                    <a:pt x="6873944" y="390059"/>
                  </a:lnTo>
                  <a:lnTo>
                    <a:pt x="6873944" y="390059"/>
                  </a:lnTo>
                  <a:lnTo>
                    <a:pt x="6868471" y="390059"/>
                  </a:lnTo>
                  <a:lnTo>
                    <a:pt x="6868471" y="390059"/>
                  </a:lnTo>
                  <a:lnTo>
                    <a:pt x="6862998" y="390059"/>
                  </a:lnTo>
                  <a:lnTo>
                    <a:pt x="6862998" y="390059"/>
                  </a:lnTo>
                  <a:lnTo>
                    <a:pt x="6857525" y="390059"/>
                  </a:lnTo>
                  <a:lnTo>
                    <a:pt x="6857525" y="390059"/>
                  </a:lnTo>
                  <a:lnTo>
                    <a:pt x="6852052" y="390059"/>
                  </a:lnTo>
                  <a:lnTo>
                    <a:pt x="6852052" y="390059"/>
                  </a:lnTo>
                  <a:lnTo>
                    <a:pt x="6846579" y="390059"/>
                  </a:lnTo>
                  <a:lnTo>
                    <a:pt x="6846579" y="390059"/>
                  </a:lnTo>
                  <a:lnTo>
                    <a:pt x="6841106" y="390059"/>
                  </a:lnTo>
                  <a:lnTo>
                    <a:pt x="6841106" y="390059"/>
                  </a:lnTo>
                  <a:lnTo>
                    <a:pt x="6835633" y="390059"/>
                  </a:lnTo>
                  <a:lnTo>
                    <a:pt x="6835633" y="390059"/>
                  </a:lnTo>
                  <a:lnTo>
                    <a:pt x="6830161" y="390059"/>
                  </a:lnTo>
                  <a:lnTo>
                    <a:pt x="6830161" y="390059"/>
                  </a:lnTo>
                  <a:lnTo>
                    <a:pt x="6824688" y="390059"/>
                  </a:lnTo>
                  <a:lnTo>
                    <a:pt x="6824688" y="390059"/>
                  </a:lnTo>
                  <a:lnTo>
                    <a:pt x="6819215" y="390059"/>
                  </a:lnTo>
                  <a:lnTo>
                    <a:pt x="6819215" y="390059"/>
                  </a:lnTo>
                  <a:lnTo>
                    <a:pt x="6813742" y="390059"/>
                  </a:lnTo>
                  <a:lnTo>
                    <a:pt x="6813742" y="390059"/>
                  </a:lnTo>
                  <a:lnTo>
                    <a:pt x="6808269" y="390059"/>
                  </a:lnTo>
                  <a:lnTo>
                    <a:pt x="6808269" y="390059"/>
                  </a:lnTo>
                  <a:lnTo>
                    <a:pt x="6802796" y="390059"/>
                  </a:lnTo>
                  <a:lnTo>
                    <a:pt x="6802796" y="390059"/>
                  </a:lnTo>
                  <a:lnTo>
                    <a:pt x="6797323" y="390059"/>
                  </a:lnTo>
                  <a:lnTo>
                    <a:pt x="6797323" y="390059"/>
                  </a:lnTo>
                  <a:lnTo>
                    <a:pt x="6791850" y="390059"/>
                  </a:lnTo>
                  <a:lnTo>
                    <a:pt x="6791850" y="406299"/>
                  </a:lnTo>
                  <a:lnTo>
                    <a:pt x="6786377" y="406299"/>
                  </a:lnTo>
                  <a:lnTo>
                    <a:pt x="6786377" y="406299"/>
                  </a:lnTo>
                  <a:lnTo>
                    <a:pt x="6780905" y="406299"/>
                  </a:lnTo>
                  <a:lnTo>
                    <a:pt x="6780905" y="406299"/>
                  </a:lnTo>
                  <a:lnTo>
                    <a:pt x="6775432" y="406299"/>
                  </a:lnTo>
                  <a:lnTo>
                    <a:pt x="6775432" y="406299"/>
                  </a:lnTo>
                  <a:lnTo>
                    <a:pt x="6769959" y="406299"/>
                  </a:lnTo>
                  <a:lnTo>
                    <a:pt x="6769959" y="406299"/>
                  </a:lnTo>
                  <a:lnTo>
                    <a:pt x="6764486" y="406299"/>
                  </a:lnTo>
                  <a:lnTo>
                    <a:pt x="6764486" y="406299"/>
                  </a:lnTo>
                  <a:lnTo>
                    <a:pt x="6759013" y="406299"/>
                  </a:lnTo>
                  <a:lnTo>
                    <a:pt x="6759013" y="406299"/>
                  </a:lnTo>
                  <a:lnTo>
                    <a:pt x="6753540" y="406299"/>
                  </a:lnTo>
                  <a:lnTo>
                    <a:pt x="6753540" y="406299"/>
                  </a:lnTo>
                  <a:lnTo>
                    <a:pt x="6748067" y="406299"/>
                  </a:lnTo>
                  <a:lnTo>
                    <a:pt x="6748067" y="406299"/>
                  </a:lnTo>
                  <a:lnTo>
                    <a:pt x="6742594" y="406299"/>
                  </a:lnTo>
                  <a:lnTo>
                    <a:pt x="6742594" y="406299"/>
                  </a:lnTo>
                  <a:lnTo>
                    <a:pt x="6737121" y="406299"/>
                  </a:lnTo>
                  <a:lnTo>
                    <a:pt x="6737121" y="406299"/>
                  </a:lnTo>
                  <a:lnTo>
                    <a:pt x="6731649" y="406299"/>
                  </a:lnTo>
                  <a:lnTo>
                    <a:pt x="6731649" y="406299"/>
                  </a:lnTo>
                  <a:lnTo>
                    <a:pt x="6720703" y="406299"/>
                  </a:lnTo>
                  <a:lnTo>
                    <a:pt x="6720703" y="406299"/>
                  </a:lnTo>
                  <a:lnTo>
                    <a:pt x="6715230" y="406299"/>
                  </a:lnTo>
                  <a:lnTo>
                    <a:pt x="6715230" y="406299"/>
                  </a:lnTo>
                  <a:lnTo>
                    <a:pt x="6709757" y="406299"/>
                  </a:lnTo>
                  <a:lnTo>
                    <a:pt x="6709757" y="406299"/>
                  </a:lnTo>
                  <a:lnTo>
                    <a:pt x="6704284" y="406299"/>
                  </a:lnTo>
                  <a:lnTo>
                    <a:pt x="6704284" y="406299"/>
                  </a:lnTo>
                  <a:lnTo>
                    <a:pt x="6698811" y="406299"/>
                  </a:lnTo>
                  <a:lnTo>
                    <a:pt x="6698811" y="406299"/>
                  </a:lnTo>
                  <a:lnTo>
                    <a:pt x="6693338" y="406299"/>
                  </a:lnTo>
                  <a:lnTo>
                    <a:pt x="6693338" y="406299"/>
                  </a:lnTo>
                  <a:lnTo>
                    <a:pt x="6687865" y="406299"/>
                  </a:lnTo>
                  <a:lnTo>
                    <a:pt x="6687865" y="406299"/>
                  </a:lnTo>
                  <a:lnTo>
                    <a:pt x="6682393" y="406299"/>
                  </a:lnTo>
                  <a:lnTo>
                    <a:pt x="6682393" y="406299"/>
                  </a:lnTo>
                  <a:lnTo>
                    <a:pt x="6676920" y="406299"/>
                  </a:lnTo>
                  <a:lnTo>
                    <a:pt x="6676920" y="406299"/>
                  </a:lnTo>
                  <a:lnTo>
                    <a:pt x="6671447" y="406299"/>
                  </a:lnTo>
                  <a:lnTo>
                    <a:pt x="6671447" y="406299"/>
                  </a:lnTo>
                  <a:lnTo>
                    <a:pt x="6665974" y="406299"/>
                  </a:lnTo>
                  <a:lnTo>
                    <a:pt x="6665974" y="406299"/>
                  </a:lnTo>
                  <a:lnTo>
                    <a:pt x="6660501" y="406299"/>
                  </a:lnTo>
                  <a:lnTo>
                    <a:pt x="6660501" y="406299"/>
                  </a:lnTo>
                  <a:lnTo>
                    <a:pt x="6655028" y="406299"/>
                  </a:lnTo>
                  <a:lnTo>
                    <a:pt x="6655028" y="406299"/>
                  </a:lnTo>
                  <a:lnTo>
                    <a:pt x="6649555" y="406299"/>
                  </a:lnTo>
                  <a:lnTo>
                    <a:pt x="6649555" y="406299"/>
                  </a:lnTo>
                  <a:lnTo>
                    <a:pt x="6644082" y="406299"/>
                  </a:lnTo>
                  <a:lnTo>
                    <a:pt x="6644082" y="406299"/>
                  </a:lnTo>
                  <a:lnTo>
                    <a:pt x="6638610" y="406299"/>
                  </a:lnTo>
                  <a:lnTo>
                    <a:pt x="6638610" y="406299"/>
                  </a:lnTo>
                  <a:lnTo>
                    <a:pt x="6633137" y="406299"/>
                  </a:lnTo>
                  <a:lnTo>
                    <a:pt x="6633137" y="406299"/>
                  </a:lnTo>
                  <a:lnTo>
                    <a:pt x="6627664" y="406299"/>
                  </a:lnTo>
                  <a:lnTo>
                    <a:pt x="6627664" y="406299"/>
                  </a:lnTo>
                  <a:lnTo>
                    <a:pt x="6622191" y="406299"/>
                  </a:lnTo>
                  <a:lnTo>
                    <a:pt x="6622191" y="406299"/>
                  </a:lnTo>
                  <a:lnTo>
                    <a:pt x="6616718" y="406299"/>
                  </a:lnTo>
                  <a:lnTo>
                    <a:pt x="6616718" y="406299"/>
                  </a:lnTo>
                  <a:lnTo>
                    <a:pt x="6611245" y="406299"/>
                  </a:lnTo>
                  <a:lnTo>
                    <a:pt x="6611245" y="406299"/>
                  </a:lnTo>
                  <a:lnTo>
                    <a:pt x="6605772" y="406299"/>
                  </a:lnTo>
                  <a:lnTo>
                    <a:pt x="6605772" y="406299"/>
                  </a:lnTo>
                  <a:lnTo>
                    <a:pt x="6600299" y="406299"/>
                  </a:lnTo>
                  <a:lnTo>
                    <a:pt x="6600299" y="406299"/>
                  </a:lnTo>
                  <a:lnTo>
                    <a:pt x="6594826" y="406299"/>
                  </a:lnTo>
                  <a:lnTo>
                    <a:pt x="6594826" y="406299"/>
                  </a:lnTo>
                  <a:lnTo>
                    <a:pt x="6589354" y="406299"/>
                  </a:lnTo>
                  <a:lnTo>
                    <a:pt x="6589354" y="406299"/>
                  </a:lnTo>
                  <a:lnTo>
                    <a:pt x="6583881" y="406299"/>
                  </a:lnTo>
                  <a:lnTo>
                    <a:pt x="6583881" y="406299"/>
                  </a:lnTo>
                  <a:lnTo>
                    <a:pt x="6578408" y="406299"/>
                  </a:lnTo>
                  <a:lnTo>
                    <a:pt x="6578408" y="406299"/>
                  </a:lnTo>
                  <a:lnTo>
                    <a:pt x="6572935" y="406299"/>
                  </a:lnTo>
                  <a:lnTo>
                    <a:pt x="6572935" y="406299"/>
                  </a:lnTo>
                  <a:lnTo>
                    <a:pt x="6567462" y="406299"/>
                  </a:lnTo>
                  <a:lnTo>
                    <a:pt x="6567462" y="406299"/>
                  </a:lnTo>
                  <a:lnTo>
                    <a:pt x="6561989" y="406299"/>
                  </a:lnTo>
                  <a:lnTo>
                    <a:pt x="6561989" y="406299"/>
                  </a:lnTo>
                  <a:lnTo>
                    <a:pt x="6556516" y="406299"/>
                  </a:lnTo>
                  <a:lnTo>
                    <a:pt x="6556516" y="406299"/>
                  </a:lnTo>
                  <a:lnTo>
                    <a:pt x="6551043" y="406299"/>
                  </a:lnTo>
                  <a:lnTo>
                    <a:pt x="6551043" y="406299"/>
                  </a:lnTo>
                  <a:lnTo>
                    <a:pt x="6545570" y="406299"/>
                  </a:lnTo>
                  <a:lnTo>
                    <a:pt x="6545570" y="421800"/>
                  </a:lnTo>
                  <a:lnTo>
                    <a:pt x="6540098" y="421800"/>
                  </a:lnTo>
                  <a:lnTo>
                    <a:pt x="6540098" y="421800"/>
                  </a:lnTo>
                  <a:lnTo>
                    <a:pt x="6534625" y="421800"/>
                  </a:lnTo>
                  <a:lnTo>
                    <a:pt x="6534625" y="421800"/>
                  </a:lnTo>
                  <a:lnTo>
                    <a:pt x="6529152" y="421800"/>
                  </a:lnTo>
                  <a:lnTo>
                    <a:pt x="6529152" y="421800"/>
                  </a:lnTo>
                  <a:lnTo>
                    <a:pt x="6523679" y="421800"/>
                  </a:lnTo>
                  <a:lnTo>
                    <a:pt x="6523679" y="421800"/>
                  </a:lnTo>
                  <a:lnTo>
                    <a:pt x="6518206" y="421800"/>
                  </a:lnTo>
                  <a:lnTo>
                    <a:pt x="6518206" y="421800"/>
                  </a:lnTo>
                  <a:lnTo>
                    <a:pt x="6512733" y="421800"/>
                  </a:lnTo>
                  <a:lnTo>
                    <a:pt x="6512733" y="421800"/>
                  </a:lnTo>
                  <a:lnTo>
                    <a:pt x="6507260" y="421800"/>
                  </a:lnTo>
                  <a:lnTo>
                    <a:pt x="6507260" y="421800"/>
                  </a:lnTo>
                  <a:lnTo>
                    <a:pt x="6501787" y="421800"/>
                  </a:lnTo>
                  <a:lnTo>
                    <a:pt x="6501787" y="421800"/>
                  </a:lnTo>
                  <a:lnTo>
                    <a:pt x="6496315" y="421800"/>
                  </a:lnTo>
                  <a:lnTo>
                    <a:pt x="6496315" y="421800"/>
                  </a:lnTo>
                  <a:lnTo>
                    <a:pt x="6490842" y="421800"/>
                  </a:lnTo>
                  <a:lnTo>
                    <a:pt x="6490842" y="421800"/>
                  </a:lnTo>
                  <a:lnTo>
                    <a:pt x="6485369" y="421800"/>
                  </a:lnTo>
                  <a:lnTo>
                    <a:pt x="6485369" y="421800"/>
                  </a:lnTo>
                  <a:lnTo>
                    <a:pt x="6479896" y="421800"/>
                  </a:lnTo>
                  <a:lnTo>
                    <a:pt x="6479896" y="421800"/>
                  </a:lnTo>
                  <a:lnTo>
                    <a:pt x="6474423" y="421800"/>
                  </a:lnTo>
                  <a:lnTo>
                    <a:pt x="6474423" y="421800"/>
                  </a:lnTo>
                  <a:lnTo>
                    <a:pt x="6463477" y="421800"/>
                  </a:lnTo>
                  <a:lnTo>
                    <a:pt x="6463477" y="421800"/>
                  </a:lnTo>
                  <a:lnTo>
                    <a:pt x="6452531" y="421800"/>
                  </a:lnTo>
                  <a:lnTo>
                    <a:pt x="6452531" y="421800"/>
                  </a:lnTo>
                  <a:lnTo>
                    <a:pt x="6447059" y="421800"/>
                  </a:lnTo>
                  <a:lnTo>
                    <a:pt x="6447059" y="421800"/>
                  </a:lnTo>
                  <a:lnTo>
                    <a:pt x="6441586" y="421800"/>
                  </a:lnTo>
                  <a:lnTo>
                    <a:pt x="6441586" y="421800"/>
                  </a:lnTo>
                  <a:lnTo>
                    <a:pt x="6436113" y="421800"/>
                  </a:lnTo>
                  <a:lnTo>
                    <a:pt x="6436113" y="421800"/>
                  </a:lnTo>
                  <a:lnTo>
                    <a:pt x="6430640" y="421800"/>
                  </a:lnTo>
                  <a:lnTo>
                    <a:pt x="6430640" y="421800"/>
                  </a:lnTo>
                  <a:lnTo>
                    <a:pt x="6425167" y="421800"/>
                  </a:lnTo>
                  <a:lnTo>
                    <a:pt x="6425167" y="421800"/>
                  </a:lnTo>
                  <a:lnTo>
                    <a:pt x="6419694" y="421800"/>
                  </a:lnTo>
                  <a:lnTo>
                    <a:pt x="6419694" y="421800"/>
                  </a:lnTo>
                  <a:lnTo>
                    <a:pt x="6414221" y="421800"/>
                  </a:lnTo>
                  <a:lnTo>
                    <a:pt x="6414221" y="421800"/>
                  </a:lnTo>
                  <a:lnTo>
                    <a:pt x="6408748" y="421800"/>
                  </a:lnTo>
                  <a:lnTo>
                    <a:pt x="6408748" y="421800"/>
                  </a:lnTo>
                  <a:lnTo>
                    <a:pt x="6403275" y="421800"/>
                  </a:lnTo>
                  <a:lnTo>
                    <a:pt x="6403275" y="421800"/>
                  </a:lnTo>
                  <a:lnTo>
                    <a:pt x="6397803" y="421800"/>
                  </a:lnTo>
                  <a:lnTo>
                    <a:pt x="6397803" y="421800"/>
                  </a:lnTo>
                  <a:lnTo>
                    <a:pt x="6392330" y="421800"/>
                  </a:lnTo>
                  <a:lnTo>
                    <a:pt x="6392330" y="421800"/>
                  </a:lnTo>
                  <a:lnTo>
                    <a:pt x="6386857" y="421800"/>
                  </a:lnTo>
                  <a:lnTo>
                    <a:pt x="6386857" y="421800"/>
                  </a:lnTo>
                  <a:lnTo>
                    <a:pt x="6381384" y="421800"/>
                  </a:lnTo>
                  <a:lnTo>
                    <a:pt x="6381384" y="421800"/>
                  </a:lnTo>
                  <a:lnTo>
                    <a:pt x="6375911" y="421800"/>
                  </a:lnTo>
                  <a:lnTo>
                    <a:pt x="6375911" y="421800"/>
                  </a:lnTo>
                  <a:lnTo>
                    <a:pt x="6370438" y="421800"/>
                  </a:lnTo>
                  <a:lnTo>
                    <a:pt x="6370438" y="421800"/>
                  </a:lnTo>
                  <a:lnTo>
                    <a:pt x="6364965" y="421800"/>
                  </a:lnTo>
                  <a:lnTo>
                    <a:pt x="6364965" y="421800"/>
                  </a:lnTo>
                  <a:lnTo>
                    <a:pt x="6359492" y="421800"/>
                  </a:lnTo>
                  <a:lnTo>
                    <a:pt x="6359492" y="421800"/>
                  </a:lnTo>
                  <a:lnTo>
                    <a:pt x="6354019" y="421800"/>
                  </a:lnTo>
                  <a:lnTo>
                    <a:pt x="6354019" y="421800"/>
                  </a:lnTo>
                  <a:lnTo>
                    <a:pt x="6348547" y="421800"/>
                  </a:lnTo>
                  <a:lnTo>
                    <a:pt x="6348547" y="421800"/>
                  </a:lnTo>
                  <a:lnTo>
                    <a:pt x="6343074" y="421800"/>
                  </a:lnTo>
                  <a:lnTo>
                    <a:pt x="6343074" y="421800"/>
                  </a:lnTo>
                  <a:lnTo>
                    <a:pt x="6337601" y="421800"/>
                  </a:lnTo>
                  <a:lnTo>
                    <a:pt x="6337601" y="421800"/>
                  </a:lnTo>
                  <a:lnTo>
                    <a:pt x="6332128" y="421800"/>
                  </a:lnTo>
                  <a:lnTo>
                    <a:pt x="6332128" y="421800"/>
                  </a:lnTo>
                  <a:lnTo>
                    <a:pt x="6326655" y="421800"/>
                  </a:lnTo>
                  <a:lnTo>
                    <a:pt x="6326655" y="421800"/>
                  </a:lnTo>
                  <a:lnTo>
                    <a:pt x="6321182" y="421800"/>
                  </a:lnTo>
                  <a:lnTo>
                    <a:pt x="6321182" y="421800"/>
                  </a:lnTo>
                  <a:lnTo>
                    <a:pt x="6315709" y="421800"/>
                  </a:lnTo>
                  <a:lnTo>
                    <a:pt x="6315709" y="421800"/>
                  </a:lnTo>
                  <a:lnTo>
                    <a:pt x="6310236" y="421800"/>
                  </a:lnTo>
                  <a:lnTo>
                    <a:pt x="6310236" y="436847"/>
                  </a:lnTo>
                  <a:lnTo>
                    <a:pt x="6304764" y="436847"/>
                  </a:lnTo>
                  <a:lnTo>
                    <a:pt x="6304764" y="436847"/>
                  </a:lnTo>
                  <a:lnTo>
                    <a:pt x="6299291" y="436847"/>
                  </a:lnTo>
                  <a:lnTo>
                    <a:pt x="6299291" y="436847"/>
                  </a:lnTo>
                  <a:lnTo>
                    <a:pt x="6293818" y="436847"/>
                  </a:lnTo>
                  <a:lnTo>
                    <a:pt x="6293818" y="436847"/>
                  </a:lnTo>
                  <a:lnTo>
                    <a:pt x="6288345" y="436847"/>
                  </a:lnTo>
                  <a:lnTo>
                    <a:pt x="6288345" y="436847"/>
                  </a:lnTo>
                  <a:lnTo>
                    <a:pt x="6282872" y="436847"/>
                  </a:lnTo>
                  <a:lnTo>
                    <a:pt x="6282872" y="436847"/>
                  </a:lnTo>
                  <a:lnTo>
                    <a:pt x="6277399" y="436847"/>
                  </a:lnTo>
                  <a:lnTo>
                    <a:pt x="6277399" y="451817"/>
                  </a:lnTo>
                  <a:lnTo>
                    <a:pt x="6266453" y="451817"/>
                  </a:lnTo>
                  <a:lnTo>
                    <a:pt x="6266453" y="451817"/>
                  </a:lnTo>
                  <a:lnTo>
                    <a:pt x="6260980" y="451817"/>
                  </a:lnTo>
                  <a:lnTo>
                    <a:pt x="6260980" y="451817"/>
                  </a:lnTo>
                  <a:lnTo>
                    <a:pt x="6255508" y="451817"/>
                  </a:lnTo>
                  <a:lnTo>
                    <a:pt x="6255508" y="451817"/>
                  </a:lnTo>
                  <a:lnTo>
                    <a:pt x="6250035" y="451817"/>
                  </a:lnTo>
                  <a:lnTo>
                    <a:pt x="6250035" y="451817"/>
                  </a:lnTo>
                  <a:lnTo>
                    <a:pt x="6244562" y="451817"/>
                  </a:lnTo>
                  <a:lnTo>
                    <a:pt x="6244562" y="451817"/>
                  </a:lnTo>
                  <a:lnTo>
                    <a:pt x="6239089" y="451817"/>
                  </a:lnTo>
                  <a:lnTo>
                    <a:pt x="6239089" y="451817"/>
                  </a:lnTo>
                  <a:lnTo>
                    <a:pt x="6233616" y="451817"/>
                  </a:lnTo>
                  <a:lnTo>
                    <a:pt x="6233616" y="451817"/>
                  </a:lnTo>
                  <a:lnTo>
                    <a:pt x="6228143" y="451817"/>
                  </a:lnTo>
                  <a:lnTo>
                    <a:pt x="6228143" y="451817"/>
                  </a:lnTo>
                  <a:lnTo>
                    <a:pt x="6222670" y="451817"/>
                  </a:lnTo>
                  <a:lnTo>
                    <a:pt x="6222670" y="451817"/>
                  </a:lnTo>
                  <a:lnTo>
                    <a:pt x="6217197" y="451817"/>
                  </a:lnTo>
                  <a:lnTo>
                    <a:pt x="6217197" y="451817"/>
                  </a:lnTo>
                  <a:lnTo>
                    <a:pt x="6211724" y="451817"/>
                  </a:lnTo>
                  <a:lnTo>
                    <a:pt x="6211724" y="451817"/>
                  </a:lnTo>
                  <a:lnTo>
                    <a:pt x="6206252" y="451817"/>
                  </a:lnTo>
                  <a:lnTo>
                    <a:pt x="6206252" y="451817"/>
                  </a:lnTo>
                  <a:lnTo>
                    <a:pt x="6200779" y="451817"/>
                  </a:lnTo>
                  <a:lnTo>
                    <a:pt x="6200779" y="451817"/>
                  </a:lnTo>
                  <a:lnTo>
                    <a:pt x="6195306" y="451817"/>
                  </a:lnTo>
                  <a:lnTo>
                    <a:pt x="6195306" y="451817"/>
                  </a:lnTo>
                  <a:lnTo>
                    <a:pt x="6189833" y="451817"/>
                  </a:lnTo>
                  <a:lnTo>
                    <a:pt x="6189833" y="451817"/>
                  </a:lnTo>
                  <a:lnTo>
                    <a:pt x="6184360" y="451817"/>
                  </a:lnTo>
                  <a:lnTo>
                    <a:pt x="6184360" y="451817"/>
                  </a:lnTo>
                  <a:lnTo>
                    <a:pt x="6173414" y="451817"/>
                  </a:lnTo>
                  <a:lnTo>
                    <a:pt x="6173414" y="451817"/>
                  </a:lnTo>
                  <a:lnTo>
                    <a:pt x="6167941" y="451817"/>
                  </a:lnTo>
                  <a:lnTo>
                    <a:pt x="6167941" y="451817"/>
                  </a:lnTo>
                  <a:lnTo>
                    <a:pt x="6162468" y="451817"/>
                  </a:lnTo>
                  <a:lnTo>
                    <a:pt x="6162468" y="451817"/>
                  </a:lnTo>
                  <a:lnTo>
                    <a:pt x="6156996" y="451817"/>
                  </a:lnTo>
                  <a:lnTo>
                    <a:pt x="6156996" y="451817"/>
                  </a:lnTo>
                  <a:lnTo>
                    <a:pt x="6151523" y="451817"/>
                  </a:lnTo>
                  <a:lnTo>
                    <a:pt x="6151523" y="451817"/>
                  </a:lnTo>
                  <a:lnTo>
                    <a:pt x="6146050" y="451817"/>
                  </a:lnTo>
                  <a:lnTo>
                    <a:pt x="6146050" y="451817"/>
                  </a:lnTo>
                  <a:lnTo>
                    <a:pt x="6140577" y="451817"/>
                  </a:lnTo>
                  <a:lnTo>
                    <a:pt x="6140577" y="451817"/>
                  </a:lnTo>
                  <a:lnTo>
                    <a:pt x="6135104" y="451817"/>
                  </a:lnTo>
                  <a:lnTo>
                    <a:pt x="6135104" y="451817"/>
                  </a:lnTo>
                  <a:lnTo>
                    <a:pt x="6129631" y="451817"/>
                  </a:lnTo>
                  <a:lnTo>
                    <a:pt x="6129631" y="451817"/>
                  </a:lnTo>
                  <a:lnTo>
                    <a:pt x="6124158" y="451817"/>
                  </a:lnTo>
                  <a:lnTo>
                    <a:pt x="6124158" y="451817"/>
                  </a:lnTo>
                  <a:lnTo>
                    <a:pt x="6118685" y="451817"/>
                  </a:lnTo>
                  <a:lnTo>
                    <a:pt x="6118685" y="451817"/>
                  </a:lnTo>
                  <a:lnTo>
                    <a:pt x="6113213" y="451817"/>
                  </a:lnTo>
                  <a:lnTo>
                    <a:pt x="6113213" y="451817"/>
                  </a:lnTo>
                  <a:lnTo>
                    <a:pt x="6107740" y="451817"/>
                  </a:lnTo>
                  <a:lnTo>
                    <a:pt x="6107740" y="451817"/>
                  </a:lnTo>
                  <a:lnTo>
                    <a:pt x="6102267" y="451817"/>
                  </a:lnTo>
                  <a:lnTo>
                    <a:pt x="6102267" y="451817"/>
                  </a:lnTo>
                  <a:lnTo>
                    <a:pt x="6096794" y="451817"/>
                  </a:lnTo>
                  <a:lnTo>
                    <a:pt x="6096794" y="451817"/>
                  </a:lnTo>
                  <a:lnTo>
                    <a:pt x="6091321" y="451817"/>
                  </a:lnTo>
                  <a:lnTo>
                    <a:pt x="6091321" y="451817"/>
                  </a:lnTo>
                  <a:lnTo>
                    <a:pt x="6085848" y="451817"/>
                  </a:lnTo>
                  <a:lnTo>
                    <a:pt x="6085848" y="451817"/>
                  </a:lnTo>
                  <a:lnTo>
                    <a:pt x="6080375" y="451817"/>
                  </a:lnTo>
                  <a:lnTo>
                    <a:pt x="6080375" y="451817"/>
                  </a:lnTo>
                  <a:lnTo>
                    <a:pt x="6074902" y="451817"/>
                  </a:lnTo>
                  <a:lnTo>
                    <a:pt x="6074902" y="451817"/>
                  </a:lnTo>
                  <a:lnTo>
                    <a:pt x="6069429" y="451817"/>
                  </a:lnTo>
                  <a:lnTo>
                    <a:pt x="6069429" y="451817"/>
                  </a:lnTo>
                  <a:lnTo>
                    <a:pt x="6063957" y="451817"/>
                  </a:lnTo>
                  <a:lnTo>
                    <a:pt x="6063957" y="451817"/>
                  </a:lnTo>
                  <a:lnTo>
                    <a:pt x="6058484" y="451817"/>
                  </a:lnTo>
                  <a:lnTo>
                    <a:pt x="6058484" y="451817"/>
                  </a:lnTo>
                  <a:lnTo>
                    <a:pt x="6053011" y="451817"/>
                  </a:lnTo>
                  <a:lnTo>
                    <a:pt x="6053011" y="451817"/>
                  </a:lnTo>
                  <a:lnTo>
                    <a:pt x="6047538" y="451817"/>
                  </a:lnTo>
                  <a:lnTo>
                    <a:pt x="6047538" y="451817"/>
                  </a:lnTo>
                  <a:lnTo>
                    <a:pt x="6042065" y="451817"/>
                  </a:lnTo>
                  <a:lnTo>
                    <a:pt x="6042065" y="466229"/>
                  </a:lnTo>
                  <a:lnTo>
                    <a:pt x="6036592" y="466229"/>
                  </a:lnTo>
                  <a:lnTo>
                    <a:pt x="6036592" y="466229"/>
                  </a:lnTo>
                  <a:lnTo>
                    <a:pt x="6031119" y="466229"/>
                  </a:lnTo>
                  <a:lnTo>
                    <a:pt x="6031119" y="466229"/>
                  </a:lnTo>
                  <a:lnTo>
                    <a:pt x="6025646" y="466229"/>
                  </a:lnTo>
                  <a:lnTo>
                    <a:pt x="6025646" y="466229"/>
                  </a:lnTo>
                  <a:lnTo>
                    <a:pt x="6020173" y="466229"/>
                  </a:lnTo>
                  <a:lnTo>
                    <a:pt x="6020173" y="466229"/>
                  </a:lnTo>
                  <a:lnTo>
                    <a:pt x="6014701" y="466229"/>
                  </a:lnTo>
                  <a:lnTo>
                    <a:pt x="6014701" y="466229"/>
                  </a:lnTo>
                  <a:lnTo>
                    <a:pt x="6009228" y="466229"/>
                  </a:lnTo>
                  <a:lnTo>
                    <a:pt x="6009228" y="466229"/>
                  </a:lnTo>
                  <a:lnTo>
                    <a:pt x="6003755" y="466229"/>
                  </a:lnTo>
                  <a:lnTo>
                    <a:pt x="6003755" y="466229"/>
                  </a:lnTo>
                  <a:lnTo>
                    <a:pt x="5998282" y="466229"/>
                  </a:lnTo>
                  <a:lnTo>
                    <a:pt x="5998282" y="466229"/>
                  </a:lnTo>
                  <a:lnTo>
                    <a:pt x="5992809" y="466229"/>
                  </a:lnTo>
                  <a:lnTo>
                    <a:pt x="5992809" y="466229"/>
                  </a:lnTo>
                  <a:lnTo>
                    <a:pt x="5987336" y="466229"/>
                  </a:lnTo>
                  <a:lnTo>
                    <a:pt x="5987336" y="466229"/>
                  </a:lnTo>
                  <a:lnTo>
                    <a:pt x="5981863" y="466229"/>
                  </a:lnTo>
                  <a:lnTo>
                    <a:pt x="5981863" y="466229"/>
                  </a:lnTo>
                  <a:lnTo>
                    <a:pt x="5976390" y="466229"/>
                  </a:lnTo>
                  <a:lnTo>
                    <a:pt x="5976390" y="466229"/>
                  </a:lnTo>
                  <a:lnTo>
                    <a:pt x="5970918" y="466229"/>
                  </a:lnTo>
                  <a:lnTo>
                    <a:pt x="5970918" y="466229"/>
                  </a:lnTo>
                  <a:lnTo>
                    <a:pt x="5965445" y="466229"/>
                  </a:lnTo>
                  <a:lnTo>
                    <a:pt x="5965445" y="466229"/>
                  </a:lnTo>
                  <a:lnTo>
                    <a:pt x="5959972" y="466229"/>
                  </a:lnTo>
                  <a:lnTo>
                    <a:pt x="5959972" y="466229"/>
                  </a:lnTo>
                  <a:lnTo>
                    <a:pt x="5954499" y="466229"/>
                  </a:lnTo>
                  <a:lnTo>
                    <a:pt x="5954499" y="466229"/>
                  </a:lnTo>
                  <a:lnTo>
                    <a:pt x="5949026" y="466229"/>
                  </a:lnTo>
                  <a:lnTo>
                    <a:pt x="5949026" y="466229"/>
                  </a:lnTo>
                  <a:lnTo>
                    <a:pt x="5943553" y="466229"/>
                  </a:lnTo>
                  <a:lnTo>
                    <a:pt x="5943553" y="466229"/>
                  </a:lnTo>
                  <a:lnTo>
                    <a:pt x="5938080" y="466229"/>
                  </a:lnTo>
                  <a:lnTo>
                    <a:pt x="5938080" y="466229"/>
                  </a:lnTo>
                  <a:lnTo>
                    <a:pt x="5932607" y="466229"/>
                  </a:lnTo>
                  <a:lnTo>
                    <a:pt x="5932607" y="466229"/>
                  </a:lnTo>
                  <a:lnTo>
                    <a:pt x="5927134" y="466229"/>
                  </a:lnTo>
                  <a:lnTo>
                    <a:pt x="5927134" y="466229"/>
                  </a:lnTo>
                  <a:lnTo>
                    <a:pt x="5921662" y="466229"/>
                  </a:lnTo>
                  <a:lnTo>
                    <a:pt x="5921662" y="466229"/>
                  </a:lnTo>
                  <a:lnTo>
                    <a:pt x="5916189" y="466229"/>
                  </a:lnTo>
                  <a:lnTo>
                    <a:pt x="5916189" y="466229"/>
                  </a:lnTo>
                  <a:lnTo>
                    <a:pt x="5910716" y="466229"/>
                  </a:lnTo>
                  <a:lnTo>
                    <a:pt x="5910716" y="466229"/>
                  </a:lnTo>
                  <a:lnTo>
                    <a:pt x="5905243" y="466229"/>
                  </a:lnTo>
                  <a:lnTo>
                    <a:pt x="5905243" y="466229"/>
                  </a:lnTo>
                  <a:lnTo>
                    <a:pt x="5899770" y="466229"/>
                  </a:lnTo>
                  <a:lnTo>
                    <a:pt x="5899770" y="466229"/>
                  </a:lnTo>
                  <a:lnTo>
                    <a:pt x="5894297" y="466229"/>
                  </a:lnTo>
                  <a:lnTo>
                    <a:pt x="5894297" y="466229"/>
                  </a:lnTo>
                  <a:lnTo>
                    <a:pt x="5888824" y="466229"/>
                  </a:lnTo>
                  <a:lnTo>
                    <a:pt x="5888824" y="466229"/>
                  </a:lnTo>
                  <a:lnTo>
                    <a:pt x="5883351" y="466229"/>
                  </a:lnTo>
                  <a:lnTo>
                    <a:pt x="5883351" y="466229"/>
                  </a:lnTo>
                  <a:lnTo>
                    <a:pt x="5877878" y="466229"/>
                  </a:lnTo>
                  <a:lnTo>
                    <a:pt x="5877878" y="466229"/>
                  </a:lnTo>
                  <a:lnTo>
                    <a:pt x="5872406" y="466229"/>
                  </a:lnTo>
                  <a:lnTo>
                    <a:pt x="5872406" y="466229"/>
                  </a:lnTo>
                  <a:lnTo>
                    <a:pt x="5866933" y="466229"/>
                  </a:lnTo>
                  <a:lnTo>
                    <a:pt x="5866933" y="466229"/>
                  </a:lnTo>
                  <a:lnTo>
                    <a:pt x="5861460" y="466229"/>
                  </a:lnTo>
                  <a:lnTo>
                    <a:pt x="5861460" y="466229"/>
                  </a:lnTo>
                  <a:lnTo>
                    <a:pt x="5855987" y="466229"/>
                  </a:lnTo>
                  <a:lnTo>
                    <a:pt x="5855987" y="466229"/>
                  </a:lnTo>
                  <a:lnTo>
                    <a:pt x="5850514" y="466229"/>
                  </a:lnTo>
                  <a:lnTo>
                    <a:pt x="5850514" y="466229"/>
                  </a:lnTo>
                  <a:lnTo>
                    <a:pt x="5845041" y="466229"/>
                  </a:lnTo>
                  <a:lnTo>
                    <a:pt x="5845041" y="466229"/>
                  </a:lnTo>
                  <a:lnTo>
                    <a:pt x="5839568" y="466229"/>
                  </a:lnTo>
                  <a:lnTo>
                    <a:pt x="5839568" y="466229"/>
                  </a:lnTo>
                  <a:lnTo>
                    <a:pt x="5834095" y="466229"/>
                  </a:lnTo>
                  <a:lnTo>
                    <a:pt x="5834095" y="466229"/>
                  </a:lnTo>
                  <a:lnTo>
                    <a:pt x="5828622" y="466229"/>
                  </a:lnTo>
                  <a:lnTo>
                    <a:pt x="5828622" y="466229"/>
                  </a:lnTo>
                  <a:lnTo>
                    <a:pt x="5823150" y="466229"/>
                  </a:lnTo>
                  <a:lnTo>
                    <a:pt x="5823150" y="466229"/>
                  </a:lnTo>
                  <a:lnTo>
                    <a:pt x="5817677" y="466229"/>
                  </a:lnTo>
                  <a:lnTo>
                    <a:pt x="5817677" y="466229"/>
                  </a:lnTo>
                  <a:lnTo>
                    <a:pt x="5812204" y="466229"/>
                  </a:lnTo>
                  <a:lnTo>
                    <a:pt x="5812204" y="466229"/>
                  </a:lnTo>
                  <a:lnTo>
                    <a:pt x="5806731" y="466229"/>
                  </a:lnTo>
                  <a:lnTo>
                    <a:pt x="5806731" y="466229"/>
                  </a:lnTo>
                  <a:lnTo>
                    <a:pt x="5801258" y="466229"/>
                  </a:lnTo>
                  <a:lnTo>
                    <a:pt x="5801258" y="466229"/>
                  </a:lnTo>
                  <a:lnTo>
                    <a:pt x="5795785" y="466229"/>
                  </a:lnTo>
                  <a:lnTo>
                    <a:pt x="5795785" y="466229"/>
                  </a:lnTo>
                  <a:lnTo>
                    <a:pt x="5790312" y="466229"/>
                  </a:lnTo>
                  <a:lnTo>
                    <a:pt x="5790312" y="466229"/>
                  </a:lnTo>
                  <a:lnTo>
                    <a:pt x="5784839" y="466229"/>
                  </a:lnTo>
                  <a:lnTo>
                    <a:pt x="5784839" y="466229"/>
                  </a:lnTo>
                  <a:lnTo>
                    <a:pt x="5779367" y="466229"/>
                  </a:lnTo>
                  <a:lnTo>
                    <a:pt x="5779367" y="466229"/>
                  </a:lnTo>
                  <a:lnTo>
                    <a:pt x="5773894" y="466229"/>
                  </a:lnTo>
                  <a:lnTo>
                    <a:pt x="5773894" y="466229"/>
                  </a:lnTo>
                  <a:lnTo>
                    <a:pt x="5768421" y="466229"/>
                  </a:lnTo>
                  <a:lnTo>
                    <a:pt x="5768421" y="466229"/>
                  </a:lnTo>
                  <a:lnTo>
                    <a:pt x="5762948" y="466229"/>
                  </a:lnTo>
                  <a:lnTo>
                    <a:pt x="5762948" y="466229"/>
                  </a:lnTo>
                  <a:lnTo>
                    <a:pt x="5757475" y="466229"/>
                  </a:lnTo>
                  <a:lnTo>
                    <a:pt x="5757475" y="480107"/>
                  </a:lnTo>
                  <a:lnTo>
                    <a:pt x="5752002" y="480107"/>
                  </a:lnTo>
                  <a:lnTo>
                    <a:pt x="5752002" y="480107"/>
                  </a:lnTo>
                  <a:lnTo>
                    <a:pt x="5746529" y="480107"/>
                  </a:lnTo>
                  <a:lnTo>
                    <a:pt x="5746529" y="480107"/>
                  </a:lnTo>
                  <a:lnTo>
                    <a:pt x="5741056" y="480107"/>
                  </a:lnTo>
                  <a:lnTo>
                    <a:pt x="5741056" y="480107"/>
                  </a:lnTo>
                  <a:lnTo>
                    <a:pt x="5735583" y="480107"/>
                  </a:lnTo>
                  <a:lnTo>
                    <a:pt x="5735583" y="480107"/>
                  </a:lnTo>
                  <a:lnTo>
                    <a:pt x="5730111" y="480107"/>
                  </a:lnTo>
                  <a:lnTo>
                    <a:pt x="5730111" y="480107"/>
                  </a:lnTo>
                  <a:lnTo>
                    <a:pt x="5724638" y="480107"/>
                  </a:lnTo>
                  <a:lnTo>
                    <a:pt x="5724638" y="480107"/>
                  </a:lnTo>
                  <a:lnTo>
                    <a:pt x="5719165" y="480107"/>
                  </a:lnTo>
                  <a:lnTo>
                    <a:pt x="5719165" y="480107"/>
                  </a:lnTo>
                  <a:lnTo>
                    <a:pt x="5713692" y="480107"/>
                  </a:lnTo>
                  <a:lnTo>
                    <a:pt x="5713692" y="480107"/>
                  </a:lnTo>
                  <a:lnTo>
                    <a:pt x="5708219" y="480107"/>
                  </a:lnTo>
                  <a:lnTo>
                    <a:pt x="5708219" y="480107"/>
                  </a:lnTo>
                  <a:lnTo>
                    <a:pt x="5702746" y="480107"/>
                  </a:lnTo>
                  <a:lnTo>
                    <a:pt x="5702746" y="480107"/>
                  </a:lnTo>
                  <a:lnTo>
                    <a:pt x="5697273" y="480107"/>
                  </a:lnTo>
                  <a:lnTo>
                    <a:pt x="5697273" y="480107"/>
                  </a:lnTo>
                  <a:lnTo>
                    <a:pt x="5691800" y="480107"/>
                  </a:lnTo>
                  <a:lnTo>
                    <a:pt x="5691800" y="480107"/>
                  </a:lnTo>
                  <a:lnTo>
                    <a:pt x="5686327" y="480107"/>
                  </a:lnTo>
                  <a:lnTo>
                    <a:pt x="5686327" y="480107"/>
                  </a:lnTo>
                  <a:lnTo>
                    <a:pt x="5680855" y="480107"/>
                  </a:lnTo>
                  <a:lnTo>
                    <a:pt x="5680855" y="480107"/>
                  </a:lnTo>
                  <a:lnTo>
                    <a:pt x="5675382" y="480107"/>
                  </a:lnTo>
                  <a:lnTo>
                    <a:pt x="5675382" y="480107"/>
                  </a:lnTo>
                  <a:lnTo>
                    <a:pt x="5669909" y="480107"/>
                  </a:lnTo>
                  <a:lnTo>
                    <a:pt x="5669909" y="480107"/>
                  </a:lnTo>
                  <a:lnTo>
                    <a:pt x="5664436" y="480107"/>
                  </a:lnTo>
                  <a:lnTo>
                    <a:pt x="5664436" y="480107"/>
                  </a:lnTo>
                  <a:lnTo>
                    <a:pt x="5658963" y="480107"/>
                  </a:lnTo>
                  <a:lnTo>
                    <a:pt x="5658963" y="493810"/>
                  </a:lnTo>
                  <a:lnTo>
                    <a:pt x="5653490" y="493810"/>
                  </a:lnTo>
                  <a:lnTo>
                    <a:pt x="5653490" y="493810"/>
                  </a:lnTo>
                  <a:lnTo>
                    <a:pt x="5648017" y="493810"/>
                  </a:lnTo>
                  <a:lnTo>
                    <a:pt x="5648017" y="493810"/>
                  </a:lnTo>
                  <a:lnTo>
                    <a:pt x="5642544" y="493810"/>
                  </a:lnTo>
                  <a:lnTo>
                    <a:pt x="5642544" y="493810"/>
                  </a:lnTo>
                  <a:lnTo>
                    <a:pt x="5637071" y="493810"/>
                  </a:lnTo>
                  <a:lnTo>
                    <a:pt x="5637071" y="493810"/>
                  </a:lnTo>
                  <a:lnTo>
                    <a:pt x="5631599" y="493810"/>
                  </a:lnTo>
                  <a:lnTo>
                    <a:pt x="5631599" y="493810"/>
                  </a:lnTo>
                  <a:lnTo>
                    <a:pt x="5626126" y="493810"/>
                  </a:lnTo>
                  <a:lnTo>
                    <a:pt x="5626126" y="493810"/>
                  </a:lnTo>
                  <a:lnTo>
                    <a:pt x="5620653" y="493810"/>
                  </a:lnTo>
                  <a:lnTo>
                    <a:pt x="5620653" y="493810"/>
                  </a:lnTo>
                  <a:lnTo>
                    <a:pt x="5615180" y="493810"/>
                  </a:lnTo>
                  <a:lnTo>
                    <a:pt x="5615180" y="493810"/>
                  </a:lnTo>
                  <a:lnTo>
                    <a:pt x="5609707" y="493810"/>
                  </a:lnTo>
                  <a:lnTo>
                    <a:pt x="5609707" y="493810"/>
                  </a:lnTo>
                  <a:lnTo>
                    <a:pt x="5604234" y="493810"/>
                  </a:lnTo>
                  <a:lnTo>
                    <a:pt x="5604234" y="493810"/>
                  </a:lnTo>
                  <a:lnTo>
                    <a:pt x="5598761" y="493810"/>
                  </a:lnTo>
                  <a:lnTo>
                    <a:pt x="5598761" y="493810"/>
                  </a:lnTo>
                  <a:lnTo>
                    <a:pt x="5593288" y="493810"/>
                  </a:lnTo>
                  <a:lnTo>
                    <a:pt x="5593288" y="493810"/>
                  </a:lnTo>
                  <a:lnTo>
                    <a:pt x="5587816" y="493810"/>
                  </a:lnTo>
                  <a:lnTo>
                    <a:pt x="5587816" y="493810"/>
                  </a:lnTo>
                  <a:lnTo>
                    <a:pt x="5582343" y="493810"/>
                  </a:lnTo>
                  <a:lnTo>
                    <a:pt x="5582343" y="493810"/>
                  </a:lnTo>
                  <a:lnTo>
                    <a:pt x="5576870" y="493810"/>
                  </a:lnTo>
                  <a:lnTo>
                    <a:pt x="5576870" y="493810"/>
                  </a:lnTo>
                  <a:lnTo>
                    <a:pt x="5571397" y="493810"/>
                  </a:lnTo>
                  <a:lnTo>
                    <a:pt x="5571397" y="493810"/>
                  </a:lnTo>
                  <a:lnTo>
                    <a:pt x="5565924" y="493810"/>
                  </a:lnTo>
                  <a:lnTo>
                    <a:pt x="5565924" y="493810"/>
                  </a:lnTo>
                  <a:lnTo>
                    <a:pt x="5560451" y="493810"/>
                  </a:lnTo>
                  <a:lnTo>
                    <a:pt x="5560451" y="493810"/>
                  </a:lnTo>
                  <a:lnTo>
                    <a:pt x="5554978" y="493810"/>
                  </a:lnTo>
                  <a:lnTo>
                    <a:pt x="5554978" y="493810"/>
                  </a:lnTo>
                  <a:lnTo>
                    <a:pt x="5549505" y="493810"/>
                  </a:lnTo>
                  <a:lnTo>
                    <a:pt x="5549505" y="493810"/>
                  </a:lnTo>
                  <a:lnTo>
                    <a:pt x="5544032" y="493810"/>
                  </a:lnTo>
                  <a:lnTo>
                    <a:pt x="5544032" y="493810"/>
                  </a:lnTo>
                  <a:lnTo>
                    <a:pt x="5538560" y="493810"/>
                  </a:lnTo>
                  <a:lnTo>
                    <a:pt x="5538560" y="493810"/>
                  </a:lnTo>
                  <a:lnTo>
                    <a:pt x="5533087" y="493810"/>
                  </a:lnTo>
                  <a:lnTo>
                    <a:pt x="5533087" y="507302"/>
                  </a:lnTo>
                  <a:lnTo>
                    <a:pt x="5527614" y="507302"/>
                  </a:lnTo>
                  <a:lnTo>
                    <a:pt x="5527614" y="507302"/>
                  </a:lnTo>
                  <a:lnTo>
                    <a:pt x="5522141" y="507302"/>
                  </a:lnTo>
                  <a:lnTo>
                    <a:pt x="5522141" y="507302"/>
                  </a:lnTo>
                  <a:lnTo>
                    <a:pt x="5516668" y="507302"/>
                  </a:lnTo>
                  <a:lnTo>
                    <a:pt x="5516668" y="507302"/>
                  </a:lnTo>
                  <a:lnTo>
                    <a:pt x="5511195" y="507302"/>
                  </a:lnTo>
                  <a:lnTo>
                    <a:pt x="5511195" y="520750"/>
                  </a:lnTo>
                  <a:lnTo>
                    <a:pt x="5505722" y="520750"/>
                  </a:lnTo>
                  <a:lnTo>
                    <a:pt x="5505722" y="520750"/>
                  </a:lnTo>
                  <a:lnTo>
                    <a:pt x="5500249" y="520750"/>
                  </a:lnTo>
                  <a:lnTo>
                    <a:pt x="5500249" y="520750"/>
                  </a:lnTo>
                  <a:lnTo>
                    <a:pt x="5494776" y="520750"/>
                  </a:lnTo>
                  <a:lnTo>
                    <a:pt x="5494776" y="520750"/>
                  </a:lnTo>
                  <a:lnTo>
                    <a:pt x="5489304" y="520750"/>
                  </a:lnTo>
                  <a:lnTo>
                    <a:pt x="5489304" y="520750"/>
                  </a:lnTo>
                  <a:lnTo>
                    <a:pt x="5483831" y="520750"/>
                  </a:lnTo>
                  <a:lnTo>
                    <a:pt x="5483831" y="520750"/>
                  </a:lnTo>
                  <a:lnTo>
                    <a:pt x="5478358" y="520750"/>
                  </a:lnTo>
                  <a:lnTo>
                    <a:pt x="5478358" y="520750"/>
                  </a:lnTo>
                  <a:lnTo>
                    <a:pt x="5472885" y="520750"/>
                  </a:lnTo>
                  <a:lnTo>
                    <a:pt x="5472885" y="520750"/>
                  </a:lnTo>
                  <a:lnTo>
                    <a:pt x="5467412" y="520750"/>
                  </a:lnTo>
                  <a:lnTo>
                    <a:pt x="5467412" y="520750"/>
                  </a:lnTo>
                  <a:lnTo>
                    <a:pt x="5461939" y="520750"/>
                  </a:lnTo>
                  <a:lnTo>
                    <a:pt x="5461939" y="520750"/>
                  </a:lnTo>
                  <a:lnTo>
                    <a:pt x="5456466" y="520750"/>
                  </a:lnTo>
                  <a:lnTo>
                    <a:pt x="5456466" y="520750"/>
                  </a:lnTo>
                  <a:lnTo>
                    <a:pt x="5450993" y="520750"/>
                  </a:lnTo>
                  <a:lnTo>
                    <a:pt x="5450993" y="520750"/>
                  </a:lnTo>
                  <a:lnTo>
                    <a:pt x="5445520" y="520750"/>
                  </a:lnTo>
                  <a:lnTo>
                    <a:pt x="5445520" y="520750"/>
                  </a:lnTo>
                  <a:lnTo>
                    <a:pt x="5440048" y="520750"/>
                  </a:lnTo>
                  <a:lnTo>
                    <a:pt x="5440048" y="520750"/>
                  </a:lnTo>
                  <a:lnTo>
                    <a:pt x="5434575" y="520750"/>
                  </a:lnTo>
                  <a:lnTo>
                    <a:pt x="5434575" y="520750"/>
                  </a:lnTo>
                  <a:lnTo>
                    <a:pt x="5429102" y="520750"/>
                  </a:lnTo>
                  <a:lnTo>
                    <a:pt x="5429102" y="520750"/>
                  </a:lnTo>
                  <a:lnTo>
                    <a:pt x="5423629" y="520750"/>
                  </a:lnTo>
                  <a:lnTo>
                    <a:pt x="5423629" y="520750"/>
                  </a:lnTo>
                  <a:lnTo>
                    <a:pt x="5418156" y="520750"/>
                  </a:lnTo>
                  <a:lnTo>
                    <a:pt x="5418156" y="520750"/>
                  </a:lnTo>
                  <a:lnTo>
                    <a:pt x="5412683" y="520750"/>
                  </a:lnTo>
                  <a:lnTo>
                    <a:pt x="5412683" y="520750"/>
                  </a:lnTo>
                  <a:lnTo>
                    <a:pt x="5407210" y="520750"/>
                  </a:lnTo>
                  <a:lnTo>
                    <a:pt x="5407210" y="520750"/>
                  </a:lnTo>
                  <a:lnTo>
                    <a:pt x="5401737" y="520750"/>
                  </a:lnTo>
                  <a:lnTo>
                    <a:pt x="5401737" y="520750"/>
                  </a:lnTo>
                  <a:lnTo>
                    <a:pt x="5396265" y="520750"/>
                  </a:lnTo>
                  <a:lnTo>
                    <a:pt x="5396265" y="520750"/>
                  </a:lnTo>
                  <a:lnTo>
                    <a:pt x="5390792" y="520750"/>
                  </a:lnTo>
                  <a:lnTo>
                    <a:pt x="5390792" y="520750"/>
                  </a:lnTo>
                  <a:lnTo>
                    <a:pt x="5385319" y="520750"/>
                  </a:lnTo>
                  <a:lnTo>
                    <a:pt x="5385319" y="520750"/>
                  </a:lnTo>
                  <a:lnTo>
                    <a:pt x="5379846" y="520750"/>
                  </a:lnTo>
                  <a:lnTo>
                    <a:pt x="5379846" y="520750"/>
                  </a:lnTo>
                  <a:lnTo>
                    <a:pt x="5374373" y="520750"/>
                  </a:lnTo>
                  <a:lnTo>
                    <a:pt x="5374373" y="520750"/>
                  </a:lnTo>
                  <a:lnTo>
                    <a:pt x="5368900" y="520750"/>
                  </a:lnTo>
                  <a:lnTo>
                    <a:pt x="5368900" y="520750"/>
                  </a:lnTo>
                  <a:lnTo>
                    <a:pt x="5363427" y="520750"/>
                  </a:lnTo>
                  <a:lnTo>
                    <a:pt x="5363427" y="547099"/>
                  </a:lnTo>
                  <a:lnTo>
                    <a:pt x="5357954" y="547099"/>
                  </a:lnTo>
                  <a:lnTo>
                    <a:pt x="5357954" y="547099"/>
                  </a:lnTo>
                  <a:lnTo>
                    <a:pt x="5352481" y="547099"/>
                  </a:lnTo>
                  <a:lnTo>
                    <a:pt x="5352481" y="547099"/>
                  </a:lnTo>
                  <a:lnTo>
                    <a:pt x="5347009" y="547099"/>
                  </a:lnTo>
                  <a:lnTo>
                    <a:pt x="5347009" y="547099"/>
                  </a:lnTo>
                  <a:lnTo>
                    <a:pt x="5341536" y="547099"/>
                  </a:lnTo>
                  <a:lnTo>
                    <a:pt x="5341536" y="547099"/>
                  </a:lnTo>
                  <a:lnTo>
                    <a:pt x="5336063" y="547099"/>
                  </a:lnTo>
                  <a:lnTo>
                    <a:pt x="5336063" y="547099"/>
                  </a:lnTo>
                  <a:lnTo>
                    <a:pt x="5330590" y="547099"/>
                  </a:lnTo>
                  <a:lnTo>
                    <a:pt x="5330590" y="560210"/>
                  </a:lnTo>
                  <a:lnTo>
                    <a:pt x="5325117" y="560210"/>
                  </a:lnTo>
                  <a:lnTo>
                    <a:pt x="5325117" y="560210"/>
                  </a:lnTo>
                  <a:lnTo>
                    <a:pt x="5319644" y="560210"/>
                  </a:lnTo>
                  <a:lnTo>
                    <a:pt x="5319644" y="560210"/>
                  </a:lnTo>
                  <a:lnTo>
                    <a:pt x="5314171" y="560210"/>
                  </a:lnTo>
                  <a:lnTo>
                    <a:pt x="5314171" y="560210"/>
                  </a:lnTo>
                  <a:lnTo>
                    <a:pt x="5308698" y="560210"/>
                  </a:lnTo>
                  <a:lnTo>
                    <a:pt x="5308698" y="560210"/>
                  </a:lnTo>
                  <a:lnTo>
                    <a:pt x="5303225" y="560210"/>
                  </a:lnTo>
                  <a:lnTo>
                    <a:pt x="5303225" y="560210"/>
                  </a:lnTo>
                  <a:lnTo>
                    <a:pt x="5297753" y="560210"/>
                  </a:lnTo>
                  <a:lnTo>
                    <a:pt x="5297753" y="560210"/>
                  </a:lnTo>
                  <a:lnTo>
                    <a:pt x="5292280" y="560210"/>
                  </a:lnTo>
                  <a:lnTo>
                    <a:pt x="5292280" y="560210"/>
                  </a:lnTo>
                  <a:lnTo>
                    <a:pt x="5286807" y="560210"/>
                  </a:lnTo>
                  <a:lnTo>
                    <a:pt x="5286807" y="560210"/>
                  </a:lnTo>
                  <a:lnTo>
                    <a:pt x="5281334" y="560210"/>
                  </a:lnTo>
                  <a:lnTo>
                    <a:pt x="5281334" y="560210"/>
                  </a:lnTo>
                  <a:lnTo>
                    <a:pt x="5275861" y="560210"/>
                  </a:lnTo>
                  <a:lnTo>
                    <a:pt x="5275861" y="560210"/>
                  </a:lnTo>
                  <a:lnTo>
                    <a:pt x="5270388" y="560210"/>
                  </a:lnTo>
                  <a:lnTo>
                    <a:pt x="5270388" y="560210"/>
                  </a:lnTo>
                  <a:lnTo>
                    <a:pt x="5264915" y="560210"/>
                  </a:lnTo>
                  <a:lnTo>
                    <a:pt x="5264915" y="560210"/>
                  </a:lnTo>
                  <a:lnTo>
                    <a:pt x="5259442" y="560210"/>
                  </a:lnTo>
                  <a:lnTo>
                    <a:pt x="5259442" y="573132"/>
                  </a:lnTo>
                  <a:lnTo>
                    <a:pt x="5253970" y="573132"/>
                  </a:lnTo>
                  <a:lnTo>
                    <a:pt x="5253970" y="573132"/>
                  </a:lnTo>
                  <a:lnTo>
                    <a:pt x="5248497" y="573132"/>
                  </a:lnTo>
                  <a:lnTo>
                    <a:pt x="5248497" y="573132"/>
                  </a:lnTo>
                  <a:lnTo>
                    <a:pt x="5243024" y="573132"/>
                  </a:lnTo>
                  <a:lnTo>
                    <a:pt x="5243024" y="573132"/>
                  </a:lnTo>
                  <a:lnTo>
                    <a:pt x="5237551" y="573132"/>
                  </a:lnTo>
                  <a:lnTo>
                    <a:pt x="5237551" y="573132"/>
                  </a:lnTo>
                  <a:lnTo>
                    <a:pt x="5232078" y="573132"/>
                  </a:lnTo>
                  <a:lnTo>
                    <a:pt x="5232078" y="573132"/>
                  </a:lnTo>
                  <a:lnTo>
                    <a:pt x="5226605" y="573132"/>
                  </a:lnTo>
                  <a:lnTo>
                    <a:pt x="5226605" y="585966"/>
                  </a:lnTo>
                  <a:lnTo>
                    <a:pt x="5221132" y="585966"/>
                  </a:lnTo>
                  <a:lnTo>
                    <a:pt x="5221132" y="585966"/>
                  </a:lnTo>
                  <a:lnTo>
                    <a:pt x="5215659" y="585966"/>
                  </a:lnTo>
                  <a:lnTo>
                    <a:pt x="5215659" y="585966"/>
                  </a:lnTo>
                  <a:lnTo>
                    <a:pt x="5210186" y="585966"/>
                  </a:lnTo>
                  <a:lnTo>
                    <a:pt x="5210186" y="585966"/>
                  </a:lnTo>
                  <a:lnTo>
                    <a:pt x="5204714" y="585966"/>
                  </a:lnTo>
                  <a:lnTo>
                    <a:pt x="5204714" y="585966"/>
                  </a:lnTo>
                  <a:lnTo>
                    <a:pt x="5199241" y="585966"/>
                  </a:lnTo>
                  <a:lnTo>
                    <a:pt x="5199241" y="585966"/>
                  </a:lnTo>
                  <a:lnTo>
                    <a:pt x="5193768" y="585966"/>
                  </a:lnTo>
                  <a:lnTo>
                    <a:pt x="5193768" y="585966"/>
                  </a:lnTo>
                  <a:lnTo>
                    <a:pt x="5188295" y="585966"/>
                  </a:lnTo>
                  <a:lnTo>
                    <a:pt x="5188295" y="585966"/>
                  </a:lnTo>
                  <a:lnTo>
                    <a:pt x="5182822" y="585966"/>
                  </a:lnTo>
                  <a:lnTo>
                    <a:pt x="5182822" y="585966"/>
                  </a:lnTo>
                  <a:lnTo>
                    <a:pt x="5177349" y="585966"/>
                  </a:lnTo>
                  <a:lnTo>
                    <a:pt x="5177349" y="585966"/>
                  </a:lnTo>
                  <a:lnTo>
                    <a:pt x="5171876" y="585966"/>
                  </a:lnTo>
                  <a:lnTo>
                    <a:pt x="5171876" y="585966"/>
                  </a:lnTo>
                  <a:lnTo>
                    <a:pt x="5166403" y="585966"/>
                  </a:lnTo>
                  <a:lnTo>
                    <a:pt x="5166403" y="585966"/>
                  </a:lnTo>
                  <a:lnTo>
                    <a:pt x="5160930" y="585966"/>
                  </a:lnTo>
                  <a:lnTo>
                    <a:pt x="5160930" y="585966"/>
                  </a:lnTo>
                  <a:lnTo>
                    <a:pt x="5155458" y="585966"/>
                  </a:lnTo>
                  <a:lnTo>
                    <a:pt x="5155458" y="585966"/>
                  </a:lnTo>
                  <a:lnTo>
                    <a:pt x="5149985" y="585966"/>
                  </a:lnTo>
                  <a:lnTo>
                    <a:pt x="5149985" y="585966"/>
                  </a:lnTo>
                  <a:lnTo>
                    <a:pt x="5144512" y="585966"/>
                  </a:lnTo>
                  <a:lnTo>
                    <a:pt x="5144512" y="585966"/>
                  </a:lnTo>
                  <a:lnTo>
                    <a:pt x="5139039" y="585966"/>
                  </a:lnTo>
                  <a:lnTo>
                    <a:pt x="5139039" y="585966"/>
                  </a:lnTo>
                  <a:lnTo>
                    <a:pt x="5133566" y="585966"/>
                  </a:lnTo>
                  <a:lnTo>
                    <a:pt x="5133566" y="585966"/>
                  </a:lnTo>
                  <a:lnTo>
                    <a:pt x="5128093" y="585966"/>
                  </a:lnTo>
                  <a:lnTo>
                    <a:pt x="5128093" y="585966"/>
                  </a:lnTo>
                  <a:lnTo>
                    <a:pt x="5122620" y="585966"/>
                  </a:lnTo>
                  <a:lnTo>
                    <a:pt x="5122620" y="585966"/>
                  </a:lnTo>
                  <a:lnTo>
                    <a:pt x="5117147" y="585966"/>
                  </a:lnTo>
                  <a:lnTo>
                    <a:pt x="5117147" y="585966"/>
                  </a:lnTo>
                  <a:lnTo>
                    <a:pt x="5111674" y="585966"/>
                  </a:lnTo>
                  <a:lnTo>
                    <a:pt x="5111674" y="585966"/>
                  </a:lnTo>
                  <a:lnTo>
                    <a:pt x="5106202" y="585966"/>
                  </a:lnTo>
                  <a:lnTo>
                    <a:pt x="5106202" y="585966"/>
                  </a:lnTo>
                  <a:lnTo>
                    <a:pt x="5100729" y="585966"/>
                  </a:lnTo>
                  <a:lnTo>
                    <a:pt x="5100729" y="585966"/>
                  </a:lnTo>
                  <a:lnTo>
                    <a:pt x="5095256" y="585966"/>
                  </a:lnTo>
                  <a:lnTo>
                    <a:pt x="5095256" y="585966"/>
                  </a:lnTo>
                  <a:lnTo>
                    <a:pt x="5089783" y="585966"/>
                  </a:lnTo>
                  <a:lnTo>
                    <a:pt x="5089783" y="585966"/>
                  </a:lnTo>
                  <a:lnTo>
                    <a:pt x="5084310" y="585966"/>
                  </a:lnTo>
                  <a:lnTo>
                    <a:pt x="5084310" y="585966"/>
                  </a:lnTo>
                  <a:lnTo>
                    <a:pt x="5078837" y="585966"/>
                  </a:lnTo>
                  <a:lnTo>
                    <a:pt x="5078837" y="585966"/>
                  </a:lnTo>
                  <a:lnTo>
                    <a:pt x="5073364" y="585966"/>
                  </a:lnTo>
                  <a:lnTo>
                    <a:pt x="5073364" y="585966"/>
                  </a:lnTo>
                  <a:lnTo>
                    <a:pt x="5067891" y="585966"/>
                  </a:lnTo>
                  <a:lnTo>
                    <a:pt x="5067891" y="585966"/>
                  </a:lnTo>
                  <a:lnTo>
                    <a:pt x="5062419" y="585966"/>
                  </a:lnTo>
                  <a:lnTo>
                    <a:pt x="5062419" y="585966"/>
                  </a:lnTo>
                  <a:lnTo>
                    <a:pt x="5056946" y="585966"/>
                  </a:lnTo>
                  <a:lnTo>
                    <a:pt x="5056946" y="585966"/>
                  </a:lnTo>
                  <a:lnTo>
                    <a:pt x="5051473" y="585966"/>
                  </a:lnTo>
                  <a:lnTo>
                    <a:pt x="5051473" y="585966"/>
                  </a:lnTo>
                  <a:lnTo>
                    <a:pt x="5046000" y="585966"/>
                  </a:lnTo>
                  <a:lnTo>
                    <a:pt x="5046000" y="585966"/>
                  </a:lnTo>
                  <a:lnTo>
                    <a:pt x="5040527" y="585966"/>
                  </a:lnTo>
                  <a:lnTo>
                    <a:pt x="5040527" y="585966"/>
                  </a:lnTo>
                  <a:lnTo>
                    <a:pt x="5035054" y="585966"/>
                  </a:lnTo>
                  <a:lnTo>
                    <a:pt x="5035054" y="598508"/>
                  </a:lnTo>
                  <a:lnTo>
                    <a:pt x="5029581" y="598508"/>
                  </a:lnTo>
                  <a:lnTo>
                    <a:pt x="5029581" y="598508"/>
                  </a:lnTo>
                  <a:lnTo>
                    <a:pt x="5024108" y="598508"/>
                  </a:lnTo>
                  <a:lnTo>
                    <a:pt x="5024108" y="598508"/>
                  </a:lnTo>
                  <a:lnTo>
                    <a:pt x="5018635" y="598508"/>
                  </a:lnTo>
                  <a:lnTo>
                    <a:pt x="5018635" y="598508"/>
                  </a:lnTo>
                  <a:lnTo>
                    <a:pt x="5013163" y="598508"/>
                  </a:lnTo>
                  <a:lnTo>
                    <a:pt x="5013163" y="598508"/>
                  </a:lnTo>
                  <a:lnTo>
                    <a:pt x="5007690" y="598508"/>
                  </a:lnTo>
                  <a:lnTo>
                    <a:pt x="5007690" y="598508"/>
                  </a:lnTo>
                  <a:lnTo>
                    <a:pt x="5002217" y="598508"/>
                  </a:lnTo>
                  <a:lnTo>
                    <a:pt x="5002217" y="598508"/>
                  </a:lnTo>
                  <a:lnTo>
                    <a:pt x="4996744" y="598508"/>
                  </a:lnTo>
                  <a:lnTo>
                    <a:pt x="4996744" y="598508"/>
                  </a:lnTo>
                  <a:lnTo>
                    <a:pt x="4991271" y="598508"/>
                  </a:lnTo>
                  <a:lnTo>
                    <a:pt x="4991271" y="598508"/>
                  </a:lnTo>
                  <a:lnTo>
                    <a:pt x="4985798" y="598508"/>
                  </a:lnTo>
                  <a:lnTo>
                    <a:pt x="4985798" y="598508"/>
                  </a:lnTo>
                  <a:lnTo>
                    <a:pt x="4980325" y="598508"/>
                  </a:lnTo>
                  <a:lnTo>
                    <a:pt x="4980325" y="598508"/>
                  </a:lnTo>
                  <a:lnTo>
                    <a:pt x="4974852" y="598508"/>
                  </a:lnTo>
                  <a:lnTo>
                    <a:pt x="4974852" y="598508"/>
                  </a:lnTo>
                  <a:lnTo>
                    <a:pt x="4969379" y="598508"/>
                  </a:lnTo>
                  <a:lnTo>
                    <a:pt x="4969379" y="598508"/>
                  </a:lnTo>
                  <a:lnTo>
                    <a:pt x="4963907" y="598508"/>
                  </a:lnTo>
                  <a:lnTo>
                    <a:pt x="4963907" y="598508"/>
                  </a:lnTo>
                  <a:lnTo>
                    <a:pt x="4958434" y="598508"/>
                  </a:lnTo>
                  <a:lnTo>
                    <a:pt x="4958434" y="598508"/>
                  </a:lnTo>
                  <a:lnTo>
                    <a:pt x="4952961" y="598508"/>
                  </a:lnTo>
                  <a:lnTo>
                    <a:pt x="4952961" y="598508"/>
                  </a:lnTo>
                  <a:lnTo>
                    <a:pt x="4947488" y="598508"/>
                  </a:lnTo>
                  <a:lnTo>
                    <a:pt x="4947488" y="598508"/>
                  </a:lnTo>
                  <a:lnTo>
                    <a:pt x="4942015" y="598508"/>
                  </a:lnTo>
                  <a:lnTo>
                    <a:pt x="4942015" y="598508"/>
                  </a:lnTo>
                  <a:lnTo>
                    <a:pt x="4936542" y="598508"/>
                  </a:lnTo>
                  <a:lnTo>
                    <a:pt x="4936542" y="598508"/>
                  </a:lnTo>
                  <a:lnTo>
                    <a:pt x="4931069" y="598508"/>
                  </a:lnTo>
                  <a:lnTo>
                    <a:pt x="4931069" y="598508"/>
                  </a:lnTo>
                  <a:lnTo>
                    <a:pt x="4925596" y="598508"/>
                  </a:lnTo>
                  <a:lnTo>
                    <a:pt x="4925596" y="598508"/>
                  </a:lnTo>
                  <a:lnTo>
                    <a:pt x="4920123" y="598508"/>
                  </a:lnTo>
                  <a:lnTo>
                    <a:pt x="4920123" y="598508"/>
                  </a:lnTo>
                  <a:lnTo>
                    <a:pt x="4914651" y="598508"/>
                  </a:lnTo>
                  <a:lnTo>
                    <a:pt x="4914651" y="598508"/>
                  </a:lnTo>
                  <a:lnTo>
                    <a:pt x="4909178" y="598508"/>
                  </a:lnTo>
                  <a:lnTo>
                    <a:pt x="4909178" y="598508"/>
                  </a:lnTo>
                  <a:lnTo>
                    <a:pt x="4903705" y="598508"/>
                  </a:lnTo>
                  <a:lnTo>
                    <a:pt x="4903705" y="610851"/>
                  </a:lnTo>
                  <a:lnTo>
                    <a:pt x="4898232" y="610851"/>
                  </a:lnTo>
                  <a:lnTo>
                    <a:pt x="4898232" y="610851"/>
                  </a:lnTo>
                  <a:lnTo>
                    <a:pt x="4892759" y="610851"/>
                  </a:lnTo>
                  <a:lnTo>
                    <a:pt x="4892759" y="610851"/>
                  </a:lnTo>
                  <a:lnTo>
                    <a:pt x="4887286" y="610851"/>
                  </a:lnTo>
                  <a:lnTo>
                    <a:pt x="4887286" y="610851"/>
                  </a:lnTo>
                  <a:lnTo>
                    <a:pt x="4881813" y="610851"/>
                  </a:lnTo>
                  <a:lnTo>
                    <a:pt x="4881813" y="610851"/>
                  </a:lnTo>
                  <a:lnTo>
                    <a:pt x="4876340" y="610851"/>
                  </a:lnTo>
                  <a:lnTo>
                    <a:pt x="4876340" y="610851"/>
                  </a:lnTo>
                  <a:lnTo>
                    <a:pt x="4870868" y="610851"/>
                  </a:lnTo>
                  <a:lnTo>
                    <a:pt x="4870868" y="610851"/>
                  </a:lnTo>
                  <a:lnTo>
                    <a:pt x="4865395" y="610851"/>
                  </a:lnTo>
                  <a:lnTo>
                    <a:pt x="4865395" y="610851"/>
                  </a:lnTo>
                  <a:lnTo>
                    <a:pt x="4859922" y="610851"/>
                  </a:lnTo>
                  <a:lnTo>
                    <a:pt x="4859922" y="610851"/>
                  </a:lnTo>
                  <a:lnTo>
                    <a:pt x="4854449" y="610851"/>
                  </a:lnTo>
                  <a:lnTo>
                    <a:pt x="4854449" y="610851"/>
                  </a:lnTo>
                  <a:lnTo>
                    <a:pt x="4848976" y="610851"/>
                  </a:lnTo>
                  <a:lnTo>
                    <a:pt x="4848976" y="610851"/>
                  </a:lnTo>
                  <a:lnTo>
                    <a:pt x="4843503" y="610851"/>
                  </a:lnTo>
                  <a:lnTo>
                    <a:pt x="4843503" y="610851"/>
                  </a:lnTo>
                  <a:lnTo>
                    <a:pt x="4838030" y="610851"/>
                  </a:lnTo>
                  <a:lnTo>
                    <a:pt x="4838030" y="610851"/>
                  </a:lnTo>
                  <a:lnTo>
                    <a:pt x="4832557" y="610851"/>
                  </a:lnTo>
                  <a:lnTo>
                    <a:pt x="4832557" y="610851"/>
                  </a:lnTo>
                  <a:lnTo>
                    <a:pt x="4827084" y="610851"/>
                  </a:lnTo>
                  <a:lnTo>
                    <a:pt x="4827084" y="610851"/>
                  </a:lnTo>
                  <a:lnTo>
                    <a:pt x="4821612" y="610851"/>
                  </a:lnTo>
                  <a:lnTo>
                    <a:pt x="4821612" y="610851"/>
                  </a:lnTo>
                  <a:lnTo>
                    <a:pt x="4816139" y="610851"/>
                  </a:lnTo>
                  <a:lnTo>
                    <a:pt x="4816139" y="610851"/>
                  </a:lnTo>
                  <a:lnTo>
                    <a:pt x="4810666" y="610851"/>
                  </a:lnTo>
                  <a:lnTo>
                    <a:pt x="4810666" y="610851"/>
                  </a:lnTo>
                  <a:lnTo>
                    <a:pt x="4805193" y="610851"/>
                  </a:lnTo>
                  <a:lnTo>
                    <a:pt x="4805193" y="610851"/>
                  </a:lnTo>
                  <a:lnTo>
                    <a:pt x="4799720" y="610851"/>
                  </a:lnTo>
                  <a:lnTo>
                    <a:pt x="4799720" y="610851"/>
                  </a:lnTo>
                  <a:lnTo>
                    <a:pt x="4794247" y="610851"/>
                  </a:lnTo>
                  <a:lnTo>
                    <a:pt x="4794247" y="610851"/>
                  </a:lnTo>
                  <a:lnTo>
                    <a:pt x="4788774" y="610851"/>
                  </a:lnTo>
                  <a:lnTo>
                    <a:pt x="4788774" y="622965"/>
                  </a:lnTo>
                  <a:lnTo>
                    <a:pt x="4783301" y="622965"/>
                  </a:lnTo>
                  <a:lnTo>
                    <a:pt x="4783301" y="622965"/>
                  </a:lnTo>
                  <a:lnTo>
                    <a:pt x="4777828" y="622965"/>
                  </a:lnTo>
                  <a:lnTo>
                    <a:pt x="4777828" y="622965"/>
                  </a:lnTo>
                  <a:lnTo>
                    <a:pt x="4772356" y="622965"/>
                  </a:lnTo>
                  <a:lnTo>
                    <a:pt x="4772356" y="622965"/>
                  </a:lnTo>
                  <a:lnTo>
                    <a:pt x="4766883" y="622965"/>
                  </a:lnTo>
                  <a:lnTo>
                    <a:pt x="4766883" y="622965"/>
                  </a:lnTo>
                  <a:lnTo>
                    <a:pt x="4761410" y="622965"/>
                  </a:lnTo>
                  <a:lnTo>
                    <a:pt x="4761410" y="622965"/>
                  </a:lnTo>
                  <a:lnTo>
                    <a:pt x="4755937" y="622965"/>
                  </a:lnTo>
                  <a:lnTo>
                    <a:pt x="4755937" y="622965"/>
                  </a:lnTo>
                  <a:lnTo>
                    <a:pt x="4750464" y="622965"/>
                  </a:lnTo>
                  <a:lnTo>
                    <a:pt x="4750464" y="622965"/>
                  </a:lnTo>
                  <a:lnTo>
                    <a:pt x="4744991" y="622965"/>
                  </a:lnTo>
                  <a:lnTo>
                    <a:pt x="4744991" y="622965"/>
                  </a:lnTo>
                  <a:lnTo>
                    <a:pt x="4739518" y="622965"/>
                  </a:lnTo>
                  <a:lnTo>
                    <a:pt x="4739518" y="622965"/>
                  </a:lnTo>
                  <a:lnTo>
                    <a:pt x="4734045" y="622965"/>
                  </a:lnTo>
                  <a:lnTo>
                    <a:pt x="4734045" y="622965"/>
                  </a:lnTo>
                  <a:lnTo>
                    <a:pt x="4728573" y="622965"/>
                  </a:lnTo>
                  <a:lnTo>
                    <a:pt x="4728573" y="622965"/>
                  </a:lnTo>
                  <a:lnTo>
                    <a:pt x="4723100" y="622965"/>
                  </a:lnTo>
                  <a:lnTo>
                    <a:pt x="4723100" y="622965"/>
                  </a:lnTo>
                  <a:lnTo>
                    <a:pt x="4717627" y="622965"/>
                  </a:lnTo>
                  <a:lnTo>
                    <a:pt x="4717627" y="622965"/>
                  </a:lnTo>
                  <a:lnTo>
                    <a:pt x="4712154" y="622965"/>
                  </a:lnTo>
                  <a:lnTo>
                    <a:pt x="4712154" y="622965"/>
                  </a:lnTo>
                  <a:lnTo>
                    <a:pt x="4706681" y="622965"/>
                  </a:lnTo>
                  <a:lnTo>
                    <a:pt x="4706681" y="622965"/>
                  </a:lnTo>
                  <a:lnTo>
                    <a:pt x="4701208" y="622965"/>
                  </a:lnTo>
                  <a:lnTo>
                    <a:pt x="4701208" y="622965"/>
                  </a:lnTo>
                  <a:lnTo>
                    <a:pt x="4695735" y="622965"/>
                  </a:lnTo>
                  <a:lnTo>
                    <a:pt x="4695735" y="622965"/>
                  </a:lnTo>
                  <a:lnTo>
                    <a:pt x="4690262" y="622965"/>
                  </a:lnTo>
                  <a:lnTo>
                    <a:pt x="4690262" y="622965"/>
                  </a:lnTo>
                  <a:lnTo>
                    <a:pt x="4684789" y="622965"/>
                  </a:lnTo>
                  <a:lnTo>
                    <a:pt x="4684789" y="622965"/>
                  </a:lnTo>
                  <a:lnTo>
                    <a:pt x="4679317" y="622965"/>
                  </a:lnTo>
                  <a:lnTo>
                    <a:pt x="4679317" y="622965"/>
                  </a:lnTo>
                  <a:lnTo>
                    <a:pt x="4673844" y="622965"/>
                  </a:lnTo>
                  <a:lnTo>
                    <a:pt x="4673844" y="634899"/>
                  </a:lnTo>
                  <a:lnTo>
                    <a:pt x="4668371" y="634899"/>
                  </a:lnTo>
                  <a:lnTo>
                    <a:pt x="4668371" y="634899"/>
                  </a:lnTo>
                  <a:lnTo>
                    <a:pt x="4662898" y="634899"/>
                  </a:lnTo>
                  <a:lnTo>
                    <a:pt x="4662898" y="634899"/>
                  </a:lnTo>
                  <a:lnTo>
                    <a:pt x="4657425" y="634899"/>
                  </a:lnTo>
                  <a:lnTo>
                    <a:pt x="4657425" y="634899"/>
                  </a:lnTo>
                  <a:lnTo>
                    <a:pt x="4651952" y="634899"/>
                  </a:lnTo>
                  <a:lnTo>
                    <a:pt x="4651952" y="634899"/>
                  </a:lnTo>
                  <a:lnTo>
                    <a:pt x="4646479" y="634899"/>
                  </a:lnTo>
                  <a:lnTo>
                    <a:pt x="4646479" y="634899"/>
                  </a:lnTo>
                  <a:lnTo>
                    <a:pt x="4641006" y="634899"/>
                  </a:lnTo>
                  <a:lnTo>
                    <a:pt x="4641006" y="634899"/>
                  </a:lnTo>
                  <a:lnTo>
                    <a:pt x="4635533" y="634899"/>
                  </a:lnTo>
                  <a:lnTo>
                    <a:pt x="4635533" y="634899"/>
                  </a:lnTo>
                  <a:lnTo>
                    <a:pt x="4630061" y="634899"/>
                  </a:lnTo>
                  <a:lnTo>
                    <a:pt x="4630061" y="634899"/>
                  </a:lnTo>
                  <a:lnTo>
                    <a:pt x="4624588" y="634899"/>
                  </a:lnTo>
                  <a:lnTo>
                    <a:pt x="4624588" y="634899"/>
                  </a:lnTo>
                  <a:lnTo>
                    <a:pt x="4619115" y="634899"/>
                  </a:lnTo>
                  <a:lnTo>
                    <a:pt x="4619115" y="634899"/>
                  </a:lnTo>
                  <a:lnTo>
                    <a:pt x="4613642" y="634899"/>
                  </a:lnTo>
                  <a:lnTo>
                    <a:pt x="4613642" y="634899"/>
                  </a:lnTo>
                  <a:lnTo>
                    <a:pt x="4608169" y="634899"/>
                  </a:lnTo>
                  <a:lnTo>
                    <a:pt x="4608169" y="634899"/>
                  </a:lnTo>
                  <a:lnTo>
                    <a:pt x="4602696" y="634899"/>
                  </a:lnTo>
                  <a:lnTo>
                    <a:pt x="4602696" y="634899"/>
                  </a:lnTo>
                  <a:lnTo>
                    <a:pt x="4597223" y="634899"/>
                  </a:lnTo>
                  <a:lnTo>
                    <a:pt x="4597223" y="634899"/>
                  </a:lnTo>
                  <a:lnTo>
                    <a:pt x="4591750" y="634899"/>
                  </a:lnTo>
                  <a:lnTo>
                    <a:pt x="4591750" y="634899"/>
                  </a:lnTo>
                  <a:lnTo>
                    <a:pt x="4586277" y="634899"/>
                  </a:lnTo>
                  <a:lnTo>
                    <a:pt x="4586277" y="634899"/>
                  </a:lnTo>
                  <a:lnTo>
                    <a:pt x="4580805" y="634899"/>
                  </a:lnTo>
                  <a:lnTo>
                    <a:pt x="4580805" y="634899"/>
                  </a:lnTo>
                  <a:lnTo>
                    <a:pt x="4575332" y="634899"/>
                  </a:lnTo>
                  <a:lnTo>
                    <a:pt x="4575332" y="634899"/>
                  </a:lnTo>
                  <a:lnTo>
                    <a:pt x="4569859" y="634899"/>
                  </a:lnTo>
                  <a:lnTo>
                    <a:pt x="4569859" y="634899"/>
                  </a:lnTo>
                  <a:lnTo>
                    <a:pt x="4564386" y="634899"/>
                  </a:lnTo>
                  <a:lnTo>
                    <a:pt x="4564386" y="634899"/>
                  </a:lnTo>
                  <a:lnTo>
                    <a:pt x="4558913" y="634899"/>
                  </a:lnTo>
                  <a:lnTo>
                    <a:pt x="4558913" y="634899"/>
                  </a:lnTo>
                  <a:lnTo>
                    <a:pt x="4553440" y="634899"/>
                  </a:lnTo>
                  <a:lnTo>
                    <a:pt x="4553440" y="634899"/>
                  </a:lnTo>
                  <a:lnTo>
                    <a:pt x="4547967" y="634899"/>
                  </a:lnTo>
                  <a:lnTo>
                    <a:pt x="4547967" y="634899"/>
                  </a:lnTo>
                  <a:lnTo>
                    <a:pt x="4542494" y="634899"/>
                  </a:lnTo>
                  <a:lnTo>
                    <a:pt x="4542494" y="634899"/>
                  </a:lnTo>
                  <a:lnTo>
                    <a:pt x="4537022" y="634899"/>
                  </a:lnTo>
                  <a:lnTo>
                    <a:pt x="4537022" y="634899"/>
                  </a:lnTo>
                  <a:lnTo>
                    <a:pt x="4531549" y="634899"/>
                  </a:lnTo>
                  <a:lnTo>
                    <a:pt x="4531549" y="634899"/>
                  </a:lnTo>
                  <a:lnTo>
                    <a:pt x="4526076" y="634899"/>
                  </a:lnTo>
                  <a:lnTo>
                    <a:pt x="4526076" y="634899"/>
                  </a:lnTo>
                  <a:lnTo>
                    <a:pt x="4520603" y="634899"/>
                  </a:lnTo>
                  <a:lnTo>
                    <a:pt x="4520603" y="634899"/>
                  </a:lnTo>
                  <a:lnTo>
                    <a:pt x="4515130" y="634899"/>
                  </a:lnTo>
                  <a:lnTo>
                    <a:pt x="4515130" y="634899"/>
                  </a:lnTo>
                  <a:lnTo>
                    <a:pt x="4509657" y="634899"/>
                  </a:lnTo>
                  <a:lnTo>
                    <a:pt x="4509657" y="634899"/>
                  </a:lnTo>
                  <a:lnTo>
                    <a:pt x="4504184" y="634899"/>
                  </a:lnTo>
                  <a:lnTo>
                    <a:pt x="4504184" y="634899"/>
                  </a:lnTo>
                  <a:lnTo>
                    <a:pt x="4498711" y="634899"/>
                  </a:lnTo>
                  <a:lnTo>
                    <a:pt x="4498711" y="634899"/>
                  </a:lnTo>
                  <a:lnTo>
                    <a:pt x="4493238" y="634899"/>
                  </a:lnTo>
                  <a:lnTo>
                    <a:pt x="4493238" y="634899"/>
                  </a:lnTo>
                  <a:lnTo>
                    <a:pt x="4487766" y="634899"/>
                  </a:lnTo>
                  <a:lnTo>
                    <a:pt x="4487766" y="634899"/>
                  </a:lnTo>
                  <a:lnTo>
                    <a:pt x="4482293" y="634899"/>
                  </a:lnTo>
                  <a:lnTo>
                    <a:pt x="4482293" y="634899"/>
                  </a:lnTo>
                  <a:lnTo>
                    <a:pt x="4476820" y="634899"/>
                  </a:lnTo>
                  <a:lnTo>
                    <a:pt x="4476820" y="634899"/>
                  </a:lnTo>
                  <a:lnTo>
                    <a:pt x="4471347" y="634899"/>
                  </a:lnTo>
                  <a:lnTo>
                    <a:pt x="4471347" y="634899"/>
                  </a:lnTo>
                  <a:lnTo>
                    <a:pt x="4465874" y="634899"/>
                  </a:lnTo>
                  <a:lnTo>
                    <a:pt x="4465874" y="634899"/>
                  </a:lnTo>
                  <a:lnTo>
                    <a:pt x="4460401" y="634899"/>
                  </a:lnTo>
                  <a:lnTo>
                    <a:pt x="4460401" y="646534"/>
                  </a:lnTo>
                  <a:lnTo>
                    <a:pt x="4454928" y="646534"/>
                  </a:lnTo>
                  <a:lnTo>
                    <a:pt x="4454928" y="646534"/>
                  </a:lnTo>
                  <a:lnTo>
                    <a:pt x="4449455" y="646534"/>
                  </a:lnTo>
                  <a:lnTo>
                    <a:pt x="4449455" y="646534"/>
                  </a:lnTo>
                  <a:lnTo>
                    <a:pt x="4443982" y="646534"/>
                  </a:lnTo>
                  <a:lnTo>
                    <a:pt x="4443982" y="646534"/>
                  </a:lnTo>
                  <a:lnTo>
                    <a:pt x="4438510" y="646534"/>
                  </a:lnTo>
                  <a:lnTo>
                    <a:pt x="4438510" y="646534"/>
                  </a:lnTo>
                  <a:lnTo>
                    <a:pt x="4433037" y="646534"/>
                  </a:lnTo>
                  <a:lnTo>
                    <a:pt x="4433037" y="646534"/>
                  </a:lnTo>
                  <a:lnTo>
                    <a:pt x="4427564" y="646534"/>
                  </a:lnTo>
                  <a:lnTo>
                    <a:pt x="4427564" y="646534"/>
                  </a:lnTo>
                  <a:lnTo>
                    <a:pt x="4422091" y="646534"/>
                  </a:lnTo>
                  <a:lnTo>
                    <a:pt x="4422091" y="646534"/>
                  </a:lnTo>
                  <a:lnTo>
                    <a:pt x="4416618" y="646534"/>
                  </a:lnTo>
                  <a:lnTo>
                    <a:pt x="4416618" y="646534"/>
                  </a:lnTo>
                  <a:lnTo>
                    <a:pt x="4411145" y="646534"/>
                  </a:lnTo>
                  <a:lnTo>
                    <a:pt x="4411145" y="646534"/>
                  </a:lnTo>
                  <a:lnTo>
                    <a:pt x="4405672" y="646534"/>
                  </a:lnTo>
                  <a:lnTo>
                    <a:pt x="4405672" y="646534"/>
                  </a:lnTo>
                  <a:lnTo>
                    <a:pt x="4400199" y="646534"/>
                  </a:lnTo>
                  <a:lnTo>
                    <a:pt x="4400199" y="646534"/>
                  </a:lnTo>
                  <a:lnTo>
                    <a:pt x="4394726" y="646534"/>
                  </a:lnTo>
                  <a:lnTo>
                    <a:pt x="4394726" y="646534"/>
                  </a:lnTo>
                  <a:lnTo>
                    <a:pt x="4389254" y="646534"/>
                  </a:lnTo>
                  <a:lnTo>
                    <a:pt x="4389254" y="646534"/>
                  </a:lnTo>
                  <a:lnTo>
                    <a:pt x="4383781" y="646534"/>
                  </a:lnTo>
                  <a:lnTo>
                    <a:pt x="4383781" y="646534"/>
                  </a:lnTo>
                  <a:lnTo>
                    <a:pt x="4378308" y="646534"/>
                  </a:lnTo>
                  <a:lnTo>
                    <a:pt x="4378308" y="646534"/>
                  </a:lnTo>
                  <a:lnTo>
                    <a:pt x="4372835" y="646534"/>
                  </a:lnTo>
                  <a:lnTo>
                    <a:pt x="4372835" y="646534"/>
                  </a:lnTo>
                  <a:lnTo>
                    <a:pt x="4367362" y="646534"/>
                  </a:lnTo>
                  <a:lnTo>
                    <a:pt x="4367362" y="646534"/>
                  </a:lnTo>
                  <a:lnTo>
                    <a:pt x="4361889" y="646534"/>
                  </a:lnTo>
                  <a:lnTo>
                    <a:pt x="4361889" y="658001"/>
                  </a:lnTo>
                  <a:lnTo>
                    <a:pt x="4356416" y="658001"/>
                  </a:lnTo>
                  <a:lnTo>
                    <a:pt x="4356416" y="658001"/>
                  </a:lnTo>
                  <a:lnTo>
                    <a:pt x="4350943" y="658001"/>
                  </a:lnTo>
                  <a:lnTo>
                    <a:pt x="4350943" y="658001"/>
                  </a:lnTo>
                  <a:lnTo>
                    <a:pt x="4345471" y="658001"/>
                  </a:lnTo>
                  <a:lnTo>
                    <a:pt x="4345471" y="658001"/>
                  </a:lnTo>
                  <a:lnTo>
                    <a:pt x="4339998" y="658001"/>
                  </a:lnTo>
                  <a:lnTo>
                    <a:pt x="4339998" y="658001"/>
                  </a:lnTo>
                  <a:lnTo>
                    <a:pt x="4334525" y="658001"/>
                  </a:lnTo>
                  <a:lnTo>
                    <a:pt x="4334525" y="658001"/>
                  </a:lnTo>
                  <a:lnTo>
                    <a:pt x="4329052" y="658001"/>
                  </a:lnTo>
                  <a:lnTo>
                    <a:pt x="4329052" y="669421"/>
                  </a:lnTo>
                  <a:lnTo>
                    <a:pt x="4323579" y="669421"/>
                  </a:lnTo>
                  <a:lnTo>
                    <a:pt x="4323579" y="669421"/>
                  </a:lnTo>
                  <a:lnTo>
                    <a:pt x="4318106" y="669421"/>
                  </a:lnTo>
                  <a:lnTo>
                    <a:pt x="4318106" y="669421"/>
                  </a:lnTo>
                  <a:lnTo>
                    <a:pt x="4312633" y="669421"/>
                  </a:lnTo>
                  <a:lnTo>
                    <a:pt x="4312633" y="669421"/>
                  </a:lnTo>
                  <a:lnTo>
                    <a:pt x="4307160" y="669421"/>
                  </a:lnTo>
                  <a:lnTo>
                    <a:pt x="4307160" y="669421"/>
                  </a:lnTo>
                  <a:lnTo>
                    <a:pt x="4301687" y="669421"/>
                  </a:lnTo>
                  <a:lnTo>
                    <a:pt x="4301687" y="669421"/>
                  </a:lnTo>
                  <a:lnTo>
                    <a:pt x="4296215" y="669421"/>
                  </a:lnTo>
                  <a:lnTo>
                    <a:pt x="4296215" y="680771"/>
                  </a:lnTo>
                  <a:lnTo>
                    <a:pt x="4290742" y="680771"/>
                  </a:lnTo>
                  <a:lnTo>
                    <a:pt x="4290742" y="680771"/>
                  </a:lnTo>
                  <a:lnTo>
                    <a:pt x="4285269" y="680771"/>
                  </a:lnTo>
                  <a:lnTo>
                    <a:pt x="4285269" y="680771"/>
                  </a:lnTo>
                  <a:lnTo>
                    <a:pt x="4279796" y="680771"/>
                  </a:lnTo>
                  <a:lnTo>
                    <a:pt x="4279796" y="680771"/>
                  </a:lnTo>
                  <a:lnTo>
                    <a:pt x="4274323" y="680771"/>
                  </a:lnTo>
                  <a:lnTo>
                    <a:pt x="4274323" y="680771"/>
                  </a:lnTo>
                  <a:lnTo>
                    <a:pt x="4268850" y="680771"/>
                  </a:lnTo>
                  <a:lnTo>
                    <a:pt x="4268850" y="680771"/>
                  </a:lnTo>
                  <a:lnTo>
                    <a:pt x="4263377" y="680771"/>
                  </a:lnTo>
                  <a:lnTo>
                    <a:pt x="4263377" y="680771"/>
                  </a:lnTo>
                  <a:lnTo>
                    <a:pt x="4257904" y="680771"/>
                  </a:lnTo>
                  <a:lnTo>
                    <a:pt x="4257904" y="680771"/>
                  </a:lnTo>
                  <a:lnTo>
                    <a:pt x="4252431" y="680771"/>
                  </a:lnTo>
                  <a:lnTo>
                    <a:pt x="4252431" y="680771"/>
                  </a:lnTo>
                  <a:lnTo>
                    <a:pt x="4246959" y="680771"/>
                  </a:lnTo>
                  <a:lnTo>
                    <a:pt x="4246959" y="680771"/>
                  </a:lnTo>
                  <a:lnTo>
                    <a:pt x="4241486" y="680771"/>
                  </a:lnTo>
                  <a:lnTo>
                    <a:pt x="4241486" y="680771"/>
                  </a:lnTo>
                  <a:lnTo>
                    <a:pt x="4236013" y="680771"/>
                  </a:lnTo>
                  <a:lnTo>
                    <a:pt x="4236013" y="680771"/>
                  </a:lnTo>
                  <a:lnTo>
                    <a:pt x="4230540" y="680771"/>
                  </a:lnTo>
                  <a:lnTo>
                    <a:pt x="4230540" y="680771"/>
                  </a:lnTo>
                  <a:lnTo>
                    <a:pt x="4225067" y="680771"/>
                  </a:lnTo>
                  <a:lnTo>
                    <a:pt x="4225067" y="680771"/>
                  </a:lnTo>
                  <a:lnTo>
                    <a:pt x="4219594" y="680771"/>
                  </a:lnTo>
                  <a:lnTo>
                    <a:pt x="4219594" y="680771"/>
                  </a:lnTo>
                  <a:lnTo>
                    <a:pt x="4214121" y="680771"/>
                  </a:lnTo>
                  <a:lnTo>
                    <a:pt x="4214121" y="680771"/>
                  </a:lnTo>
                  <a:lnTo>
                    <a:pt x="4208648" y="680771"/>
                  </a:lnTo>
                  <a:lnTo>
                    <a:pt x="4208648" y="691906"/>
                  </a:lnTo>
                  <a:lnTo>
                    <a:pt x="4203176" y="691906"/>
                  </a:lnTo>
                  <a:lnTo>
                    <a:pt x="4203176" y="691906"/>
                  </a:lnTo>
                  <a:lnTo>
                    <a:pt x="4197703" y="691906"/>
                  </a:lnTo>
                  <a:lnTo>
                    <a:pt x="4197703" y="691906"/>
                  </a:lnTo>
                  <a:lnTo>
                    <a:pt x="4192230" y="691906"/>
                  </a:lnTo>
                  <a:lnTo>
                    <a:pt x="4192230" y="691906"/>
                  </a:lnTo>
                  <a:lnTo>
                    <a:pt x="4186757" y="691906"/>
                  </a:lnTo>
                  <a:lnTo>
                    <a:pt x="4186757" y="691906"/>
                  </a:lnTo>
                  <a:lnTo>
                    <a:pt x="4181284" y="691906"/>
                  </a:lnTo>
                  <a:lnTo>
                    <a:pt x="4181284" y="691906"/>
                  </a:lnTo>
                  <a:lnTo>
                    <a:pt x="4175811" y="691906"/>
                  </a:lnTo>
                  <a:lnTo>
                    <a:pt x="4175811" y="691906"/>
                  </a:lnTo>
                  <a:lnTo>
                    <a:pt x="4170338" y="691906"/>
                  </a:lnTo>
                  <a:lnTo>
                    <a:pt x="4170338" y="691906"/>
                  </a:lnTo>
                  <a:lnTo>
                    <a:pt x="4164865" y="691906"/>
                  </a:lnTo>
                  <a:lnTo>
                    <a:pt x="4164865" y="691906"/>
                  </a:lnTo>
                  <a:lnTo>
                    <a:pt x="4159392" y="691906"/>
                  </a:lnTo>
                  <a:lnTo>
                    <a:pt x="4159392" y="691906"/>
                  </a:lnTo>
                  <a:lnTo>
                    <a:pt x="4153920" y="691906"/>
                  </a:lnTo>
                  <a:lnTo>
                    <a:pt x="4153920" y="702930"/>
                  </a:lnTo>
                  <a:lnTo>
                    <a:pt x="4148447" y="702930"/>
                  </a:lnTo>
                  <a:lnTo>
                    <a:pt x="4148447" y="713941"/>
                  </a:lnTo>
                  <a:lnTo>
                    <a:pt x="4142974" y="713941"/>
                  </a:lnTo>
                  <a:lnTo>
                    <a:pt x="4142974" y="713941"/>
                  </a:lnTo>
                  <a:lnTo>
                    <a:pt x="4137501" y="713941"/>
                  </a:lnTo>
                  <a:lnTo>
                    <a:pt x="4137501" y="713941"/>
                  </a:lnTo>
                  <a:lnTo>
                    <a:pt x="4132028" y="713941"/>
                  </a:lnTo>
                  <a:lnTo>
                    <a:pt x="4132028" y="713941"/>
                  </a:lnTo>
                  <a:lnTo>
                    <a:pt x="4126555" y="713941"/>
                  </a:lnTo>
                  <a:lnTo>
                    <a:pt x="4126555" y="713941"/>
                  </a:lnTo>
                  <a:lnTo>
                    <a:pt x="4121082" y="713941"/>
                  </a:lnTo>
                  <a:lnTo>
                    <a:pt x="4121082" y="713941"/>
                  </a:lnTo>
                  <a:lnTo>
                    <a:pt x="4115609" y="713941"/>
                  </a:lnTo>
                  <a:lnTo>
                    <a:pt x="4115609" y="713941"/>
                  </a:lnTo>
                  <a:lnTo>
                    <a:pt x="4110136" y="713941"/>
                  </a:lnTo>
                  <a:lnTo>
                    <a:pt x="4110136" y="713941"/>
                  </a:lnTo>
                  <a:lnTo>
                    <a:pt x="4104664" y="713941"/>
                  </a:lnTo>
                  <a:lnTo>
                    <a:pt x="4104664" y="713941"/>
                  </a:lnTo>
                  <a:lnTo>
                    <a:pt x="4099191" y="713941"/>
                  </a:lnTo>
                  <a:lnTo>
                    <a:pt x="4099191" y="713941"/>
                  </a:lnTo>
                  <a:lnTo>
                    <a:pt x="4093718" y="713941"/>
                  </a:lnTo>
                  <a:lnTo>
                    <a:pt x="4093718" y="713941"/>
                  </a:lnTo>
                  <a:lnTo>
                    <a:pt x="4088245" y="713941"/>
                  </a:lnTo>
                  <a:lnTo>
                    <a:pt x="4088245" y="713941"/>
                  </a:lnTo>
                  <a:lnTo>
                    <a:pt x="4082772" y="713941"/>
                  </a:lnTo>
                  <a:lnTo>
                    <a:pt x="4082772" y="713941"/>
                  </a:lnTo>
                  <a:lnTo>
                    <a:pt x="4077299" y="713941"/>
                  </a:lnTo>
                  <a:lnTo>
                    <a:pt x="4077299" y="713941"/>
                  </a:lnTo>
                  <a:lnTo>
                    <a:pt x="4071826" y="713941"/>
                  </a:lnTo>
                  <a:lnTo>
                    <a:pt x="4071826" y="713941"/>
                  </a:lnTo>
                  <a:lnTo>
                    <a:pt x="4066353" y="713941"/>
                  </a:lnTo>
                  <a:lnTo>
                    <a:pt x="4066353" y="713941"/>
                  </a:lnTo>
                  <a:lnTo>
                    <a:pt x="4060880" y="713941"/>
                  </a:lnTo>
                  <a:lnTo>
                    <a:pt x="4060880" y="713941"/>
                  </a:lnTo>
                  <a:lnTo>
                    <a:pt x="4055408" y="713941"/>
                  </a:lnTo>
                  <a:lnTo>
                    <a:pt x="4055408" y="713941"/>
                  </a:lnTo>
                  <a:lnTo>
                    <a:pt x="4049935" y="713941"/>
                  </a:lnTo>
                  <a:lnTo>
                    <a:pt x="4049935" y="713941"/>
                  </a:lnTo>
                  <a:lnTo>
                    <a:pt x="4044462" y="713941"/>
                  </a:lnTo>
                  <a:lnTo>
                    <a:pt x="4044462" y="713941"/>
                  </a:lnTo>
                  <a:lnTo>
                    <a:pt x="4038989" y="713941"/>
                  </a:lnTo>
                  <a:lnTo>
                    <a:pt x="4038989" y="713941"/>
                  </a:lnTo>
                  <a:lnTo>
                    <a:pt x="4033516" y="713941"/>
                  </a:lnTo>
                  <a:lnTo>
                    <a:pt x="4033516" y="713941"/>
                  </a:lnTo>
                  <a:lnTo>
                    <a:pt x="4028043" y="713941"/>
                  </a:lnTo>
                  <a:lnTo>
                    <a:pt x="4028043" y="713941"/>
                  </a:lnTo>
                  <a:lnTo>
                    <a:pt x="4022570" y="713941"/>
                  </a:lnTo>
                  <a:lnTo>
                    <a:pt x="4022570" y="713941"/>
                  </a:lnTo>
                  <a:lnTo>
                    <a:pt x="4017097" y="713941"/>
                  </a:lnTo>
                  <a:lnTo>
                    <a:pt x="4017097" y="713941"/>
                  </a:lnTo>
                  <a:lnTo>
                    <a:pt x="4011625" y="713941"/>
                  </a:lnTo>
                  <a:lnTo>
                    <a:pt x="4011625" y="713941"/>
                  </a:lnTo>
                  <a:lnTo>
                    <a:pt x="4006152" y="713941"/>
                  </a:lnTo>
                  <a:lnTo>
                    <a:pt x="4006152" y="713941"/>
                  </a:lnTo>
                  <a:lnTo>
                    <a:pt x="4000679" y="713941"/>
                  </a:lnTo>
                  <a:lnTo>
                    <a:pt x="4000679" y="713941"/>
                  </a:lnTo>
                  <a:lnTo>
                    <a:pt x="3995206" y="713941"/>
                  </a:lnTo>
                  <a:lnTo>
                    <a:pt x="3995206" y="713941"/>
                  </a:lnTo>
                  <a:lnTo>
                    <a:pt x="3989733" y="713941"/>
                  </a:lnTo>
                  <a:lnTo>
                    <a:pt x="3989733" y="713941"/>
                  </a:lnTo>
                  <a:lnTo>
                    <a:pt x="3984260" y="713941"/>
                  </a:lnTo>
                  <a:lnTo>
                    <a:pt x="3984260" y="713941"/>
                  </a:lnTo>
                  <a:lnTo>
                    <a:pt x="3978787" y="713941"/>
                  </a:lnTo>
                  <a:lnTo>
                    <a:pt x="3978787" y="713941"/>
                  </a:lnTo>
                  <a:lnTo>
                    <a:pt x="3973314" y="713941"/>
                  </a:lnTo>
                  <a:lnTo>
                    <a:pt x="3973314" y="713941"/>
                  </a:lnTo>
                  <a:lnTo>
                    <a:pt x="3967841" y="713941"/>
                  </a:lnTo>
                  <a:lnTo>
                    <a:pt x="3967841" y="713941"/>
                  </a:lnTo>
                  <a:lnTo>
                    <a:pt x="3962369" y="713941"/>
                  </a:lnTo>
                  <a:lnTo>
                    <a:pt x="3962369" y="713941"/>
                  </a:lnTo>
                  <a:lnTo>
                    <a:pt x="3956896" y="713941"/>
                  </a:lnTo>
                  <a:lnTo>
                    <a:pt x="3956896" y="713941"/>
                  </a:lnTo>
                  <a:lnTo>
                    <a:pt x="3951423" y="713941"/>
                  </a:lnTo>
                  <a:lnTo>
                    <a:pt x="3951423" y="713941"/>
                  </a:lnTo>
                  <a:lnTo>
                    <a:pt x="3945950" y="713941"/>
                  </a:lnTo>
                  <a:lnTo>
                    <a:pt x="3945950" y="713941"/>
                  </a:lnTo>
                  <a:lnTo>
                    <a:pt x="3940477" y="713941"/>
                  </a:lnTo>
                  <a:lnTo>
                    <a:pt x="3940477" y="713941"/>
                  </a:lnTo>
                  <a:lnTo>
                    <a:pt x="3935004" y="713941"/>
                  </a:lnTo>
                  <a:lnTo>
                    <a:pt x="3935004" y="724594"/>
                  </a:lnTo>
                  <a:lnTo>
                    <a:pt x="3929531" y="724594"/>
                  </a:lnTo>
                  <a:lnTo>
                    <a:pt x="3929531" y="724594"/>
                  </a:lnTo>
                  <a:lnTo>
                    <a:pt x="3924058" y="724594"/>
                  </a:lnTo>
                  <a:lnTo>
                    <a:pt x="3924058" y="724594"/>
                  </a:lnTo>
                  <a:lnTo>
                    <a:pt x="3918585" y="724594"/>
                  </a:lnTo>
                  <a:lnTo>
                    <a:pt x="3918585" y="724594"/>
                  </a:lnTo>
                  <a:lnTo>
                    <a:pt x="3913113" y="724594"/>
                  </a:lnTo>
                  <a:lnTo>
                    <a:pt x="3913113" y="724594"/>
                  </a:lnTo>
                  <a:lnTo>
                    <a:pt x="3907640" y="724594"/>
                  </a:lnTo>
                  <a:lnTo>
                    <a:pt x="3907640" y="724594"/>
                  </a:lnTo>
                  <a:lnTo>
                    <a:pt x="3902167" y="724594"/>
                  </a:lnTo>
                  <a:lnTo>
                    <a:pt x="3902167" y="724594"/>
                  </a:lnTo>
                  <a:lnTo>
                    <a:pt x="3896694" y="724594"/>
                  </a:lnTo>
                  <a:lnTo>
                    <a:pt x="3896694" y="724594"/>
                  </a:lnTo>
                  <a:lnTo>
                    <a:pt x="3891221" y="724594"/>
                  </a:lnTo>
                  <a:lnTo>
                    <a:pt x="3891221" y="724594"/>
                  </a:lnTo>
                  <a:lnTo>
                    <a:pt x="3885748" y="724594"/>
                  </a:lnTo>
                  <a:lnTo>
                    <a:pt x="3885748" y="724594"/>
                  </a:lnTo>
                  <a:lnTo>
                    <a:pt x="3880275" y="724594"/>
                  </a:lnTo>
                  <a:lnTo>
                    <a:pt x="3880275" y="724594"/>
                  </a:lnTo>
                  <a:lnTo>
                    <a:pt x="3874802" y="724594"/>
                  </a:lnTo>
                  <a:lnTo>
                    <a:pt x="3874802" y="724594"/>
                  </a:lnTo>
                  <a:lnTo>
                    <a:pt x="3869329" y="724594"/>
                  </a:lnTo>
                  <a:lnTo>
                    <a:pt x="3869329" y="724594"/>
                  </a:lnTo>
                  <a:lnTo>
                    <a:pt x="3863857" y="724594"/>
                  </a:lnTo>
                  <a:lnTo>
                    <a:pt x="3863857" y="724594"/>
                  </a:lnTo>
                  <a:lnTo>
                    <a:pt x="3858384" y="724594"/>
                  </a:lnTo>
                  <a:lnTo>
                    <a:pt x="3858384" y="724594"/>
                  </a:lnTo>
                  <a:lnTo>
                    <a:pt x="3852911" y="724594"/>
                  </a:lnTo>
                  <a:lnTo>
                    <a:pt x="3852911" y="724594"/>
                  </a:lnTo>
                  <a:lnTo>
                    <a:pt x="3847438" y="724594"/>
                  </a:lnTo>
                  <a:lnTo>
                    <a:pt x="3847438" y="724594"/>
                  </a:lnTo>
                  <a:lnTo>
                    <a:pt x="3841965" y="724594"/>
                  </a:lnTo>
                  <a:lnTo>
                    <a:pt x="3841965" y="724594"/>
                  </a:lnTo>
                  <a:lnTo>
                    <a:pt x="3836492" y="724594"/>
                  </a:lnTo>
                  <a:lnTo>
                    <a:pt x="3836492" y="724594"/>
                  </a:lnTo>
                  <a:lnTo>
                    <a:pt x="3831019" y="724594"/>
                  </a:lnTo>
                  <a:lnTo>
                    <a:pt x="3831019" y="724594"/>
                  </a:lnTo>
                  <a:lnTo>
                    <a:pt x="3825546" y="724594"/>
                  </a:lnTo>
                  <a:lnTo>
                    <a:pt x="3825546" y="724594"/>
                  </a:lnTo>
                  <a:lnTo>
                    <a:pt x="3820074" y="724594"/>
                  </a:lnTo>
                  <a:lnTo>
                    <a:pt x="3820074" y="724594"/>
                  </a:lnTo>
                  <a:lnTo>
                    <a:pt x="3814601" y="724594"/>
                  </a:lnTo>
                  <a:lnTo>
                    <a:pt x="3814601" y="724594"/>
                  </a:lnTo>
                  <a:lnTo>
                    <a:pt x="3809128" y="724594"/>
                  </a:lnTo>
                  <a:lnTo>
                    <a:pt x="3809128" y="724594"/>
                  </a:lnTo>
                  <a:lnTo>
                    <a:pt x="3803655" y="724594"/>
                  </a:lnTo>
                  <a:lnTo>
                    <a:pt x="3803655" y="724594"/>
                  </a:lnTo>
                  <a:lnTo>
                    <a:pt x="3798182" y="724594"/>
                  </a:lnTo>
                  <a:lnTo>
                    <a:pt x="3798182" y="724594"/>
                  </a:lnTo>
                  <a:lnTo>
                    <a:pt x="3792709" y="724594"/>
                  </a:lnTo>
                  <a:lnTo>
                    <a:pt x="3792709" y="724594"/>
                  </a:lnTo>
                  <a:lnTo>
                    <a:pt x="3787236" y="724594"/>
                  </a:lnTo>
                  <a:lnTo>
                    <a:pt x="3787236" y="724594"/>
                  </a:lnTo>
                  <a:lnTo>
                    <a:pt x="3781763" y="724594"/>
                  </a:lnTo>
                  <a:lnTo>
                    <a:pt x="3781763" y="724594"/>
                  </a:lnTo>
                  <a:lnTo>
                    <a:pt x="3776290" y="724594"/>
                  </a:lnTo>
                  <a:lnTo>
                    <a:pt x="3776290" y="724594"/>
                  </a:lnTo>
                  <a:lnTo>
                    <a:pt x="3770818" y="724594"/>
                  </a:lnTo>
                  <a:lnTo>
                    <a:pt x="3770818" y="724594"/>
                  </a:lnTo>
                  <a:lnTo>
                    <a:pt x="3765345" y="724594"/>
                  </a:lnTo>
                  <a:lnTo>
                    <a:pt x="3765345" y="724594"/>
                  </a:lnTo>
                  <a:lnTo>
                    <a:pt x="3759872" y="724594"/>
                  </a:lnTo>
                  <a:lnTo>
                    <a:pt x="3759872" y="724594"/>
                  </a:lnTo>
                  <a:lnTo>
                    <a:pt x="3754399" y="724594"/>
                  </a:lnTo>
                  <a:lnTo>
                    <a:pt x="3754399" y="724594"/>
                  </a:lnTo>
                  <a:lnTo>
                    <a:pt x="3748926" y="724594"/>
                  </a:lnTo>
                  <a:lnTo>
                    <a:pt x="3748926" y="724594"/>
                  </a:lnTo>
                  <a:lnTo>
                    <a:pt x="3743453" y="724594"/>
                  </a:lnTo>
                  <a:lnTo>
                    <a:pt x="3743453" y="724594"/>
                  </a:lnTo>
                  <a:lnTo>
                    <a:pt x="3737980" y="724594"/>
                  </a:lnTo>
                  <a:lnTo>
                    <a:pt x="3737980" y="724594"/>
                  </a:lnTo>
                  <a:lnTo>
                    <a:pt x="3732507" y="724594"/>
                  </a:lnTo>
                  <a:lnTo>
                    <a:pt x="3732507" y="724594"/>
                  </a:lnTo>
                  <a:lnTo>
                    <a:pt x="3727034" y="724594"/>
                  </a:lnTo>
                  <a:lnTo>
                    <a:pt x="3727034" y="724594"/>
                  </a:lnTo>
                  <a:lnTo>
                    <a:pt x="3721562" y="724594"/>
                  </a:lnTo>
                  <a:lnTo>
                    <a:pt x="3721562" y="724594"/>
                  </a:lnTo>
                  <a:lnTo>
                    <a:pt x="3716089" y="724594"/>
                  </a:lnTo>
                  <a:lnTo>
                    <a:pt x="3716089" y="724594"/>
                  </a:lnTo>
                  <a:lnTo>
                    <a:pt x="3710616" y="724594"/>
                  </a:lnTo>
                  <a:lnTo>
                    <a:pt x="3710616" y="734970"/>
                  </a:lnTo>
                  <a:lnTo>
                    <a:pt x="3705143" y="734970"/>
                  </a:lnTo>
                  <a:lnTo>
                    <a:pt x="3705143" y="745318"/>
                  </a:lnTo>
                  <a:lnTo>
                    <a:pt x="3699670" y="745318"/>
                  </a:lnTo>
                  <a:lnTo>
                    <a:pt x="3699670" y="745318"/>
                  </a:lnTo>
                  <a:lnTo>
                    <a:pt x="3694197" y="745318"/>
                  </a:lnTo>
                  <a:lnTo>
                    <a:pt x="3694197" y="745318"/>
                  </a:lnTo>
                  <a:lnTo>
                    <a:pt x="3688724" y="745318"/>
                  </a:lnTo>
                  <a:lnTo>
                    <a:pt x="3688724" y="745318"/>
                  </a:lnTo>
                  <a:lnTo>
                    <a:pt x="3683251" y="745318"/>
                  </a:lnTo>
                  <a:lnTo>
                    <a:pt x="3683251" y="745318"/>
                  </a:lnTo>
                  <a:lnTo>
                    <a:pt x="3677779" y="745318"/>
                  </a:lnTo>
                  <a:lnTo>
                    <a:pt x="3677779" y="745318"/>
                  </a:lnTo>
                  <a:lnTo>
                    <a:pt x="3672306" y="745318"/>
                  </a:lnTo>
                  <a:lnTo>
                    <a:pt x="3672306" y="745318"/>
                  </a:lnTo>
                  <a:lnTo>
                    <a:pt x="3666833" y="745318"/>
                  </a:lnTo>
                  <a:lnTo>
                    <a:pt x="3666833" y="745318"/>
                  </a:lnTo>
                  <a:lnTo>
                    <a:pt x="3661360" y="745318"/>
                  </a:lnTo>
                  <a:lnTo>
                    <a:pt x="3661360" y="745318"/>
                  </a:lnTo>
                  <a:lnTo>
                    <a:pt x="3655887" y="745318"/>
                  </a:lnTo>
                  <a:lnTo>
                    <a:pt x="3655887" y="745318"/>
                  </a:lnTo>
                  <a:lnTo>
                    <a:pt x="3650414" y="745318"/>
                  </a:lnTo>
                  <a:lnTo>
                    <a:pt x="3650414" y="745318"/>
                  </a:lnTo>
                  <a:lnTo>
                    <a:pt x="3644941" y="745318"/>
                  </a:lnTo>
                  <a:lnTo>
                    <a:pt x="3644941" y="745318"/>
                  </a:lnTo>
                  <a:lnTo>
                    <a:pt x="3639468" y="745318"/>
                  </a:lnTo>
                  <a:lnTo>
                    <a:pt x="3639468" y="745318"/>
                  </a:lnTo>
                  <a:lnTo>
                    <a:pt x="3633995" y="745318"/>
                  </a:lnTo>
                  <a:lnTo>
                    <a:pt x="3633995" y="745318"/>
                  </a:lnTo>
                  <a:lnTo>
                    <a:pt x="3628523" y="745318"/>
                  </a:lnTo>
                  <a:lnTo>
                    <a:pt x="3628523" y="765797"/>
                  </a:lnTo>
                  <a:lnTo>
                    <a:pt x="3623050" y="765797"/>
                  </a:lnTo>
                  <a:lnTo>
                    <a:pt x="3623050" y="765797"/>
                  </a:lnTo>
                  <a:lnTo>
                    <a:pt x="3617577" y="765797"/>
                  </a:lnTo>
                  <a:lnTo>
                    <a:pt x="3617577" y="765797"/>
                  </a:lnTo>
                  <a:lnTo>
                    <a:pt x="3612104" y="765797"/>
                  </a:lnTo>
                  <a:lnTo>
                    <a:pt x="3612104" y="765797"/>
                  </a:lnTo>
                  <a:lnTo>
                    <a:pt x="3606631" y="765797"/>
                  </a:lnTo>
                  <a:lnTo>
                    <a:pt x="3606631" y="765797"/>
                  </a:lnTo>
                  <a:lnTo>
                    <a:pt x="3601158" y="765797"/>
                  </a:lnTo>
                  <a:lnTo>
                    <a:pt x="3601158" y="765797"/>
                  </a:lnTo>
                  <a:lnTo>
                    <a:pt x="3595685" y="765797"/>
                  </a:lnTo>
                  <a:lnTo>
                    <a:pt x="3595685" y="765797"/>
                  </a:lnTo>
                  <a:lnTo>
                    <a:pt x="3590212" y="765797"/>
                  </a:lnTo>
                  <a:lnTo>
                    <a:pt x="3590212" y="765797"/>
                  </a:lnTo>
                  <a:lnTo>
                    <a:pt x="3584739" y="765797"/>
                  </a:lnTo>
                  <a:lnTo>
                    <a:pt x="3584739" y="765797"/>
                  </a:lnTo>
                  <a:lnTo>
                    <a:pt x="3579267" y="765797"/>
                  </a:lnTo>
                  <a:lnTo>
                    <a:pt x="3579267" y="765797"/>
                  </a:lnTo>
                  <a:lnTo>
                    <a:pt x="3573794" y="765797"/>
                  </a:lnTo>
                  <a:lnTo>
                    <a:pt x="3573794" y="765797"/>
                  </a:lnTo>
                  <a:lnTo>
                    <a:pt x="3568321" y="765797"/>
                  </a:lnTo>
                  <a:lnTo>
                    <a:pt x="3568321" y="765797"/>
                  </a:lnTo>
                  <a:lnTo>
                    <a:pt x="3562848" y="765797"/>
                  </a:lnTo>
                  <a:lnTo>
                    <a:pt x="3562848" y="765797"/>
                  </a:lnTo>
                  <a:lnTo>
                    <a:pt x="3557375" y="765797"/>
                  </a:lnTo>
                  <a:lnTo>
                    <a:pt x="3557375" y="765797"/>
                  </a:lnTo>
                  <a:lnTo>
                    <a:pt x="3551902" y="765797"/>
                  </a:lnTo>
                  <a:lnTo>
                    <a:pt x="3551902" y="765797"/>
                  </a:lnTo>
                  <a:lnTo>
                    <a:pt x="3546429" y="765797"/>
                  </a:lnTo>
                  <a:lnTo>
                    <a:pt x="3546429" y="765797"/>
                  </a:lnTo>
                  <a:lnTo>
                    <a:pt x="3540956" y="765797"/>
                  </a:lnTo>
                  <a:lnTo>
                    <a:pt x="3540956" y="775931"/>
                  </a:lnTo>
                  <a:lnTo>
                    <a:pt x="3535483" y="775931"/>
                  </a:lnTo>
                  <a:lnTo>
                    <a:pt x="3535483" y="775931"/>
                  </a:lnTo>
                  <a:lnTo>
                    <a:pt x="3530011" y="775931"/>
                  </a:lnTo>
                  <a:lnTo>
                    <a:pt x="3530011" y="775931"/>
                  </a:lnTo>
                  <a:lnTo>
                    <a:pt x="3524538" y="775931"/>
                  </a:lnTo>
                  <a:lnTo>
                    <a:pt x="3524538" y="775931"/>
                  </a:lnTo>
                  <a:lnTo>
                    <a:pt x="3519065" y="775931"/>
                  </a:lnTo>
                  <a:lnTo>
                    <a:pt x="3519065" y="775931"/>
                  </a:lnTo>
                  <a:lnTo>
                    <a:pt x="3513592" y="775931"/>
                  </a:lnTo>
                  <a:lnTo>
                    <a:pt x="3513592" y="775931"/>
                  </a:lnTo>
                  <a:lnTo>
                    <a:pt x="3508119" y="775931"/>
                  </a:lnTo>
                  <a:lnTo>
                    <a:pt x="3508119" y="775931"/>
                  </a:lnTo>
                  <a:lnTo>
                    <a:pt x="3502646" y="775931"/>
                  </a:lnTo>
                  <a:lnTo>
                    <a:pt x="3502646" y="785991"/>
                  </a:lnTo>
                  <a:lnTo>
                    <a:pt x="3497173" y="785991"/>
                  </a:lnTo>
                  <a:lnTo>
                    <a:pt x="3497173" y="785991"/>
                  </a:lnTo>
                  <a:lnTo>
                    <a:pt x="3491700" y="785991"/>
                  </a:lnTo>
                  <a:lnTo>
                    <a:pt x="3491700" y="785991"/>
                  </a:lnTo>
                  <a:lnTo>
                    <a:pt x="3486228" y="785991"/>
                  </a:lnTo>
                  <a:lnTo>
                    <a:pt x="3486228" y="785991"/>
                  </a:lnTo>
                  <a:lnTo>
                    <a:pt x="3480755" y="785991"/>
                  </a:lnTo>
                  <a:lnTo>
                    <a:pt x="3480755" y="785991"/>
                  </a:lnTo>
                  <a:lnTo>
                    <a:pt x="3475282" y="785991"/>
                  </a:lnTo>
                  <a:lnTo>
                    <a:pt x="3475282" y="785991"/>
                  </a:lnTo>
                  <a:lnTo>
                    <a:pt x="3469809" y="785991"/>
                  </a:lnTo>
                  <a:lnTo>
                    <a:pt x="3469809" y="785991"/>
                  </a:lnTo>
                  <a:lnTo>
                    <a:pt x="3464336" y="785991"/>
                  </a:lnTo>
                  <a:lnTo>
                    <a:pt x="3464336" y="785991"/>
                  </a:lnTo>
                  <a:lnTo>
                    <a:pt x="3458863" y="785991"/>
                  </a:lnTo>
                  <a:lnTo>
                    <a:pt x="3458863" y="785991"/>
                  </a:lnTo>
                  <a:lnTo>
                    <a:pt x="3453390" y="785991"/>
                  </a:lnTo>
                  <a:lnTo>
                    <a:pt x="3453390" y="785991"/>
                  </a:lnTo>
                  <a:lnTo>
                    <a:pt x="3447917" y="785991"/>
                  </a:lnTo>
                  <a:lnTo>
                    <a:pt x="3447917" y="795939"/>
                  </a:lnTo>
                  <a:lnTo>
                    <a:pt x="3442444" y="795939"/>
                  </a:lnTo>
                  <a:lnTo>
                    <a:pt x="3442444" y="795939"/>
                  </a:lnTo>
                  <a:lnTo>
                    <a:pt x="3436972" y="795939"/>
                  </a:lnTo>
                  <a:lnTo>
                    <a:pt x="3436972" y="795939"/>
                  </a:lnTo>
                  <a:lnTo>
                    <a:pt x="3431499" y="795939"/>
                  </a:lnTo>
                  <a:lnTo>
                    <a:pt x="3431499" y="795939"/>
                  </a:lnTo>
                  <a:lnTo>
                    <a:pt x="3426026" y="795939"/>
                  </a:lnTo>
                  <a:lnTo>
                    <a:pt x="3426026" y="795939"/>
                  </a:lnTo>
                  <a:lnTo>
                    <a:pt x="3420553" y="795939"/>
                  </a:lnTo>
                  <a:lnTo>
                    <a:pt x="3420553" y="795939"/>
                  </a:lnTo>
                  <a:lnTo>
                    <a:pt x="3415080" y="795939"/>
                  </a:lnTo>
                  <a:lnTo>
                    <a:pt x="3415080" y="795939"/>
                  </a:lnTo>
                  <a:lnTo>
                    <a:pt x="3409607" y="795939"/>
                  </a:lnTo>
                  <a:lnTo>
                    <a:pt x="3409607" y="795939"/>
                  </a:lnTo>
                  <a:lnTo>
                    <a:pt x="3404134" y="795939"/>
                  </a:lnTo>
                  <a:lnTo>
                    <a:pt x="3404134" y="795939"/>
                  </a:lnTo>
                  <a:lnTo>
                    <a:pt x="3398661" y="795939"/>
                  </a:lnTo>
                  <a:lnTo>
                    <a:pt x="3398661" y="795939"/>
                  </a:lnTo>
                  <a:lnTo>
                    <a:pt x="3393188" y="795939"/>
                  </a:lnTo>
                  <a:lnTo>
                    <a:pt x="3393188" y="795939"/>
                  </a:lnTo>
                  <a:lnTo>
                    <a:pt x="3387716" y="795939"/>
                  </a:lnTo>
                  <a:lnTo>
                    <a:pt x="3387716" y="795939"/>
                  </a:lnTo>
                  <a:lnTo>
                    <a:pt x="3382243" y="795939"/>
                  </a:lnTo>
                  <a:lnTo>
                    <a:pt x="3382243" y="795939"/>
                  </a:lnTo>
                  <a:lnTo>
                    <a:pt x="3376770" y="795939"/>
                  </a:lnTo>
                  <a:lnTo>
                    <a:pt x="3376770" y="795939"/>
                  </a:lnTo>
                  <a:lnTo>
                    <a:pt x="3371297" y="795939"/>
                  </a:lnTo>
                  <a:lnTo>
                    <a:pt x="3371297" y="795939"/>
                  </a:lnTo>
                  <a:lnTo>
                    <a:pt x="3365824" y="795939"/>
                  </a:lnTo>
                  <a:lnTo>
                    <a:pt x="3365824" y="805761"/>
                  </a:lnTo>
                  <a:lnTo>
                    <a:pt x="3360351" y="805761"/>
                  </a:lnTo>
                  <a:lnTo>
                    <a:pt x="3360351" y="805761"/>
                  </a:lnTo>
                  <a:lnTo>
                    <a:pt x="3354878" y="805761"/>
                  </a:lnTo>
                  <a:lnTo>
                    <a:pt x="3354878" y="805761"/>
                  </a:lnTo>
                  <a:lnTo>
                    <a:pt x="3349405" y="805761"/>
                  </a:lnTo>
                  <a:lnTo>
                    <a:pt x="3349405" y="805761"/>
                  </a:lnTo>
                  <a:lnTo>
                    <a:pt x="3343932" y="805761"/>
                  </a:lnTo>
                  <a:lnTo>
                    <a:pt x="3343932" y="805761"/>
                  </a:lnTo>
                  <a:lnTo>
                    <a:pt x="3338460" y="805761"/>
                  </a:lnTo>
                  <a:lnTo>
                    <a:pt x="3338460" y="805761"/>
                  </a:lnTo>
                  <a:lnTo>
                    <a:pt x="3332987" y="805761"/>
                  </a:lnTo>
                  <a:lnTo>
                    <a:pt x="3332987" y="805761"/>
                  </a:lnTo>
                  <a:lnTo>
                    <a:pt x="3327514" y="805761"/>
                  </a:lnTo>
                  <a:lnTo>
                    <a:pt x="3327514" y="805761"/>
                  </a:lnTo>
                  <a:lnTo>
                    <a:pt x="3322041" y="805761"/>
                  </a:lnTo>
                  <a:lnTo>
                    <a:pt x="3322041" y="805761"/>
                  </a:lnTo>
                  <a:lnTo>
                    <a:pt x="3316568" y="805761"/>
                  </a:lnTo>
                  <a:lnTo>
                    <a:pt x="3316568" y="805761"/>
                  </a:lnTo>
                  <a:lnTo>
                    <a:pt x="3311095" y="805761"/>
                  </a:lnTo>
                  <a:lnTo>
                    <a:pt x="3311095" y="805761"/>
                  </a:lnTo>
                  <a:lnTo>
                    <a:pt x="3305622" y="805761"/>
                  </a:lnTo>
                  <a:lnTo>
                    <a:pt x="3305622" y="805761"/>
                  </a:lnTo>
                  <a:lnTo>
                    <a:pt x="3300149" y="805761"/>
                  </a:lnTo>
                  <a:lnTo>
                    <a:pt x="3300149" y="805761"/>
                  </a:lnTo>
                  <a:lnTo>
                    <a:pt x="3294677" y="805761"/>
                  </a:lnTo>
                  <a:lnTo>
                    <a:pt x="3294677" y="815472"/>
                  </a:lnTo>
                  <a:lnTo>
                    <a:pt x="3289204" y="815472"/>
                  </a:lnTo>
                  <a:lnTo>
                    <a:pt x="3289204" y="815472"/>
                  </a:lnTo>
                  <a:lnTo>
                    <a:pt x="3283731" y="815472"/>
                  </a:lnTo>
                  <a:lnTo>
                    <a:pt x="3283731" y="825143"/>
                  </a:lnTo>
                  <a:lnTo>
                    <a:pt x="3278258" y="825143"/>
                  </a:lnTo>
                  <a:lnTo>
                    <a:pt x="3278258" y="825143"/>
                  </a:lnTo>
                  <a:lnTo>
                    <a:pt x="3272785" y="825143"/>
                  </a:lnTo>
                  <a:lnTo>
                    <a:pt x="3272785" y="825143"/>
                  </a:lnTo>
                  <a:lnTo>
                    <a:pt x="3267312" y="825143"/>
                  </a:lnTo>
                  <a:lnTo>
                    <a:pt x="3267312" y="834790"/>
                  </a:lnTo>
                  <a:lnTo>
                    <a:pt x="3261839" y="834790"/>
                  </a:lnTo>
                  <a:lnTo>
                    <a:pt x="3261839" y="834790"/>
                  </a:lnTo>
                  <a:lnTo>
                    <a:pt x="3256366" y="834790"/>
                  </a:lnTo>
                  <a:lnTo>
                    <a:pt x="3256366" y="844407"/>
                  </a:lnTo>
                  <a:lnTo>
                    <a:pt x="3250893" y="844407"/>
                  </a:lnTo>
                  <a:lnTo>
                    <a:pt x="3250893" y="844407"/>
                  </a:lnTo>
                  <a:lnTo>
                    <a:pt x="3245421" y="844407"/>
                  </a:lnTo>
                  <a:lnTo>
                    <a:pt x="3245421" y="844407"/>
                  </a:lnTo>
                  <a:lnTo>
                    <a:pt x="3239948" y="844407"/>
                  </a:lnTo>
                  <a:lnTo>
                    <a:pt x="3239948" y="844407"/>
                  </a:lnTo>
                  <a:lnTo>
                    <a:pt x="3234475" y="844407"/>
                  </a:lnTo>
                  <a:lnTo>
                    <a:pt x="3234475" y="844407"/>
                  </a:lnTo>
                  <a:lnTo>
                    <a:pt x="3229002" y="844407"/>
                  </a:lnTo>
                  <a:lnTo>
                    <a:pt x="3229002" y="853999"/>
                  </a:lnTo>
                  <a:lnTo>
                    <a:pt x="3223529" y="853999"/>
                  </a:lnTo>
                  <a:lnTo>
                    <a:pt x="3223529" y="853999"/>
                  </a:lnTo>
                  <a:lnTo>
                    <a:pt x="3218056" y="853999"/>
                  </a:lnTo>
                  <a:lnTo>
                    <a:pt x="3218056" y="863551"/>
                  </a:lnTo>
                  <a:lnTo>
                    <a:pt x="3212583" y="863551"/>
                  </a:lnTo>
                  <a:lnTo>
                    <a:pt x="3212583" y="863551"/>
                  </a:lnTo>
                  <a:lnTo>
                    <a:pt x="3207110" y="863551"/>
                  </a:lnTo>
                  <a:lnTo>
                    <a:pt x="3207110" y="863551"/>
                  </a:lnTo>
                  <a:lnTo>
                    <a:pt x="3201637" y="863551"/>
                  </a:lnTo>
                  <a:lnTo>
                    <a:pt x="3201637" y="863551"/>
                  </a:lnTo>
                  <a:lnTo>
                    <a:pt x="3196165" y="863551"/>
                  </a:lnTo>
                  <a:lnTo>
                    <a:pt x="3196165" y="863551"/>
                  </a:lnTo>
                  <a:lnTo>
                    <a:pt x="3190692" y="863551"/>
                  </a:lnTo>
                  <a:lnTo>
                    <a:pt x="3190692" y="863551"/>
                  </a:lnTo>
                  <a:lnTo>
                    <a:pt x="3185219" y="863551"/>
                  </a:lnTo>
                  <a:lnTo>
                    <a:pt x="3185219" y="863551"/>
                  </a:lnTo>
                  <a:lnTo>
                    <a:pt x="3179746" y="863551"/>
                  </a:lnTo>
                  <a:lnTo>
                    <a:pt x="3179746" y="863551"/>
                  </a:lnTo>
                  <a:lnTo>
                    <a:pt x="3174273" y="863551"/>
                  </a:lnTo>
                  <a:lnTo>
                    <a:pt x="3174273" y="863551"/>
                  </a:lnTo>
                  <a:lnTo>
                    <a:pt x="3168800" y="863551"/>
                  </a:lnTo>
                  <a:lnTo>
                    <a:pt x="3168800" y="873045"/>
                  </a:lnTo>
                  <a:lnTo>
                    <a:pt x="3163327" y="873045"/>
                  </a:lnTo>
                  <a:lnTo>
                    <a:pt x="3163327" y="873045"/>
                  </a:lnTo>
                  <a:lnTo>
                    <a:pt x="3157854" y="873045"/>
                  </a:lnTo>
                  <a:lnTo>
                    <a:pt x="3157854" y="873045"/>
                  </a:lnTo>
                  <a:lnTo>
                    <a:pt x="3152382" y="873045"/>
                  </a:lnTo>
                  <a:lnTo>
                    <a:pt x="3152382" y="873045"/>
                  </a:lnTo>
                  <a:lnTo>
                    <a:pt x="3146909" y="873045"/>
                  </a:lnTo>
                  <a:lnTo>
                    <a:pt x="3146909" y="873045"/>
                  </a:lnTo>
                  <a:lnTo>
                    <a:pt x="3141436" y="873045"/>
                  </a:lnTo>
                  <a:lnTo>
                    <a:pt x="3141436" y="873045"/>
                  </a:lnTo>
                  <a:lnTo>
                    <a:pt x="3135963" y="873045"/>
                  </a:lnTo>
                  <a:lnTo>
                    <a:pt x="3135963" y="873045"/>
                  </a:lnTo>
                  <a:lnTo>
                    <a:pt x="3130490" y="873045"/>
                  </a:lnTo>
                  <a:lnTo>
                    <a:pt x="3130490" y="873045"/>
                  </a:lnTo>
                  <a:lnTo>
                    <a:pt x="3125017" y="873045"/>
                  </a:lnTo>
                  <a:lnTo>
                    <a:pt x="3125017" y="873045"/>
                  </a:lnTo>
                  <a:lnTo>
                    <a:pt x="3119544" y="873045"/>
                  </a:lnTo>
                  <a:lnTo>
                    <a:pt x="3119544" y="873045"/>
                  </a:lnTo>
                  <a:lnTo>
                    <a:pt x="3114071" y="873045"/>
                  </a:lnTo>
                  <a:lnTo>
                    <a:pt x="3114071" y="873045"/>
                  </a:lnTo>
                  <a:lnTo>
                    <a:pt x="3108598" y="873045"/>
                  </a:lnTo>
                  <a:lnTo>
                    <a:pt x="3108598" y="873045"/>
                  </a:lnTo>
                  <a:lnTo>
                    <a:pt x="3103126" y="873045"/>
                  </a:lnTo>
                  <a:lnTo>
                    <a:pt x="3103126" y="873045"/>
                  </a:lnTo>
                  <a:lnTo>
                    <a:pt x="3097653" y="873045"/>
                  </a:lnTo>
                  <a:lnTo>
                    <a:pt x="3097653" y="873045"/>
                  </a:lnTo>
                  <a:lnTo>
                    <a:pt x="3092180" y="873045"/>
                  </a:lnTo>
                  <a:lnTo>
                    <a:pt x="3092180" y="873045"/>
                  </a:lnTo>
                  <a:lnTo>
                    <a:pt x="3086707" y="873045"/>
                  </a:lnTo>
                  <a:lnTo>
                    <a:pt x="3086707" y="873045"/>
                  </a:lnTo>
                  <a:lnTo>
                    <a:pt x="3081234" y="873045"/>
                  </a:lnTo>
                  <a:lnTo>
                    <a:pt x="3081234" y="873045"/>
                  </a:lnTo>
                  <a:lnTo>
                    <a:pt x="3075761" y="873045"/>
                  </a:lnTo>
                  <a:lnTo>
                    <a:pt x="3075761" y="873045"/>
                  </a:lnTo>
                  <a:lnTo>
                    <a:pt x="3070288" y="873045"/>
                  </a:lnTo>
                  <a:lnTo>
                    <a:pt x="3070288" y="873045"/>
                  </a:lnTo>
                  <a:lnTo>
                    <a:pt x="3064815" y="873045"/>
                  </a:lnTo>
                  <a:lnTo>
                    <a:pt x="3064815" y="873045"/>
                  </a:lnTo>
                  <a:lnTo>
                    <a:pt x="3059342" y="873045"/>
                  </a:lnTo>
                  <a:lnTo>
                    <a:pt x="3059342" y="882436"/>
                  </a:lnTo>
                  <a:lnTo>
                    <a:pt x="3053870" y="882436"/>
                  </a:lnTo>
                  <a:lnTo>
                    <a:pt x="3053870" y="882436"/>
                  </a:lnTo>
                  <a:lnTo>
                    <a:pt x="3048397" y="882436"/>
                  </a:lnTo>
                  <a:lnTo>
                    <a:pt x="3048397" y="882436"/>
                  </a:lnTo>
                  <a:lnTo>
                    <a:pt x="3042924" y="882436"/>
                  </a:lnTo>
                  <a:lnTo>
                    <a:pt x="3042924" y="882436"/>
                  </a:lnTo>
                  <a:lnTo>
                    <a:pt x="3037451" y="882436"/>
                  </a:lnTo>
                  <a:lnTo>
                    <a:pt x="3037451" y="891810"/>
                  </a:lnTo>
                  <a:lnTo>
                    <a:pt x="3031978" y="891810"/>
                  </a:lnTo>
                  <a:lnTo>
                    <a:pt x="3031978" y="891810"/>
                  </a:lnTo>
                  <a:lnTo>
                    <a:pt x="3026505" y="891810"/>
                  </a:lnTo>
                  <a:lnTo>
                    <a:pt x="3026505" y="891810"/>
                  </a:lnTo>
                  <a:lnTo>
                    <a:pt x="3021032" y="891810"/>
                  </a:lnTo>
                  <a:lnTo>
                    <a:pt x="3021032" y="891810"/>
                  </a:lnTo>
                  <a:lnTo>
                    <a:pt x="3015559" y="891810"/>
                  </a:lnTo>
                  <a:lnTo>
                    <a:pt x="3015559" y="891810"/>
                  </a:lnTo>
                  <a:lnTo>
                    <a:pt x="3010086" y="891810"/>
                  </a:lnTo>
                  <a:lnTo>
                    <a:pt x="3010086" y="891810"/>
                  </a:lnTo>
                  <a:lnTo>
                    <a:pt x="3004614" y="891810"/>
                  </a:lnTo>
                  <a:lnTo>
                    <a:pt x="3004614" y="891810"/>
                  </a:lnTo>
                  <a:lnTo>
                    <a:pt x="2999141" y="891810"/>
                  </a:lnTo>
                  <a:lnTo>
                    <a:pt x="2999141" y="891810"/>
                  </a:lnTo>
                  <a:lnTo>
                    <a:pt x="2993668" y="891810"/>
                  </a:lnTo>
                  <a:lnTo>
                    <a:pt x="2993668" y="891810"/>
                  </a:lnTo>
                  <a:lnTo>
                    <a:pt x="2988195" y="891810"/>
                  </a:lnTo>
                  <a:lnTo>
                    <a:pt x="2988195" y="901113"/>
                  </a:lnTo>
                  <a:lnTo>
                    <a:pt x="2982722" y="901113"/>
                  </a:lnTo>
                  <a:lnTo>
                    <a:pt x="2982722" y="901113"/>
                  </a:lnTo>
                  <a:lnTo>
                    <a:pt x="2977249" y="901113"/>
                  </a:lnTo>
                  <a:lnTo>
                    <a:pt x="2977249" y="901113"/>
                  </a:lnTo>
                  <a:lnTo>
                    <a:pt x="2971776" y="901113"/>
                  </a:lnTo>
                  <a:lnTo>
                    <a:pt x="2971776" y="901113"/>
                  </a:lnTo>
                  <a:lnTo>
                    <a:pt x="2966303" y="901113"/>
                  </a:lnTo>
                  <a:lnTo>
                    <a:pt x="2966303" y="901113"/>
                  </a:lnTo>
                  <a:lnTo>
                    <a:pt x="2960831" y="901113"/>
                  </a:lnTo>
                  <a:lnTo>
                    <a:pt x="2960831" y="901113"/>
                  </a:lnTo>
                  <a:lnTo>
                    <a:pt x="2955358" y="901113"/>
                  </a:lnTo>
                  <a:lnTo>
                    <a:pt x="2955358" y="901113"/>
                  </a:lnTo>
                  <a:lnTo>
                    <a:pt x="2949885" y="901113"/>
                  </a:lnTo>
                  <a:lnTo>
                    <a:pt x="2949885" y="901113"/>
                  </a:lnTo>
                  <a:lnTo>
                    <a:pt x="2944412" y="901113"/>
                  </a:lnTo>
                  <a:lnTo>
                    <a:pt x="2944412" y="901113"/>
                  </a:lnTo>
                  <a:lnTo>
                    <a:pt x="2938939" y="901113"/>
                  </a:lnTo>
                  <a:lnTo>
                    <a:pt x="2938939" y="901113"/>
                  </a:lnTo>
                  <a:lnTo>
                    <a:pt x="2933466" y="901113"/>
                  </a:lnTo>
                  <a:lnTo>
                    <a:pt x="2933466" y="910370"/>
                  </a:lnTo>
                  <a:lnTo>
                    <a:pt x="2927993" y="910370"/>
                  </a:lnTo>
                  <a:lnTo>
                    <a:pt x="2927993" y="910370"/>
                  </a:lnTo>
                  <a:lnTo>
                    <a:pt x="2922520" y="910370"/>
                  </a:lnTo>
                  <a:lnTo>
                    <a:pt x="2922520" y="910370"/>
                  </a:lnTo>
                  <a:lnTo>
                    <a:pt x="2917047" y="910370"/>
                  </a:lnTo>
                  <a:lnTo>
                    <a:pt x="2917047" y="910370"/>
                  </a:lnTo>
                  <a:lnTo>
                    <a:pt x="2911575" y="910370"/>
                  </a:lnTo>
                  <a:lnTo>
                    <a:pt x="2911575" y="910370"/>
                  </a:lnTo>
                  <a:lnTo>
                    <a:pt x="2906102" y="910370"/>
                  </a:lnTo>
                  <a:lnTo>
                    <a:pt x="2906102" y="910370"/>
                  </a:lnTo>
                  <a:lnTo>
                    <a:pt x="2900629" y="910370"/>
                  </a:lnTo>
                  <a:lnTo>
                    <a:pt x="2900629" y="919596"/>
                  </a:lnTo>
                  <a:lnTo>
                    <a:pt x="2895156" y="919596"/>
                  </a:lnTo>
                  <a:lnTo>
                    <a:pt x="2895156" y="919596"/>
                  </a:lnTo>
                  <a:lnTo>
                    <a:pt x="2889683" y="919596"/>
                  </a:lnTo>
                  <a:lnTo>
                    <a:pt x="2889683" y="919596"/>
                  </a:lnTo>
                  <a:lnTo>
                    <a:pt x="2884210" y="919596"/>
                  </a:lnTo>
                  <a:lnTo>
                    <a:pt x="2884210" y="919596"/>
                  </a:lnTo>
                  <a:lnTo>
                    <a:pt x="2878737" y="919596"/>
                  </a:lnTo>
                  <a:lnTo>
                    <a:pt x="2878737" y="919596"/>
                  </a:lnTo>
                  <a:lnTo>
                    <a:pt x="2873264" y="919596"/>
                  </a:lnTo>
                  <a:lnTo>
                    <a:pt x="2873264" y="919596"/>
                  </a:lnTo>
                  <a:lnTo>
                    <a:pt x="2867791" y="919596"/>
                  </a:lnTo>
                  <a:lnTo>
                    <a:pt x="2867791" y="919596"/>
                  </a:lnTo>
                  <a:lnTo>
                    <a:pt x="2862319" y="919596"/>
                  </a:lnTo>
                  <a:lnTo>
                    <a:pt x="2862319" y="928776"/>
                  </a:lnTo>
                  <a:lnTo>
                    <a:pt x="2856846" y="928776"/>
                  </a:lnTo>
                  <a:lnTo>
                    <a:pt x="2856846" y="928776"/>
                  </a:lnTo>
                  <a:lnTo>
                    <a:pt x="2851373" y="928776"/>
                  </a:lnTo>
                  <a:lnTo>
                    <a:pt x="2851373" y="928776"/>
                  </a:lnTo>
                  <a:lnTo>
                    <a:pt x="2845900" y="928776"/>
                  </a:lnTo>
                  <a:lnTo>
                    <a:pt x="2845900" y="928776"/>
                  </a:lnTo>
                  <a:lnTo>
                    <a:pt x="2840427" y="928776"/>
                  </a:lnTo>
                  <a:lnTo>
                    <a:pt x="2840427" y="928776"/>
                  </a:lnTo>
                  <a:lnTo>
                    <a:pt x="2834954" y="928776"/>
                  </a:lnTo>
                  <a:lnTo>
                    <a:pt x="2834954" y="928776"/>
                  </a:lnTo>
                  <a:lnTo>
                    <a:pt x="2829481" y="928776"/>
                  </a:lnTo>
                  <a:lnTo>
                    <a:pt x="2829481" y="928776"/>
                  </a:lnTo>
                  <a:lnTo>
                    <a:pt x="2824008" y="928776"/>
                  </a:lnTo>
                  <a:lnTo>
                    <a:pt x="2824008" y="928776"/>
                  </a:lnTo>
                  <a:lnTo>
                    <a:pt x="2818535" y="928776"/>
                  </a:lnTo>
                  <a:lnTo>
                    <a:pt x="2818535" y="937930"/>
                  </a:lnTo>
                  <a:lnTo>
                    <a:pt x="2813063" y="937930"/>
                  </a:lnTo>
                  <a:lnTo>
                    <a:pt x="2813063" y="937930"/>
                  </a:lnTo>
                  <a:lnTo>
                    <a:pt x="2807590" y="937930"/>
                  </a:lnTo>
                  <a:lnTo>
                    <a:pt x="2807590" y="937930"/>
                  </a:lnTo>
                  <a:lnTo>
                    <a:pt x="2802117" y="937930"/>
                  </a:lnTo>
                  <a:lnTo>
                    <a:pt x="2802117" y="937930"/>
                  </a:lnTo>
                  <a:lnTo>
                    <a:pt x="2796644" y="937930"/>
                  </a:lnTo>
                  <a:lnTo>
                    <a:pt x="2796644" y="937930"/>
                  </a:lnTo>
                  <a:lnTo>
                    <a:pt x="2791171" y="937930"/>
                  </a:lnTo>
                  <a:lnTo>
                    <a:pt x="2791171" y="937930"/>
                  </a:lnTo>
                  <a:lnTo>
                    <a:pt x="2785698" y="937930"/>
                  </a:lnTo>
                  <a:lnTo>
                    <a:pt x="2785698" y="937930"/>
                  </a:lnTo>
                  <a:lnTo>
                    <a:pt x="2780225" y="937930"/>
                  </a:lnTo>
                  <a:lnTo>
                    <a:pt x="2780225" y="937930"/>
                  </a:lnTo>
                  <a:lnTo>
                    <a:pt x="2774752" y="937930"/>
                  </a:lnTo>
                  <a:lnTo>
                    <a:pt x="2774752" y="937930"/>
                  </a:lnTo>
                  <a:lnTo>
                    <a:pt x="2769280" y="937930"/>
                  </a:lnTo>
                  <a:lnTo>
                    <a:pt x="2769280" y="937930"/>
                  </a:lnTo>
                  <a:lnTo>
                    <a:pt x="2763807" y="937930"/>
                  </a:lnTo>
                  <a:lnTo>
                    <a:pt x="2763807" y="937930"/>
                  </a:lnTo>
                  <a:lnTo>
                    <a:pt x="2758334" y="937930"/>
                  </a:lnTo>
                  <a:lnTo>
                    <a:pt x="2758334" y="937930"/>
                  </a:lnTo>
                  <a:lnTo>
                    <a:pt x="2752861" y="937930"/>
                  </a:lnTo>
                  <a:lnTo>
                    <a:pt x="2752861" y="947027"/>
                  </a:lnTo>
                  <a:lnTo>
                    <a:pt x="2747388" y="947027"/>
                  </a:lnTo>
                  <a:lnTo>
                    <a:pt x="2747388" y="947027"/>
                  </a:lnTo>
                  <a:lnTo>
                    <a:pt x="2741915" y="947027"/>
                  </a:lnTo>
                  <a:lnTo>
                    <a:pt x="2741915" y="947027"/>
                  </a:lnTo>
                  <a:lnTo>
                    <a:pt x="2736442" y="947027"/>
                  </a:lnTo>
                  <a:lnTo>
                    <a:pt x="2736442" y="947027"/>
                  </a:lnTo>
                  <a:lnTo>
                    <a:pt x="2730969" y="947027"/>
                  </a:lnTo>
                  <a:lnTo>
                    <a:pt x="2730969" y="947027"/>
                  </a:lnTo>
                  <a:lnTo>
                    <a:pt x="2725496" y="947027"/>
                  </a:lnTo>
                  <a:lnTo>
                    <a:pt x="2725496" y="947027"/>
                  </a:lnTo>
                  <a:lnTo>
                    <a:pt x="2720024" y="947027"/>
                  </a:lnTo>
                  <a:lnTo>
                    <a:pt x="2720024" y="947027"/>
                  </a:lnTo>
                  <a:lnTo>
                    <a:pt x="2714551" y="947027"/>
                  </a:lnTo>
                  <a:lnTo>
                    <a:pt x="2714551" y="947027"/>
                  </a:lnTo>
                  <a:lnTo>
                    <a:pt x="2709078" y="947027"/>
                  </a:lnTo>
                  <a:lnTo>
                    <a:pt x="2709078" y="947027"/>
                  </a:lnTo>
                  <a:lnTo>
                    <a:pt x="2703605" y="947027"/>
                  </a:lnTo>
                  <a:lnTo>
                    <a:pt x="2703605" y="947027"/>
                  </a:lnTo>
                  <a:lnTo>
                    <a:pt x="2698132" y="947027"/>
                  </a:lnTo>
                  <a:lnTo>
                    <a:pt x="2698132" y="947027"/>
                  </a:lnTo>
                  <a:lnTo>
                    <a:pt x="2692659" y="947027"/>
                  </a:lnTo>
                  <a:lnTo>
                    <a:pt x="2692659" y="947027"/>
                  </a:lnTo>
                  <a:lnTo>
                    <a:pt x="2687186" y="947027"/>
                  </a:lnTo>
                  <a:lnTo>
                    <a:pt x="2687186" y="956076"/>
                  </a:lnTo>
                  <a:lnTo>
                    <a:pt x="2681713" y="956076"/>
                  </a:lnTo>
                  <a:lnTo>
                    <a:pt x="2681713" y="956076"/>
                  </a:lnTo>
                  <a:lnTo>
                    <a:pt x="2676240" y="956076"/>
                  </a:lnTo>
                  <a:lnTo>
                    <a:pt x="2676240" y="956076"/>
                  </a:lnTo>
                  <a:lnTo>
                    <a:pt x="2670768" y="956076"/>
                  </a:lnTo>
                  <a:lnTo>
                    <a:pt x="2670768" y="956076"/>
                  </a:lnTo>
                  <a:lnTo>
                    <a:pt x="2665295" y="956076"/>
                  </a:lnTo>
                  <a:lnTo>
                    <a:pt x="2665295" y="956076"/>
                  </a:lnTo>
                  <a:lnTo>
                    <a:pt x="2659822" y="956076"/>
                  </a:lnTo>
                  <a:lnTo>
                    <a:pt x="2659822" y="956076"/>
                  </a:lnTo>
                  <a:lnTo>
                    <a:pt x="2654349" y="956076"/>
                  </a:lnTo>
                  <a:lnTo>
                    <a:pt x="2654349" y="956076"/>
                  </a:lnTo>
                  <a:lnTo>
                    <a:pt x="2648876" y="956076"/>
                  </a:lnTo>
                  <a:lnTo>
                    <a:pt x="2648876" y="956076"/>
                  </a:lnTo>
                  <a:lnTo>
                    <a:pt x="2643403" y="956076"/>
                  </a:lnTo>
                  <a:lnTo>
                    <a:pt x="2643403" y="956076"/>
                  </a:lnTo>
                  <a:lnTo>
                    <a:pt x="2637930" y="956076"/>
                  </a:lnTo>
                  <a:lnTo>
                    <a:pt x="2637930" y="956076"/>
                  </a:lnTo>
                  <a:lnTo>
                    <a:pt x="2632457" y="956076"/>
                  </a:lnTo>
                  <a:lnTo>
                    <a:pt x="2632457" y="965075"/>
                  </a:lnTo>
                  <a:lnTo>
                    <a:pt x="2626985" y="965075"/>
                  </a:lnTo>
                  <a:lnTo>
                    <a:pt x="2626985" y="965075"/>
                  </a:lnTo>
                  <a:lnTo>
                    <a:pt x="2621512" y="965075"/>
                  </a:lnTo>
                  <a:lnTo>
                    <a:pt x="2621512" y="965075"/>
                  </a:lnTo>
                  <a:lnTo>
                    <a:pt x="2616039" y="965075"/>
                  </a:lnTo>
                  <a:lnTo>
                    <a:pt x="2616039" y="965075"/>
                  </a:lnTo>
                  <a:lnTo>
                    <a:pt x="2610566" y="965075"/>
                  </a:lnTo>
                  <a:lnTo>
                    <a:pt x="2610566" y="965075"/>
                  </a:lnTo>
                  <a:lnTo>
                    <a:pt x="2605093" y="965075"/>
                  </a:lnTo>
                  <a:lnTo>
                    <a:pt x="2605093" y="965075"/>
                  </a:lnTo>
                  <a:lnTo>
                    <a:pt x="2599620" y="965075"/>
                  </a:lnTo>
                  <a:lnTo>
                    <a:pt x="2599620" y="965075"/>
                  </a:lnTo>
                  <a:lnTo>
                    <a:pt x="2594147" y="965075"/>
                  </a:lnTo>
                  <a:lnTo>
                    <a:pt x="2594147" y="965075"/>
                  </a:lnTo>
                  <a:lnTo>
                    <a:pt x="2588674" y="965075"/>
                  </a:lnTo>
                  <a:lnTo>
                    <a:pt x="2588674" y="965075"/>
                  </a:lnTo>
                  <a:lnTo>
                    <a:pt x="2583201" y="965075"/>
                  </a:lnTo>
                  <a:lnTo>
                    <a:pt x="2583201" y="965075"/>
                  </a:lnTo>
                  <a:lnTo>
                    <a:pt x="2577729" y="965075"/>
                  </a:lnTo>
                  <a:lnTo>
                    <a:pt x="2577729" y="965075"/>
                  </a:lnTo>
                  <a:lnTo>
                    <a:pt x="2572256" y="965075"/>
                  </a:lnTo>
                  <a:lnTo>
                    <a:pt x="2572256" y="965075"/>
                  </a:lnTo>
                  <a:lnTo>
                    <a:pt x="2566783" y="965075"/>
                  </a:lnTo>
                  <a:lnTo>
                    <a:pt x="2566783" y="965075"/>
                  </a:lnTo>
                  <a:lnTo>
                    <a:pt x="2561310" y="965075"/>
                  </a:lnTo>
                  <a:lnTo>
                    <a:pt x="2561310" y="965075"/>
                  </a:lnTo>
                  <a:lnTo>
                    <a:pt x="2555837" y="965075"/>
                  </a:lnTo>
                  <a:lnTo>
                    <a:pt x="2555837" y="965075"/>
                  </a:lnTo>
                  <a:lnTo>
                    <a:pt x="2550364" y="965075"/>
                  </a:lnTo>
                  <a:lnTo>
                    <a:pt x="2550364" y="965075"/>
                  </a:lnTo>
                  <a:lnTo>
                    <a:pt x="2544891" y="965075"/>
                  </a:lnTo>
                  <a:lnTo>
                    <a:pt x="2544891" y="965075"/>
                  </a:lnTo>
                  <a:lnTo>
                    <a:pt x="2539418" y="965075"/>
                  </a:lnTo>
                  <a:lnTo>
                    <a:pt x="2539418" y="965075"/>
                  </a:lnTo>
                  <a:lnTo>
                    <a:pt x="2533945" y="965075"/>
                  </a:lnTo>
                  <a:lnTo>
                    <a:pt x="2533945" y="965075"/>
                  </a:lnTo>
                  <a:lnTo>
                    <a:pt x="2528473" y="965075"/>
                  </a:lnTo>
                  <a:lnTo>
                    <a:pt x="2528473" y="973980"/>
                  </a:lnTo>
                  <a:lnTo>
                    <a:pt x="2523000" y="973980"/>
                  </a:lnTo>
                  <a:lnTo>
                    <a:pt x="2523000" y="973980"/>
                  </a:lnTo>
                  <a:lnTo>
                    <a:pt x="2517527" y="973980"/>
                  </a:lnTo>
                  <a:lnTo>
                    <a:pt x="2517527" y="973980"/>
                  </a:lnTo>
                  <a:lnTo>
                    <a:pt x="2512054" y="973980"/>
                  </a:lnTo>
                  <a:lnTo>
                    <a:pt x="2512054" y="973980"/>
                  </a:lnTo>
                  <a:lnTo>
                    <a:pt x="2506581" y="973980"/>
                  </a:lnTo>
                  <a:lnTo>
                    <a:pt x="2506581" y="973980"/>
                  </a:lnTo>
                  <a:lnTo>
                    <a:pt x="2501108" y="973980"/>
                  </a:lnTo>
                  <a:lnTo>
                    <a:pt x="2501108" y="973980"/>
                  </a:lnTo>
                  <a:lnTo>
                    <a:pt x="2495635" y="973980"/>
                  </a:lnTo>
                  <a:lnTo>
                    <a:pt x="2495635" y="973980"/>
                  </a:lnTo>
                  <a:lnTo>
                    <a:pt x="2490162" y="973980"/>
                  </a:lnTo>
                  <a:lnTo>
                    <a:pt x="2490162" y="973980"/>
                  </a:lnTo>
                  <a:lnTo>
                    <a:pt x="2484689" y="973980"/>
                  </a:lnTo>
                  <a:lnTo>
                    <a:pt x="2484689" y="973980"/>
                  </a:lnTo>
                  <a:lnTo>
                    <a:pt x="2479217" y="973980"/>
                  </a:lnTo>
                  <a:lnTo>
                    <a:pt x="2479217" y="973980"/>
                  </a:lnTo>
                  <a:lnTo>
                    <a:pt x="2473744" y="973980"/>
                  </a:lnTo>
                  <a:lnTo>
                    <a:pt x="2473744" y="973980"/>
                  </a:lnTo>
                  <a:lnTo>
                    <a:pt x="2468271" y="973980"/>
                  </a:lnTo>
                  <a:lnTo>
                    <a:pt x="2468271" y="973980"/>
                  </a:lnTo>
                  <a:lnTo>
                    <a:pt x="2462798" y="973980"/>
                  </a:lnTo>
                  <a:lnTo>
                    <a:pt x="2462798" y="973980"/>
                  </a:lnTo>
                  <a:lnTo>
                    <a:pt x="2457325" y="973980"/>
                  </a:lnTo>
                  <a:lnTo>
                    <a:pt x="2457325" y="973980"/>
                  </a:lnTo>
                  <a:lnTo>
                    <a:pt x="2451852" y="973980"/>
                  </a:lnTo>
                  <a:lnTo>
                    <a:pt x="2451852" y="982830"/>
                  </a:lnTo>
                  <a:lnTo>
                    <a:pt x="2446379" y="982830"/>
                  </a:lnTo>
                  <a:lnTo>
                    <a:pt x="2446379" y="991662"/>
                  </a:lnTo>
                  <a:lnTo>
                    <a:pt x="2440906" y="991662"/>
                  </a:lnTo>
                  <a:lnTo>
                    <a:pt x="2440906" y="991662"/>
                  </a:lnTo>
                  <a:lnTo>
                    <a:pt x="2435434" y="991662"/>
                  </a:lnTo>
                  <a:lnTo>
                    <a:pt x="2435434" y="991662"/>
                  </a:lnTo>
                  <a:lnTo>
                    <a:pt x="2429961" y="991662"/>
                  </a:lnTo>
                  <a:lnTo>
                    <a:pt x="2429961" y="1000477"/>
                  </a:lnTo>
                  <a:lnTo>
                    <a:pt x="2424488" y="1000477"/>
                  </a:lnTo>
                  <a:lnTo>
                    <a:pt x="2424488" y="1000477"/>
                  </a:lnTo>
                  <a:lnTo>
                    <a:pt x="2419015" y="1000477"/>
                  </a:lnTo>
                  <a:lnTo>
                    <a:pt x="2419015" y="1009282"/>
                  </a:lnTo>
                  <a:lnTo>
                    <a:pt x="2413542" y="1009282"/>
                  </a:lnTo>
                  <a:lnTo>
                    <a:pt x="2413542" y="1009282"/>
                  </a:lnTo>
                  <a:lnTo>
                    <a:pt x="2408069" y="1009282"/>
                  </a:lnTo>
                  <a:lnTo>
                    <a:pt x="2408069" y="1009282"/>
                  </a:lnTo>
                  <a:lnTo>
                    <a:pt x="2402596" y="1009282"/>
                  </a:lnTo>
                  <a:lnTo>
                    <a:pt x="2402596" y="1009282"/>
                  </a:lnTo>
                  <a:lnTo>
                    <a:pt x="2397123" y="1009282"/>
                  </a:lnTo>
                  <a:lnTo>
                    <a:pt x="2397123" y="1009282"/>
                  </a:lnTo>
                  <a:lnTo>
                    <a:pt x="2391650" y="1009282"/>
                  </a:lnTo>
                  <a:lnTo>
                    <a:pt x="2391650" y="1009282"/>
                  </a:lnTo>
                  <a:lnTo>
                    <a:pt x="2386178" y="1009282"/>
                  </a:lnTo>
                  <a:lnTo>
                    <a:pt x="2386178" y="1009282"/>
                  </a:lnTo>
                  <a:lnTo>
                    <a:pt x="2380705" y="1009282"/>
                  </a:lnTo>
                  <a:lnTo>
                    <a:pt x="2380705" y="1009282"/>
                  </a:lnTo>
                  <a:lnTo>
                    <a:pt x="2375232" y="1009282"/>
                  </a:lnTo>
                  <a:lnTo>
                    <a:pt x="2375232" y="1018058"/>
                  </a:lnTo>
                  <a:lnTo>
                    <a:pt x="2369759" y="1018058"/>
                  </a:lnTo>
                  <a:lnTo>
                    <a:pt x="2369759" y="1018058"/>
                  </a:lnTo>
                  <a:lnTo>
                    <a:pt x="2364286" y="1018058"/>
                  </a:lnTo>
                  <a:lnTo>
                    <a:pt x="2364286" y="1018058"/>
                  </a:lnTo>
                  <a:lnTo>
                    <a:pt x="2358813" y="1018058"/>
                  </a:lnTo>
                  <a:lnTo>
                    <a:pt x="2358813" y="1018058"/>
                  </a:lnTo>
                  <a:lnTo>
                    <a:pt x="2353340" y="1018058"/>
                  </a:lnTo>
                  <a:lnTo>
                    <a:pt x="2353340" y="1018058"/>
                  </a:lnTo>
                  <a:lnTo>
                    <a:pt x="2347867" y="1018058"/>
                  </a:lnTo>
                  <a:lnTo>
                    <a:pt x="2347867" y="1018058"/>
                  </a:lnTo>
                  <a:lnTo>
                    <a:pt x="2342394" y="1018058"/>
                  </a:lnTo>
                  <a:lnTo>
                    <a:pt x="2342394" y="1026816"/>
                  </a:lnTo>
                  <a:lnTo>
                    <a:pt x="2336922" y="1026816"/>
                  </a:lnTo>
                  <a:lnTo>
                    <a:pt x="2336922" y="1026816"/>
                  </a:lnTo>
                  <a:lnTo>
                    <a:pt x="2331449" y="1026816"/>
                  </a:lnTo>
                  <a:lnTo>
                    <a:pt x="2331449" y="1026816"/>
                  </a:lnTo>
                  <a:lnTo>
                    <a:pt x="2325976" y="1026816"/>
                  </a:lnTo>
                  <a:lnTo>
                    <a:pt x="2325976" y="1026816"/>
                  </a:lnTo>
                  <a:lnTo>
                    <a:pt x="2320503" y="1026816"/>
                  </a:lnTo>
                  <a:lnTo>
                    <a:pt x="2320503" y="1026816"/>
                  </a:lnTo>
                  <a:lnTo>
                    <a:pt x="2315030" y="1026816"/>
                  </a:lnTo>
                  <a:lnTo>
                    <a:pt x="2315030" y="1026816"/>
                  </a:lnTo>
                  <a:lnTo>
                    <a:pt x="2309557" y="1026816"/>
                  </a:lnTo>
                  <a:lnTo>
                    <a:pt x="2309557" y="1026816"/>
                  </a:lnTo>
                  <a:lnTo>
                    <a:pt x="2304084" y="1026816"/>
                  </a:lnTo>
                  <a:lnTo>
                    <a:pt x="2304084" y="1026816"/>
                  </a:lnTo>
                  <a:lnTo>
                    <a:pt x="2298611" y="1026816"/>
                  </a:lnTo>
                  <a:lnTo>
                    <a:pt x="2298611" y="1026816"/>
                  </a:lnTo>
                  <a:lnTo>
                    <a:pt x="2293138" y="1026816"/>
                  </a:lnTo>
                  <a:lnTo>
                    <a:pt x="2293138" y="1026816"/>
                  </a:lnTo>
                  <a:lnTo>
                    <a:pt x="2287666" y="1026816"/>
                  </a:lnTo>
                  <a:lnTo>
                    <a:pt x="2287666" y="1026816"/>
                  </a:lnTo>
                  <a:lnTo>
                    <a:pt x="2282193" y="1026816"/>
                  </a:lnTo>
                  <a:lnTo>
                    <a:pt x="2282193" y="1026816"/>
                  </a:lnTo>
                  <a:lnTo>
                    <a:pt x="2276720" y="1026816"/>
                  </a:lnTo>
                  <a:lnTo>
                    <a:pt x="2276720" y="1026816"/>
                  </a:lnTo>
                  <a:lnTo>
                    <a:pt x="2271247" y="1026816"/>
                  </a:lnTo>
                  <a:lnTo>
                    <a:pt x="2271247" y="1026816"/>
                  </a:lnTo>
                  <a:lnTo>
                    <a:pt x="2265774" y="1026816"/>
                  </a:lnTo>
                  <a:lnTo>
                    <a:pt x="2265774" y="1026816"/>
                  </a:lnTo>
                  <a:lnTo>
                    <a:pt x="2260301" y="1026816"/>
                  </a:lnTo>
                  <a:lnTo>
                    <a:pt x="2260301" y="1026816"/>
                  </a:lnTo>
                  <a:lnTo>
                    <a:pt x="2254828" y="1026816"/>
                  </a:lnTo>
                  <a:lnTo>
                    <a:pt x="2254828" y="1026816"/>
                  </a:lnTo>
                  <a:lnTo>
                    <a:pt x="2249355" y="1026816"/>
                  </a:lnTo>
                  <a:lnTo>
                    <a:pt x="2249355" y="1026816"/>
                  </a:lnTo>
                  <a:lnTo>
                    <a:pt x="2243883" y="1026816"/>
                  </a:lnTo>
                  <a:lnTo>
                    <a:pt x="2243883" y="1035517"/>
                  </a:lnTo>
                  <a:lnTo>
                    <a:pt x="2238410" y="1035517"/>
                  </a:lnTo>
                  <a:lnTo>
                    <a:pt x="2238410" y="1035517"/>
                  </a:lnTo>
                  <a:lnTo>
                    <a:pt x="2232937" y="1035517"/>
                  </a:lnTo>
                  <a:lnTo>
                    <a:pt x="2232937" y="1035517"/>
                  </a:lnTo>
                  <a:lnTo>
                    <a:pt x="2227464" y="1035517"/>
                  </a:lnTo>
                  <a:lnTo>
                    <a:pt x="2227464" y="1035517"/>
                  </a:lnTo>
                  <a:lnTo>
                    <a:pt x="2221991" y="1035517"/>
                  </a:lnTo>
                  <a:lnTo>
                    <a:pt x="2221991" y="1044203"/>
                  </a:lnTo>
                  <a:lnTo>
                    <a:pt x="2216518" y="1044203"/>
                  </a:lnTo>
                  <a:lnTo>
                    <a:pt x="2216518" y="1044203"/>
                  </a:lnTo>
                  <a:lnTo>
                    <a:pt x="2211045" y="1044203"/>
                  </a:lnTo>
                  <a:lnTo>
                    <a:pt x="2211045" y="1044203"/>
                  </a:lnTo>
                  <a:lnTo>
                    <a:pt x="2205572" y="1044203"/>
                  </a:lnTo>
                  <a:lnTo>
                    <a:pt x="2205572" y="1044203"/>
                  </a:lnTo>
                  <a:lnTo>
                    <a:pt x="2200099" y="1044203"/>
                  </a:lnTo>
                  <a:lnTo>
                    <a:pt x="2200099" y="1044203"/>
                  </a:lnTo>
                  <a:lnTo>
                    <a:pt x="2194627" y="1044203"/>
                  </a:lnTo>
                  <a:lnTo>
                    <a:pt x="2194627" y="1044203"/>
                  </a:lnTo>
                  <a:lnTo>
                    <a:pt x="2189154" y="1044203"/>
                  </a:lnTo>
                  <a:lnTo>
                    <a:pt x="2189154" y="1044203"/>
                  </a:lnTo>
                  <a:lnTo>
                    <a:pt x="2183681" y="1044203"/>
                  </a:lnTo>
                  <a:lnTo>
                    <a:pt x="2183681" y="1052858"/>
                  </a:lnTo>
                  <a:lnTo>
                    <a:pt x="2178208" y="1052858"/>
                  </a:lnTo>
                  <a:lnTo>
                    <a:pt x="2178208" y="1052858"/>
                  </a:lnTo>
                  <a:lnTo>
                    <a:pt x="2172735" y="1052858"/>
                  </a:lnTo>
                  <a:lnTo>
                    <a:pt x="2172735" y="1052858"/>
                  </a:lnTo>
                  <a:lnTo>
                    <a:pt x="2167262" y="1052858"/>
                  </a:lnTo>
                  <a:lnTo>
                    <a:pt x="2167262" y="1052858"/>
                  </a:lnTo>
                  <a:lnTo>
                    <a:pt x="2161789" y="1052858"/>
                  </a:lnTo>
                  <a:lnTo>
                    <a:pt x="2161789" y="1052858"/>
                  </a:lnTo>
                  <a:lnTo>
                    <a:pt x="2156316" y="1052858"/>
                  </a:lnTo>
                  <a:lnTo>
                    <a:pt x="2156316" y="1052858"/>
                  </a:lnTo>
                  <a:lnTo>
                    <a:pt x="2150843" y="1052858"/>
                  </a:lnTo>
                  <a:lnTo>
                    <a:pt x="2150843" y="1052858"/>
                  </a:lnTo>
                  <a:lnTo>
                    <a:pt x="2145371" y="1052858"/>
                  </a:lnTo>
                  <a:lnTo>
                    <a:pt x="2145371" y="1052858"/>
                  </a:lnTo>
                  <a:lnTo>
                    <a:pt x="2139898" y="1052858"/>
                  </a:lnTo>
                  <a:lnTo>
                    <a:pt x="2139898" y="1061475"/>
                  </a:lnTo>
                  <a:lnTo>
                    <a:pt x="2134425" y="1061475"/>
                  </a:lnTo>
                  <a:lnTo>
                    <a:pt x="2134425" y="1061475"/>
                  </a:lnTo>
                  <a:lnTo>
                    <a:pt x="2128952" y="1061475"/>
                  </a:lnTo>
                  <a:lnTo>
                    <a:pt x="2128952" y="1061475"/>
                  </a:lnTo>
                  <a:lnTo>
                    <a:pt x="2123479" y="1061475"/>
                  </a:lnTo>
                  <a:lnTo>
                    <a:pt x="2123479" y="1061475"/>
                  </a:lnTo>
                  <a:lnTo>
                    <a:pt x="2118006" y="1061475"/>
                  </a:lnTo>
                  <a:lnTo>
                    <a:pt x="2118006" y="1061475"/>
                  </a:lnTo>
                  <a:lnTo>
                    <a:pt x="2112533" y="1061475"/>
                  </a:lnTo>
                  <a:lnTo>
                    <a:pt x="2112533" y="1061475"/>
                  </a:lnTo>
                  <a:lnTo>
                    <a:pt x="2107060" y="1061475"/>
                  </a:lnTo>
                  <a:lnTo>
                    <a:pt x="2107060" y="1061475"/>
                  </a:lnTo>
                  <a:lnTo>
                    <a:pt x="2101588" y="1061475"/>
                  </a:lnTo>
                  <a:lnTo>
                    <a:pt x="2101588" y="1061475"/>
                  </a:lnTo>
                  <a:lnTo>
                    <a:pt x="2096115" y="1061475"/>
                  </a:lnTo>
                  <a:lnTo>
                    <a:pt x="2096115" y="1061475"/>
                  </a:lnTo>
                  <a:lnTo>
                    <a:pt x="2090642" y="1061475"/>
                  </a:lnTo>
                  <a:lnTo>
                    <a:pt x="2090642" y="1061475"/>
                  </a:lnTo>
                  <a:lnTo>
                    <a:pt x="2085169" y="1061475"/>
                  </a:lnTo>
                  <a:lnTo>
                    <a:pt x="2085169" y="1061475"/>
                  </a:lnTo>
                  <a:lnTo>
                    <a:pt x="2079696" y="1061475"/>
                  </a:lnTo>
                  <a:lnTo>
                    <a:pt x="2079696" y="1061475"/>
                  </a:lnTo>
                  <a:lnTo>
                    <a:pt x="2074223" y="1061475"/>
                  </a:lnTo>
                  <a:lnTo>
                    <a:pt x="2074223" y="1061475"/>
                  </a:lnTo>
                  <a:lnTo>
                    <a:pt x="2068750" y="1061475"/>
                  </a:lnTo>
                  <a:lnTo>
                    <a:pt x="2068750" y="1061475"/>
                  </a:lnTo>
                  <a:lnTo>
                    <a:pt x="2063277" y="1061475"/>
                  </a:lnTo>
                  <a:lnTo>
                    <a:pt x="2063277" y="1061475"/>
                  </a:lnTo>
                  <a:lnTo>
                    <a:pt x="2057804" y="1061475"/>
                  </a:lnTo>
                  <a:lnTo>
                    <a:pt x="2057804" y="1061475"/>
                  </a:lnTo>
                  <a:lnTo>
                    <a:pt x="2052332" y="1061475"/>
                  </a:lnTo>
                  <a:lnTo>
                    <a:pt x="2052332" y="1061475"/>
                  </a:lnTo>
                  <a:lnTo>
                    <a:pt x="2046859" y="1061475"/>
                  </a:lnTo>
                  <a:lnTo>
                    <a:pt x="2046859" y="1061475"/>
                  </a:lnTo>
                  <a:lnTo>
                    <a:pt x="2041386" y="1061475"/>
                  </a:lnTo>
                  <a:lnTo>
                    <a:pt x="2041386" y="1061475"/>
                  </a:lnTo>
                  <a:lnTo>
                    <a:pt x="2035913" y="1061475"/>
                  </a:lnTo>
                  <a:lnTo>
                    <a:pt x="2035913" y="1061475"/>
                  </a:lnTo>
                  <a:lnTo>
                    <a:pt x="2030440" y="1061475"/>
                  </a:lnTo>
                  <a:lnTo>
                    <a:pt x="2030440" y="1061475"/>
                  </a:lnTo>
                  <a:lnTo>
                    <a:pt x="2024967" y="1061475"/>
                  </a:lnTo>
                  <a:lnTo>
                    <a:pt x="2024967" y="1061475"/>
                  </a:lnTo>
                  <a:lnTo>
                    <a:pt x="2019494" y="1061475"/>
                  </a:lnTo>
                  <a:lnTo>
                    <a:pt x="2019494" y="1070023"/>
                  </a:lnTo>
                  <a:lnTo>
                    <a:pt x="2014021" y="1070023"/>
                  </a:lnTo>
                  <a:lnTo>
                    <a:pt x="2014021" y="1070023"/>
                  </a:lnTo>
                  <a:lnTo>
                    <a:pt x="2008548" y="1070023"/>
                  </a:lnTo>
                  <a:lnTo>
                    <a:pt x="2008548" y="1070023"/>
                  </a:lnTo>
                  <a:lnTo>
                    <a:pt x="2003076" y="1070023"/>
                  </a:lnTo>
                  <a:lnTo>
                    <a:pt x="2003076" y="1078557"/>
                  </a:lnTo>
                  <a:lnTo>
                    <a:pt x="1997603" y="1078557"/>
                  </a:lnTo>
                  <a:lnTo>
                    <a:pt x="1997603" y="1078557"/>
                  </a:lnTo>
                  <a:lnTo>
                    <a:pt x="1992130" y="1078557"/>
                  </a:lnTo>
                  <a:lnTo>
                    <a:pt x="1992130" y="1078557"/>
                  </a:lnTo>
                  <a:lnTo>
                    <a:pt x="1986657" y="1078557"/>
                  </a:lnTo>
                  <a:lnTo>
                    <a:pt x="1986657" y="1078557"/>
                  </a:lnTo>
                  <a:lnTo>
                    <a:pt x="1981184" y="1078557"/>
                  </a:lnTo>
                  <a:lnTo>
                    <a:pt x="1981184" y="1078557"/>
                  </a:lnTo>
                  <a:lnTo>
                    <a:pt x="1975711" y="1078557"/>
                  </a:lnTo>
                  <a:lnTo>
                    <a:pt x="1975711" y="1078557"/>
                  </a:lnTo>
                  <a:lnTo>
                    <a:pt x="1970238" y="1078557"/>
                  </a:lnTo>
                  <a:lnTo>
                    <a:pt x="1970238" y="1087066"/>
                  </a:lnTo>
                  <a:lnTo>
                    <a:pt x="1964765" y="1087066"/>
                  </a:lnTo>
                  <a:lnTo>
                    <a:pt x="1964765" y="1087066"/>
                  </a:lnTo>
                  <a:lnTo>
                    <a:pt x="1959292" y="1087066"/>
                  </a:lnTo>
                  <a:lnTo>
                    <a:pt x="1959292" y="1087066"/>
                  </a:lnTo>
                  <a:lnTo>
                    <a:pt x="1953820" y="1087066"/>
                  </a:lnTo>
                  <a:lnTo>
                    <a:pt x="1953820" y="1087066"/>
                  </a:lnTo>
                  <a:lnTo>
                    <a:pt x="1948347" y="1087066"/>
                  </a:lnTo>
                  <a:lnTo>
                    <a:pt x="1948347" y="1087066"/>
                  </a:lnTo>
                  <a:lnTo>
                    <a:pt x="1942874" y="1087066"/>
                  </a:lnTo>
                  <a:lnTo>
                    <a:pt x="1942874" y="1087066"/>
                  </a:lnTo>
                  <a:lnTo>
                    <a:pt x="1937401" y="1087066"/>
                  </a:lnTo>
                  <a:lnTo>
                    <a:pt x="1937401" y="1087066"/>
                  </a:lnTo>
                  <a:lnTo>
                    <a:pt x="1931928" y="1087066"/>
                  </a:lnTo>
                  <a:lnTo>
                    <a:pt x="1931928" y="1087066"/>
                  </a:lnTo>
                  <a:lnTo>
                    <a:pt x="1926455" y="1087066"/>
                  </a:lnTo>
                  <a:lnTo>
                    <a:pt x="1926455" y="1087066"/>
                  </a:lnTo>
                  <a:lnTo>
                    <a:pt x="1920982" y="1087066"/>
                  </a:lnTo>
                  <a:lnTo>
                    <a:pt x="1920982" y="1087066"/>
                  </a:lnTo>
                  <a:lnTo>
                    <a:pt x="1915509" y="1087066"/>
                  </a:lnTo>
                  <a:lnTo>
                    <a:pt x="1915509" y="1087066"/>
                  </a:lnTo>
                  <a:lnTo>
                    <a:pt x="1910037" y="1087066"/>
                  </a:lnTo>
                  <a:lnTo>
                    <a:pt x="1910037" y="1087066"/>
                  </a:lnTo>
                  <a:lnTo>
                    <a:pt x="1904564" y="1087066"/>
                  </a:lnTo>
                  <a:lnTo>
                    <a:pt x="1904564" y="1087066"/>
                  </a:lnTo>
                  <a:lnTo>
                    <a:pt x="1899091" y="1087066"/>
                  </a:lnTo>
                  <a:lnTo>
                    <a:pt x="1899091" y="1087066"/>
                  </a:lnTo>
                  <a:lnTo>
                    <a:pt x="1893618" y="1087066"/>
                  </a:lnTo>
                  <a:lnTo>
                    <a:pt x="1893618" y="1087066"/>
                  </a:lnTo>
                  <a:lnTo>
                    <a:pt x="1888145" y="1087066"/>
                  </a:lnTo>
                  <a:lnTo>
                    <a:pt x="1888145" y="1087066"/>
                  </a:lnTo>
                  <a:lnTo>
                    <a:pt x="1882672" y="1087066"/>
                  </a:lnTo>
                  <a:lnTo>
                    <a:pt x="1882672" y="1087066"/>
                  </a:lnTo>
                  <a:lnTo>
                    <a:pt x="1877199" y="1087066"/>
                  </a:lnTo>
                  <a:lnTo>
                    <a:pt x="1877199" y="1087066"/>
                  </a:lnTo>
                  <a:lnTo>
                    <a:pt x="1871726" y="1087066"/>
                  </a:lnTo>
                  <a:lnTo>
                    <a:pt x="1871726" y="1095501"/>
                  </a:lnTo>
                  <a:lnTo>
                    <a:pt x="1866253" y="1095501"/>
                  </a:lnTo>
                  <a:lnTo>
                    <a:pt x="1866253" y="1095501"/>
                  </a:lnTo>
                  <a:lnTo>
                    <a:pt x="1860781" y="1095501"/>
                  </a:lnTo>
                  <a:lnTo>
                    <a:pt x="1860781" y="1103920"/>
                  </a:lnTo>
                  <a:lnTo>
                    <a:pt x="1855308" y="1103920"/>
                  </a:lnTo>
                  <a:lnTo>
                    <a:pt x="1855308" y="1103920"/>
                  </a:lnTo>
                  <a:lnTo>
                    <a:pt x="1849835" y="1103920"/>
                  </a:lnTo>
                  <a:lnTo>
                    <a:pt x="1849835" y="1112328"/>
                  </a:lnTo>
                  <a:lnTo>
                    <a:pt x="1844362" y="1112328"/>
                  </a:lnTo>
                  <a:lnTo>
                    <a:pt x="1844362" y="1112328"/>
                  </a:lnTo>
                  <a:lnTo>
                    <a:pt x="1838889" y="1112328"/>
                  </a:lnTo>
                  <a:lnTo>
                    <a:pt x="1838889" y="1112328"/>
                  </a:lnTo>
                  <a:lnTo>
                    <a:pt x="1833416" y="1112328"/>
                  </a:lnTo>
                  <a:lnTo>
                    <a:pt x="1833416" y="1112328"/>
                  </a:lnTo>
                  <a:lnTo>
                    <a:pt x="1827943" y="1112328"/>
                  </a:lnTo>
                  <a:lnTo>
                    <a:pt x="1827943" y="1112328"/>
                  </a:lnTo>
                  <a:lnTo>
                    <a:pt x="1822470" y="1112328"/>
                  </a:lnTo>
                  <a:lnTo>
                    <a:pt x="1822470" y="1112328"/>
                  </a:lnTo>
                  <a:lnTo>
                    <a:pt x="1816997" y="1112328"/>
                  </a:lnTo>
                  <a:lnTo>
                    <a:pt x="1816997" y="1112328"/>
                  </a:lnTo>
                  <a:lnTo>
                    <a:pt x="1811525" y="1112328"/>
                  </a:lnTo>
                  <a:lnTo>
                    <a:pt x="1811525" y="1120696"/>
                  </a:lnTo>
                  <a:lnTo>
                    <a:pt x="1806052" y="1120696"/>
                  </a:lnTo>
                  <a:lnTo>
                    <a:pt x="1806052" y="1120696"/>
                  </a:lnTo>
                  <a:lnTo>
                    <a:pt x="1800579" y="1120696"/>
                  </a:lnTo>
                  <a:lnTo>
                    <a:pt x="1800579" y="1120696"/>
                  </a:lnTo>
                  <a:lnTo>
                    <a:pt x="1795106" y="1120696"/>
                  </a:lnTo>
                  <a:lnTo>
                    <a:pt x="1795106" y="1120696"/>
                  </a:lnTo>
                  <a:lnTo>
                    <a:pt x="1789633" y="1120696"/>
                  </a:lnTo>
                  <a:lnTo>
                    <a:pt x="1789633" y="1120696"/>
                  </a:lnTo>
                  <a:lnTo>
                    <a:pt x="1784160" y="1120696"/>
                  </a:lnTo>
                  <a:lnTo>
                    <a:pt x="1784160" y="1120696"/>
                  </a:lnTo>
                  <a:lnTo>
                    <a:pt x="1778687" y="1120696"/>
                  </a:lnTo>
                  <a:lnTo>
                    <a:pt x="1778687" y="1129037"/>
                  </a:lnTo>
                  <a:lnTo>
                    <a:pt x="1773214" y="1129037"/>
                  </a:lnTo>
                  <a:lnTo>
                    <a:pt x="1773214" y="1129037"/>
                  </a:lnTo>
                  <a:lnTo>
                    <a:pt x="1767741" y="1129037"/>
                  </a:lnTo>
                  <a:lnTo>
                    <a:pt x="1767741" y="1129037"/>
                  </a:lnTo>
                  <a:lnTo>
                    <a:pt x="1762269" y="1129037"/>
                  </a:lnTo>
                  <a:lnTo>
                    <a:pt x="1762269" y="1145655"/>
                  </a:lnTo>
                  <a:lnTo>
                    <a:pt x="1756796" y="1145655"/>
                  </a:lnTo>
                  <a:lnTo>
                    <a:pt x="1756796" y="1145655"/>
                  </a:lnTo>
                  <a:lnTo>
                    <a:pt x="1751323" y="1145655"/>
                  </a:lnTo>
                  <a:lnTo>
                    <a:pt x="1751323" y="1145655"/>
                  </a:lnTo>
                  <a:lnTo>
                    <a:pt x="1745850" y="1145655"/>
                  </a:lnTo>
                  <a:lnTo>
                    <a:pt x="1745850" y="1145655"/>
                  </a:lnTo>
                  <a:lnTo>
                    <a:pt x="1740377" y="1145655"/>
                  </a:lnTo>
                  <a:lnTo>
                    <a:pt x="1740377" y="1145655"/>
                  </a:lnTo>
                  <a:lnTo>
                    <a:pt x="1734904" y="1145655"/>
                  </a:lnTo>
                  <a:lnTo>
                    <a:pt x="1734904" y="1145655"/>
                  </a:lnTo>
                  <a:lnTo>
                    <a:pt x="1729431" y="1145655"/>
                  </a:lnTo>
                  <a:lnTo>
                    <a:pt x="1729431" y="1145655"/>
                  </a:lnTo>
                  <a:lnTo>
                    <a:pt x="1723958" y="1145655"/>
                  </a:lnTo>
                  <a:lnTo>
                    <a:pt x="1723958" y="1145655"/>
                  </a:lnTo>
                  <a:lnTo>
                    <a:pt x="1718486" y="1145655"/>
                  </a:lnTo>
                  <a:lnTo>
                    <a:pt x="1718486" y="1145655"/>
                  </a:lnTo>
                  <a:lnTo>
                    <a:pt x="1713013" y="1145655"/>
                  </a:lnTo>
                  <a:lnTo>
                    <a:pt x="1713013" y="1153930"/>
                  </a:lnTo>
                  <a:lnTo>
                    <a:pt x="1707540" y="1153930"/>
                  </a:lnTo>
                  <a:lnTo>
                    <a:pt x="1707540" y="1153930"/>
                  </a:lnTo>
                  <a:lnTo>
                    <a:pt x="1702067" y="1153930"/>
                  </a:lnTo>
                  <a:lnTo>
                    <a:pt x="1702067" y="1153930"/>
                  </a:lnTo>
                  <a:lnTo>
                    <a:pt x="1696594" y="1153930"/>
                  </a:lnTo>
                  <a:lnTo>
                    <a:pt x="1696594" y="1153930"/>
                  </a:lnTo>
                  <a:lnTo>
                    <a:pt x="1691121" y="1153930"/>
                  </a:lnTo>
                  <a:lnTo>
                    <a:pt x="1691121" y="1153930"/>
                  </a:lnTo>
                  <a:lnTo>
                    <a:pt x="1685648" y="1153930"/>
                  </a:lnTo>
                  <a:lnTo>
                    <a:pt x="1685648" y="1153930"/>
                  </a:lnTo>
                  <a:lnTo>
                    <a:pt x="1680175" y="1153930"/>
                  </a:lnTo>
                  <a:lnTo>
                    <a:pt x="1680175" y="1153930"/>
                  </a:lnTo>
                  <a:lnTo>
                    <a:pt x="1674702" y="1153930"/>
                  </a:lnTo>
                  <a:lnTo>
                    <a:pt x="1674702" y="1153930"/>
                  </a:lnTo>
                  <a:lnTo>
                    <a:pt x="1669230" y="1153930"/>
                  </a:lnTo>
                  <a:lnTo>
                    <a:pt x="1669230" y="1153930"/>
                  </a:lnTo>
                  <a:lnTo>
                    <a:pt x="1663757" y="1153930"/>
                  </a:lnTo>
                  <a:lnTo>
                    <a:pt x="1663757" y="1153930"/>
                  </a:lnTo>
                  <a:lnTo>
                    <a:pt x="1658284" y="1153930"/>
                  </a:lnTo>
                  <a:lnTo>
                    <a:pt x="1658284" y="1153930"/>
                  </a:lnTo>
                  <a:lnTo>
                    <a:pt x="1652811" y="1153930"/>
                  </a:lnTo>
                  <a:lnTo>
                    <a:pt x="1652811" y="1153930"/>
                  </a:lnTo>
                  <a:lnTo>
                    <a:pt x="1647338" y="1153930"/>
                  </a:lnTo>
                  <a:lnTo>
                    <a:pt x="1647338" y="1153930"/>
                  </a:lnTo>
                  <a:lnTo>
                    <a:pt x="1641865" y="1153930"/>
                  </a:lnTo>
                  <a:lnTo>
                    <a:pt x="1641865" y="1153930"/>
                  </a:lnTo>
                  <a:lnTo>
                    <a:pt x="1636392" y="1153930"/>
                  </a:lnTo>
                  <a:lnTo>
                    <a:pt x="1636392" y="1153930"/>
                  </a:lnTo>
                  <a:lnTo>
                    <a:pt x="1630919" y="1153930"/>
                  </a:lnTo>
                  <a:lnTo>
                    <a:pt x="1630919" y="1153930"/>
                  </a:lnTo>
                  <a:lnTo>
                    <a:pt x="1625446" y="1153930"/>
                  </a:lnTo>
                  <a:lnTo>
                    <a:pt x="1625446" y="1153930"/>
                  </a:lnTo>
                  <a:lnTo>
                    <a:pt x="1619974" y="1153930"/>
                  </a:lnTo>
                  <a:lnTo>
                    <a:pt x="1619974" y="1153930"/>
                  </a:lnTo>
                  <a:lnTo>
                    <a:pt x="1614501" y="1153930"/>
                  </a:lnTo>
                  <a:lnTo>
                    <a:pt x="1614501" y="1153930"/>
                  </a:lnTo>
                  <a:lnTo>
                    <a:pt x="1609028" y="1153930"/>
                  </a:lnTo>
                  <a:lnTo>
                    <a:pt x="1609028" y="1170320"/>
                  </a:lnTo>
                  <a:lnTo>
                    <a:pt x="1603555" y="1170320"/>
                  </a:lnTo>
                  <a:lnTo>
                    <a:pt x="1603555" y="1170320"/>
                  </a:lnTo>
                  <a:lnTo>
                    <a:pt x="1598082" y="1170320"/>
                  </a:lnTo>
                  <a:lnTo>
                    <a:pt x="1598082" y="1170320"/>
                  </a:lnTo>
                  <a:lnTo>
                    <a:pt x="1592609" y="1170320"/>
                  </a:lnTo>
                  <a:lnTo>
                    <a:pt x="1592609" y="1170320"/>
                  </a:lnTo>
                  <a:lnTo>
                    <a:pt x="1587136" y="1170320"/>
                  </a:lnTo>
                  <a:lnTo>
                    <a:pt x="1587136" y="1170320"/>
                  </a:lnTo>
                  <a:lnTo>
                    <a:pt x="1581663" y="1170320"/>
                  </a:lnTo>
                  <a:lnTo>
                    <a:pt x="1581663" y="1170320"/>
                  </a:lnTo>
                  <a:lnTo>
                    <a:pt x="1576191" y="1170320"/>
                  </a:lnTo>
                  <a:lnTo>
                    <a:pt x="1576191" y="1170320"/>
                  </a:lnTo>
                  <a:lnTo>
                    <a:pt x="1570718" y="1170320"/>
                  </a:lnTo>
                  <a:lnTo>
                    <a:pt x="1570718" y="1170320"/>
                  </a:lnTo>
                  <a:lnTo>
                    <a:pt x="1565245" y="1170320"/>
                  </a:lnTo>
                  <a:lnTo>
                    <a:pt x="1565245" y="1170320"/>
                  </a:lnTo>
                  <a:lnTo>
                    <a:pt x="1559772" y="1170320"/>
                  </a:lnTo>
                  <a:lnTo>
                    <a:pt x="1559772" y="1170320"/>
                  </a:lnTo>
                  <a:lnTo>
                    <a:pt x="1554299" y="1170320"/>
                  </a:lnTo>
                  <a:lnTo>
                    <a:pt x="1554299" y="1170320"/>
                  </a:lnTo>
                  <a:lnTo>
                    <a:pt x="1548826" y="1170320"/>
                  </a:lnTo>
                  <a:lnTo>
                    <a:pt x="1548826" y="1170320"/>
                  </a:lnTo>
                  <a:lnTo>
                    <a:pt x="1543353" y="1170320"/>
                  </a:lnTo>
                  <a:lnTo>
                    <a:pt x="1543353" y="1170320"/>
                  </a:lnTo>
                  <a:lnTo>
                    <a:pt x="1537880" y="1170320"/>
                  </a:lnTo>
                  <a:lnTo>
                    <a:pt x="1537880" y="1178477"/>
                  </a:lnTo>
                  <a:lnTo>
                    <a:pt x="1532407" y="1178477"/>
                  </a:lnTo>
                  <a:lnTo>
                    <a:pt x="1532407" y="1178477"/>
                  </a:lnTo>
                  <a:lnTo>
                    <a:pt x="1526935" y="1178477"/>
                  </a:lnTo>
                  <a:lnTo>
                    <a:pt x="1526935" y="1186614"/>
                  </a:lnTo>
                  <a:lnTo>
                    <a:pt x="1521462" y="1186614"/>
                  </a:lnTo>
                  <a:lnTo>
                    <a:pt x="1521462" y="1186614"/>
                  </a:lnTo>
                  <a:lnTo>
                    <a:pt x="1515989" y="1186614"/>
                  </a:lnTo>
                  <a:lnTo>
                    <a:pt x="1515989" y="1194734"/>
                  </a:lnTo>
                  <a:lnTo>
                    <a:pt x="1510516" y="1194734"/>
                  </a:lnTo>
                  <a:lnTo>
                    <a:pt x="1510516" y="1202836"/>
                  </a:lnTo>
                  <a:lnTo>
                    <a:pt x="1505043" y="1202836"/>
                  </a:lnTo>
                  <a:lnTo>
                    <a:pt x="1505043" y="1202836"/>
                  </a:lnTo>
                  <a:lnTo>
                    <a:pt x="1499570" y="1202836"/>
                  </a:lnTo>
                  <a:lnTo>
                    <a:pt x="1499570" y="1202836"/>
                  </a:lnTo>
                  <a:lnTo>
                    <a:pt x="1494097" y="1202836"/>
                  </a:lnTo>
                  <a:lnTo>
                    <a:pt x="1494097" y="1202836"/>
                  </a:lnTo>
                  <a:lnTo>
                    <a:pt x="1488624" y="1202836"/>
                  </a:lnTo>
                  <a:lnTo>
                    <a:pt x="1488624" y="1202836"/>
                  </a:lnTo>
                  <a:lnTo>
                    <a:pt x="1483151" y="1202836"/>
                  </a:lnTo>
                  <a:lnTo>
                    <a:pt x="1483151" y="1202836"/>
                  </a:lnTo>
                  <a:lnTo>
                    <a:pt x="1477679" y="1202836"/>
                  </a:lnTo>
                  <a:lnTo>
                    <a:pt x="1477679" y="1202836"/>
                  </a:lnTo>
                  <a:lnTo>
                    <a:pt x="1472206" y="1202836"/>
                  </a:lnTo>
                  <a:lnTo>
                    <a:pt x="1472206" y="1202836"/>
                  </a:lnTo>
                  <a:lnTo>
                    <a:pt x="1466733" y="1202836"/>
                  </a:lnTo>
                  <a:lnTo>
                    <a:pt x="1466733" y="1202836"/>
                  </a:lnTo>
                  <a:lnTo>
                    <a:pt x="1461260" y="1202836"/>
                  </a:lnTo>
                  <a:lnTo>
                    <a:pt x="1461260" y="1202836"/>
                  </a:lnTo>
                  <a:lnTo>
                    <a:pt x="1455787" y="1202836"/>
                  </a:lnTo>
                  <a:lnTo>
                    <a:pt x="1455787" y="1202836"/>
                  </a:lnTo>
                  <a:lnTo>
                    <a:pt x="1450314" y="1202836"/>
                  </a:lnTo>
                  <a:lnTo>
                    <a:pt x="1450314" y="1210895"/>
                  </a:lnTo>
                  <a:lnTo>
                    <a:pt x="1444841" y="1210895"/>
                  </a:lnTo>
                  <a:lnTo>
                    <a:pt x="1444841" y="1210895"/>
                  </a:lnTo>
                  <a:lnTo>
                    <a:pt x="1439368" y="1210895"/>
                  </a:lnTo>
                  <a:lnTo>
                    <a:pt x="1439368" y="1210895"/>
                  </a:lnTo>
                  <a:lnTo>
                    <a:pt x="1433895" y="1210895"/>
                  </a:lnTo>
                  <a:lnTo>
                    <a:pt x="1433895" y="1210895"/>
                  </a:lnTo>
                  <a:lnTo>
                    <a:pt x="1428423" y="1210895"/>
                  </a:lnTo>
                  <a:lnTo>
                    <a:pt x="1428423" y="1210895"/>
                  </a:lnTo>
                  <a:lnTo>
                    <a:pt x="1422950" y="1210895"/>
                  </a:lnTo>
                  <a:lnTo>
                    <a:pt x="1422950" y="1210895"/>
                  </a:lnTo>
                  <a:lnTo>
                    <a:pt x="1417477" y="1210895"/>
                  </a:lnTo>
                  <a:lnTo>
                    <a:pt x="1417477" y="1210895"/>
                  </a:lnTo>
                  <a:lnTo>
                    <a:pt x="1412004" y="1210895"/>
                  </a:lnTo>
                  <a:lnTo>
                    <a:pt x="1412004" y="1210895"/>
                  </a:lnTo>
                  <a:lnTo>
                    <a:pt x="1406531" y="1210895"/>
                  </a:lnTo>
                  <a:lnTo>
                    <a:pt x="1406531" y="1210895"/>
                  </a:lnTo>
                  <a:lnTo>
                    <a:pt x="1401058" y="1210895"/>
                  </a:lnTo>
                  <a:lnTo>
                    <a:pt x="1401058" y="1210895"/>
                  </a:lnTo>
                  <a:lnTo>
                    <a:pt x="1395585" y="1210895"/>
                  </a:lnTo>
                  <a:lnTo>
                    <a:pt x="1395585" y="1210895"/>
                  </a:lnTo>
                  <a:lnTo>
                    <a:pt x="1390112" y="1210895"/>
                  </a:lnTo>
                  <a:lnTo>
                    <a:pt x="1390112" y="1210895"/>
                  </a:lnTo>
                  <a:lnTo>
                    <a:pt x="1384640" y="1210895"/>
                  </a:lnTo>
                  <a:lnTo>
                    <a:pt x="1384640" y="1210895"/>
                  </a:lnTo>
                  <a:lnTo>
                    <a:pt x="1379167" y="1210895"/>
                  </a:lnTo>
                  <a:lnTo>
                    <a:pt x="1379167" y="1210895"/>
                  </a:lnTo>
                  <a:lnTo>
                    <a:pt x="1373694" y="1210895"/>
                  </a:lnTo>
                  <a:lnTo>
                    <a:pt x="1373694" y="1210895"/>
                  </a:lnTo>
                  <a:lnTo>
                    <a:pt x="1368221" y="1210895"/>
                  </a:lnTo>
                  <a:lnTo>
                    <a:pt x="1368221" y="1210895"/>
                  </a:lnTo>
                  <a:lnTo>
                    <a:pt x="1362748" y="1210895"/>
                  </a:lnTo>
                  <a:lnTo>
                    <a:pt x="1362748" y="1218912"/>
                  </a:lnTo>
                  <a:lnTo>
                    <a:pt x="1357275" y="1218912"/>
                  </a:lnTo>
                  <a:lnTo>
                    <a:pt x="1357275" y="1218912"/>
                  </a:lnTo>
                  <a:lnTo>
                    <a:pt x="1351802" y="1218912"/>
                  </a:lnTo>
                  <a:lnTo>
                    <a:pt x="1351802" y="1218912"/>
                  </a:lnTo>
                  <a:lnTo>
                    <a:pt x="1346329" y="1218912"/>
                  </a:lnTo>
                  <a:lnTo>
                    <a:pt x="1346329" y="1218912"/>
                  </a:lnTo>
                  <a:lnTo>
                    <a:pt x="1340856" y="1218912"/>
                  </a:lnTo>
                  <a:lnTo>
                    <a:pt x="1340856" y="1226910"/>
                  </a:lnTo>
                  <a:lnTo>
                    <a:pt x="1335384" y="1226910"/>
                  </a:lnTo>
                  <a:lnTo>
                    <a:pt x="1335384" y="1226910"/>
                  </a:lnTo>
                  <a:lnTo>
                    <a:pt x="1329911" y="1226910"/>
                  </a:lnTo>
                  <a:lnTo>
                    <a:pt x="1329911" y="1226910"/>
                  </a:lnTo>
                  <a:lnTo>
                    <a:pt x="1324438" y="1226910"/>
                  </a:lnTo>
                  <a:lnTo>
                    <a:pt x="1324438" y="1226910"/>
                  </a:lnTo>
                  <a:lnTo>
                    <a:pt x="1318965" y="1226910"/>
                  </a:lnTo>
                  <a:lnTo>
                    <a:pt x="1318965" y="1226910"/>
                  </a:lnTo>
                  <a:lnTo>
                    <a:pt x="1313492" y="1226910"/>
                  </a:lnTo>
                  <a:lnTo>
                    <a:pt x="1313492" y="1234884"/>
                  </a:lnTo>
                  <a:lnTo>
                    <a:pt x="1308019" y="1234884"/>
                  </a:lnTo>
                  <a:lnTo>
                    <a:pt x="1308019" y="1242840"/>
                  </a:lnTo>
                  <a:lnTo>
                    <a:pt x="1302546" y="1242840"/>
                  </a:lnTo>
                  <a:lnTo>
                    <a:pt x="1302546" y="1242840"/>
                  </a:lnTo>
                  <a:lnTo>
                    <a:pt x="1297073" y="1242840"/>
                  </a:lnTo>
                  <a:lnTo>
                    <a:pt x="1297073" y="1242840"/>
                  </a:lnTo>
                  <a:lnTo>
                    <a:pt x="1291600" y="1242840"/>
                  </a:lnTo>
                  <a:lnTo>
                    <a:pt x="1291600" y="1242840"/>
                  </a:lnTo>
                  <a:lnTo>
                    <a:pt x="1286128" y="1242840"/>
                  </a:lnTo>
                  <a:lnTo>
                    <a:pt x="1286128" y="1242840"/>
                  </a:lnTo>
                  <a:lnTo>
                    <a:pt x="1280655" y="1242840"/>
                  </a:lnTo>
                  <a:lnTo>
                    <a:pt x="1280655" y="1242840"/>
                  </a:lnTo>
                  <a:lnTo>
                    <a:pt x="1275182" y="1242840"/>
                  </a:lnTo>
                  <a:lnTo>
                    <a:pt x="1275182" y="1242840"/>
                  </a:lnTo>
                  <a:lnTo>
                    <a:pt x="1269709" y="1242840"/>
                  </a:lnTo>
                  <a:lnTo>
                    <a:pt x="1269709" y="1250765"/>
                  </a:lnTo>
                  <a:lnTo>
                    <a:pt x="1264236" y="1250765"/>
                  </a:lnTo>
                  <a:lnTo>
                    <a:pt x="1264236" y="1250765"/>
                  </a:lnTo>
                  <a:lnTo>
                    <a:pt x="1258763" y="1250765"/>
                  </a:lnTo>
                  <a:lnTo>
                    <a:pt x="1258763" y="1250765"/>
                  </a:lnTo>
                  <a:lnTo>
                    <a:pt x="1253290" y="1250765"/>
                  </a:lnTo>
                  <a:lnTo>
                    <a:pt x="1253290" y="1250765"/>
                  </a:lnTo>
                  <a:lnTo>
                    <a:pt x="1247817" y="1250765"/>
                  </a:lnTo>
                  <a:lnTo>
                    <a:pt x="1247817" y="1250765"/>
                  </a:lnTo>
                  <a:lnTo>
                    <a:pt x="1242344" y="1250765"/>
                  </a:lnTo>
                  <a:lnTo>
                    <a:pt x="1242344" y="1250765"/>
                  </a:lnTo>
                  <a:lnTo>
                    <a:pt x="1236872" y="1250765"/>
                  </a:lnTo>
                  <a:lnTo>
                    <a:pt x="1236872" y="1250765"/>
                  </a:lnTo>
                  <a:lnTo>
                    <a:pt x="1231399" y="1250765"/>
                  </a:lnTo>
                  <a:lnTo>
                    <a:pt x="1231399" y="1250765"/>
                  </a:lnTo>
                  <a:lnTo>
                    <a:pt x="1225926" y="1250765"/>
                  </a:lnTo>
                  <a:lnTo>
                    <a:pt x="1225926" y="1250765"/>
                  </a:lnTo>
                  <a:lnTo>
                    <a:pt x="1220453" y="1250765"/>
                  </a:lnTo>
                  <a:lnTo>
                    <a:pt x="1220453" y="1250765"/>
                  </a:lnTo>
                  <a:lnTo>
                    <a:pt x="1214980" y="1250765"/>
                  </a:lnTo>
                  <a:lnTo>
                    <a:pt x="1214980" y="1250765"/>
                  </a:lnTo>
                  <a:lnTo>
                    <a:pt x="1209507" y="1250765"/>
                  </a:lnTo>
                  <a:lnTo>
                    <a:pt x="1209507" y="1250765"/>
                  </a:lnTo>
                  <a:lnTo>
                    <a:pt x="1204034" y="1250765"/>
                  </a:lnTo>
                  <a:lnTo>
                    <a:pt x="1204034" y="1250765"/>
                  </a:lnTo>
                  <a:lnTo>
                    <a:pt x="1198561" y="1250765"/>
                  </a:lnTo>
                  <a:lnTo>
                    <a:pt x="1198561" y="1250765"/>
                  </a:lnTo>
                  <a:lnTo>
                    <a:pt x="1193089" y="1250765"/>
                  </a:lnTo>
                  <a:lnTo>
                    <a:pt x="1193089" y="1250765"/>
                  </a:lnTo>
                  <a:lnTo>
                    <a:pt x="1187616" y="1250765"/>
                  </a:lnTo>
                  <a:lnTo>
                    <a:pt x="1187616" y="1250765"/>
                  </a:lnTo>
                  <a:lnTo>
                    <a:pt x="1182143" y="1250765"/>
                  </a:lnTo>
                  <a:lnTo>
                    <a:pt x="1182143" y="1250765"/>
                  </a:lnTo>
                  <a:lnTo>
                    <a:pt x="1176670" y="1250765"/>
                  </a:lnTo>
                  <a:lnTo>
                    <a:pt x="1176670" y="1250765"/>
                  </a:lnTo>
                  <a:lnTo>
                    <a:pt x="1171197" y="1250765"/>
                  </a:lnTo>
                  <a:lnTo>
                    <a:pt x="1171197" y="1250765"/>
                  </a:lnTo>
                  <a:lnTo>
                    <a:pt x="1165724" y="1250765"/>
                  </a:lnTo>
                  <a:lnTo>
                    <a:pt x="1165724" y="1250765"/>
                  </a:lnTo>
                  <a:lnTo>
                    <a:pt x="1160251" y="1250765"/>
                  </a:lnTo>
                  <a:lnTo>
                    <a:pt x="1160251" y="1250765"/>
                  </a:lnTo>
                  <a:lnTo>
                    <a:pt x="1154778" y="1250765"/>
                  </a:lnTo>
                  <a:lnTo>
                    <a:pt x="1154778" y="1250765"/>
                  </a:lnTo>
                  <a:lnTo>
                    <a:pt x="1149305" y="1250765"/>
                  </a:lnTo>
                  <a:lnTo>
                    <a:pt x="1149305" y="1250765"/>
                  </a:lnTo>
                  <a:lnTo>
                    <a:pt x="1143833" y="1250765"/>
                  </a:lnTo>
                  <a:lnTo>
                    <a:pt x="1143833" y="1258638"/>
                  </a:lnTo>
                  <a:lnTo>
                    <a:pt x="1138360" y="1258638"/>
                  </a:lnTo>
                  <a:lnTo>
                    <a:pt x="1138360" y="1258638"/>
                  </a:lnTo>
                  <a:lnTo>
                    <a:pt x="1132887" y="1258638"/>
                  </a:lnTo>
                  <a:lnTo>
                    <a:pt x="1132887" y="1258638"/>
                  </a:lnTo>
                  <a:lnTo>
                    <a:pt x="1127414" y="1258638"/>
                  </a:lnTo>
                  <a:lnTo>
                    <a:pt x="1127414" y="1258638"/>
                  </a:lnTo>
                  <a:lnTo>
                    <a:pt x="1121941" y="1258638"/>
                  </a:lnTo>
                  <a:lnTo>
                    <a:pt x="1121941" y="1266485"/>
                  </a:lnTo>
                  <a:lnTo>
                    <a:pt x="1116468" y="1266485"/>
                  </a:lnTo>
                  <a:lnTo>
                    <a:pt x="1116468" y="1266485"/>
                  </a:lnTo>
                  <a:lnTo>
                    <a:pt x="1110995" y="1266485"/>
                  </a:lnTo>
                  <a:lnTo>
                    <a:pt x="1110995" y="1282109"/>
                  </a:lnTo>
                  <a:lnTo>
                    <a:pt x="1105522" y="1282109"/>
                  </a:lnTo>
                  <a:lnTo>
                    <a:pt x="1105522" y="1282109"/>
                  </a:lnTo>
                  <a:lnTo>
                    <a:pt x="1100049" y="1282109"/>
                  </a:lnTo>
                  <a:lnTo>
                    <a:pt x="1100049" y="1282109"/>
                  </a:lnTo>
                  <a:lnTo>
                    <a:pt x="1094577" y="1282109"/>
                  </a:lnTo>
                  <a:lnTo>
                    <a:pt x="1094577" y="1282109"/>
                  </a:lnTo>
                  <a:lnTo>
                    <a:pt x="1089104" y="1282109"/>
                  </a:lnTo>
                  <a:lnTo>
                    <a:pt x="1089104" y="1282109"/>
                  </a:lnTo>
                  <a:lnTo>
                    <a:pt x="1083631" y="1282109"/>
                  </a:lnTo>
                  <a:lnTo>
                    <a:pt x="1083631" y="1282109"/>
                  </a:lnTo>
                  <a:lnTo>
                    <a:pt x="1078158" y="1282109"/>
                  </a:lnTo>
                  <a:lnTo>
                    <a:pt x="1078158" y="1282109"/>
                  </a:lnTo>
                  <a:lnTo>
                    <a:pt x="1072685" y="1282109"/>
                  </a:lnTo>
                  <a:lnTo>
                    <a:pt x="1072685" y="1282109"/>
                  </a:lnTo>
                  <a:lnTo>
                    <a:pt x="1067212" y="1282109"/>
                  </a:lnTo>
                  <a:lnTo>
                    <a:pt x="1067212" y="1282109"/>
                  </a:lnTo>
                  <a:lnTo>
                    <a:pt x="1061739" y="1282109"/>
                  </a:lnTo>
                  <a:lnTo>
                    <a:pt x="1061739" y="1282109"/>
                  </a:lnTo>
                  <a:lnTo>
                    <a:pt x="1056266" y="1282109"/>
                  </a:lnTo>
                  <a:lnTo>
                    <a:pt x="1056266" y="1289869"/>
                  </a:lnTo>
                  <a:lnTo>
                    <a:pt x="1050794" y="1289869"/>
                  </a:lnTo>
                  <a:lnTo>
                    <a:pt x="1050794" y="1297607"/>
                  </a:lnTo>
                  <a:lnTo>
                    <a:pt x="1045321" y="1297607"/>
                  </a:lnTo>
                  <a:lnTo>
                    <a:pt x="1045321" y="1297607"/>
                  </a:lnTo>
                  <a:lnTo>
                    <a:pt x="1039848" y="1297607"/>
                  </a:lnTo>
                  <a:lnTo>
                    <a:pt x="1039848" y="1305316"/>
                  </a:lnTo>
                  <a:lnTo>
                    <a:pt x="1034375" y="1305316"/>
                  </a:lnTo>
                  <a:lnTo>
                    <a:pt x="1034375" y="1305316"/>
                  </a:lnTo>
                  <a:lnTo>
                    <a:pt x="1028902" y="1305316"/>
                  </a:lnTo>
                  <a:lnTo>
                    <a:pt x="1028902" y="1305316"/>
                  </a:lnTo>
                  <a:lnTo>
                    <a:pt x="1023429" y="1305316"/>
                  </a:lnTo>
                  <a:lnTo>
                    <a:pt x="1023429" y="1305316"/>
                  </a:lnTo>
                  <a:lnTo>
                    <a:pt x="1017956" y="1305316"/>
                  </a:lnTo>
                  <a:lnTo>
                    <a:pt x="1017956" y="1305316"/>
                  </a:lnTo>
                  <a:lnTo>
                    <a:pt x="1012483" y="1305316"/>
                  </a:lnTo>
                  <a:lnTo>
                    <a:pt x="1012483" y="1305316"/>
                  </a:lnTo>
                  <a:lnTo>
                    <a:pt x="1007010" y="1305316"/>
                  </a:lnTo>
                  <a:lnTo>
                    <a:pt x="1007010" y="1305316"/>
                  </a:lnTo>
                  <a:lnTo>
                    <a:pt x="1001538" y="1305316"/>
                  </a:lnTo>
                  <a:lnTo>
                    <a:pt x="1001538" y="1305316"/>
                  </a:lnTo>
                  <a:lnTo>
                    <a:pt x="996065" y="1305316"/>
                  </a:lnTo>
                  <a:lnTo>
                    <a:pt x="996065" y="1305316"/>
                  </a:lnTo>
                  <a:lnTo>
                    <a:pt x="990592" y="1305316"/>
                  </a:lnTo>
                  <a:lnTo>
                    <a:pt x="990592" y="1305316"/>
                  </a:lnTo>
                  <a:lnTo>
                    <a:pt x="985119" y="1305316"/>
                  </a:lnTo>
                  <a:lnTo>
                    <a:pt x="985119" y="1305316"/>
                  </a:lnTo>
                  <a:lnTo>
                    <a:pt x="979646" y="1305316"/>
                  </a:lnTo>
                  <a:lnTo>
                    <a:pt x="979646" y="1305316"/>
                  </a:lnTo>
                  <a:lnTo>
                    <a:pt x="974173" y="1305316"/>
                  </a:lnTo>
                  <a:lnTo>
                    <a:pt x="974173" y="1305316"/>
                  </a:lnTo>
                  <a:lnTo>
                    <a:pt x="968700" y="1305316"/>
                  </a:lnTo>
                  <a:lnTo>
                    <a:pt x="968700" y="1305316"/>
                  </a:lnTo>
                  <a:lnTo>
                    <a:pt x="963227" y="1305316"/>
                  </a:lnTo>
                  <a:lnTo>
                    <a:pt x="963227" y="1305316"/>
                  </a:lnTo>
                  <a:lnTo>
                    <a:pt x="957754" y="1305316"/>
                  </a:lnTo>
                  <a:lnTo>
                    <a:pt x="957754" y="1305316"/>
                  </a:lnTo>
                  <a:lnTo>
                    <a:pt x="952282" y="1305316"/>
                  </a:lnTo>
                  <a:lnTo>
                    <a:pt x="952282" y="1305316"/>
                  </a:lnTo>
                  <a:lnTo>
                    <a:pt x="946809" y="1305316"/>
                  </a:lnTo>
                  <a:lnTo>
                    <a:pt x="946809" y="1305316"/>
                  </a:lnTo>
                  <a:lnTo>
                    <a:pt x="941336" y="1305316"/>
                  </a:lnTo>
                  <a:lnTo>
                    <a:pt x="941336" y="1305316"/>
                  </a:lnTo>
                  <a:lnTo>
                    <a:pt x="935863" y="1305316"/>
                  </a:lnTo>
                  <a:lnTo>
                    <a:pt x="935863" y="1305316"/>
                  </a:lnTo>
                  <a:lnTo>
                    <a:pt x="930390" y="1305316"/>
                  </a:lnTo>
                  <a:lnTo>
                    <a:pt x="930390" y="1312978"/>
                  </a:lnTo>
                  <a:lnTo>
                    <a:pt x="924917" y="1312978"/>
                  </a:lnTo>
                  <a:lnTo>
                    <a:pt x="924917" y="1312978"/>
                  </a:lnTo>
                  <a:lnTo>
                    <a:pt x="919444" y="1312978"/>
                  </a:lnTo>
                  <a:lnTo>
                    <a:pt x="919444" y="1312978"/>
                  </a:lnTo>
                  <a:lnTo>
                    <a:pt x="913971" y="1312978"/>
                  </a:lnTo>
                  <a:lnTo>
                    <a:pt x="913971" y="1312978"/>
                  </a:lnTo>
                  <a:lnTo>
                    <a:pt x="908498" y="1312978"/>
                  </a:lnTo>
                  <a:lnTo>
                    <a:pt x="908498" y="1312978"/>
                  </a:lnTo>
                  <a:lnTo>
                    <a:pt x="903026" y="1312978"/>
                  </a:lnTo>
                  <a:lnTo>
                    <a:pt x="903026" y="1312978"/>
                  </a:lnTo>
                  <a:lnTo>
                    <a:pt x="897553" y="1312978"/>
                  </a:lnTo>
                  <a:lnTo>
                    <a:pt x="897553" y="1312978"/>
                  </a:lnTo>
                  <a:lnTo>
                    <a:pt x="892080" y="1312978"/>
                  </a:lnTo>
                  <a:lnTo>
                    <a:pt x="892080" y="1312978"/>
                  </a:lnTo>
                  <a:lnTo>
                    <a:pt x="886607" y="1312978"/>
                  </a:lnTo>
                  <a:lnTo>
                    <a:pt x="886607" y="1312978"/>
                  </a:lnTo>
                  <a:lnTo>
                    <a:pt x="881134" y="1312978"/>
                  </a:lnTo>
                  <a:lnTo>
                    <a:pt x="881134" y="1312978"/>
                  </a:lnTo>
                  <a:lnTo>
                    <a:pt x="875661" y="1312978"/>
                  </a:lnTo>
                  <a:lnTo>
                    <a:pt x="875661" y="1312978"/>
                  </a:lnTo>
                  <a:lnTo>
                    <a:pt x="870188" y="1312978"/>
                  </a:lnTo>
                  <a:lnTo>
                    <a:pt x="870188" y="1312978"/>
                  </a:lnTo>
                  <a:lnTo>
                    <a:pt x="864715" y="1312978"/>
                  </a:lnTo>
                  <a:lnTo>
                    <a:pt x="864715" y="1312978"/>
                  </a:lnTo>
                  <a:lnTo>
                    <a:pt x="859243" y="1312978"/>
                  </a:lnTo>
                  <a:lnTo>
                    <a:pt x="859243" y="1312978"/>
                  </a:lnTo>
                  <a:lnTo>
                    <a:pt x="853770" y="1312978"/>
                  </a:lnTo>
                  <a:lnTo>
                    <a:pt x="853770" y="1312978"/>
                  </a:lnTo>
                  <a:lnTo>
                    <a:pt x="848297" y="1312978"/>
                  </a:lnTo>
                  <a:lnTo>
                    <a:pt x="848297" y="1312978"/>
                  </a:lnTo>
                  <a:lnTo>
                    <a:pt x="842824" y="1312978"/>
                  </a:lnTo>
                  <a:lnTo>
                    <a:pt x="842824" y="1312978"/>
                  </a:lnTo>
                  <a:lnTo>
                    <a:pt x="837351" y="1312978"/>
                  </a:lnTo>
                  <a:lnTo>
                    <a:pt x="837351" y="1312978"/>
                  </a:lnTo>
                  <a:lnTo>
                    <a:pt x="831878" y="1312978"/>
                  </a:lnTo>
                  <a:lnTo>
                    <a:pt x="831878" y="1320582"/>
                  </a:lnTo>
                  <a:lnTo>
                    <a:pt x="826405" y="1320582"/>
                  </a:lnTo>
                  <a:lnTo>
                    <a:pt x="826405" y="1335708"/>
                  </a:lnTo>
                  <a:lnTo>
                    <a:pt x="820932" y="1335708"/>
                  </a:lnTo>
                  <a:lnTo>
                    <a:pt x="820932" y="1335708"/>
                  </a:lnTo>
                  <a:lnTo>
                    <a:pt x="815459" y="1335708"/>
                  </a:lnTo>
                  <a:lnTo>
                    <a:pt x="815459" y="1335708"/>
                  </a:lnTo>
                  <a:lnTo>
                    <a:pt x="809987" y="1335708"/>
                  </a:lnTo>
                  <a:lnTo>
                    <a:pt x="809987" y="1343223"/>
                  </a:lnTo>
                  <a:lnTo>
                    <a:pt x="804514" y="1343223"/>
                  </a:lnTo>
                  <a:lnTo>
                    <a:pt x="804514" y="1350698"/>
                  </a:lnTo>
                  <a:lnTo>
                    <a:pt x="799041" y="1350698"/>
                  </a:lnTo>
                  <a:lnTo>
                    <a:pt x="799041" y="1350698"/>
                  </a:lnTo>
                  <a:lnTo>
                    <a:pt x="793568" y="1350698"/>
                  </a:lnTo>
                  <a:lnTo>
                    <a:pt x="793568" y="1358133"/>
                  </a:lnTo>
                  <a:lnTo>
                    <a:pt x="788095" y="1358133"/>
                  </a:lnTo>
                  <a:lnTo>
                    <a:pt x="788095" y="1358133"/>
                  </a:lnTo>
                  <a:lnTo>
                    <a:pt x="782622" y="1358133"/>
                  </a:lnTo>
                  <a:lnTo>
                    <a:pt x="782622" y="1358133"/>
                  </a:lnTo>
                  <a:lnTo>
                    <a:pt x="777149" y="1358133"/>
                  </a:lnTo>
                  <a:lnTo>
                    <a:pt x="777149" y="1358133"/>
                  </a:lnTo>
                  <a:lnTo>
                    <a:pt x="771676" y="1358133"/>
                  </a:lnTo>
                  <a:lnTo>
                    <a:pt x="771676" y="1358133"/>
                  </a:lnTo>
                  <a:lnTo>
                    <a:pt x="766203" y="1358133"/>
                  </a:lnTo>
                  <a:lnTo>
                    <a:pt x="766203" y="1365525"/>
                  </a:lnTo>
                  <a:lnTo>
                    <a:pt x="760731" y="1365525"/>
                  </a:lnTo>
                  <a:lnTo>
                    <a:pt x="760731" y="1372883"/>
                  </a:lnTo>
                  <a:lnTo>
                    <a:pt x="755258" y="1372883"/>
                  </a:lnTo>
                  <a:lnTo>
                    <a:pt x="755258" y="1372883"/>
                  </a:lnTo>
                  <a:lnTo>
                    <a:pt x="749785" y="1372883"/>
                  </a:lnTo>
                  <a:lnTo>
                    <a:pt x="749785" y="1372883"/>
                  </a:lnTo>
                  <a:lnTo>
                    <a:pt x="744312" y="1372883"/>
                  </a:lnTo>
                  <a:lnTo>
                    <a:pt x="744312" y="1372883"/>
                  </a:lnTo>
                  <a:lnTo>
                    <a:pt x="738839" y="1372883"/>
                  </a:lnTo>
                  <a:lnTo>
                    <a:pt x="738839" y="1372883"/>
                  </a:lnTo>
                  <a:lnTo>
                    <a:pt x="733366" y="1372883"/>
                  </a:lnTo>
                  <a:lnTo>
                    <a:pt x="733366" y="1380197"/>
                  </a:lnTo>
                  <a:lnTo>
                    <a:pt x="727893" y="1380197"/>
                  </a:lnTo>
                  <a:lnTo>
                    <a:pt x="727893" y="1380197"/>
                  </a:lnTo>
                  <a:lnTo>
                    <a:pt x="722420" y="1380197"/>
                  </a:lnTo>
                  <a:lnTo>
                    <a:pt x="722420" y="1380197"/>
                  </a:lnTo>
                  <a:lnTo>
                    <a:pt x="716947" y="1380197"/>
                  </a:lnTo>
                  <a:lnTo>
                    <a:pt x="716947" y="1387459"/>
                  </a:lnTo>
                  <a:lnTo>
                    <a:pt x="711475" y="1387459"/>
                  </a:lnTo>
                  <a:lnTo>
                    <a:pt x="711475" y="1387459"/>
                  </a:lnTo>
                  <a:lnTo>
                    <a:pt x="706002" y="1387459"/>
                  </a:lnTo>
                  <a:lnTo>
                    <a:pt x="706002" y="1387459"/>
                  </a:lnTo>
                  <a:lnTo>
                    <a:pt x="700529" y="1387459"/>
                  </a:lnTo>
                  <a:lnTo>
                    <a:pt x="700529" y="1387459"/>
                  </a:lnTo>
                  <a:lnTo>
                    <a:pt x="695056" y="1387459"/>
                  </a:lnTo>
                  <a:lnTo>
                    <a:pt x="695056" y="1387459"/>
                  </a:lnTo>
                  <a:lnTo>
                    <a:pt x="689583" y="1387459"/>
                  </a:lnTo>
                  <a:lnTo>
                    <a:pt x="689583" y="1394672"/>
                  </a:lnTo>
                  <a:lnTo>
                    <a:pt x="684110" y="1394672"/>
                  </a:lnTo>
                  <a:lnTo>
                    <a:pt x="684110" y="1401841"/>
                  </a:lnTo>
                  <a:lnTo>
                    <a:pt x="678637" y="1401841"/>
                  </a:lnTo>
                  <a:lnTo>
                    <a:pt x="678637" y="1401841"/>
                  </a:lnTo>
                  <a:lnTo>
                    <a:pt x="673164" y="1401841"/>
                  </a:lnTo>
                  <a:lnTo>
                    <a:pt x="673164" y="1401841"/>
                  </a:lnTo>
                  <a:lnTo>
                    <a:pt x="667692" y="1401841"/>
                  </a:lnTo>
                  <a:lnTo>
                    <a:pt x="667692" y="1408962"/>
                  </a:lnTo>
                  <a:lnTo>
                    <a:pt x="662219" y="1408962"/>
                  </a:lnTo>
                  <a:lnTo>
                    <a:pt x="662219" y="1408962"/>
                  </a:lnTo>
                  <a:lnTo>
                    <a:pt x="656746" y="1408962"/>
                  </a:lnTo>
                  <a:lnTo>
                    <a:pt x="656746" y="1408962"/>
                  </a:lnTo>
                  <a:lnTo>
                    <a:pt x="651273" y="1408962"/>
                  </a:lnTo>
                  <a:lnTo>
                    <a:pt x="651273" y="1416028"/>
                  </a:lnTo>
                  <a:lnTo>
                    <a:pt x="645800" y="1416028"/>
                  </a:lnTo>
                  <a:lnTo>
                    <a:pt x="645800" y="1416028"/>
                  </a:lnTo>
                  <a:lnTo>
                    <a:pt x="640327" y="1416028"/>
                  </a:lnTo>
                  <a:lnTo>
                    <a:pt x="640327" y="1416028"/>
                  </a:lnTo>
                  <a:lnTo>
                    <a:pt x="634854" y="1416028"/>
                  </a:lnTo>
                  <a:lnTo>
                    <a:pt x="634854" y="1416028"/>
                  </a:lnTo>
                  <a:lnTo>
                    <a:pt x="629381" y="1416028"/>
                  </a:lnTo>
                  <a:lnTo>
                    <a:pt x="629381" y="1416028"/>
                  </a:lnTo>
                  <a:lnTo>
                    <a:pt x="623908" y="1416028"/>
                  </a:lnTo>
                  <a:lnTo>
                    <a:pt x="623908" y="1423035"/>
                  </a:lnTo>
                  <a:lnTo>
                    <a:pt x="618436" y="1423035"/>
                  </a:lnTo>
                  <a:lnTo>
                    <a:pt x="618436" y="1423035"/>
                  </a:lnTo>
                  <a:lnTo>
                    <a:pt x="612963" y="1423035"/>
                  </a:lnTo>
                  <a:lnTo>
                    <a:pt x="612963" y="1423035"/>
                  </a:lnTo>
                  <a:lnTo>
                    <a:pt x="607490" y="1423035"/>
                  </a:lnTo>
                  <a:lnTo>
                    <a:pt x="607490" y="1423035"/>
                  </a:lnTo>
                  <a:lnTo>
                    <a:pt x="602017" y="1423035"/>
                  </a:lnTo>
                  <a:lnTo>
                    <a:pt x="602017" y="1429975"/>
                  </a:lnTo>
                  <a:lnTo>
                    <a:pt x="596544" y="1429975"/>
                  </a:lnTo>
                  <a:lnTo>
                    <a:pt x="596544" y="1429975"/>
                  </a:lnTo>
                  <a:lnTo>
                    <a:pt x="591071" y="1429975"/>
                  </a:lnTo>
                  <a:lnTo>
                    <a:pt x="591071" y="1429975"/>
                  </a:lnTo>
                  <a:lnTo>
                    <a:pt x="585598" y="1429975"/>
                  </a:lnTo>
                  <a:lnTo>
                    <a:pt x="585598" y="1436847"/>
                  </a:lnTo>
                  <a:lnTo>
                    <a:pt x="580125" y="1436847"/>
                  </a:lnTo>
                  <a:lnTo>
                    <a:pt x="580125" y="1443650"/>
                  </a:lnTo>
                  <a:lnTo>
                    <a:pt x="574652" y="1443650"/>
                  </a:lnTo>
                  <a:lnTo>
                    <a:pt x="574652" y="1443650"/>
                  </a:lnTo>
                  <a:lnTo>
                    <a:pt x="569180" y="1443650"/>
                  </a:lnTo>
                  <a:lnTo>
                    <a:pt x="569180" y="1443650"/>
                  </a:lnTo>
                  <a:lnTo>
                    <a:pt x="563707" y="1443650"/>
                  </a:lnTo>
                  <a:lnTo>
                    <a:pt x="563707" y="1443650"/>
                  </a:lnTo>
                  <a:lnTo>
                    <a:pt x="558234" y="1443650"/>
                  </a:lnTo>
                  <a:lnTo>
                    <a:pt x="558234" y="1443650"/>
                  </a:lnTo>
                  <a:lnTo>
                    <a:pt x="552761" y="1443650"/>
                  </a:lnTo>
                  <a:lnTo>
                    <a:pt x="552761" y="1443650"/>
                  </a:lnTo>
                  <a:lnTo>
                    <a:pt x="547288" y="1443650"/>
                  </a:lnTo>
                  <a:lnTo>
                    <a:pt x="547288" y="1450359"/>
                  </a:lnTo>
                  <a:lnTo>
                    <a:pt x="541815" y="1450359"/>
                  </a:lnTo>
                  <a:lnTo>
                    <a:pt x="541815" y="1450359"/>
                  </a:lnTo>
                  <a:lnTo>
                    <a:pt x="536342" y="1450359"/>
                  </a:lnTo>
                  <a:lnTo>
                    <a:pt x="536342" y="1450359"/>
                  </a:lnTo>
                  <a:lnTo>
                    <a:pt x="530869" y="1450359"/>
                  </a:lnTo>
                  <a:lnTo>
                    <a:pt x="530869" y="1450359"/>
                  </a:lnTo>
                  <a:lnTo>
                    <a:pt x="525397" y="1450359"/>
                  </a:lnTo>
                  <a:lnTo>
                    <a:pt x="525397" y="1450359"/>
                  </a:lnTo>
                  <a:lnTo>
                    <a:pt x="519924" y="1450359"/>
                  </a:lnTo>
                  <a:lnTo>
                    <a:pt x="519924" y="1450359"/>
                  </a:lnTo>
                  <a:lnTo>
                    <a:pt x="514451" y="1450359"/>
                  </a:lnTo>
                  <a:lnTo>
                    <a:pt x="514451" y="1450359"/>
                  </a:lnTo>
                  <a:lnTo>
                    <a:pt x="508978" y="1450359"/>
                  </a:lnTo>
                  <a:lnTo>
                    <a:pt x="508978" y="1450359"/>
                  </a:lnTo>
                  <a:lnTo>
                    <a:pt x="503505" y="1450359"/>
                  </a:lnTo>
                  <a:lnTo>
                    <a:pt x="503505" y="1450359"/>
                  </a:lnTo>
                  <a:lnTo>
                    <a:pt x="498032" y="1450359"/>
                  </a:lnTo>
                  <a:lnTo>
                    <a:pt x="498032" y="1463472"/>
                  </a:lnTo>
                  <a:lnTo>
                    <a:pt x="492559" y="1463472"/>
                  </a:lnTo>
                  <a:lnTo>
                    <a:pt x="492559" y="1463472"/>
                  </a:lnTo>
                  <a:lnTo>
                    <a:pt x="487086" y="1463472"/>
                  </a:lnTo>
                  <a:lnTo>
                    <a:pt x="487086" y="1463472"/>
                  </a:lnTo>
                  <a:lnTo>
                    <a:pt x="481613" y="1463472"/>
                  </a:lnTo>
                  <a:lnTo>
                    <a:pt x="481613" y="1463472"/>
                  </a:lnTo>
                  <a:lnTo>
                    <a:pt x="476141" y="1463472"/>
                  </a:lnTo>
                  <a:lnTo>
                    <a:pt x="476141" y="1463472"/>
                  </a:lnTo>
                  <a:lnTo>
                    <a:pt x="470668" y="1463472"/>
                  </a:lnTo>
                  <a:lnTo>
                    <a:pt x="470668" y="1463472"/>
                  </a:lnTo>
                  <a:lnTo>
                    <a:pt x="465195" y="1463472"/>
                  </a:lnTo>
                  <a:lnTo>
                    <a:pt x="465195" y="1463472"/>
                  </a:lnTo>
                  <a:lnTo>
                    <a:pt x="459722" y="1463472"/>
                  </a:lnTo>
                  <a:lnTo>
                    <a:pt x="459722" y="1469866"/>
                  </a:lnTo>
                  <a:lnTo>
                    <a:pt x="454249" y="1469866"/>
                  </a:lnTo>
                  <a:lnTo>
                    <a:pt x="454249" y="1469866"/>
                  </a:lnTo>
                  <a:lnTo>
                    <a:pt x="448776" y="1469866"/>
                  </a:lnTo>
                  <a:lnTo>
                    <a:pt x="448776" y="1469866"/>
                  </a:lnTo>
                  <a:lnTo>
                    <a:pt x="443303" y="1469866"/>
                  </a:lnTo>
                  <a:lnTo>
                    <a:pt x="443303" y="1469866"/>
                  </a:lnTo>
                  <a:lnTo>
                    <a:pt x="437830" y="1469866"/>
                  </a:lnTo>
                  <a:lnTo>
                    <a:pt x="437830" y="1469866"/>
                  </a:lnTo>
                  <a:lnTo>
                    <a:pt x="432357" y="1469866"/>
                  </a:lnTo>
                  <a:lnTo>
                    <a:pt x="432357" y="1469866"/>
                  </a:lnTo>
                  <a:lnTo>
                    <a:pt x="426885" y="1469866"/>
                  </a:lnTo>
                  <a:lnTo>
                    <a:pt x="426885" y="1469866"/>
                  </a:lnTo>
                  <a:lnTo>
                    <a:pt x="421412" y="1469866"/>
                  </a:lnTo>
                  <a:lnTo>
                    <a:pt x="421412" y="1469866"/>
                  </a:lnTo>
                  <a:lnTo>
                    <a:pt x="415939" y="1469866"/>
                  </a:lnTo>
                  <a:lnTo>
                    <a:pt x="415939" y="1469866"/>
                  </a:lnTo>
                  <a:lnTo>
                    <a:pt x="410466" y="1469866"/>
                  </a:lnTo>
                  <a:lnTo>
                    <a:pt x="410466" y="1469866"/>
                  </a:lnTo>
                  <a:lnTo>
                    <a:pt x="404993" y="1469866"/>
                  </a:lnTo>
                  <a:lnTo>
                    <a:pt x="404993" y="1469866"/>
                  </a:lnTo>
                  <a:lnTo>
                    <a:pt x="399520" y="1469866"/>
                  </a:lnTo>
                  <a:lnTo>
                    <a:pt x="399520" y="1476136"/>
                  </a:lnTo>
                  <a:lnTo>
                    <a:pt x="394047" y="1476136"/>
                  </a:lnTo>
                  <a:lnTo>
                    <a:pt x="394047" y="1476136"/>
                  </a:lnTo>
                  <a:lnTo>
                    <a:pt x="388574" y="1476136"/>
                  </a:lnTo>
                  <a:lnTo>
                    <a:pt x="388574" y="1476136"/>
                  </a:lnTo>
                  <a:lnTo>
                    <a:pt x="383101" y="1476136"/>
                  </a:lnTo>
                  <a:lnTo>
                    <a:pt x="383101" y="1476136"/>
                  </a:lnTo>
                  <a:lnTo>
                    <a:pt x="377629" y="1476136"/>
                  </a:lnTo>
                  <a:lnTo>
                    <a:pt x="377629" y="1482272"/>
                  </a:lnTo>
                  <a:lnTo>
                    <a:pt x="372156" y="1482272"/>
                  </a:lnTo>
                  <a:lnTo>
                    <a:pt x="372156" y="1482272"/>
                  </a:lnTo>
                  <a:lnTo>
                    <a:pt x="366683" y="1482272"/>
                  </a:lnTo>
                  <a:lnTo>
                    <a:pt x="366683" y="1482272"/>
                  </a:lnTo>
                  <a:lnTo>
                    <a:pt x="361210" y="1482272"/>
                  </a:lnTo>
                  <a:lnTo>
                    <a:pt x="361210" y="1482272"/>
                  </a:lnTo>
                  <a:lnTo>
                    <a:pt x="355737" y="1482272"/>
                  </a:lnTo>
                  <a:lnTo>
                    <a:pt x="355737" y="1482272"/>
                  </a:lnTo>
                  <a:lnTo>
                    <a:pt x="350264" y="1482272"/>
                  </a:lnTo>
                  <a:lnTo>
                    <a:pt x="350264" y="1482272"/>
                  </a:lnTo>
                  <a:lnTo>
                    <a:pt x="344791" y="1482272"/>
                  </a:lnTo>
                  <a:lnTo>
                    <a:pt x="344791" y="1494045"/>
                  </a:lnTo>
                  <a:lnTo>
                    <a:pt x="339318" y="1494045"/>
                  </a:lnTo>
                  <a:lnTo>
                    <a:pt x="339318" y="1499631"/>
                  </a:lnTo>
                  <a:lnTo>
                    <a:pt x="333846" y="1499631"/>
                  </a:lnTo>
                  <a:lnTo>
                    <a:pt x="333846" y="1504954"/>
                  </a:lnTo>
                  <a:lnTo>
                    <a:pt x="328373" y="1504954"/>
                  </a:lnTo>
                  <a:lnTo>
                    <a:pt x="328373" y="1504954"/>
                  </a:lnTo>
                  <a:lnTo>
                    <a:pt x="322900" y="1504954"/>
                  </a:lnTo>
                  <a:lnTo>
                    <a:pt x="322900" y="1504954"/>
                  </a:lnTo>
                  <a:lnTo>
                    <a:pt x="317427" y="1504954"/>
                  </a:lnTo>
                  <a:lnTo>
                    <a:pt x="317427" y="1504954"/>
                  </a:lnTo>
                  <a:lnTo>
                    <a:pt x="311954" y="1504954"/>
                  </a:lnTo>
                  <a:lnTo>
                    <a:pt x="311954" y="1504954"/>
                  </a:lnTo>
                  <a:lnTo>
                    <a:pt x="306481" y="1504954"/>
                  </a:lnTo>
                  <a:lnTo>
                    <a:pt x="306481" y="1504954"/>
                  </a:lnTo>
                  <a:lnTo>
                    <a:pt x="301008" y="1504954"/>
                  </a:lnTo>
                  <a:lnTo>
                    <a:pt x="301008" y="1504954"/>
                  </a:lnTo>
                  <a:lnTo>
                    <a:pt x="295535" y="1504954"/>
                  </a:lnTo>
                  <a:lnTo>
                    <a:pt x="295535" y="1504954"/>
                  </a:lnTo>
                  <a:lnTo>
                    <a:pt x="290062" y="1504954"/>
                  </a:lnTo>
                  <a:lnTo>
                    <a:pt x="290062" y="1504954"/>
                  </a:lnTo>
                  <a:lnTo>
                    <a:pt x="284590" y="1504954"/>
                  </a:lnTo>
                  <a:lnTo>
                    <a:pt x="284590" y="1504954"/>
                  </a:lnTo>
                  <a:lnTo>
                    <a:pt x="279117" y="1504954"/>
                  </a:lnTo>
                  <a:lnTo>
                    <a:pt x="279117" y="1504954"/>
                  </a:lnTo>
                  <a:lnTo>
                    <a:pt x="273644" y="1504954"/>
                  </a:lnTo>
                  <a:lnTo>
                    <a:pt x="273644" y="1504954"/>
                  </a:lnTo>
                  <a:lnTo>
                    <a:pt x="268171" y="1504954"/>
                  </a:lnTo>
                  <a:lnTo>
                    <a:pt x="268171" y="1504954"/>
                  </a:lnTo>
                  <a:lnTo>
                    <a:pt x="262698" y="1504954"/>
                  </a:lnTo>
                  <a:lnTo>
                    <a:pt x="262698" y="1504954"/>
                  </a:lnTo>
                  <a:lnTo>
                    <a:pt x="257225" y="1504954"/>
                  </a:lnTo>
                  <a:lnTo>
                    <a:pt x="257225" y="1504954"/>
                  </a:lnTo>
                  <a:lnTo>
                    <a:pt x="251752" y="1504954"/>
                  </a:lnTo>
                  <a:lnTo>
                    <a:pt x="251752" y="1504954"/>
                  </a:lnTo>
                  <a:lnTo>
                    <a:pt x="246279" y="1504954"/>
                  </a:lnTo>
                  <a:lnTo>
                    <a:pt x="246279" y="1504954"/>
                  </a:lnTo>
                  <a:lnTo>
                    <a:pt x="240806" y="1504954"/>
                  </a:lnTo>
                  <a:lnTo>
                    <a:pt x="240806" y="1504954"/>
                  </a:lnTo>
                  <a:lnTo>
                    <a:pt x="235334" y="1504954"/>
                  </a:lnTo>
                  <a:lnTo>
                    <a:pt x="235334" y="1504954"/>
                  </a:lnTo>
                  <a:lnTo>
                    <a:pt x="229861" y="1504954"/>
                  </a:lnTo>
                  <a:lnTo>
                    <a:pt x="229861" y="1514461"/>
                  </a:lnTo>
                  <a:lnTo>
                    <a:pt x="224388" y="1514461"/>
                  </a:lnTo>
                  <a:lnTo>
                    <a:pt x="224388" y="1514461"/>
                  </a:lnTo>
                  <a:lnTo>
                    <a:pt x="218915" y="1514461"/>
                  </a:lnTo>
                  <a:lnTo>
                    <a:pt x="218915" y="1514461"/>
                  </a:lnTo>
                  <a:lnTo>
                    <a:pt x="213442" y="1514461"/>
                  </a:lnTo>
                  <a:lnTo>
                    <a:pt x="213442" y="1514461"/>
                  </a:lnTo>
                  <a:lnTo>
                    <a:pt x="207969" y="1514461"/>
                  </a:lnTo>
                  <a:lnTo>
                    <a:pt x="207969" y="1514461"/>
                  </a:lnTo>
                  <a:lnTo>
                    <a:pt x="202496" y="1514461"/>
                  </a:lnTo>
                  <a:lnTo>
                    <a:pt x="202496" y="1518362"/>
                  </a:lnTo>
                  <a:lnTo>
                    <a:pt x="197023" y="1518362"/>
                  </a:lnTo>
                  <a:lnTo>
                    <a:pt x="197023" y="1518362"/>
                  </a:lnTo>
                  <a:lnTo>
                    <a:pt x="191550" y="1518362"/>
                  </a:lnTo>
                  <a:lnTo>
                    <a:pt x="191550" y="1518362"/>
                  </a:lnTo>
                  <a:lnTo>
                    <a:pt x="186078" y="1518362"/>
                  </a:lnTo>
                  <a:lnTo>
                    <a:pt x="186078" y="1518362"/>
                  </a:lnTo>
                  <a:lnTo>
                    <a:pt x="180605" y="1518362"/>
                  </a:lnTo>
                  <a:lnTo>
                    <a:pt x="180605" y="1518362"/>
                  </a:lnTo>
                  <a:lnTo>
                    <a:pt x="175132" y="1518362"/>
                  </a:lnTo>
                  <a:lnTo>
                    <a:pt x="175132" y="1518362"/>
                  </a:lnTo>
                  <a:lnTo>
                    <a:pt x="169659" y="1518362"/>
                  </a:lnTo>
                  <a:lnTo>
                    <a:pt x="169659" y="1518362"/>
                  </a:lnTo>
                  <a:lnTo>
                    <a:pt x="164186" y="1518362"/>
                  </a:lnTo>
                  <a:lnTo>
                    <a:pt x="164186" y="1518362"/>
                  </a:lnTo>
                  <a:lnTo>
                    <a:pt x="158713" y="1518362"/>
                  </a:lnTo>
                  <a:lnTo>
                    <a:pt x="158713" y="1518362"/>
                  </a:lnTo>
                  <a:lnTo>
                    <a:pt x="153240" y="1518362"/>
                  </a:lnTo>
                  <a:lnTo>
                    <a:pt x="153240" y="1518362"/>
                  </a:lnTo>
                  <a:lnTo>
                    <a:pt x="147767" y="1518362"/>
                  </a:lnTo>
                  <a:lnTo>
                    <a:pt x="147767" y="1518362"/>
                  </a:lnTo>
                  <a:lnTo>
                    <a:pt x="142295" y="1518362"/>
                  </a:lnTo>
                  <a:lnTo>
                    <a:pt x="142295" y="1518362"/>
                  </a:lnTo>
                  <a:lnTo>
                    <a:pt x="136822" y="1518362"/>
                  </a:lnTo>
                  <a:lnTo>
                    <a:pt x="136822" y="1518362"/>
                  </a:lnTo>
                  <a:lnTo>
                    <a:pt x="131349" y="1518362"/>
                  </a:lnTo>
                  <a:lnTo>
                    <a:pt x="131349" y="1521230"/>
                  </a:lnTo>
                  <a:lnTo>
                    <a:pt x="125876" y="1521230"/>
                  </a:lnTo>
                  <a:lnTo>
                    <a:pt x="125876" y="1521230"/>
                  </a:lnTo>
                  <a:lnTo>
                    <a:pt x="120403" y="1521230"/>
                  </a:lnTo>
                  <a:lnTo>
                    <a:pt x="120403" y="1521230"/>
                  </a:lnTo>
                  <a:lnTo>
                    <a:pt x="114930" y="1521230"/>
                  </a:lnTo>
                  <a:lnTo>
                    <a:pt x="114930" y="1521230"/>
                  </a:lnTo>
                  <a:lnTo>
                    <a:pt x="109457" y="1521230"/>
                  </a:lnTo>
                  <a:lnTo>
                    <a:pt x="109457" y="1521230"/>
                  </a:lnTo>
                  <a:lnTo>
                    <a:pt x="103984" y="1521230"/>
                  </a:lnTo>
                  <a:lnTo>
                    <a:pt x="103984" y="1521230"/>
                  </a:lnTo>
                  <a:lnTo>
                    <a:pt x="98511" y="1521230"/>
                  </a:lnTo>
                  <a:lnTo>
                    <a:pt x="98511" y="1521230"/>
                  </a:lnTo>
                  <a:lnTo>
                    <a:pt x="93039" y="1521230"/>
                  </a:lnTo>
                  <a:lnTo>
                    <a:pt x="93039" y="1521230"/>
                  </a:lnTo>
                  <a:lnTo>
                    <a:pt x="87566" y="1521230"/>
                  </a:lnTo>
                  <a:lnTo>
                    <a:pt x="87566" y="1521230"/>
                  </a:lnTo>
                  <a:lnTo>
                    <a:pt x="82093" y="1521230"/>
                  </a:lnTo>
                  <a:lnTo>
                    <a:pt x="82093" y="1521230"/>
                  </a:lnTo>
                  <a:lnTo>
                    <a:pt x="76620" y="1521230"/>
                  </a:lnTo>
                  <a:lnTo>
                    <a:pt x="76620" y="1521230"/>
                  </a:lnTo>
                  <a:lnTo>
                    <a:pt x="71147" y="1521230"/>
                  </a:lnTo>
                  <a:lnTo>
                    <a:pt x="71147" y="1521230"/>
                  </a:lnTo>
                  <a:lnTo>
                    <a:pt x="65674" y="1521230"/>
                  </a:lnTo>
                  <a:lnTo>
                    <a:pt x="65674" y="1521230"/>
                  </a:lnTo>
                  <a:lnTo>
                    <a:pt x="60201" y="1521230"/>
                  </a:lnTo>
                  <a:lnTo>
                    <a:pt x="60201" y="1521230"/>
                  </a:lnTo>
                  <a:lnTo>
                    <a:pt x="54728" y="1521230"/>
                  </a:lnTo>
                  <a:lnTo>
                    <a:pt x="54728" y="1521230"/>
                  </a:lnTo>
                  <a:lnTo>
                    <a:pt x="49255" y="1521230"/>
                  </a:lnTo>
                  <a:lnTo>
                    <a:pt x="49255" y="1521230"/>
                  </a:lnTo>
                  <a:lnTo>
                    <a:pt x="43783" y="1521230"/>
                  </a:lnTo>
                  <a:lnTo>
                    <a:pt x="43783" y="1521230"/>
                  </a:lnTo>
                  <a:lnTo>
                    <a:pt x="38310" y="1521230"/>
                  </a:lnTo>
                  <a:lnTo>
                    <a:pt x="38310" y="1521230"/>
                  </a:lnTo>
                  <a:lnTo>
                    <a:pt x="32837" y="1521230"/>
                  </a:lnTo>
                  <a:lnTo>
                    <a:pt x="32837" y="1521230"/>
                  </a:lnTo>
                  <a:lnTo>
                    <a:pt x="27364" y="1521230"/>
                  </a:lnTo>
                  <a:lnTo>
                    <a:pt x="27364" y="1521230"/>
                  </a:lnTo>
                  <a:lnTo>
                    <a:pt x="21891" y="1521230"/>
                  </a:lnTo>
                  <a:lnTo>
                    <a:pt x="21891" y="1521230"/>
                  </a:lnTo>
                  <a:lnTo>
                    <a:pt x="16418" y="1521230"/>
                  </a:lnTo>
                  <a:lnTo>
                    <a:pt x="16418" y="1521230"/>
                  </a:lnTo>
                  <a:lnTo>
                    <a:pt x="10945" y="1521230"/>
                  </a:lnTo>
                  <a:lnTo>
                    <a:pt x="10945" y="1521230"/>
                  </a:lnTo>
                  <a:lnTo>
                    <a:pt x="5472" y="1521230"/>
                  </a:lnTo>
                  <a:lnTo>
                    <a:pt x="5472" y="1521230"/>
                  </a:lnTo>
                  <a:lnTo>
                    <a:pt x="0" y="15212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982344" y="2483672"/>
              <a:ext cx="9949705" cy="3613524"/>
            </a:xfrm>
            <a:custGeom>
              <a:avLst/>
              <a:pathLst>
                <a:path w="9949705" h="3613524">
                  <a:moveTo>
                    <a:pt x="0" y="3570001"/>
                  </a:moveTo>
                  <a:lnTo>
                    <a:pt x="5472" y="3570001"/>
                  </a:lnTo>
                  <a:lnTo>
                    <a:pt x="10945" y="3570001"/>
                  </a:lnTo>
                  <a:lnTo>
                    <a:pt x="16418" y="3570001"/>
                  </a:lnTo>
                  <a:lnTo>
                    <a:pt x="21891" y="3570001"/>
                  </a:lnTo>
                  <a:lnTo>
                    <a:pt x="27364" y="3570001"/>
                  </a:lnTo>
                  <a:lnTo>
                    <a:pt x="32837" y="3570001"/>
                  </a:lnTo>
                  <a:lnTo>
                    <a:pt x="32837" y="3559462"/>
                  </a:lnTo>
                  <a:lnTo>
                    <a:pt x="38310" y="3559462"/>
                  </a:lnTo>
                  <a:lnTo>
                    <a:pt x="38310" y="3526542"/>
                  </a:lnTo>
                  <a:lnTo>
                    <a:pt x="43783" y="3526542"/>
                  </a:lnTo>
                  <a:lnTo>
                    <a:pt x="43783" y="3515955"/>
                  </a:lnTo>
                  <a:lnTo>
                    <a:pt x="49255" y="3515955"/>
                  </a:lnTo>
                  <a:lnTo>
                    <a:pt x="49255" y="3505540"/>
                  </a:lnTo>
                  <a:lnTo>
                    <a:pt x="54728" y="3505540"/>
                  </a:lnTo>
                  <a:lnTo>
                    <a:pt x="60201" y="3505540"/>
                  </a:lnTo>
                  <a:lnTo>
                    <a:pt x="65674" y="3505540"/>
                  </a:lnTo>
                  <a:lnTo>
                    <a:pt x="71147" y="3505540"/>
                  </a:lnTo>
                  <a:lnTo>
                    <a:pt x="76620" y="3505540"/>
                  </a:lnTo>
                  <a:lnTo>
                    <a:pt x="82093" y="3505540"/>
                  </a:lnTo>
                  <a:lnTo>
                    <a:pt x="87566" y="3505540"/>
                  </a:lnTo>
                  <a:lnTo>
                    <a:pt x="93039" y="3505540"/>
                  </a:lnTo>
                  <a:lnTo>
                    <a:pt x="98511" y="3505540"/>
                  </a:lnTo>
                  <a:lnTo>
                    <a:pt x="98511" y="3495229"/>
                  </a:lnTo>
                  <a:lnTo>
                    <a:pt x="103984" y="3495229"/>
                  </a:lnTo>
                  <a:lnTo>
                    <a:pt x="109457" y="3495229"/>
                  </a:lnTo>
                  <a:lnTo>
                    <a:pt x="114930" y="3495229"/>
                  </a:lnTo>
                  <a:lnTo>
                    <a:pt x="120403" y="3495229"/>
                  </a:lnTo>
                  <a:lnTo>
                    <a:pt x="125876" y="3495229"/>
                  </a:lnTo>
                  <a:lnTo>
                    <a:pt x="131349" y="3495229"/>
                  </a:lnTo>
                  <a:lnTo>
                    <a:pt x="136822" y="3495229"/>
                  </a:lnTo>
                  <a:lnTo>
                    <a:pt x="142295" y="3495229"/>
                  </a:lnTo>
                  <a:lnTo>
                    <a:pt x="147767" y="3495229"/>
                  </a:lnTo>
                  <a:lnTo>
                    <a:pt x="153240" y="3495229"/>
                  </a:lnTo>
                  <a:lnTo>
                    <a:pt x="158713" y="3495229"/>
                  </a:lnTo>
                  <a:lnTo>
                    <a:pt x="164186" y="3495229"/>
                  </a:lnTo>
                  <a:lnTo>
                    <a:pt x="169659" y="3495229"/>
                  </a:lnTo>
                  <a:lnTo>
                    <a:pt x="175132" y="3495229"/>
                  </a:lnTo>
                  <a:lnTo>
                    <a:pt x="180605" y="3495229"/>
                  </a:lnTo>
                  <a:lnTo>
                    <a:pt x="186078" y="3495229"/>
                  </a:lnTo>
                  <a:lnTo>
                    <a:pt x="186078" y="3484986"/>
                  </a:lnTo>
                  <a:lnTo>
                    <a:pt x="191550" y="3484986"/>
                  </a:lnTo>
                  <a:lnTo>
                    <a:pt x="191550" y="3445055"/>
                  </a:lnTo>
                  <a:lnTo>
                    <a:pt x="197023" y="3445055"/>
                  </a:lnTo>
                  <a:lnTo>
                    <a:pt x="197023" y="3425493"/>
                  </a:lnTo>
                  <a:lnTo>
                    <a:pt x="202496" y="3425493"/>
                  </a:lnTo>
                  <a:lnTo>
                    <a:pt x="207969" y="3425493"/>
                  </a:lnTo>
                  <a:lnTo>
                    <a:pt x="213442" y="3425493"/>
                  </a:lnTo>
                  <a:lnTo>
                    <a:pt x="218915" y="3425493"/>
                  </a:lnTo>
                  <a:lnTo>
                    <a:pt x="224388" y="3425493"/>
                  </a:lnTo>
                  <a:lnTo>
                    <a:pt x="229861" y="3425493"/>
                  </a:lnTo>
                  <a:lnTo>
                    <a:pt x="235334" y="3425493"/>
                  </a:lnTo>
                  <a:lnTo>
                    <a:pt x="240806" y="3425493"/>
                  </a:lnTo>
                  <a:lnTo>
                    <a:pt x="246279" y="3425493"/>
                  </a:lnTo>
                  <a:lnTo>
                    <a:pt x="251752" y="3425493"/>
                  </a:lnTo>
                  <a:lnTo>
                    <a:pt x="257225" y="3425493"/>
                  </a:lnTo>
                  <a:lnTo>
                    <a:pt x="262698" y="3425493"/>
                  </a:lnTo>
                  <a:lnTo>
                    <a:pt x="262698" y="3406061"/>
                  </a:lnTo>
                  <a:lnTo>
                    <a:pt x="268171" y="3406061"/>
                  </a:lnTo>
                  <a:lnTo>
                    <a:pt x="268171" y="3396425"/>
                  </a:lnTo>
                  <a:lnTo>
                    <a:pt x="273644" y="3396425"/>
                  </a:lnTo>
                  <a:lnTo>
                    <a:pt x="279117" y="3396425"/>
                  </a:lnTo>
                  <a:lnTo>
                    <a:pt x="284590" y="3396425"/>
                  </a:lnTo>
                  <a:lnTo>
                    <a:pt x="290062" y="3396425"/>
                  </a:lnTo>
                  <a:lnTo>
                    <a:pt x="295535" y="3396425"/>
                  </a:lnTo>
                  <a:lnTo>
                    <a:pt x="301008" y="3396425"/>
                  </a:lnTo>
                  <a:lnTo>
                    <a:pt x="301008" y="3386813"/>
                  </a:lnTo>
                  <a:lnTo>
                    <a:pt x="306481" y="3386813"/>
                  </a:lnTo>
                  <a:lnTo>
                    <a:pt x="306481" y="3358231"/>
                  </a:lnTo>
                  <a:lnTo>
                    <a:pt x="311954" y="3358231"/>
                  </a:lnTo>
                  <a:lnTo>
                    <a:pt x="317427" y="3358231"/>
                  </a:lnTo>
                  <a:lnTo>
                    <a:pt x="322900" y="3358231"/>
                  </a:lnTo>
                  <a:lnTo>
                    <a:pt x="322900" y="3339335"/>
                  </a:lnTo>
                  <a:lnTo>
                    <a:pt x="328373" y="3339335"/>
                  </a:lnTo>
                  <a:lnTo>
                    <a:pt x="333846" y="3339335"/>
                  </a:lnTo>
                  <a:lnTo>
                    <a:pt x="333846" y="3329928"/>
                  </a:lnTo>
                  <a:lnTo>
                    <a:pt x="339318" y="3329928"/>
                  </a:lnTo>
                  <a:lnTo>
                    <a:pt x="339318" y="3311181"/>
                  </a:lnTo>
                  <a:lnTo>
                    <a:pt x="344791" y="3311181"/>
                  </a:lnTo>
                  <a:lnTo>
                    <a:pt x="344791" y="3292537"/>
                  </a:lnTo>
                  <a:lnTo>
                    <a:pt x="350264" y="3292537"/>
                  </a:lnTo>
                  <a:lnTo>
                    <a:pt x="355737" y="3292537"/>
                  </a:lnTo>
                  <a:lnTo>
                    <a:pt x="355737" y="3283245"/>
                  </a:lnTo>
                  <a:lnTo>
                    <a:pt x="361210" y="3283245"/>
                  </a:lnTo>
                  <a:lnTo>
                    <a:pt x="366683" y="3283245"/>
                  </a:lnTo>
                  <a:lnTo>
                    <a:pt x="372156" y="3283245"/>
                  </a:lnTo>
                  <a:lnTo>
                    <a:pt x="372156" y="3273967"/>
                  </a:lnTo>
                  <a:lnTo>
                    <a:pt x="377629" y="3273967"/>
                  </a:lnTo>
                  <a:lnTo>
                    <a:pt x="377629" y="3237061"/>
                  </a:lnTo>
                  <a:lnTo>
                    <a:pt x="383101" y="3237061"/>
                  </a:lnTo>
                  <a:lnTo>
                    <a:pt x="388574" y="3237061"/>
                  </a:lnTo>
                  <a:lnTo>
                    <a:pt x="388574" y="3227878"/>
                  </a:lnTo>
                  <a:lnTo>
                    <a:pt x="394047" y="3227878"/>
                  </a:lnTo>
                  <a:lnTo>
                    <a:pt x="399520" y="3227878"/>
                  </a:lnTo>
                  <a:lnTo>
                    <a:pt x="404993" y="3227878"/>
                  </a:lnTo>
                  <a:lnTo>
                    <a:pt x="410466" y="3227878"/>
                  </a:lnTo>
                  <a:lnTo>
                    <a:pt x="415939" y="3227878"/>
                  </a:lnTo>
                  <a:lnTo>
                    <a:pt x="421412" y="3227878"/>
                  </a:lnTo>
                  <a:lnTo>
                    <a:pt x="421412" y="3200385"/>
                  </a:lnTo>
                  <a:lnTo>
                    <a:pt x="426885" y="3200385"/>
                  </a:lnTo>
                  <a:lnTo>
                    <a:pt x="426885" y="3191248"/>
                  </a:lnTo>
                  <a:lnTo>
                    <a:pt x="432357" y="3191248"/>
                  </a:lnTo>
                  <a:lnTo>
                    <a:pt x="432357" y="3182121"/>
                  </a:lnTo>
                  <a:lnTo>
                    <a:pt x="437830" y="3182121"/>
                  </a:lnTo>
                  <a:lnTo>
                    <a:pt x="443303" y="3182121"/>
                  </a:lnTo>
                  <a:lnTo>
                    <a:pt x="443303" y="3173010"/>
                  </a:lnTo>
                  <a:lnTo>
                    <a:pt x="448776" y="3173010"/>
                  </a:lnTo>
                  <a:lnTo>
                    <a:pt x="454249" y="3173010"/>
                  </a:lnTo>
                  <a:lnTo>
                    <a:pt x="454249" y="3163910"/>
                  </a:lnTo>
                  <a:lnTo>
                    <a:pt x="459722" y="3163910"/>
                  </a:lnTo>
                  <a:lnTo>
                    <a:pt x="459722" y="3145746"/>
                  </a:lnTo>
                  <a:lnTo>
                    <a:pt x="465195" y="3145746"/>
                  </a:lnTo>
                  <a:lnTo>
                    <a:pt x="470668" y="3145746"/>
                  </a:lnTo>
                  <a:lnTo>
                    <a:pt x="470668" y="3136678"/>
                  </a:lnTo>
                  <a:lnTo>
                    <a:pt x="476141" y="3136678"/>
                  </a:lnTo>
                  <a:lnTo>
                    <a:pt x="481613" y="3136678"/>
                  </a:lnTo>
                  <a:lnTo>
                    <a:pt x="487086" y="3136678"/>
                  </a:lnTo>
                  <a:lnTo>
                    <a:pt x="492559" y="3136678"/>
                  </a:lnTo>
                  <a:lnTo>
                    <a:pt x="498032" y="3136678"/>
                  </a:lnTo>
                  <a:lnTo>
                    <a:pt x="498032" y="3127613"/>
                  </a:lnTo>
                  <a:lnTo>
                    <a:pt x="503505" y="3127613"/>
                  </a:lnTo>
                  <a:lnTo>
                    <a:pt x="508978" y="3127613"/>
                  </a:lnTo>
                  <a:lnTo>
                    <a:pt x="514451" y="3127613"/>
                  </a:lnTo>
                  <a:lnTo>
                    <a:pt x="519924" y="3127613"/>
                  </a:lnTo>
                  <a:lnTo>
                    <a:pt x="525397" y="3127613"/>
                  </a:lnTo>
                  <a:lnTo>
                    <a:pt x="530869" y="3127613"/>
                  </a:lnTo>
                  <a:lnTo>
                    <a:pt x="530869" y="3109480"/>
                  </a:lnTo>
                  <a:lnTo>
                    <a:pt x="536342" y="3109480"/>
                  </a:lnTo>
                  <a:lnTo>
                    <a:pt x="536342" y="3082359"/>
                  </a:lnTo>
                  <a:lnTo>
                    <a:pt x="541815" y="3082359"/>
                  </a:lnTo>
                  <a:lnTo>
                    <a:pt x="541815" y="3073335"/>
                  </a:lnTo>
                  <a:lnTo>
                    <a:pt x="547288" y="3073335"/>
                  </a:lnTo>
                  <a:lnTo>
                    <a:pt x="547288" y="3064318"/>
                  </a:lnTo>
                  <a:lnTo>
                    <a:pt x="552761" y="3064318"/>
                  </a:lnTo>
                  <a:lnTo>
                    <a:pt x="552761" y="3046316"/>
                  </a:lnTo>
                  <a:lnTo>
                    <a:pt x="558234" y="3046316"/>
                  </a:lnTo>
                  <a:lnTo>
                    <a:pt x="563707" y="3046316"/>
                  </a:lnTo>
                  <a:lnTo>
                    <a:pt x="563707" y="3037324"/>
                  </a:lnTo>
                  <a:lnTo>
                    <a:pt x="569180" y="3037324"/>
                  </a:lnTo>
                  <a:lnTo>
                    <a:pt x="574652" y="3037324"/>
                  </a:lnTo>
                  <a:lnTo>
                    <a:pt x="580125" y="3037324"/>
                  </a:lnTo>
                  <a:lnTo>
                    <a:pt x="585598" y="3037324"/>
                  </a:lnTo>
                  <a:lnTo>
                    <a:pt x="585598" y="3028333"/>
                  </a:lnTo>
                  <a:lnTo>
                    <a:pt x="591071" y="3028333"/>
                  </a:lnTo>
                  <a:lnTo>
                    <a:pt x="596544" y="3028333"/>
                  </a:lnTo>
                  <a:lnTo>
                    <a:pt x="602017" y="3028333"/>
                  </a:lnTo>
                  <a:lnTo>
                    <a:pt x="607490" y="3028333"/>
                  </a:lnTo>
                  <a:lnTo>
                    <a:pt x="612963" y="3028333"/>
                  </a:lnTo>
                  <a:lnTo>
                    <a:pt x="612963" y="3010345"/>
                  </a:lnTo>
                  <a:lnTo>
                    <a:pt x="618436" y="3010345"/>
                  </a:lnTo>
                  <a:lnTo>
                    <a:pt x="623908" y="3010345"/>
                  </a:lnTo>
                  <a:lnTo>
                    <a:pt x="629381" y="3010345"/>
                  </a:lnTo>
                  <a:lnTo>
                    <a:pt x="634854" y="3010345"/>
                  </a:lnTo>
                  <a:lnTo>
                    <a:pt x="640327" y="3010345"/>
                  </a:lnTo>
                  <a:lnTo>
                    <a:pt x="640327" y="3001353"/>
                  </a:lnTo>
                  <a:lnTo>
                    <a:pt x="645800" y="3001353"/>
                  </a:lnTo>
                  <a:lnTo>
                    <a:pt x="645800" y="2992370"/>
                  </a:lnTo>
                  <a:lnTo>
                    <a:pt x="651273" y="2992370"/>
                  </a:lnTo>
                  <a:lnTo>
                    <a:pt x="656746" y="2992370"/>
                  </a:lnTo>
                  <a:lnTo>
                    <a:pt x="656746" y="2965444"/>
                  </a:lnTo>
                  <a:lnTo>
                    <a:pt x="662219" y="2965444"/>
                  </a:lnTo>
                  <a:lnTo>
                    <a:pt x="667692" y="2965444"/>
                  </a:lnTo>
                  <a:lnTo>
                    <a:pt x="667692" y="2956479"/>
                  </a:lnTo>
                  <a:lnTo>
                    <a:pt x="673164" y="2956479"/>
                  </a:lnTo>
                  <a:lnTo>
                    <a:pt x="673164" y="2947522"/>
                  </a:lnTo>
                  <a:lnTo>
                    <a:pt x="678637" y="2947522"/>
                  </a:lnTo>
                  <a:lnTo>
                    <a:pt x="684110" y="2947522"/>
                  </a:lnTo>
                  <a:lnTo>
                    <a:pt x="689583" y="2947522"/>
                  </a:lnTo>
                  <a:lnTo>
                    <a:pt x="689583" y="2929619"/>
                  </a:lnTo>
                  <a:lnTo>
                    <a:pt x="695056" y="2929619"/>
                  </a:lnTo>
                  <a:lnTo>
                    <a:pt x="695056" y="2920673"/>
                  </a:lnTo>
                  <a:lnTo>
                    <a:pt x="700529" y="2920673"/>
                  </a:lnTo>
                  <a:lnTo>
                    <a:pt x="706002" y="2920673"/>
                  </a:lnTo>
                  <a:lnTo>
                    <a:pt x="706002" y="2911731"/>
                  </a:lnTo>
                  <a:lnTo>
                    <a:pt x="711475" y="2911731"/>
                  </a:lnTo>
                  <a:lnTo>
                    <a:pt x="711475" y="2902796"/>
                  </a:lnTo>
                  <a:lnTo>
                    <a:pt x="716947" y="2902796"/>
                  </a:lnTo>
                  <a:lnTo>
                    <a:pt x="722420" y="2902796"/>
                  </a:lnTo>
                  <a:lnTo>
                    <a:pt x="727893" y="2902796"/>
                  </a:lnTo>
                  <a:lnTo>
                    <a:pt x="727893" y="2893867"/>
                  </a:lnTo>
                  <a:lnTo>
                    <a:pt x="733366" y="2893867"/>
                  </a:lnTo>
                  <a:lnTo>
                    <a:pt x="733366" y="2884943"/>
                  </a:lnTo>
                  <a:lnTo>
                    <a:pt x="738839" y="2884943"/>
                  </a:lnTo>
                  <a:lnTo>
                    <a:pt x="744312" y="2884943"/>
                  </a:lnTo>
                  <a:lnTo>
                    <a:pt x="744312" y="2867102"/>
                  </a:lnTo>
                  <a:lnTo>
                    <a:pt x="749785" y="2867102"/>
                  </a:lnTo>
                  <a:lnTo>
                    <a:pt x="755258" y="2867102"/>
                  </a:lnTo>
                  <a:lnTo>
                    <a:pt x="760731" y="2867102"/>
                  </a:lnTo>
                  <a:lnTo>
                    <a:pt x="760731" y="2858190"/>
                  </a:lnTo>
                  <a:lnTo>
                    <a:pt x="766203" y="2858190"/>
                  </a:lnTo>
                  <a:lnTo>
                    <a:pt x="766203" y="2840375"/>
                  </a:lnTo>
                  <a:lnTo>
                    <a:pt x="771676" y="2840375"/>
                  </a:lnTo>
                  <a:lnTo>
                    <a:pt x="771676" y="2831473"/>
                  </a:lnTo>
                  <a:lnTo>
                    <a:pt x="777149" y="2831473"/>
                  </a:lnTo>
                  <a:lnTo>
                    <a:pt x="777149" y="2822575"/>
                  </a:lnTo>
                  <a:lnTo>
                    <a:pt x="782622" y="2822575"/>
                  </a:lnTo>
                  <a:lnTo>
                    <a:pt x="788095" y="2822575"/>
                  </a:lnTo>
                  <a:lnTo>
                    <a:pt x="793568" y="2822575"/>
                  </a:lnTo>
                  <a:lnTo>
                    <a:pt x="799041" y="2822575"/>
                  </a:lnTo>
                  <a:lnTo>
                    <a:pt x="799041" y="2813682"/>
                  </a:lnTo>
                  <a:lnTo>
                    <a:pt x="804514" y="2813682"/>
                  </a:lnTo>
                  <a:lnTo>
                    <a:pt x="804514" y="2804794"/>
                  </a:lnTo>
                  <a:lnTo>
                    <a:pt x="809987" y="2804794"/>
                  </a:lnTo>
                  <a:lnTo>
                    <a:pt x="809987" y="2795907"/>
                  </a:lnTo>
                  <a:lnTo>
                    <a:pt x="815459" y="2795907"/>
                  </a:lnTo>
                  <a:lnTo>
                    <a:pt x="820932" y="2795907"/>
                  </a:lnTo>
                  <a:lnTo>
                    <a:pt x="820932" y="2787019"/>
                  </a:lnTo>
                  <a:lnTo>
                    <a:pt x="826405" y="2787019"/>
                  </a:lnTo>
                  <a:lnTo>
                    <a:pt x="831878" y="2787019"/>
                  </a:lnTo>
                  <a:lnTo>
                    <a:pt x="831878" y="2778133"/>
                  </a:lnTo>
                  <a:lnTo>
                    <a:pt x="837351" y="2778133"/>
                  </a:lnTo>
                  <a:lnTo>
                    <a:pt x="842824" y="2778133"/>
                  </a:lnTo>
                  <a:lnTo>
                    <a:pt x="842824" y="2760378"/>
                  </a:lnTo>
                  <a:lnTo>
                    <a:pt x="848297" y="2760378"/>
                  </a:lnTo>
                  <a:lnTo>
                    <a:pt x="848297" y="2751508"/>
                  </a:lnTo>
                  <a:lnTo>
                    <a:pt x="853770" y="2751508"/>
                  </a:lnTo>
                  <a:lnTo>
                    <a:pt x="859243" y="2751508"/>
                  </a:lnTo>
                  <a:lnTo>
                    <a:pt x="864715" y="2751508"/>
                  </a:lnTo>
                  <a:lnTo>
                    <a:pt x="870188" y="2751508"/>
                  </a:lnTo>
                  <a:lnTo>
                    <a:pt x="875661" y="2751508"/>
                  </a:lnTo>
                  <a:lnTo>
                    <a:pt x="881134" y="2751508"/>
                  </a:lnTo>
                  <a:lnTo>
                    <a:pt x="881134" y="2742631"/>
                  </a:lnTo>
                  <a:lnTo>
                    <a:pt x="886607" y="2742631"/>
                  </a:lnTo>
                  <a:lnTo>
                    <a:pt x="892080" y="2742631"/>
                  </a:lnTo>
                  <a:lnTo>
                    <a:pt x="897553" y="2742631"/>
                  </a:lnTo>
                  <a:lnTo>
                    <a:pt x="903026" y="2742631"/>
                  </a:lnTo>
                  <a:lnTo>
                    <a:pt x="908498" y="2742631"/>
                  </a:lnTo>
                  <a:lnTo>
                    <a:pt x="913971" y="2742631"/>
                  </a:lnTo>
                  <a:lnTo>
                    <a:pt x="919444" y="2742631"/>
                  </a:lnTo>
                  <a:lnTo>
                    <a:pt x="919444" y="2715967"/>
                  </a:lnTo>
                  <a:lnTo>
                    <a:pt x="924917" y="2715967"/>
                  </a:lnTo>
                  <a:lnTo>
                    <a:pt x="924917" y="2707086"/>
                  </a:lnTo>
                  <a:lnTo>
                    <a:pt x="930390" y="2707086"/>
                  </a:lnTo>
                  <a:lnTo>
                    <a:pt x="935863" y="2707086"/>
                  </a:lnTo>
                  <a:lnTo>
                    <a:pt x="941336" y="2707086"/>
                  </a:lnTo>
                  <a:lnTo>
                    <a:pt x="946809" y="2707086"/>
                  </a:lnTo>
                  <a:lnTo>
                    <a:pt x="952282" y="2707086"/>
                  </a:lnTo>
                  <a:lnTo>
                    <a:pt x="952282" y="2698197"/>
                  </a:lnTo>
                  <a:lnTo>
                    <a:pt x="957754" y="2698197"/>
                  </a:lnTo>
                  <a:lnTo>
                    <a:pt x="957754" y="2689313"/>
                  </a:lnTo>
                  <a:lnTo>
                    <a:pt x="963227" y="2689313"/>
                  </a:lnTo>
                  <a:lnTo>
                    <a:pt x="968700" y="2689313"/>
                  </a:lnTo>
                  <a:lnTo>
                    <a:pt x="968700" y="2680430"/>
                  </a:lnTo>
                  <a:lnTo>
                    <a:pt x="974173" y="2680430"/>
                  </a:lnTo>
                  <a:lnTo>
                    <a:pt x="979646" y="2680430"/>
                  </a:lnTo>
                  <a:lnTo>
                    <a:pt x="985119" y="2680430"/>
                  </a:lnTo>
                  <a:lnTo>
                    <a:pt x="990592" y="2680430"/>
                  </a:lnTo>
                  <a:lnTo>
                    <a:pt x="996065" y="2680430"/>
                  </a:lnTo>
                  <a:lnTo>
                    <a:pt x="996065" y="2627171"/>
                  </a:lnTo>
                  <a:lnTo>
                    <a:pt x="1001538" y="2627171"/>
                  </a:lnTo>
                  <a:lnTo>
                    <a:pt x="1001538" y="2609451"/>
                  </a:lnTo>
                  <a:lnTo>
                    <a:pt x="1007010" y="2609451"/>
                  </a:lnTo>
                  <a:lnTo>
                    <a:pt x="1007010" y="2600598"/>
                  </a:lnTo>
                  <a:lnTo>
                    <a:pt x="1012483" y="2600598"/>
                  </a:lnTo>
                  <a:lnTo>
                    <a:pt x="1017956" y="2600598"/>
                  </a:lnTo>
                  <a:lnTo>
                    <a:pt x="1017956" y="2591748"/>
                  </a:lnTo>
                  <a:lnTo>
                    <a:pt x="1023429" y="2591748"/>
                  </a:lnTo>
                  <a:lnTo>
                    <a:pt x="1023429" y="2582902"/>
                  </a:lnTo>
                  <a:lnTo>
                    <a:pt x="1028902" y="2582902"/>
                  </a:lnTo>
                  <a:lnTo>
                    <a:pt x="1034375" y="2582902"/>
                  </a:lnTo>
                  <a:lnTo>
                    <a:pt x="1034375" y="2574057"/>
                  </a:lnTo>
                  <a:lnTo>
                    <a:pt x="1039848" y="2574057"/>
                  </a:lnTo>
                  <a:lnTo>
                    <a:pt x="1045321" y="2574057"/>
                  </a:lnTo>
                  <a:lnTo>
                    <a:pt x="1050794" y="2574057"/>
                  </a:lnTo>
                  <a:lnTo>
                    <a:pt x="1050794" y="2565206"/>
                  </a:lnTo>
                  <a:lnTo>
                    <a:pt x="1056266" y="2565206"/>
                  </a:lnTo>
                  <a:lnTo>
                    <a:pt x="1061739" y="2565206"/>
                  </a:lnTo>
                  <a:lnTo>
                    <a:pt x="1061739" y="2556359"/>
                  </a:lnTo>
                  <a:lnTo>
                    <a:pt x="1067212" y="2556359"/>
                  </a:lnTo>
                  <a:lnTo>
                    <a:pt x="1072685" y="2556359"/>
                  </a:lnTo>
                  <a:lnTo>
                    <a:pt x="1072685" y="2547512"/>
                  </a:lnTo>
                  <a:lnTo>
                    <a:pt x="1078158" y="2547512"/>
                  </a:lnTo>
                  <a:lnTo>
                    <a:pt x="1083631" y="2547512"/>
                  </a:lnTo>
                  <a:lnTo>
                    <a:pt x="1089104" y="2547512"/>
                  </a:lnTo>
                  <a:lnTo>
                    <a:pt x="1089104" y="2538663"/>
                  </a:lnTo>
                  <a:lnTo>
                    <a:pt x="1094577" y="2538663"/>
                  </a:lnTo>
                  <a:lnTo>
                    <a:pt x="1094577" y="2520975"/>
                  </a:lnTo>
                  <a:lnTo>
                    <a:pt x="1100049" y="2520975"/>
                  </a:lnTo>
                  <a:lnTo>
                    <a:pt x="1100049" y="2503302"/>
                  </a:lnTo>
                  <a:lnTo>
                    <a:pt x="1105522" y="2503302"/>
                  </a:lnTo>
                  <a:lnTo>
                    <a:pt x="1105522" y="2494467"/>
                  </a:lnTo>
                  <a:lnTo>
                    <a:pt x="1110995" y="2494467"/>
                  </a:lnTo>
                  <a:lnTo>
                    <a:pt x="1116468" y="2494467"/>
                  </a:lnTo>
                  <a:lnTo>
                    <a:pt x="1121941" y="2494467"/>
                  </a:lnTo>
                  <a:lnTo>
                    <a:pt x="1127414" y="2494467"/>
                  </a:lnTo>
                  <a:lnTo>
                    <a:pt x="1132887" y="2494467"/>
                  </a:lnTo>
                  <a:lnTo>
                    <a:pt x="1138360" y="2494467"/>
                  </a:lnTo>
                  <a:lnTo>
                    <a:pt x="1138360" y="2476788"/>
                  </a:lnTo>
                  <a:lnTo>
                    <a:pt x="1143833" y="2476788"/>
                  </a:lnTo>
                  <a:lnTo>
                    <a:pt x="1143833" y="2467954"/>
                  </a:lnTo>
                  <a:lnTo>
                    <a:pt x="1149305" y="2467954"/>
                  </a:lnTo>
                  <a:lnTo>
                    <a:pt x="1154778" y="2467954"/>
                  </a:lnTo>
                  <a:lnTo>
                    <a:pt x="1160251" y="2467954"/>
                  </a:lnTo>
                  <a:lnTo>
                    <a:pt x="1160251" y="2459120"/>
                  </a:lnTo>
                  <a:lnTo>
                    <a:pt x="1165724" y="2459120"/>
                  </a:lnTo>
                  <a:lnTo>
                    <a:pt x="1165724" y="2450288"/>
                  </a:lnTo>
                  <a:lnTo>
                    <a:pt x="1171197" y="2450288"/>
                  </a:lnTo>
                  <a:lnTo>
                    <a:pt x="1176670" y="2450288"/>
                  </a:lnTo>
                  <a:lnTo>
                    <a:pt x="1182143" y="2450288"/>
                  </a:lnTo>
                  <a:lnTo>
                    <a:pt x="1187616" y="2450288"/>
                  </a:lnTo>
                  <a:lnTo>
                    <a:pt x="1187616" y="2432623"/>
                  </a:lnTo>
                  <a:lnTo>
                    <a:pt x="1193089" y="2432623"/>
                  </a:lnTo>
                  <a:lnTo>
                    <a:pt x="1193089" y="2423791"/>
                  </a:lnTo>
                  <a:lnTo>
                    <a:pt x="1198561" y="2423791"/>
                  </a:lnTo>
                  <a:lnTo>
                    <a:pt x="1204034" y="2423791"/>
                  </a:lnTo>
                  <a:lnTo>
                    <a:pt x="1209507" y="2423791"/>
                  </a:lnTo>
                  <a:lnTo>
                    <a:pt x="1209507" y="2414956"/>
                  </a:lnTo>
                  <a:lnTo>
                    <a:pt x="1214980" y="2414956"/>
                  </a:lnTo>
                  <a:lnTo>
                    <a:pt x="1214980" y="2406125"/>
                  </a:lnTo>
                  <a:lnTo>
                    <a:pt x="1220453" y="2406125"/>
                  </a:lnTo>
                  <a:lnTo>
                    <a:pt x="1220453" y="2397292"/>
                  </a:lnTo>
                  <a:lnTo>
                    <a:pt x="1225926" y="2397292"/>
                  </a:lnTo>
                  <a:lnTo>
                    <a:pt x="1231399" y="2397292"/>
                  </a:lnTo>
                  <a:lnTo>
                    <a:pt x="1236872" y="2397292"/>
                  </a:lnTo>
                  <a:lnTo>
                    <a:pt x="1236872" y="2388450"/>
                  </a:lnTo>
                  <a:lnTo>
                    <a:pt x="1242344" y="2388450"/>
                  </a:lnTo>
                  <a:lnTo>
                    <a:pt x="1242344" y="2379611"/>
                  </a:lnTo>
                  <a:lnTo>
                    <a:pt x="1247817" y="2379611"/>
                  </a:lnTo>
                  <a:lnTo>
                    <a:pt x="1253290" y="2379611"/>
                  </a:lnTo>
                  <a:lnTo>
                    <a:pt x="1258763" y="2379611"/>
                  </a:lnTo>
                  <a:lnTo>
                    <a:pt x="1264236" y="2379611"/>
                  </a:lnTo>
                  <a:lnTo>
                    <a:pt x="1264236" y="2370758"/>
                  </a:lnTo>
                  <a:lnTo>
                    <a:pt x="1269709" y="2370758"/>
                  </a:lnTo>
                  <a:lnTo>
                    <a:pt x="1275182" y="2370758"/>
                  </a:lnTo>
                  <a:lnTo>
                    <a:pt x="1275182" y="2361891"/>
                  </a:lnTo>
                  <a:lnTo>
                    <a:pt x="1280655" y="2361891"/>
                  </a:lnTo>
                  <a:lnTo>
                    <a:pt x="1280655" y="2353027"/>
                  </a:lnTo>
                  <a:lnTo>
                    <a:pt x="1286128" y="2353027"/>
                  </a:lnTo>
                  <a:lnTo>
                    <a:pt x="1291600" y="2353027"/>
                  </a:lnTo>
                  <a:lnTo>
                    <a:pt x="1291600" y="2344162"/>
                  </a:lnTo>
                  <a:lnTo>
                    <a:pt x="1297073" y="2344162"/>
                  </a:lnTo>
                  <a:lnTo>
                    <a:pt x="1302546" y="2344162"/>
                  </a:lnTo>
                  <a:lnTo>
                    <a:pt x="1308019" y="2344162"/>
                  </a:lnTo>
                  <a:lnTo>
                    <a:pt x="1308019" y="2335294"/>
                  </a:lnTo>
                  <a:lnTo>
                    <a:pt x="1313492" y="2335294"/>
                  </a:lnTo>
                  <a:lnTo>
                    <a:pt x="1318965" y="2335294"/>
                  </a:lnTo>
                  <a:lnTo>
                    <a:pt x="1324438" y="2335294"/>
                  </a:lnTo>
                  <a:lnTo>
                    <a:pt x="1329911" y="2335294"/>
                  </a:lnTo>
                  <a:lnTo>
                    <a:pt x="1329911" y="2317558"/>
                  </a:lnTo>
                  <a:lnTo>
                    <a:pt x="1335384" y="2317558"/>
                  </a:lnTo>
                  <a:lnTo>
                    <a:pt x="1335384" y="2308695"/>
                  </a:lnTo>
                  <a:lnTo>
                    <a:pt x="1340856" y="2308695"/>
                  </a:lnTo>
                  <a:lnTo>
                    <a:pt x="1340856" y="2290969"/>
                  </a:lnTo>
                  <a:lnTo>
                    <a:pt x="1346329" y="2290969"/>
                  </a:lnTo>
                  <a:lnTo>
                    <a:pt x="1351802" y="2290969"/>
                  </a:lnTo>
                  <a:lnTo>
                    <a:pt x="1357275" y="2290969"/>
                  </a:lnTo>
                  <a:lnTo>
                    <a:pt x="1357275" y="2282107"/>
                  </a:lnTo>
                  <a:lnTo>
                    <a:pt x="1362748" y="2282107"/>
                  </a:lnTo>
                  <a:lnTo>
                    <a:pt x="1368221" y="2282107"/>
                  </a:lnTo>
                  <a:lnTo>
                    <a:pt x="1373694" y="2282107"/>
                  </a:lnTo>
                  <a:lnTo>
                    <a:pt x="1379167" y="2282107"/>
                  </a:lnTo>
                  <a:lnTo>
                    <a:pt x="1384640" y="2282107"/>
                  </a:lnTo>
                  <a:lnTo>
                    <a:pt x="1390112" y="2282107"/>
                  </a:lnTo>
                  <a:lnTo>
                    <a:pt x="1395585" y="2282107"/>
                  </a:lnTo>
                  <a:lnTo>
                    <a:pt x="1401058" y="2282107"/>
                  </a:lnTo>
                  <a:lnTo>
                    <a:pt x="1401058" y="2273230"/>
                  </a:lnTo>
                  <a:lnTo>
                    <a:pt x="1406531" y="2273230"/>
                  </a:lnTo>
                  <a:lnTo>
                    <a:pt x="1406531" y="2264356"/>
                  </a:lnTo>
                  <a:lnTo>
                    <a:pt x="1412004" y="2264356"/>
                  </a:lnTo>
                  <a:lnTo>
                    <a:pt x="1417477" y="2264356"/>
                  </a:lnTo>
                  <a:lnTo>
                    <a:pt x="1417477" y="2237749"/>
                  </a:lnTo>
                  <a:lnTo>
                    <a:pt x="1422950" y="2237749"/>
                  </a:lnTo>
                  <a:lnTo>
                    <a:pt x="1422950" y="2228885"/>
                  </a:lnTo>
                  <a:lnTo>
                    <a:pt x="1428423" y="2228885"/>
                  </a:lnTo>
                  <a:lnTo>
                    <a:pt x="1433895" y="2228885"/>
                  </a:lnTo>
                  <a:lnTo>
                    <a:pt x="1439368" y="2228885"/>
                  </a:lnTo>
                  <a:lnTo>
                    <a:pt x="1444841" y="2228885"/>
                  </a:lnTo>
                  <a:lnTo>
                    <a:pt x="1444841" y="2220017"/>
                  </a:lnTo>
                  <a:lnTo>
                    <a:pt x="1450314" y="2220017"/>
                  </a:lnTo>
                  <a:lnTo>
                    <a:pt x="1455787" y="2220017"/>
                  </a:lnTo>
                  <a:lnTo>
                    <a:pt x="1455787" y="2211140"/>
                  </a:lnTo>
                  <a:lnTo>
                    <a:pt x="1461260" y="2211140"/>
                  </a:lnTo>
                  <a:lnTo>
                    <a:pt x="1466733" y="2211140"/>
                  </a:lnTo>
                  <a:lnTo>
                    <a:pt x="1472206" y="2211140"/>
                  </a:lnTo>
                  <a:lnTo>
                    <a:pt x="1472206" y="2202259"/>
                  </a:lnTo>
                  <a:lnTo>
                    <a:pt x="1477679" y="2202259"/>
                  </a:lnTo>
                  <a:lnTo>
                    <a:pt x="1483151" y="2202259"/>
                  </a:lnTo>
                  <a:lnTo>
                    <a:pt x="1488624" y="2202259"/>
                  </a:lnTo>
                  <a:lnTo>
                    <a:pt x="1494097" y="2202259"/>
                  </a:lnTo>
                  <a:lnTo>
                    <a:pt x="1499570" y="2202259"/>
                  </a:lnTo>
                  <a:lnTo>
                    <a:pt x="1505043" y="2202259"/>
                  </a:lnTo>
                  <a:lnTo>
                    <a:pt x="1510516" y="2202259"/>
                  </a:lnTo>
                  <a:lnTo>
                    <a:pt x="1515989" y="2202259"/>
                  </a:lnTo>
                  <a:lnTo>
                    <a:pt x="1521462" y="2202259"/>
                  </a:lnTo>
                  <a:lnTo>
                    <a:pt x="1526935" y="2202259"/>
                  </a:lnTo>
                  <a:lnTo>
                    <a:pt x="1532407" y="2202259"/>
                  </a:lnTo>
                  <a:lnTo>
                    <a:pt x="1532407" y="2193369"/>
                  </a:lnTo>
                  <a:lnTo>
                    <a:pt x="1537880" y="2193369"/>
                  </a:lnTo>
                  <a:lnTo>
                    <a:pt x="1543353" y="2193369"/>
                  </a:lnTo>
                  <a:lnTo>
                    <a:pt x="1543353" y="2184475"/>
                  </a:lnTo>
                  <a:lnTo>
                    <a:pt x="1548826" y="2184475"/>
                  </a:lnTo>
                  <a:lnTo>
                    <a:pt x="1554299" y="2184475"/>
                  </a:lnTo>
                  <a:lnTo>
                    <a:pt x="1554299" y="2175579"/>
                  </a:lnTo>
                  <a:lnTo>
                    <a:pt x="1559772" y="2175579"/>
                  </a:lnTo>
                  <a:lnTo>
                    <a:pt x="1565245" y="2175579"/>
                  </a:lnTo>
                  <a:lnTo>
                    <a:pt x="1570718" y="2175579"/>
                  </a:lnTo>
                  <a:lnTo>
                    <a:pt x="1570718" y="2157795"/>
                  </a:lnTo>
                  <a:lnTo>
                    <a:pt x="1576191" y="2157795"/>
                  </a:lnTo>
                  <a:lnTo>
                    <a:pt x="1581663" y="2157795"/>
                  </a:lnTo>
                  <a:lnTo>
                    <a:pt x="1587136" y="2157795"/>
                  </a:lnTo>
                  <a:lnTo>
                    <a:pt x="1592609" y="2157795"/>
                  </a:lnTo>
                  <a:lnTo>
                    <a:pt x="1592609" y="2148903"/>
                  </a:lnTo>
                  <a:lnTo>
                    <a:pt x="1598082" y="2148903"/>
                  </a:lnTo>
                  <a:lnTo>
                    <a:pt x="1603555" y="2148903"/>
                  </a:lnTo>
                  <a:lnTo>
                    <a:pt x="1609028" y="2148903"/>
                  </a:lnTo>
                  <a:lnTo>
                    <a:pt x="1609028" y="2140006"/>
                  </a:lnTo>
                  <a:lnTo>
                    <a:pt x="1614501" y="2140006"/>
                  </a:lnTo>
                  <a:lnTo>
                    <a:pt x="1619974" y="2140006"/>
                  </a:lnTo>
                  <a:lnTo>
                    <a:pt x="1625446" y="2140006"/>
                  </a:lnTo>
                  <a:lnTo>
                    <a:pt x="1630919" y="2140006"/>
                  </a:lnTo>
                  <a:lnTo>
                    <a:pt x="1636392" y="2140006"/>
                  </a:lnTo>
                  <a:lnTo>
                    <a:pt x="1641865" y="2140006"/>
                  </a:lnTo>
                  <a:lnTo>
                    <a:pt x="1647338" y="2140006"/>
                  </a:lnTo>
                  <a:lnTo>
                    <a:pt x="1647338" y="2131092"/>
                  </a:lnTo>
                  <a:lnTo>
                    <a:pt x="1652811" y="2131092"/>
                  </a:lnTo>
                  <a:lnTo>
                    <a:pt x="1658284" y="2131092"/>
                  </a:lnTo>
                  <a:lnTo>
                    <a:pt x="1663757" y="2131092"/>
                  </a:lnTo>
                  <a:lnTo>
                    <a:pt x="1669230" y="2131092"/>
                  </a:lnTo>
                  <a:lnTo>
                    <a:pt x="1674702" y="2131092"/>
                  </a:lnTo>
                  <a:lnTo>
                    <a:pt x="1680175" y="2131092"/>
                  </a:lnTo>
                  <a:lnTo>
                    <a:pt x="1680175" y="2122166"/>
                  </a:lnTo>
                  <a:lnTo>
                    <a:pt x="1685648" y="2122166"/>
                  </a:lnTo>
                  <a:lnTo>
                    <a:pt x="1685648" y="2113234"/>
                  </a:lnTo>
                  <a:lnTo>
                    <a:pt x="1691121" y="2113234"/>
                  </a:lnTo>
                  <a:lnTo>
                    <a:pt x="1696594" y="2113234"/>
                  </a:lnTo>
                  <a:lnTo>
                    <a:pt x="1702067" y="2113234"/>
                  </a:lnTo>
                  <a:lnTo>
                    <a:pt x="1707540" y="2113234"/>
                  </a:lnTo>
                  <a:lnTo>
                    <a:pt x="1707540" y="2104301"/>
                  </a:lnTo>
                  <a:lnTo>
                    <a:pt x="1713013" y="2104301"/>
                  </a:lnTo>
                  <a:lnTo>
                    <a:pt x="1718486" y="2104301"/>
                  </a:lnTo>
                  <a:lnTo>
                    <a:pt x="1718486" y="2095366"/>
                  </a:lnTo>
                  <a:lnTo>
                    <a:pt x="1723958" y="2095366"/>
                  </a:lnTo>
                  <a:lnTo>
                    <a:pt x="1723958" y="2086430"/>
                  </a:lnTo>
                  <a:lnTo>
                    <a:pt x="1729431" y="2086430"/>
                  </a:lnTo>
                  <a:lnTo>
                    <a:pt x="1734904" y="2086430"/>
                  </a:lnTo>
                  <a:lnTo>
                    <a:pt x="1740377" y="2086430"/>
                  </a:lnTo>
                  <a:lnTo>
                    <a:pt x="1745850" y="2086430"/>
                  </a:lnTo>
                  <a:lnTo>
                    <a:pt x="1751323" y="2086430"/>
                  </a:lnTo>
                  <a:lnTo>
                    <a:pt x="1756796" y="2086430"/>
                  </a:lnTo>
                  <a:lnTo>
                    <a:pt x="1762269" y="2086430"/>
                  </a:lnTo>
                  <a:lnTo>
                    <a:pt x="1767741" y="2086430"/>
                  </a:lnTo>
                  <a:lnTo>
                    <a:pt x="1773214" y="2086430"/>
                  </a:lnTo>
                  <a:lnTo>
                    <a:pt x="1778687" y="2086430"/>
                  </a:lnTo>
                  <a:lnTo>
                    <a:pt x="1784160" y="2086430"/>
                  </a:lnTo>
                  <a:lnTo>
                    <a:pt x="1789633" y="2086430"/>
                  </a:lnTo>
                  <a:lnTo>
                    <a:pt x="1795106" y="2086430"/>
                  </a:lnTo>
                  <a:lnTo>
                    <a:pt x="1800579" y="2086430"/>
                  </a:lnTo>
                  <a:lnTo>
                    <a:pt x="1800579" y="2077472"/>
                  </a:lnTo>
                  <a:lnTo>
                    <a:pt x="1806052" y="2077472"/>
                  </a:lnTo>
                  <a:lnTo>
                    <a:pt x="1806052" y="2068513"/>
                  </a:lnTo>
                  <a:lnTo>
                    <a:pt x="1811525" y="2068513"/>
                  </a:lnTo>
                  <a:lnTo>
                    <a:pt x="1816997" y="2068513"/>
                  </a:lnTo>
                  <a:lnTo>
                    <a:pt x="1822470" y="2068513"/>
                  </a:lnTo>
                  <a:lnTo>
                    <a:pt x="1827943" y="2068513"/>
                  </a:lnTo>
                  <a:lnTo>
                    <a:pt x="1833416" y="2068513"/>
                  </a:lnTo>
                  <a:lnTo>
                    <a:pt x="1833416" y="2059544"/>
                  </a:lnTo>
                  <a:lnTo>
                    <a:pt x="1838889" y="2059544"/>
                  </a:lnTo>
                  <a:lnTo>
                    <a:pt x="1844362" y="2059544"/>
                  </a:lnTo>
                  <a:lnTo>
                    <a:pt x="1844362" y="2050569"/>
                  </a:lnTo>
                  <a:lnTo>
                    <a:pt x="1849835" y="2050569"/>
                  </a:lnTo>
                  <a:lnTo>
                    <a:pt x="1855308" y="2050569"/>
                  </a:lnTo>
                  <a:lnTo>
                    <a:pt x="1860781" y="2050569"/>
                  </a:lnTo>
                  <a:lnTo>
                    <a:pt x="1866253" y="2050569"/>
                  </a:lnTo>
                  <a:lnTo>
                    <a:pt x="1866253" y="2032618"/>
                  </a:lnTo>
                  <a:lnTo>
                    <a:pt x="1871726" y="2032618"/>
                  </a:lnTo>
                  <a:lnTo>
                    <a:pt x="1871726" y="2023645"/>
                  </a:lnTo>
                  <a:lnTo>
                    <a:pt x="1877199" y="2023645"/>
                  </a:lnTo>
                  <a:lnTo>
                    <a:pt x="1877199" y="2005707"/>
                  </a:lnTo>
                  <a:lnTo>
                    <a:pt x="1882672" y="2005707"/>
                  </a:lnTo>
                  <a:lnTo>
                    <a:pt x="1888145" y="2005707"/>
                  </a:lnTo>
                  <a:lnTo>
                    <a:pt x="1888145" y="1996737"/>
                  </a:lnTo>
                  <a:lnTo>
                    <a:pt x="1893618" y="1996737"/>
                  </a:lnTo>
                  <a:lnTo>
                    <a:pt x="1899091" y="1996737"/>
                  </a:lnTo>
                  <a:lnTo>
                    <a:pt x="1904564" y="1996737"/>
                  </a:lnTo>
                  <a:lnTo>
                    <a:pt x="1904564" y="1987765"/>
                  </a:lnTo>
                  <a:lnTo>
                    <a:pt x="1910037" y="1987765"/>
                  </a:lnTo>
                  <a:lnTo>
                    <a:pt x="1915509" y="1987765"/>
                  </a:lnTo>
                  <a:lnTo>
                    <a:pt x="1915509" y="1978795"/>
                  </a:lnTo>
                  <a:lnTo>
                    <a:pt x="1920982" y="1978795"/>
                  </a:lnTo>
                  <a:lnTo>
                    <a:pt x="1926455" y="1978795"/>
                  </a:lnTo>
                  <a:lnTo>
                    <a:pt x="1931928" y="1978795"/>
                  </a:lnTo>
                  <a:lnTo>
                    <a:pt x="1937401" y="1978795"/>
                  </a:lnTo>
                  <a:lnTo>
                    <a:pt x="1942874" y="1978795"/>
                  </a:lnTo>
                  <a:lnTo>
                    <a:pt x="1948347" y="1978795"/>
                  </a:lnTo>
                  <a:lnTo>
                    <a:pt x="1948347" y="1969815"/>
                  </a:lnTo>
                  <a:lnTo>
                    <a:pt x="1953820" y="1969815"/>
                  </a:lnTo>
                  <a:lnTo>
                    <a:pt x="1953820" y="1960837"/>
                  </a:lnTo>
                  <a:lnTo>
                    <a:pt x="1959292" y="1960837"/>
                  </a:lnTo>
                  <a:lnTo>
                    <a:pt x="1964765" y="1960837"/>
                  </a:lnTo>
                  <a:lnTo>
                    <a:pt x="1964765" y="1951849"/>
                  </a:lnTo>
                  <a:lnTo>
                    <a:pt x="1970238" y="1951849"/>
                  </a:lnTo>
                  <a:lnTo>
                    <a:pt x="1975711" y="1951849"/>
                  </a:lnTo>
                  <a:lnTo>
                    <a:pt x="1981184" y="1951849"/>
                  </a:lnTo>
                  <a:lnTo>
                    <a:pt x="1986657" y="1951849"/>
                  </a:lnTo>
                  <a:lnTo>
                    <a:pt x="1992130" y="1951849"/>
                  </a:lnTo>
                  <a:lnTo>
                    <a:pt x="1997603" y="1951849"/>
                  </a:lnTo>
                  <a:lnTo>
                    <a:pt x="2003076" y="1951849"/>
                  </a:lnTo>
                  <a:lnTo>
                    <a:pt x="2003076" y="1942850"/>
                  </a:lnTo>
                  <a:lnTo>
                    <a:pt x="2008548" y="1942850"/>
                  </a:lnTo>
                  <a:lnTo>
                    <a:pt x="2014021" y="1942850"/>
                  </a:lnTo>
                  <a:lnTo>
                    <a:pt x="2019494" y="1942850"/>
                  </a:lnTo>
                  <a:lnTo>
                    <a:pt x="2019494" y="1933844"/>
                  </a:lnTo>
                  <a:lnTo>
                    <a:pt x="2024967" y="1933844"/>
                  </a:lnTo>
                  <a:lnTo>
                    <a:pt x="2024967" y="1924836"/>
                  </a:lnTo>
                  <a:lnTo>
                    <a:pt x="2030440" y="1924836"/>
                  </a:lnTo>
                  <a:lnTo>
                    <a:pt x="2030440" y="1915831"/>
                  </a:lnTo>
                  <a:lnTo>
                    <a:pt x="2035913" y="1915831"/>
                  </a:lnTo>
                  <a:lnTo>
                    <a:pt x="2041386" y="1915831"/>
                  </a:lnTo>
                  <a:lnTo>
                    <a:pt x="2046859" y="1915831"/>
                  </a:lnTo>
                  <a:lnTo>
                    <a:pt x="2052332" y="1915831"/>
                  </a:lnTo>
                  <a:lnTo>
                    <a:pt x="2057804" y="1915831"/>
                  </a:lnTo>
                  <a:lnTo>
                    <a:pt x="2063277" y="1915831"/>
                  </a:lnTo>
                  <a:lnTo>
                    <a:pt x="2068750" y="1915831"/>
                  </a:lnTo>
                  <a:lnTo>
                    <a:pt x="2074223" y="1915831"/>
                  </a:lnTo>
                  <a:lnTo>
                    <a:pt x="2079696" y="1915831"/>
                  </a:lnTo>
                  <a:lnTo>
                    <a:pt x="2079696" y="1906818"/>
                  </a:lnTo>
                  <a:lnTo>
                    <a:pt x="2085169" y="1906818"/>
                  </a:lnTo>
                  <a:lnTo>
                    <a:pt x="2090642" y="1906818"/>
                  </a:lnTo>
                  <a:lnTo>
                    <a:pt x="2096115" y="1906818"/>
                  </a:lnTo>
                  <a:lnTo>
                    <a:pt x="2101588" y="1906818"/>
                  </a:lnTo>
                  <a:lnTo>
                    <a:pt x="2101588" y="1897804"/>
                  </a:lnTo>
                  <a:lnTo>
                    <a:pt x="2107060" y="1897804"/>
                  </a:lnTo>
                  <a:lnTo>
                    <a:pt x="2107060" y="1879781"/>
                  </a:lnTo>
                  <a:lnTo>
                    <a:pt x="2112533" y="1879781"/>
                  </a:lnTo>
                  <a:lnTo>
                    <a:pt x="2118006" y="1879781"/>
                  </a:lnTo>
                  <a:lnTo>
                    <a:pt x="2123479" y="1879781"/>
                  </a:lnTo>
                  <a:lnTo>
                    <a:pt x="2128952" y="1879781"/>
                  </a:lnTo>
                  <a:lnTo>
                    <a:pt x="2128952" y="1870763"/>
                  </a:lnTo>
                  <a:lnTo>
                    <a:pt x="2134425" y="1870763"/>
                  </a:lnTo>
                  <a:lnTo>
                    <a:pt x="2139898" y="1870763"/>
                  </a:lnTo>
                  <a:lnTo>
                    <a:pt x="2145371" y="1870763"/>
                  </a:lnTo>
                  <a:lnTo>
                    <a:pt x="2145371" y="1861748"/>
                  </a:lnTo>
                  <a:lnTo>
                    <a:pt x="2150843" y="1861748"/>
                  </a:lnTo>
                  <a:lnTo>
                    <a:pt x="2150843" y="1852730"/>
                  </a:lnTo>
                  <a:lnTo>
                    <a:pt x="2156316" y="1852730"/>
                  </a:lnTo>
                  <a:lnTo>
                    <a:pt x="2161789" y="1852730"/>
                  </a:lnTo>
                  <a:lnTo>
                    <a:pt x="2161789" y="1834690"/>
                  </a:lnTo>
                  <a:lnTo>
                    <a:pt x="2167262" y="1834690"/>
                  </a:lnTo>
                  <a:lnTo>
                    <a:pt x="2172735" y="1834690"/>
                  </a:lnTo>
                  <a:lnTo>
                    <a:pt x="2178208" y="1834690"/>
                  </a:lnTo>
                  <a:lnTo>
                    <a:pt x="2183681" y="1834690"/>
                  </a:lnTo>
                  <a:lnTo>
                    <a:pt x="2189154" y="1834690"/>
                  </a:lnTo>
                  <a:lnTo>
                    <a:pt x="2194627" y="1834690"/>
                  </a:lnTo>
                  <a:lnTo>
                    <a:pt x="2200099" y="1834690"/>
                  </a:lnTo>
                  <a:lnTo>
                    <a:pt x="2200099" y="1825656"/>
                  </a:lnTo>
                  <a:lnTo>
                    <a:pt x="2205572" y="1825656"/>
                  </a:lnTo>
                  <a:lnTo>
                    <a:pt x="2211045" y="1825656"/>
                  </a:lnTo>
                  <a:lnTo>
                    <a:pt x="2211045" y="1816614"/>
                  </a:lnTo>
                  <a:lnTo>
                    <a:pt x="2216518" y="1816614"/>
                  </a:lnTo>
                  <a:lnTo>
                    <a:pt x="2221991" y="1816614"/>
                  </a:lnTo>
                  <a:lnTo>
                    <a:pt x="2221991" y="1807566"/>
                  </a:lnTo>
                  <a:lnTo>
                    <a:pt x="2227464" y="1807566"/>
                  </a:lnTo>
                  <a:lnTo>
                    <a:pt x="2227464" y="1798510"/>
                  </a:lnTo>
                  <a:lnTo>
                    <a:pt x="2232937" y="1798510"/>
                  </a:lnTo>
                  <a:lnTo>
                    <a:pt x="2232937" y="1789451"/>
                  </a:lnTo>
                  <a:lnTo>
                    <a:pt x="2238410" y="1789451"/>
                  </a:lnTo>
                  <a:lnTo>
                    <a:pt x="2243883" y="1789451"/>
                  </a:lnTo>
                  <a:lnTo>
                    <a:pt x="2249355" y="1789451"/>
                  </a:lnTo>
                  <a:lnTo>
                    <a:pt x="2254828" y="1789451"/>
                  </a:lnTo>
                  <a:lnTo>
                    <a:pt x="2254828" y="1780390"/>
                  </a:lnTo>
                  <a:lnTo>
                    <a:pt x="2260301" y="1780390"/>
                  </a:lnTo>
                  <a:lnTo>
                    <a:pt x="2265774" y="1780390"/>
                  </a:lnTo>
                  <a:lnTo>
                    <a:pt x="2265774" y="1771312"/>
                  </a:lnTo>
                  <a:lnTo>
                    <a:pt x="2271247" y="1771312"/>
                  </a:lnTo>
                  <a:lnTo>
                    <a:pt x="2276720" y="1771312"/>
                  </a:lnTo>
                  <a:lnTo>
                    <a:pt x="2282193" y="1771312"/>
                  </a:lnTo>
                  <a:lnTo>
                    <a:pt x="2287666" y="1771312"/>
                  </a:lnTo>
                  <a:lnTo>
                    <a:pt x="2293138" y="1771312"/>
                  </a:lnTo>
                  <a:lnTo>
                    <a:pt x="2298611" y="1771312"/>
                  </a:lnTo>
                  <a:lnTo>
                    <a:pt x="2298611" y="1753125"/>
                  </a:lnTo>
                  <a:lnTo>
                    <a:pt x="2304084" y="1753125"/>
                  </a:lnTo>
                  <a:lnTo>
                    <a:pt x="2309557" y="1753125"/>
                  </a:lnTo>
                  <a:lnTo>
                    <a:pt x="2315030" y="1753125"/>
                  </a:lnTo>
                  <a:lnTo>
                    <a:pt x="2320503" y="1753125"/>
                  </a:lnTo>
                  <a:lnTo>
                    <a:pt x="2325976" y="1753125"/>
                  </a:lnTo>
                  <a:lnTo>
                    <a:pt x="2331449" y="1753125"/>
                  </a:lnTo>
                  <a:lnTo>
                    <a:pt x="2336922" y="1753125"/>
                  </a:lnTo>
                  <a:lnTo>
                    <a:pt x="2336922" y="1734936"/>
                  </a:lnTo>
                  <a:lnTo>
                    <a:pt x="2342394" y="1734936"/>
                  </a:lnTo>
                  <a:lnTo>
                    <a:pt x="2342394" y="1725831"/>
                  </a:lnTo>
                  <a:lnTo>
                    <a:pt x="2347867" y="1725831"/>
                  </a:lnTo>
                  <a:lnTo>
                    <a:pt x="2353340" y="1725831"/>
                  </a:lnTo>
                  <a:lnTo>
                    <a:pt x="2358813" y="1725831"/>
                  </a:lnTo>
                  <a:lnTo>
                    <a:pt x="2364286" y="1725831"/>
                  </a:lnTo>
                  <a:lnTo>
                    <a:pt x="2364286" y="1716727"/>
                  </a:lnTo>
                  <a:lnTo>
                    <a:pt x="2369759" y="1716727"/>
                  </a:lnTo>
                  <a:lnTo>
                    <a:pt x="2369759" y="1707625"/>
                  </a:lnTo>
                  <a:lnTo>
                    <a:pt x="2375232" y="1707625"/>
                  </a:lnTo>
                  <a:lnTo>
                    <a:pt x="2375232" y="1698524"/>
                  </a:lnTo>
                  <a:lnTo>
                    <a:pt x="2380705" y="1698524"/>
                  </a:lnTo>
                  <a:lnTo>
                    <a:pt x="2380705" y="1689421"/>
                  </a:lnTo>
                  <a:lnTo>
                    <a:pt x="2386178" y="1689421"/>
                  </a:lnTo>
                  <a:lnTo>
                    <a:pt x="2386178" y="1680310"/>
                  </a:lnTo>
                  <a:lnTo>
                    <a:pt x="2391650" y="1680310"/>
                  </a:lnTo>
                  <a:lnTo>
                    <a:pt x="2397123" y="1680310"/>
                  </a:lnTo>
                  <a:lnTo>
                    <a:pt x="2402596" y="1680310"/>
                  </a:lnTo>
                  <a:lnTo>
                    <a:pt x="2408069" y="1680310"/>
                  </a:lnTo>
                  <a:lnTo>
                    <a:pt x="2413542" y="1680310"/>
                  </a:lnTo>
                  <a:lnTo>
                    <a:pt x="2413542" y="1671196"/>
                  </a:lnTo>
                  <a:lnTo>
                    <a:pt x="2419015" y="1671196"/>
                  </a:lnTo>
                  <a:lnTo>
                    <a:pt x="2424488" y="1671196"/>
                  </a:lnTo>
                  <a:lnTo>
                    <a:pt x="2424488" y="1662084"/>
                  </a:lnTo>
                  <a:lnTo>
                    <a:pt x="2429961" y="1662084"/>
                  </a:lnTo>
                  <a:lnTo>
                    <a:pt x="2435434" y="1662084"/>
                  </a:lnTo>
                  <a:lnTo>
                    <a:pt x="2440906" y="1662084"/>
                  </a:lnTo>
                  <a:lnTo>
                    <a:pt x="2446379" y="1662084"/>
                  </a:lnTo>
                  <a:lnTo>
                    <a:pt x="2446379" y="1652968"/>
                  </a:lnTo>
                  <a:lnTo>
                    <a:pt x="2451852" y="1652968"/>
                  </a:lnTo>
                  <a:lnTo>
                    <a:pt x="2451852" y="1643854"/>
                  </a:lnTo>
                  <a:lnTo>
                    <a:pt x="2457325" y="1643854"/>
                  </a:lnTo>
                  <a:lnTo>
                    <a:pt x="2462798" y="1643854"/>
                  </a:lnTo>
                  <a:lnTo>
                    <a:pt x="2468271" y="1643854"/>
                  </a:lnTo>
                  <a:lnTo>
                    <a:pt x="2473744" y="1643854"/>
                  </a:lnTo>
                  <a:lnTo>
                    <a:pt x="2479217" y="1643854"/>
                  </a:lnTo>
                  <a:lnTo>
                    <a:pt x="2484689" y="1643854"/>
                  </a:lnTo>
                  <a:lnTo>
                    <a:pt x="2490162" y="1643854"/>
                  </a:lnTo>
                  <a:lnTo>
                    <a:pt x="2490162" y="1634723"/>
                  </a:lnTo>
                  <a:lnTo>
                    <a:pt x="2495635" y="1634723"/>
                  </a:lnTo>
                  <a:lnTo>
                    <a:pt x="2495635" y="1625588"/>
                  </a:lnTo>
                  <a:lnTo>
                    <a:pt x="2501108" y="1625588"/>
                  </a:lnTo>
                  <a:lnTo>
                    <a:pt x="2506581" y="1625588"/>
                  </a:lnTo>
                  <a:lnTo>
                    <a:pt x="2512054" y="1625588"/>
                  </a:lnTo>
                  <a:lnTo>
                    <a:pt x="2517527" y="1625588"/>
                  </a:lnTo>
                  <a:lnTo>
                    <a:pt x="2523000" y="1625588"/>
                  </a:lnTo>
                  <a:lnTo>
                    <a:pt x="2523000" y="1616436"/>
                  </a:lnTo>
                  <a:lnTo>
                    <a:pt x="2528473" y="1616436"/>
                  </a:lnTo>
                  <a:lnTo>
                    <a:pt x="2528473" y="1588974"/>
                  </a:lnTo>
                  <a:lnTo>
                    <a:pt x="2533945" y="1588974"/>
                  </a:lnTo>
                  <a:lnTo>
                    <a:pt x="2539418" y="1588974"/>
                  </a:lnTo>
                  <a:lnTo>
                    <a:pt x="2544891" y="1588974"/>
                  </a:lnTo>
                  <a:lnTo>
                    <a:pt x="2550364" y="1588974"/>
                  </a:lnTo>
                  <a:lnTo>
                    <a:pt x="2555837" y="1588974"/>
                  </a:lnTo>
                  <a:lnTo>
                    <a:pt x="2555837" y="1579823"/>
                  </a:lnTo>
                  <a:lnTo>
                    <a:pt x="2561310" y="1579823"/>
                  </a:lnTo>
                  <a:lnTo>
                    <a:pt x="2566783" y="1579823"/>
                  </a:lnTo>
                  <a:lnTo>
                    <a:pt x="2566783" y="1561526"/>
                  </a:lnTo>
                  <a:lnTo>
                    <a:pt x="2572256" y="1561526"/>
                  </a:lnTo>
                  <a:lnTo>
                    <a:pt x="2577729" y="1561526"/>
                  </a:lnTo>
                  <a:lnTo>
                    <a:pt x="2583201" y="1561526"/>
                  </a:lnTo>
                  <a:lnTo>
                    <a:pt x="2588674" y="1561526"/>
                  </a:lnTo>
                  <a:lnTo>
                    <a:pt x="2594147" y="1561526"/>
                  </a:lnTo>
                  <a:lnTo>
                    <a:pt x="2599620" y="1561526"/>
                  </a:lnTo>
                  <a:lnTo>
                    <a:pt x="2605093" y="1561526"/>
                  </a:lnTo>
                  <a:lnTo>
                    <a:pt x="2605093" y="1552365"/>
                  </a:lnTo>
                  <a:lnTo>
                    <a:pt x="2610566" y="1552365"/>
                  </a:lnTo>
                  <a:lnTo>
                    <a:pt x="2610566" y="1543206"/>
                  </a:lnTo>
                  <a:lnTo>
                    <a:pt x="2616039" y="1543206"/>
                  </a:lnTo>
                  <a:lnTo>
                    <a:pt x="2621512" y="1543206"/>
                  </a:lnTo>
                  <a:lnTo>
                    <a:pt x="2626985" y="1543206"/>
                  </a:lnTo>
                  <a:lnTo>
                    <a:pt x="2632457" y="1543206"/>
                  </a:lnTo>
                  <a:lnTo>
                    <a:pt x="2637930" y="1543206"/>
                  </a:lnTo>
                  <a:lnTo>
                    <a:pt x="2637930" y="1534043"/>
                  </a:lnTo>
                  <a:lnTo>
                    <a:pt x="2643403" y="1534043"/>
                  </a:lnTo>
                  <a:lnTo>
                    <a:pt x="2643403" y="1524882"/>
                  </a:lnTo>
                  <a:lnTo>
                    <a:pt x="2648876" y="1524882"/>
                  </a:lnTo>
                  <a:lnTo>
                    <a:pt x="2654349" y="1524882"/>
                  </a:lnTo>
                  <a:lnTo>
                    <a:pt x="2659822" y="1524882"/>
                  </a:lnTo>
                  <a:lnTo>
                    <a:pt x="2665295" y="1524882"/>
                  </a:lnTo>
                  <a:lnTo>
                    <a:pt x="2670768" y="1524882"/>
                  </a:lnTo>
                  <a:lnTo>
                    <a:pt x="2676240" y="1524882"/>
                  </a:lnTo>
                  <a:lnTo>
                    <a:pt x="2681713" y="1524882"/>
                  </a:lnTo>
                  <a:lnTo>
                    <a:pt x="2687186" y="1524882"/>
                  </a:lnTo>
                  <a:lnTo>
                    <a:pt x="2692659" y="1524882"/>
                  </a:lnTo>
                  <a:lnTo>
                    <a:pt x="2692659" y="1515702"/>
                  </a:lnTo>
                  <a:lnTo>
                    <a:pt x="2698132" y="1515702"/>
                  </a:lnTo>
                  <a:lnTo>
                    <a:pt x="2703605" y="1515702"/>
                  </a:lnTo>
                  <a:lnTo>
                    <a:pt x="2709078" y="1515702"/>
                  </a:lnTo>
                  <a:lnTo>
                    <a:pt x="2714551" y="1515702"/>
                  </a:lnTo>
                  <a:lnTo>
                    <a:pt x="2720024" y="1515702"/>
                  </a:lnTo>
                  <a:lnTo>
                    <a:pt x="2725496" y="1515702"/>
                  </a:lnTo>
                  <a:lnTo>
                    <a:pt x="2730969" y="1515702"/>
                  </a:lnTo>
                  <a:lnTo>
                    <a:pt x="2736442" y="1515702"/>
                  </a:lnTo>
                  <a:lnTo>
                    <a:pt x="2741915" y="1515702"/>
                  </a:lnTo>
                  <a:lnTo>
                    <a:pt x="2747388" y="1515702"/>
                  </a:lnTo>
                  <a:lnTo>
                    <a:pt x="2752861" y="1515702"/>
                  </a:lnTo>
                  <a:lnTo>
                    <a:pt x="2752861" y="1506518"/>
                  </a:lnTo>
                  <a:lnTo>
                    <a:pt x="2758334" y="1506518"/>
                  </a:lnTo>
                  <a:lnTo>
                    <a:pt x="2763807" y="1506518"/>
                  </a:lnTo>
                  <a:lnTo>
                    <a:pt x="2769280" y="1506518"/>
                  </a:lnTo>
                  <a:lnTo>
                    <a:pt x="2774752" y="1506518"/>
                  </a:lnTo>
                  <a:lnTo>
                    <a:pt x="2780225" y="1506518"/>
                  </a:lnTo>
                  <a:lnTo>
                    <a:pt x="2780225" y="1488155"/>
                  </a:lnTo>
                  <a:lnTo>
                    <a:pt x="2785698" y="1488155"/>
                  </a:lnTo>
                  <a:lnTo>
                    <a:pt x="2791171" y="1488155"/>
                  </a:lnTo>
                  <a:lnTo>
                    <a:pt x="2796644" y="1488155"/>
                  </a:lnTo>
                  <a:lnTo>
                    <a:pt x="2796644" y="1478971"/>
                  </a:lnTo>
                  <a:lnTo>
                    <a:pt x="2802117" y="1478971"/>
                  </a:lnTo>
                  <a:lnTo>
                    <a:pt x="2807590" y="1478971"/>
                  </a:lnTo>
                  <a:lnTo>
                    <a:pt x="2813063" y="1478971"/>
                  </a:lnTo>
                  <a:lnTo>
                    <a:pt x="2818535" y="1478971"/>
                  </a:lnTo>
                  <a:lnTo>
                    <a:pt x="2824008" y="1478971"/>
                  </a:lnTo>
                  <a:lnTo>
                    <a:pt x="2829481" y="1478971"/>
                  </a:lnTo>
                  <a:lnTo>
                    <a:pt x="2829481" y="1469772"/>
                  </a:lnTo>
                  <a:lnTo>
                    <a:pt x="2834954" y="1469772"/>
                  </a:lnTo>
                  <a:lnTo>
                    <a:pt x="2840427" y="1469772"/>
                  </a:lnTo>
                  <a:lnTo>
                    <a:pt x="2845900" y="1469772"/>
                  </a:lnTo>
                  <a:lnTo>
                    <a:pt x="2851373" y="1469772"/>
                  </a:lnTo>
                  <a:lnTo>
                    <a:pt x="2856846" y="1469772"/>
                  </a:lnTo>
                  <a:lnTo>
                    <a:pt x="2862319" y="1469772"/>
                  </a:lnTo>
                  <a:lnTo>
                    <a:pt x="2862319" y="1460569"/>
                  </a:lnTo>
                  <a:lnTo>
                    <a:pt x="2867791" y="1460569"/>
                  </a:lnTo>
                  <a:lnTo>
                    <a:pt x="2873264" y="1460569"/>
                  </a:lnTo>
                  <a:lnTo>
                    <a:pt x="2873264" y="1451357"/>
                  </a:lnTo>
                  <a:lnTo>
                    <a:pt x="2878737" y="1451357"/>
                  </a:lnTo>
                  <a:lnTo>
                    <a:pt x="2884210" y="1451357"/>
                  </a:lnTo>
                  <a:lnTo>
                    <a:pt x="2889683" y="1451357"/>
                  </a:lnTo>
                  <a:lnTo>
                    <a:pt x="2895156" y="1451357"/>
                  </a:lnTo>
                  <a:lnTo>
                    <a:pt x="2900629" y="1451357"/>
                  </a:lnTo>
                  <a:lnTo>
                    <a:pt x="2906102" y="1451357"/>
                  </a:lnTo>
                  <a:lnTo>
                    <a:pt x="2911575" y="1451357"/>
                  </a:lnTo>
                  <a:lnTo>
                    <a:pt x="2911575" y="1442135"/>
                  </a:lnTo>
                  <a:lnTo>
                    <a:pt x="2917047" y="1442135"/>
                  </a:lnTo>
                  <a:lnTo>
                    <a:pt x="2922520" y="1442135"/>
                  </a:lnTo>
                  <a:lnTo>
                    <a:pt x="2927993" y="1442135"/>
                  </a:lnTo>
                  <a:lnTo>
                    <a:pt x="2933466" y="1442135"/>
                  </a:lnTo>
                  <a:lnTo>
                    <a:pt x="2938939" y="1442135"/>
                  </a:lnTo>
                  <a:lnTo>
                    <a:pt x="2938939" y="1432888"/>
                  </a:lnTo>
                  <a:lnTo>
                    <a:pt x="2944412" y="1432888"/>
                  </a:lnTo>
                  <a:lnTo>
                    <a:pt x="2949885" y="1432888"/>
                  </a:lnTo>
                  <a:lnTo>
                    <a:pt x="2955358" y="1432888"/>
                  </a:lnTo>
                  <a:lnTo>
                    <a:pt x="2955358" y="1423614"/>
                  </a:lnTo>
                  <a:lnTo>
                    <a:pt x="2960831" y="1423614"/>
                  </a:lnTo>
                  <a:lnTo>
                    <a:pt x="2960831" y="1414330"/>
                  </a:lnTo>
                  <a:lnTo>
                    <a:pt x="2966303" y="1414330"/>
                  </a:lnTo>
                  <a:lnTo>
                    <a:pt x="2971776" y="1414330"/>
                  </a:lnTo>
                  <a:lnTo>
                    <a:pt x="2977249" y="1414330"/>
                  </a:lnTo>
                  <a:lnTo>
                    <a:pt x="2982722" y="1414330"/>
                  </a:lnTo>
                  <a:lnTo>
                    <a:pt x="2988195" y="1414330"/>
                  </a:lnTo>
                  <a:lnTo>
                    <a:pt x="2988195" y="1395767"/>
                  </a:lnTo>
                  <a:lnTo>
                    <a:pt x="2993668" y="1395767"/>
                  </a:lnTo>
                  <a:lnTo>
                    <a:pt x="2999141" y="1395767"/>
                  </a:lnTo>
                  <a:lnTo>
                    <a:pt x="3004614" y="1395767"/>
                  </a:lnTo>
                  <a:lnTo>
                    <a:pt x="3010086" y="1395767"/>
                  </a:lnTo>
                  <a:lnTo>
                    <a:pt x="3015559" y="1395767"/>
                  </a:lnTo>
                  <a:lnTo>
                    <a:pt x="3021032" y="1395767"/>
                  </a:lnTo>
                  <a:lnTo>
                    <a:pt x="3026505" y="1395767"/>
                  </a:lnTo>
                  <a:lnTo>
                    <a:pt x="3031978" y="1395767"/>
                  </a:lnTo>
                  <a:lnTo>
                    <a:pt x="3037451" y="1395767"/>
                  </a:lnTo>
                  <a:lnTo>
                    <a:pt x="3042924" y="1395767"/>
                  </a:lnTo>
                  <a:lnTo>
                    <a:pt x="3048397" y="1395767"/>
                  </a:lnTo>
                  <a:lnTo>
                    <a:pt x="3053870" y="1395767"/>
                  </a:lnTo>
                  <a:lnTo>
                    <a:pt x="3053870" y="1386448"/>
                  </a:lnTo>
                  <a:lnTo>
                    <a:pt x="3059342" y="1386448"/>
                  </a:lnTo>
                  <a:lnTo>
                    <a:pt x="3064815" y="1386448"/>
                  </a:lnTo>
                  <a:lnTo>
                    <a:pt x="3064815" y="1377125"/>
                  </a:lnTo>
                  <a:lnTo>
                    <a:pt x="3070288" y="1377125"/>
                  </a:lnTo>
                  <a:lnTo>
                    <a:pt x="3075761" y="1377125"/>
                  </a:lnTo>
                  <a:lnTo>
                    <a:pt x="3081234" y="1377125"/>
                  </a:lnTo>
                  <a:lnTo>
                    <a:pt x="3086707" y="1377125"/>
                  </a:lnTo>
                  <a:lnTo>
                    <a:pt x="3092180" y="1377125"/>
                  </a:lnTo>
                  <a:lnTo>
                    <a:pt x="3097653" y="1377125"/>
                  </a:lnTo>
                  <a:lnTo>
                    <a:pt x="3103126" y="1377125"/>
                  </a:lnTo>
                  <a:lnTo>
                    <a:pt x="3108598" y="1377125"/>
                  </a:lnTo>
                  <a:lnTo>
                    <a:pt x="3114071" y="1377125"/>
                  </a:lnTo>
                  <a:lnTo>
                    <a:pt x="3114071" y="1367773"/>
                  </a:lnTo>
                  <a:lnTo>
                    <a:pt x="3119544" y="1367773"/>
                  </a:lnTo>
                  <a:lnTo>
                    <a:pt x="3125017" y="1367773"/>
                  </a:lnTo>
                  <a:lnTo>
                    <a:pt x="3130490" y="1367773"/>
                  </a:lnTo>
                  <a:lnTo>
                    <a:pt x="3135963" y="1367773"/>
                  </a:lnTo>
                  <a:lnTo>
                    <a:pt x="3141436" y="1367773"/>
                  </a:lnTo>
                  <a:lnTo>
                    <a:pt x="3146909" y="1367773"/>
                  </a:lnTo>
                  <a:lnTo>
                    <a:pt x="3152382" y="1367773"/>
                  </a:lnTo>
                  <a:lnTo>
                    <a:pt x="3157854" y="1367773"/>
                  </a:lnTo>
                  <a:lnTo>
                    <a:pt x="3163327" y="1367773"/>
                  </a:lnTo>
                  <a:lnTo>
                    <a:pt x="3168800" y="1367773"/>
                  </a:lnTo>
                  <a:lnTo>
                    <a:pt x="3174273" y="1367773"/>
                  </a:lnTo>
                  <a:lnTo>
                    <a:pt x="3179746" y="1367773"/>
                  </a:lnTo>
                  <a:lnTo>
                    <a:pt x="3185219" y="1367773"/>
                  </a:lnTo>
                  <a:lnTo>
                    <a:pt x="3190692" y="1367773"/>
                  </a:lnTo>
                  <a:lnTo>
                    <a:pt x="3196165" y="1367773"/>
                  </a:lnTo>
                  <a:lnTo>
                    <a:pt x="3201637" y="1367773"/>
                  </a:lnTo>
                  <a:lnTo>
                    <a:pt x="3207110" y="1367773"/>
                  </a:lnTo>
                  <a:lnTo>
                    <a:pt x="3212583" y="1367773"/>
                  </a:lnTo>
                  <a:lnTo>
                    <a:pt x="3218056" y="1367773"/>
                  </a:lnTo>
                  <a:lnTo>
                    <a:pt x="3223529" y="1367773"/>
                  </a:lnTo>
                  <a:lnTo>
                    <a:pt x="3229002" y="1367773"/>
                  </a:lnTo>
                  <a:lnTo>
                    <a:pt x="3234475" y="1367773"/>
                  </a:lnTo>
                  <a:lnTo>
                    <a:pt x="3239948" y="1367773"/>
                  </a:lnTo>
                  <a:lnTo>
                    <a:pt x="3245421" y="1367773"/>
                  </a:lnTo>
                  <a:lnTo>
                    <a:pt x="3250893" y="1367773"/>
                  </a:lnTo>
                  <a:lnTo>
                    <a:pt x="3256366" y="1367773"/>
                  </a:lnTo>
                  <a:lnTo>
                    <a:pt x="3261839" y="1367773"/>
                  </a:lnTo>
                  <a:lnTo>
                    <a:pt x="3267312" y="1367773"/>
                  </a:lnTo>
                  <a:lnTo>
                    <a:pt x="3272785" y="1367773"/>
                  </a:lnTo>
                  <a:lnTo>
                    <a:pt x="3272785" y="1358252"/>
                  </a:lnTo>
                  <a:lnTo>
                    <a:pt x="3278258" y="1358252"/>
                  </a:lnTo>
                  <a:lnTo>
                    <a:pt x="3278258" y="1348721"/>
                  </a:lnTo>
                  <a:lnTo>
                    <a:pt x="3283731" y="1348721"/>
                  </a:lnTo>
                  <a:lnTo>
                    <a:pt x="3289204" y="1348721"/>
                  </a:lnTo>
                  <a:lnTo>
                    <a:pt x="3294677" y="1348721"/>
                  </a:lnTo>
                  <a:lnTo>
                    <a:pt x="3300149" y="1348721"/>
                  </a:lnTo>
                  <a:lnTo>
                    <a:pt x="3305622" y="1348721"/>
                  </a:lnTo>
                  <a:lnTo>
                    <a:pt x="3311095" y="1348721"/>
                  </a:lnTo>
                  <a:lnTo>
                    <a:pt x="3316568" y="1348721"/>
                  </a:lnTo>
                  <a:lnTo>
                    <a:pt x="3322041" y="1348721"/>
                  </a:lnTo>
                  <a:lnTo>
                    <a:pt x="3327514" y="1348721"/>
                  </a:lnTo>
                  <a:lnTo>
                    <a:pt x="3332987" y="1348721"/>
                  </a:lnTo>
                  <a:lnTo>
                    <a:pt x="3332987" y="1339146"/>
                  </a:lnTo>
                  <a:lnTo>
                    <a:pt x="3338460" y="1339146"/>
                  </a:lnTo>
                  <a:lnTo>
                    <a:pt x="3343932" y="1339146"/>
                  </a:lnTo>
                  <a:lnTo>
                    <a:pt x="3349405" y="1339146"/>
                  </a:lnTo>
                  <a:lnTo>
                    <a:pt x="3354878" y="1339146"/>
                  </a:lnTo>
                  <a:lnTo>
                    <a:pt x="3360351" y="1339146"/>
                  </a:lnTo>
                  <a:lnTo>
                    <a:pt x="3365824" y="1339146"/>
                  </a:lnTo>
                  <a:lnTo>
                    <a:pt x="3371297" y="1339146"/>
                  </a:lnTo>
                  <a:lnTo>
                    <a:pt x="3371297" y="1319936"/>
                  </a:lnTo>
                  <a:lnTo>
                    <a:pt x="3376770" y="1319936"/>
                  </a:lnTo>
                  <a:lnTo>
                    <a:pt x="3382243" y="1319936"/>
                  </a:lnTo>
                  <a:lnTo>
                    <a:pt x="3387716" y="1319936"/>
                  </a:lnTo>
                  <a:lnTo>
                    <a:pt x="3393188" y="1319936"/>
                  </a:lnTo>
                  <a:lnTo>
                    <a:pt x="3398661" y="1319936"/>
                  </a:lnTo>
                  <a:lnTo>
                    <a:pt x="3404134" y="1319936"/>
                  </a:lnTo>
                  <a:lnTo>
                    <a:pt x="3409607" y="1319936"/>
                  </a:lnTo>
                  <a:lnTo>
                    <a:pt x="3415080" y="1319936"/>
                  </a:lnTo>
                  <a:lnTo>
                    <a:pt x="3420553" y="1319936"/>
                  </a:lnTo>
                  <a:lnTo>
                    <a:pt x="3426026" y="1319936"/>
                  </a:lnTo>
                  <a:lnTo>
                    <a:pt x="3431499" y="1319936"/>
                  </a:lnTo>
                  <a:lnTo>
                    <a:pt x="3436972" y="1319936"/>
                  </a:lnTo>
                  <a:lnTo>
                    <a:pt x="3442444" y="1319936"/>
                  </a:lnTo>
                  <a:lnTo>
                    <a:pt x="3442444" y="1300519"/>
                  </a:lnTo>
                  <a:lnTo>
                    <a:pt x="3447917" y="1300519"/>
                  </a:lnTo>
                  <a:lnTo>
                    <a:pt x="3447917" y="1281110"/>
                  </a:lnTo>
                  <a:lnTo>
                    <a:pt x="3453390" y="1281110"/>
                  </a:lnTo>
                  <a:lnTo>
                    <a:pt x="3453390" y="1271381"/>
                  </a:lnTo>
                  <a:lnTo>
                    <a:pt x="3458863" y="1271381"/>
                  </a:lnTo>
                  <a:lnTo>
                    <a:pt x="3464336" y="1271381"/>
                  </a:lnTo>
                  <a:lnTo>
                    <a:pt x="3469809" y="1271381"/>
                  </a:lnTo>
                  <a:lnTo>
                    <a:pt x="3475282" y="1271381"/>
                  </a:lnTo>
                  <a:lnTo>
                    <a:pt x="3480755" y="1271381"/>
                  </a:lnTo>
                  <a:lnTo>
                    <a:pt x="3480755" y="1261646"/>
                  </a:lnTo>
                  <a:lnTo>
                    <a:pt x="3486228" y="1261646"/>
                  </a:lnTo>
                  <a:lnTo>
                    <a:pt x="3486228" y="1251900"/>
                  </a:lnTo>
                  <a:lnTo>
                    <a:pt x="3491700" y="1251900"/>
                  </a:lnTo>
                  <a:lnTo>
                    <a:pt x="3497173" y="1251900"/>
                  </a:lnTo>
                  <a:lnTo>
                    <a:pt x="3497173" y="1242127"/>
                  </a:lnTo>
                  <a:lnTo>
                    <a:pt x="3502646" y="1242127"/>
                  </a:lnTo>
                  <a:lnTo>
                    <a:pt x="3508119" y="1242127"/>
                  </a:lnTo>
                  <a:lnTo>
                    <a:pt x="3513592" y="1242127"/>
                  </a:lnTo>
                  <a:lnTo>
                    <a:pt x="3519065" y="1242127"/>
                  </a:lnTo>
                  <a:lnTo>
                    <a:pt x="3519065" y="1232328"/>
                  </a:lnTo>
                  <a:lnTo>
                    <a:pt x="3524538" y="1232328"/>
                  </a:lnTo>
                  <a:lnTo>
                    <a:pt x="3530011" y="1232328"/>
                  </a:lnTo>
                  <a:lnTo>
                    <a:pt x="3535483" y="1232328"/>
                  </a:lnTo>
                  <a:lnTo>
                    <a:pt x="3540956" y="1232328"/>
                  </a:lnTo>
                  <a:lnTo>
                    <a:pt x="3540956" y="1222481"/>
                  </a:lnTo>
                  <a:lnTo>
                    <a:pt x="3546429" y="1222481"/>
                  </a:lnTo>
                  <a:lnTo>
                    <a:pt x="3551902" y="1222481"/>
                  </a:lnTo>
                  <a:lnTo>
                    <a:pt x="3557375" y="1222481"/>
                  </a:lnTo>
                  <a:lnTo>
                    <a:pt x="3562848" y="1222481"/>
                  </a:lnTo>
                  <a:lnTo>
                    <a:pt x="3562848" y="1212622"/>
                  </a:lnTo>
                  <a:lnTo>
                    <a:pt x="3568321" y="1212622"/>
                  </a:lnTo>
                  <a:lnTo>
                    <a:pt x="3573794" y="1212622"/>
                  </a:lnTo>
                  <a:lnTo>
                    <a:pt x="3579267" y="1212622"/>
                  </a:lnTo>
                  <a:lnTo>
                    <a:pt x="3584739" y="1212622"/>
                  </a:lnTo>
                  <a:lnTo>
                    <a:pt x="3590212" y="1212622"/>
                  </a:lnTo>
                  <a:lnTo>
                    <a:pt x="3595685" y="1212622"/>
                  </a:lnTo>
                  <a:lnTo>
                    <a:pt x="3601158" y="1212622"/>
                  </a:lnTo>
                  <a:lnTo>
                    <a:pt x="3606631" y="1212622"/>
                  </a:lnTo>
                  <a:lnTo>
                    <a:pt x="3612104" y="1212622"/>
                  </a:lnTo>
                  <a:lnTo>
                    <a:pt x="3612104" y="1202721"/>
                  </a:lnTo>
                  <a:lnTo>
                    <a:pt x="3617577" y="1202721"/>
                  </a:lnTo>
                  <a:lnTo>
                    <a:pt x="3623050" y="1202721"/>
                  </a:lnTo>
                  <a:lnTo>
                    <a:pt x="3628523" y="1202721"/>
                  </a:lnTo>
                  <a:lnTo>
                    <a:pt x="3633995" y="1202721"/>
                  </a:lnTo>
                  <a:lnTo>
                    <a:pt x="3639468" y="1202721"/>
                  </a:lnTo>
                  <a:lnTo>
                    <a:pt x="3639468" y="1192807"/>
                  </a:lnTo>
                  <a:lnTo>
                    <a:pt x="3644941" y="1192807"/>
                  </a:lnTo>
                  <a:lnTo>
                    <a:pt x="3650414" y="1192807"/>
                  </a:lnTo>
                  <a:lnTo>
                    <a:pt x="3655887" y="1192807"/>
                  </a:lnTo>
                  <a:lnTo>
                    <a:pt x="3661360" y="1192807"/>
                  </a:lnTo>
                  <a:lnTo>
                    <a:pt x="3666833" y="1192807"/>
                  </a:lnTo>
                  <a:lnTo>
                    <a:pt x="3666833" y="1182873"/>
                  </a:lnTo>
                  <a:lnTo>
                    <a:pt x="3672306" y="1182873"/>
                  </a:lnTo>
                  <a:lnTo>
                    <a:pt x="3672306" y="1172940"/>
                  </a:lnTo>
                  <a:lnTo>
                    <a:pt x="3677779" y="1172940"/>
                  </a:lnTo>
                  <a:lnTo>
                    <a:pt x="3677779" y="1163010"/>
                  </a:lnTo>
                  <a:lnTo>
                    <a:pt x="3683251" y="1163010"/>
                  </a:lnTo>
                  <a:lnTo>
                    <a:pt x="3688724" y="1163010"/>
                  </a:lnTo>
                  <a:lnTo>
                    <a:pt x="3694197" y="1163010"/>
                  </a:lnTo>
                  <a:lnTo>
                    <a:pt x="3699670" y="1163010"/>
                  </a:lnTo>
                  <a:lnTo>
                    <a:pt x="3705143" y="1163010"/>
                  </a:lnTo>
                  <a:lnTo>
                    <a:pt x="3705143" y="1153013"/>
                  </a:lnTo>
                  <a:lnTo>
                    <a:pt x="3710616" y="1153013"/>
                  </a:lnTo>
                  <a:lnTo>
                    <a:pt x="3716089" y="1153013"/>
                  </a:lnTo>
                  <a:lnTo>
                    <a:pt x="3721562" y="1153013"/>
                  </a:lnTo>
                  <a:lnTo>
                    <a:pt x="3727034" y="1153013"/>
                  </a:lnTo>
                  <a:lnTo>
                    <a:pt x="3732507" y="1153013"/>
                  </a:lnTo>
                  <a:lnTo>
                    <a:pt x="3737980" y="1153013"/>
                  </a:lnTo>
                  <a:lnTo>
                    <a:pt x="3737980" y="1142996"/>
                  </a:lnTo>
                  <a:lnTo>
                    <a:pt x="3743453" y="1142996"/>
                  </a:lnTo>
                  <a:lnTo>
                    <a:pt x="3748926" y="1142996"/>
                  </a:lnTo>
                  <a:lnTo>
                    <a:pt x="3754399" y="1142996"/>
                  </a:lnTo>
                  <a:lnTo>
                    <a:pt x="3754399" y="1132965"/>
                  </a:lnTo>
                  <a:lnTo>
                    <a:pt x="3759872" y="1132965"/>
                  </a:lnTo>
                  <a:lnTo>
                    <a:pt x="3765345" y="1132965"/>
                  </a:lnTo>
                  <a:lnTo>
                    <a:pt x="3770818" y="1132965"/>
                  </a:lnTo>
                  <a:lnTo>
                    <a:pt x="3776290" y="1132965"/>
                  </a:lnTo>
                  <a:lnTo>
                    <a:pt x="3781763" y="1132965"/>
                  </a:lnTo>
                  <a:lnTo>
                    <a:pt x="3787236" y="1132965"/>
                  </a:lnTo>
                  <a:lnTo>
                    <a:pt x="3787236" y="1122898"/>
                  </a:lnTo>
                  <a:lnTo>
                    <a:pt x="3792709" y="1122898"/>
                  </a:lnTo>
                  <a:lnTo>
                    <a:pt x="3792709" y="1112832"/>
                  </a:lnTo>
                  <a:lnTo>
                    <a:pt x="3798182" y="1112832"/>
                  </a:lnTo>
                  <a:lnTo>
                    <a:pt x="3803655" y="1112832"/>
                  </a:lnTo>
                  <a:lnTo>
                    <a:pt x="3809128" y="1112832"/>
                  </a:lnTo>
                  <a:lnTo>
                    <a:pt x="3814601" y="1112832"/>
                  </a:lnTo>
                  <a:lnTo>
                    <a:pt x="3820074" y="1112832"/>
                  </a:lnTo>
                  <a:lnTo>
                    <a:pt x="3825546" y="1112832"/>
                  </a:lnTo>
                  <a:lnTo>
                    <a:pt x="3831019" y="1112832"/>
                  </a:lnTo>
                  <a:lnTo>
                    <a:pt x="3831019" y="1092580"/>
                  </a:lnTo>
                  <a:lnTo>
                    <a:pt x="3836492" y="1092580"/>
                  </a:lnTo>
                  <a:lnTo>
                    <a:pt x="3841965" y="1092580"/>
                  </a:lnTo>
                  <a:lnTo>
                    <a:pt x="3841965" y="1082433"/>
                  </a:lnTo>
                  <a:lnTo>
                    <a:pt x="3847438" y="1082433"/>
                  </a:lnTo>
                  <a:lnTo>
                    <a:pt x="3852911" y="1082433"/>
                  </a:lnTo>
                  <a:lnTo>
                    <a:pt x="3852911" y="1072279"/>
                  </a:lnTo>
                  <a:lnTo>
                    <a:pt x="3858384" y="1072279"/>
                  </a:lnTo>
                  <a:lnTo>
                    <a:pt x="3863857" y="1072279"/>
                  </a:lnTo>
                  <a:lnTo>
                    <a:pt x="3869329" y="1072279"/>
                  </a:lnTo>
                  <a:lnTo>
                    <a:pt x="3874802" y="1072279"/>
                  </a:lnTo>
                  <a:lnTo>
                    <a:pt x="3880275" y="1072279"/>
                  </a:lnTo>
                  <a:lnTo>
                    <a:pt x="3885748" y="1072279"/>
                  </a:lnTo>
                  <a:lnTo>
                    <a:pt x="3891221" y="1072279"/>
                  </a:lnTo>
                  <a:lnTo>
                    <a:pt x="3896694" y="1072279"/>
                  </a:lnTo>
                  <a:lnTo>
                    <a:pt x="3902167" y="1072279"/>
                  </a:lnTo>
                  <a:lnTo>
                    <a:pt x="3907640" y="1072279"/>
                  </a:lnTo>
                  <a:lnTo>
                    <a:pt x="3913113" y="1072279"/>
                  </a:lnTo>
                  <a:lnTo>
                    <a:pt x="3918585" y="1072279"/>
                  </a:lnTo>
                  <a:lnTo>
                    <a:pt x="3924058" y="1072279"/>
                  </a:lnTo>
                  <a:lnTo>
                    <a:pt x="3929531" y="1072279"/>
                  </a:lnTo>
                  <a:lnTo>
                    <a:pt x="3935004" y="1072279"/>
                  </a:lnTo>
                  <a:lnTo>
                    <a:pt x="3940477" y="1072279"/>
                  </a:lnTo>
                  <a:lnTo>
                    <a:pt x="3940477" y="1062030"/>
                  </a:lnTo>
                  <a:lnTo>
                    <a:pt x="3945950" y="1062030"/>
                  </a:lnTo>
                  <a:lnTo>
                    <a:pt x="3945950" y="1041537"/>
                  </a:lnTo>
                  <a:lnTo>
                    <a:pt x="3951423" y="1041537"/>
                  </a:lnTo>
                  <a:lnTo>
                    <a:pt x="3956896" y="1041537"/>
                  </a:lnTo>
                  <a:lnTo>
                    <a:pt x="3962369" y="1041537"/>
                  </a:lnTo>
                  <a:lnTo>
                    <a:pt x="3967841" y="1041537"/>
                  </a:lnTo>
                  <a:lnTo>
                    <a:pt x="3967841" y="1031251"/>
                  </a:lnTo>
                  <a:lnTo>
                    <a:pt x="3973314" y="1031251"/>
                  </a:lnTo>
                  <a:lnTo>
                    <a:pt x="3978787" y="1031251"/>
                  </a:lnTo>
                  <a:lnTo>
                    <a:pt x="3984260" y="1031251"/>
                  </a:lnTo>
                  <a:lnTo>
                    <a:pt x="3984260" y="1020942"/>
                  </a:lnTo>
                  <a:lnTo>
                    <a:pt x="3989733" y="1020942"/>
                  </a:lnTo>
                  <a:lnTo>
                    <a:pt x="3995206" y="1020942"/>
                  </a:lnTo>
                  <a:lnTo>
                    <a:pt x="3995206" y="1010601"/>
                  </a:lnTo>
                  <a:lnTo>
                    <a:pt x="4000679" y="1010601"/>
                  </a:lnTo>
                  <a:lnTo>
                    <a:pt x="4006152" y="1010601"/>
                  </a:lnTo>
                  <a:lnTo>
                    <a:pt x="4011625" y="1010601"/>
                  </a:lnTo>
                  <a:lnTo>
                    <a:pt x="4011625" y="1000228"/>
                  </a:lnTo>
                  <a:lnTo>
                    <a:pt x="4017097" y="1000228"/>
                  </a:lnTo>
                  <a:lnTo>
                    <a:pt x="4022570" y="1000228"/>
                  </a:lnTo>
                  <a:lnTo>
                    <a:pt x="4022570" y="989847"/>
                  </a:lnTo>
                  <a:lnTo>
                    <a:pt x="4028043" y="989847"/>
                  </a:lnTo>
                  <a:lnTo>
                    <a:pt x="4033516" y="989847"/>
                  </a:lnTo>
                  <a:lnTo>
                    <a:pt x="4038989" y="989847"/>
                  </a:lnTo>
                  <a:lnTo>
                    <a:pt x="4044462" y="989847"/>
                  </a:lnTo>
                  <a:lnTo>
                    <a:pt x="4049935" y="989847"/>
                  </a:lnTo>
                  <a:lnTo>
                    <a:pt x="4055408" y="989847"/>
                  </a:lnTo>
                  <a:lnTo>
                    <a:pt x="4060880" y="989847"/>
                  </a:lnTo>
                  <a:lnTo>
                    <a:pt x="4066353" y="989847"/>
                  </a:lnTo>
                  <a:lnTo>
                    <a:pt x="4071826" y="989847"/>
                  </a:lnTo>
                  <a:lnTo>
                    <a:pt x="4077299" y="989847"/>
                  </a:lnTo>
                  <a:lnTo>
                    <a:pt x="4082772" y="989847"/>
                  </a:lnTo>
                  <a:lnTo>
                    <a:pt x="4088245" y="989847"/>
                  </a:lnTo>
                  <a:lnTo>
                    <a:pt x="4093718" y="989847"/>
                  </a:lnTo>
                  <a:lnTo>
                    <a:pt x="4099191" y="989847"/>
                  </a:lnTo>
                  <a:lnTo>
                    <a:pt x="4104664" y="989847"/>
                  </a:lnTo>
                  <a:lnTo>
                    <a:pt x="4110136" y="989847"/>
                  </a:lnTo>
                  <a:lnTo>
                    <a:pt x="4115609" y="989847"/>
                  </a:lnTo>
                  <a:lnTo>
                    <a:pt x="4121082" y="989847"/>
                  </a:lnTo>
                  <a:lnTo>
                    <a:pt x="4126555" y="989847"/>
                  </a:lnTo>
                  <a:lnTo>
                    <a:pt x="4132028" y="989847"/>
                  </a:lnTo>
                  <a:lnTo>
                    <a:pt x="4132028" y="979282"/>
                  </a:lnTo>
                  <a:lnTo>
                    <a:pt x="4137501" y="979282"/>
                  </a:lnTo>
                  <a:lnTo>
                    <a:pt x="4137501" y="968719"/>
                  </a:lnTo>
                  <a:lnTo>
                    <a:pt x="4142974" y="968719"/>
                  </a:lnTo>
                  <a:lnTo>
                    <a:pt x="4148447" y="968719"/>
                  </a:lnTo>
                  <a:lnTo>
                    <a:pt x="4153920" y="968719"/>
                  </a:lnTo>
                  <a:lnTo>
                    <a:pt x="4159392" y="968719"/>
                  </a:lnTo>
                  <a:lnTo>
                    <a:pt x="4164865" y="968719"/>
                  </a:lnTo>
                  <a:lnTo>
                    <a:pt x="4170338" y="968719"/>
                  </a:lnTo>
                  <a:lnTo>
                    <a:pt x="4175811" y="968719"/>
                  </a:lnTo>
                  <a:lnTo>
                    <a:pt x="4181284" y="968719"/>
                  </a:lnTo>
                  <a:lnTo>
                    <a:pt x="4186757" y="968719"/>
                  </a:lnTo>
                  <a:lnTo>
                    <a:pt x="4192230" y="968719"/>
                  </a:lnTo>
                  <a:lnTo>
                    <a:pt x="4197703" y="968719"/>
                  </a:lnTo>
                  <a:lnTo>
                    <a:pt x="4203176" y="968719"/>
                  </a:lnTo>
                  <a:lnTo>
                    <a:pt x="4208648" y="968719"/>
                  </a:lnTo>
                  <a:lnTo>
                    <a:pt x="4214121" y="968719"/>
                  </a:lnTo>
                  <a:lnTo>
                    <a:pt x="4214121" y="958037"/>
                  </a:lnTo>
                  <a:lnTo>
                    <a:pt x="4219594" y="958037"/>
                  </a:lnTo>
                  <a:lnTo>
                    <a:pt x="4225067" y="958037"/>
                  </a:lnTo>
                  <a:lnTo>
                    <a:pt x="4230540" y="958037"/>
                  </a:lnTo>
                  <a:lnTo>
                    <a:pt x="4230540" y="947319"/>
                  </a:lnTo>
                  <a:lnTo>
                    <a:pt x="4236013" y="947319"/>
                  </a:lnTo>
                  <a:lnTo>
                    <a:pt x="4241486" y="947319"/>
                  </a:lnTo>
                  <a:lnTo>
                    <a:pt x="4241486" y="936594"/>
                  </a:lnTo>
                  <a:lnTo>
                    <a:pt x="4246959" y="936594"/>
                  </a:lnTo>
                  <a:lnTo>
                    <a:pt x="4252431" y="936594"/>
                  </a:lnTo>
                  <a:lnTo>
                    <a:pt x="4257904" y="936594"/>
                  </a:lnTo>
                  <a:lnTo>
                    <a:pt x="4257904" y="925842"/>
                  </a:lnTo>
                  <a:lnTo>
                    <a:pt x="4263377" y="925842"/>
                  </a:lnTo>
                  <a:lnTo>
                    <a:pt x="4268850" y="925842"/>
                  </a:lnTo>
                  <a:lnTo>
                    <a:pt x="4274323" y="925842"/>
                  </a:lnTo>
                  <a:lnTo>
                    <a:pt x="4279796" y="925842"/>
                  </a:lnTo>
                  <a:lnTo>
                    <a:pt x="4279796" y="915082"/>
                  </a:lnTo>
                  <a:lnTo>
                    <a:pt x="4285269" y="915082"/>
                  </a:lnTo>
                  <a:lnTo>
                    <a:pt x="4290742" y="915082"/>
                  </a:lnTo>
                  <a:lnTo>
                    <a:pt x="4290742" y="904325"/>
                  </a:lnTo>
                  <a:lnTo>
                    <a:pt x="4296215" y="904325"/>
                  </a:lnTo>
                  <a:lnTo>
                    <a:pt x="4301687" y="904325"/>
                  </a:lnTo>
                  <a:lnTo>
                    <a:pt x="4301687" y="893540"/>
                  </a:lnTo>
                  <a:lnTo>
                    <a:pt x="4307160" y="893540"/>
                  </a:lnTo>
                  <a:lnTo>
                    <a:pt x="4312633" y="893540"/>
                  </a:lnTo>
                  <a:lnTo>
                    <a:pt x="4318106" y="893540"/>
                  </a:lnTo>
                  <a:lnTo>
                    <a:pt x="4323579" y="893540"/>
                  </a:lnTo>
                  <a:lnTo>
                    <a:pt x="4329052" y="893540"/>
                  </a:lnTo>
                  <a:lnTo>
                    <a:pt x="4334525" y="893540"/>
                  </a:lnTo>
                  <a:lnTo>
                    <a:pt x="4339998" y="893540"/>
                  </a:lnTo>
                  <a:lnTo>
                    <a:pt x="4345471" y="893540"/>
                  </a:lnTo>
                  <a:lnTo>
                    <a:pt x="4350943" y="893540"/>
                  </a:lnTo>
                  <a:lnTo>
                    <a:pt x="4356416" y="893540"/>
                  </a:lnTo>
                  <a:lnTo>
                    <a:pt x="4361889" y="893540"/>
                  </a:lnTo>
                  <a:lnTo>
                    <a:pt x="4367362" y="893540"/>
                  </a:lnTo>
                  <a:lnTo>
                    <a:pt x="4372835" y="893540"/>
                  </a:lnTo>
                  <a:lnTo>
                    <a:pt x="4372835" y="882687"/>
                  </a:lnTo>
                  <a:lnTo>
                    <a:pt x="4378308" y="882687"/>
                  </a:lnTo>
                  <a:lnTo>
                    <a:pt x="4383781" y="882687"/>
                  </a:lnTo>
                  <a:lnTo>
                    <a:pt x="4389254" y="882687"/>
                  </a:lnTo>
                  <a:lnTo>
                    <a:pt x="4394726" y="882687"/>
                  </a:lnTo>
                  <a:lnTo>
                    <a:pt x="4400199" y="882687"/>
                  </a:lnTo>
                  <a:lnTo>
                    <a:pt x="4400199" y="871795"/>
                  </a:lnTo>
                  <a:lnTo>
                    <a:pt x="4405672" y="871795"/>
                  </a:lnTo>
                  <a:lnTo>
                    <a:pt x="4405672" y="860875"/>
                  </a:lnTo>
                  <a:lnTo>
                    <a:pt x="4411145" y="860875"/>
                  </a:lnTo>
                  <a:lnTo>
                    <a:pt x="4416618" y="860875"/>
                  </a:lnTo>
                  <a:lnTo>
                    <a:pt x="4422091" y="860875"/>
                  </a:lnTo>
                  <a:lnTo>
                    <a:pt x="4427564" y="860875"/>
                  </a:lnTo>
                  <a:lnTo>
                    <a:pt x="4433037" y="860875"/>
                  </a:lnTo>
                  <a:lnTo>
                    <a:pt x="4438510" y="860875"/>
                  </a:lnTo>
                  <a:lnTo>
                    <a:pt x="4443982" y="860875"/>
                  </a:lnTo>
                  <a:lnTo>
                    <a:pt x="4443982" y="849937"/>
                  </a:lnTo>
                  <a:lnTo>
                    <a:pt x="4449455" y="849937"/>
                  </a:lnTo>
                  <a:lnTo>
                    <a:pt x="4454928" y="849937"/>
                  </a:lnTo>
                  <a:lnTo>
                    <a:pt x="4460401" y="849937"/>
                  </a:lnTo>
                  <a:lnTo>
                    <a:pt x="4465874" y="849937"/>
                  </a:lnTo>
                  <a:lnTo>
                    <a:pt x="4471347" y="849937"/>
                  </a:lnTo>
                  <a:lnTo>
                    <a:pt x="4476820" y="849937"/>
                  </a:lnTo>
                  <a:lnTo>
                    <a:pt x="4482293" y="849937"/>
                  </a:lnTo>
                  <a:lnTo>
                    <a:pt x="4482293" y="838969"/>
                  </a:lnTo>
                  <a:lnTo>
                    <a:pt x="4487766" y="838969"/>
                  </a:lnTo>
                  <a:lnTo>
                    <a:pt x="4493238" y="838969"/>
                  </a:lnTo>
                  <a:lnTo>
                    <a:pt x="4498711" y="838969"/>
                  </a:lnTo>
                  <a:lnTo>
                    <a:pt x="4498711" y="827972"/>
                  </a:lnTo>
                  <a:lnTo>
                    <a:pt x="4504184" y="827972"/>
                  </a:lnTo>
                  <a:lnTo>
                    <a:pt x="4509657" y="827972"/>
                  </a:lnTo>
                  <a:lnTo>
                    <a:pt x="4515130" y="827972"/>
                  </a:lnTo>
                  <a:lnTo>
                    <a:pt x="4520603" y="827972"/>
                  </a:lnTo>
                  <a:lnTo>
                    <a:pt x="4526076" y="827972"/>
                  </a:lnTo>
                  <a:lnTo>
                    <a:pt x="4531549" y="827972"/>
                  </a:lnTo>
                  <a:lnTo>
                    <a:pt x="4531549" y="816944"/>
                  </a:lnTo>
                  <a:lnTo>
                    <a:pt x="4537022" y="816944"/>
                  </a:lnTo>
                  <a:lnTo>
                    <a:pt x="4542494" y="816944"/>
                  </a:lnTo>
                  <a:lnTo>
                    <a:pt x="4547967" y="816944"/>
                  </a:lnTo>
                  <a:lnTo>
                    <a:pt x="4553440" y="816944"/>
                  </a:lnTo>
                  <a:lnTo>
                    <a:pt x="4558913" y="816944"/>
                  </a:lnTo>
                  <a:lnTo>
                    <a:pt x="4564386" y="816944"/>
                  </a:lnTo>
                  <a:lnTo>
                    <a:pt x="4564386" y="794875"/>
                  </a:lnTo>
                  <a:lnTo>
                    <a:pt x="4569859" y="794875"/>
                  </a:lnTo>
                  <a:lnTo>
                    <a:pt x="4575332" y="794875"/>
                  </a:lnTo>
                  <a:lnTo>
                    <a:pt x="4580805" y="794875"/>
                  </a:lnTo>
                  <a:lnTo>
                    <a:pt x="4586277" y="794875"/>
                  </a:lnTo>
                  <a:lnTo>
                    <a:pt x="4591750" y="794875"/>
                  </a:lnTo>
                  <a:lnTo>
                    <a:pt x="4597223" y="794875"/>
                  </a:lnTo>
                  <a:lnTo>
                    <a:pt x="4602696" y="794875"/>
                  </a:lnTo>
                  <a:lnTo>
                    <a:pt x="4608169" y="794875"/>
                  </a:lnTo>
                  <a:lnTo>
                    <a:pt x="4613642" y="794875"/>
                  </a:lnTo>
                  <a:lnTo>
                    <a:pt x="4619115" y="794875"/>
                  </a:lnTo>
                  <a:lnTo>
                    <a:pt x="4624588" y="794875"/>
                  </a:lnTo>
                  <a:lnTo>
                    <a:pt x="4630061" y="794875"/>
                  </a:lnTo>
                  <a:lnTo>
                    <a:pt x="4635533" y="794875"/>
                  </a:lnTo>
                  <a:lnTo>
                    <a:pt x="4641006" y="794875"/>
                  </a:lnTo>
                  <a:lnTo>
                    <a:pt x="4646479" y="794875"/>
                  </a:lnTo>
                  <a:lnTo>
                    <a:pt x="4651952" y="794875"/>
                  </a:lnTo>
                  <a:lnTo>
                    <a:pt x="4657425" y="794875"/>
                  </a:lnTo>
                  <a:lnTo>
                    <a:pt x="4662898" y="794875"/>
                  </a:lnTo>
                  <a:lnTo>
                    <a:pt x="4668371" y="794875"/>
                  </a:lnTo>
                  <a:lnTo>
                    <a:pt x="4673844" y="794875"/>
                  </a:lnTo>
                  <a:lnTo>
                    <a:pt x="4679317" y="794875"/>
                  </a:lnTo>
                  <a:lnTo>
                    <a:pt x="4684789" y="794875"/>
                  </a:lnTo>
                  <a:lnTo>
                    <a:pt x="4690262" y="794875"/>
                  </a:lnTo>
                  <a:lnTo>
                    <a:pt x="4695735" y="794875"/>
                  </a:lnTo>
                  <a:lnTo>
                    <a:pt x="4695735" y="783621"/>
                  </a:lnTo>
                  <a:lnTo>
                    <a:pt x="4701208" y="783621"/>
                  </a:lnTo>
                  <a:lnTo>
                    <a:pt x="4706681" y="783621"/>
                  </a:lnTo>
                  <a:lnTo>
                    <a:pt x="4706681" y="772346"/>
                  </a:lnTo>
                  <a:lnTo>
                    <a:pt x="4712154" y="772346"/>
                  </a:lnTo>
                  <a:lnTo>
                    <a:pt x="4717627" y="772346"/>
                  </a:lnTo>
                  <a:lnTo>
                    <a:pt x="4723100" y="772346"/>
                  </a:lnTo>
                  <a:lnTo>
                    <a:pt x="4728573" y="772346"/>
                  </a:lnTo>
                  <a:lnTo>
                    <a:pt x="4734045" y="772346"/>
                  </a:lnTo>
                  <a:lnTo>
                    <a:pt x="4739518" y="772346"/>
                  </a:lnTo>
                  <a:lnTo>
                    <a:pt x="4744991" y="772346"/>
                  </a:lnTo>
                  <a:lnTo>
                    <a:pt x="4750464" y="772346"/>
                  </a:lnTo>
                  <a:lnTo>
                    <a:pt x="4750464" y="760968"/>
                  </a:lnTo>
                  <a:lnTo>
                    <a:pt x="4755937" y="760968"/>
                  </a:lnTo>
                  <a:lnTo>
                    <a:pt x="4761410" y="760968"/>
                  </a:lnTo>
                  <a:lnTo>
                    <a:pt x="4766883" y="760968"/>
                  </a:lnTo>
                  <a:lnTo>
                    <a:pt x="4772356" y="760968"/>
                  </a:lnTo>
                  <a:lnTo>
                    <a:pt x="4777828" y="760968"/>
                  </a:lnTo>
                  <a:lnTo>
                    <a:pt x="4783301" y="760968"/>
                  </a:lnTo>
                  <a:lnTo>
                    <a:pt x="4788774" y="760968"/>
                  </a:lnTo>
                  <a:lnTo>
                    <a:pt x="4794247" y="760968"/>
                  </a:lnTo>
                  <a:lnTo>
                    <a:pt x="4799720" y="760968"/>
                  </a:lnTo>
                  <a:lnTo>
                    <a:pt x="4805193" y="760968"/>
                  </a:lnTo>
                  <a:lnTo>
                    <a:pt x="4810666" y="760968"/>
                  </a:lnTo>
                  <a:lnTo>
                    <a:pt x="4816139" y="760968"/>
                  </a:lnTo>
                  <a:lnTo>
                    <a:pt x="4816139" y="749496"/>
                  </a:lnTo>
                  <a:lnTo>
                    <a:pt x="4821612" y="749496"/>
                  </a:lnTo>
                  <a:lnTo>
                    <a:pt x="4827084" y="749496"/>
                  </a:lnTo>
                  <a:lnTo>
                    <a:pt x="4827084" y="738003"/>
                  </a:lnTo>
                  <a:lnTo>
                    <a:pt x="4832557" y="738003"/>
                  </a:lnTo>
                  <a:lnTo>
                    <a:pt x="4832557" y="726487"/>
                  </a:lnTo>
                  <a:lnTo>
                    <a:pt x="4838030" y="726487"/>
                  </a:lnTo>
                  <a:lnTo>
                    <a:pt x="4843503" y="726487"/>
                  </a:lnTo>
                  <a:lnTo>
                    <a:pt x="4848976" y="726487"/>
                  </a:lnTo>
                  <a:lnTo>
                    <a:pt x="4854449" y="726487"/>
                  </a:lnTo>
                  <a:lnTo>
                    <a:pt x="4859922" y="726487"/>
                  </a:lnTo>
                  <a:lnTo>
                    <a:pt x="4865395" y="726487"/>
                  </a:lnTo>
                  <a:lnTo>
                    <a:pt x="4870868" y="726487"/>
                  </a:lnTo>
                  <a:lnTo>
                    <a:pt x="4876340" y="726487"/>
                  </a:lnTo>
                  <a:lnTo>
                    <a:pt x="4881813" y="726487"/>
                  </a:lnTo>
                  <a:lnTo>
                    <a:pt x="4887286" y="726487"/>
                  </a:lnTo>
                  <a:lnTo>
                    <a:pt x="4892759" y="726487"/>
                  </a:lnTo>
                  <a:lnTo>
                    <a:pt x="4892759" y="714861"/>
                  </a:lnTo>
                  <a:lnTo>
                    <a:pt x="4898232" y="714861"/>
                  </a:lnTo>
                  <a:lnTo>
                    <a:pt x="4903705" y="714861"/>
                  </a:lnTo>
                  <a:lnTo>
                    <a:pt x="4909178" y="714861"/>
                  </a:lnTo>
                  <a:lnTo>
                    <a:pt x="4914651" y="714861"/>
                  </a:lnTo>
                  <a:lnTo>
                    <a:pt x="4920123" y="714861"/>
                  </a:lnTo>
                  <a:lnTo>
                    <a:pt x="4925596" y="714861"/>
                  </a:lnTo>
                  <a:lnTo>
                    <a:pt x="4931069" y="714861"/>
                  </a:lnTo>
                  <a:lnTo>
                    <a:pt x="4931069" y="703123"/>
                  </a:lnTo>
                  <a:lnTo>
                    <a:pt x="4936542" y="703123"/>
                  </a:lnTo>
                  <a:lnTo>
                    <a:pt x="4942015" y="703123"/>
                  </a:lnTo>
                  <a:lnTo>
                    <a:pt x="4942015" y="691309"/>
                  </a:lnTo>
                  <a:lnTo>
                    <a:pt x="4947488" y="691309"/>
                  </a:lnTo>
                  <a:lnTo>
                    <a:pt x="4952961" y="691309"/>
                  </a:lnTo>
                  <a:lnTo>
                    <a:pt x="4958434" y="691309"/>
                  </a:lnTo>
                  <a:lnTo>
                    <a:pt x="4963907" y="691309"/>
                  </a:lnTo>
                  <a:lnTo>
                    <a:pt x="4969379" y="691309"/>
                  </a:lnTo>
                  <a:lnTo>
                    <a:pt x="4974852" y="691309"/>
                  </a:lnTo>
                  <a:lnTo>
                    <a:pt x="4980325" y="691309"/>
                  </a:lnTo>
                  <a:lnTo>
                    <a:pt x="4985798" y="691309"/>
                  </a:lnTo>
                  <a:lnTo>
                    <a:pt x="4991271" y="691309"/>
                  </a:lnTo>
                  <a:lnTo>
                    <a:pt x="4996744" y="691309"/>
                  </a:lnTo>
                  <a:lnTo>
                    <a:pt x="5002217" y="691309"/>
                  </a:lnTo>
                  <a:lnTo>
                    <a:pt x="5002217" y="679364"/>
                  </a:lnTo>
                  <a:lnTo>
                    <a:pt x="5007690" y="679364"/>
                  </a:lnTo>
                  <a:lnTo>
                    <a:pt x="5013163" y="679364"/>
                  </a:lnTo>
                  <a:lnTo>
                    <a:pt x="5018635" y="679364"/>
                  </a:lnTo>
                  <a:lnTo>
                    <a:pt x="5024108" y="679364"/>
                  </a:lnTo>
                  <a:lnTo>
                    <a:pt x="5029581" y="679364"/>
                  </a:lnTo>
                  <a:lnTo>
                    <a:pt x="5035054" y="679364"/>
                  </a:lnTo>
                  <a:lnTo>
                    <a:pt x="5035054" y="667367"/>
                  </a:lnTo>
                  <a:lnTo>
                    <a:pt x="5040527" y="667367"/>
                  </a:lnTo>
                  <a:lnTo>
                    <a:pt x="5046000" y="667367"/>
                  </a:lnTo>
                  <a:lnTo>
                    <a:pt x="5051473" y="667367"/>
                  </a:lnTo>
                  <a:lnTo>
                    <a:pt x="5051473" y="655346"/>
                  </a:lnTo>
                  <a:lnTo>
                    <a:pt x="5056946" y="655346"/>
                  </a:lnTo>
                  <a:lnTo>
                    <a:pt x="5062419" y="655346"/>
                  </a:lnTo>
                  <a:lnTo>
                    <a:pt x="5067891" y="655346"/>
                  </a:lnTo>
                  <a:lnTo>
                    <a:pt x="5073364" y="655346"/>
                  </a:lnTo>
                  <a:lnTo>
                    <a:pt x="5078837" y="655346"/>
                  </a:lnTo>
                  <a:lnTo>
                    <a:pt x="5084310" y="655346"/>
                  </a:lnTo>
                  <a:lnTo>
                    <a:pt x="5089783" y="655346"/>
                  </a:lnTo>
                  <a:lnTo>
                    <a:pt x="5095256" y="655346"/>
                  </a:lnTo>
                  <a:lnTo>
                    <a:pt x="5100729" y="655346"/>
                  </a:lnTo>
                  <a:lnTo>
                    <a:pt x="5106202" y="655346"/>
                  </a:lnTo>
                  <a:lnTo>
                    <a:pt x="5111674" y="655346"/>
                  </a:lnTo>
                  <a:lnTo>
                    <a:pt x="5117147" y="655346"/>
                  </a:lnTo>
                  <a:lnTo>
                    <a:pt x="5122620" y="655346"/>
                  </a:lnTo>
                  <a:lnTo>
                    <a:pt x="5128093" y="655346"/>
                  </a:lnTo>
                  <a:lnTo>
                    <a:pt x="5133566" y="655346"/>
                  </a:lnTo>
                  <a:lnTo>
                    <a:pt x="5139039" y="655346"/>
                  </a:lnTo>
                  <a:lnTo>
                    <a:pt x="5144512" y="655346"/>
                  </a:lnTo>
                  <a:lnTo>
                    <a:pt x="5149985" y="655346"/>
                  </a:lnTo>
                  <a:lnTo>
                    <a:pt x="5155458" y="655346"/>
                  </a:lnTo>
                  <a:lnTo>
                    <a:pt x="5160930" y="655346"/>
                  </a:lnTo>
                  <a:lnTo>
                    <a:pt x="5160930" y="643199"/>
                  </a:lnTo>
                  <a:lnTo>
                    <a:pt x="5166403" y="643199"/>
                  </a:lnTo>
                  <a:lnTo>
                    <a:pt x="5171876" y="643199"/>
                  </a:lnTo>
                  <a:lnTo>
                    <a:pt x="5177349" y="643199"/>
                  </a:lnTo>
                  <a:lnTo>
                    <a:pt x="5182822" y="643199"/>
                  </a:lnTo>
                  <a:lnTo>
                    <a:pt x="5188295" y="643199"/>
                  </a:lnTo>
                  <a:lnTo>
                    <a:pt x="5193768" y="643199"/>
                  </a:lnTo>
                  <a:lnTo>
                    <a:pt x="5199241" y="643199"/>
                  </a:lnTo>
                  <a:lnTo>
                    <a:pt x="5204714" y="643199"/>
                  </a:lnTo>
                  <a:lnTo>
                    <a:pt x="5210186" y="643199"/>
                  </a:lnTo>
                  <a:lnTo>
                    <a:pt x="5215659" y="643199"/>
                  </a:lnTo>
                  <a:lnTo>
                    <a:pt x="5221132" y="643199"/>
                  </a:lnTo>
                  <a:lnTo>
                    <a:pt x="5226605" y="643199"/>
                  </a:lnTo>
                  <a:lnTo>
                    <a:pt x="5232078" y="643199"/>
                  </a:lnTo>
                  <a:lnTo>
                    <a:pt x="5237551" y="643199"/>
                  </a:lnTo>
                  <a:lnTo>
                    <a:pt x="5243024" y="643199"/>
                  </a:lnTo>
                  <a:lnTo>
                    <a:pt x="5248497" y="643199"/>
                  </a:lnTo>
                  <a:lnTo>
                    <a:pt x="5248497" y="630909"/>
                  </a:lnTo>
                  <a:lnTo>
                    <a:pt x="5253970" y="630909"/>
                  </a:lnTo>
                  <a:lnTo>
                    <a:pt x="5259442" y="630909"/>
                  </a:lnTo>
                  <a:lnTo>
                    <a:pt x="5264915" y="630909"/>
                  </a:lnTo>
                  <a:lnTo>
                    <a:pt x="5270388" y="630909"/>
                  </a:lnTo>
                  <a:lnTo>
                    <a:pt x="5275861" y="630909"/>
                  </a:lnTo>
                  <a:lnTo>
                    <a:pt x="5275861" y="618578"/>
                  </a:lnTo>
                  <a:lnTo>
                    <a:pt x="5281334" y="618578"/>
                  </a:lnTo>
                  <a:lnTo>
                    <a:pt x="5286807" y="618578"/>
                  </a:lnTo>
                  <a:lnTo>
                    <a:pt x="5292280" y="618578"/>
                  </a:lnTo>
                  <a:lnTo>
                    <a:pt x="5297753" y="618578"/>
                  </a:lnTo>
                  <a:lnTo>
                    <a:pt x="5303225" y="618578"/>
                  </a:lnTo>
                  <a:lnTo>
                    <a:pt x="5308698" y="618578"/>
                  </a:lnTo>
                  <a:lnTo>
                    <a:pt x="5308698" y="606234"/>
                  </a:lnTo>
                  <a:lnTo>
                    <a:pt x="5314171" y="606234"/>
                  </a:lnTo>
                  <a:lnTo>
                    <a:pt x="5319644" y="606234"/>
                  </a:lnTo>
                  <a:lnTo>
                    <a:pt x="5325117" y="606234"/>
                  </a:lnTo>
                  <a:lnTo>
                    <a:pt x="5330590" y="606234"/>
                  </a:lnTo>
                  <a:lnTo>
                    <a:pt x="5336063" y="606234"/>
                  </a:lnTo>
                  <a:lnTo>
                    <a:pt x="5341536" y="606234"/>
                  </a:lnTo>
                  <a:lnTo>
                    <a:pt x="5347009" y="606234"/>
                  </a:lnTo>
                  <a:lnTo>
                    <a:pt x="5352481" y="606234"/>
                  </a:lnTo>
                  <a:lnTo>
                    <a:pt x="5357954" y="606234"/>
                  </a:lnTo>
                  <a:lnTo>
                    <a:pt x="5363427" y="606234"/>
                  </a:lnTo>
                  <a:lnTo>
                    <a:pt x="5368900" y="606234"/>
                  </a:lnTo>
                  <a:lnTo>
                    <a:pt x="5374373" y="606234"/>
                  </a:lnTo>
                  <a:lnTo>
                    <a:pt x="5379846" y="606234"/>
                  </a:lnTo>
                  <a:lnTo>
                    <a:pt x="5385319" y="606234"/>
                  </a:lnTo>
                  <a:lnTo>
                    <a:pt x="5390792" y="606234"/>
                  </a:lnTo>
                  <a:lnTo>
                    <a:pt x="5396265" y="606234"/>
                  </a:lnTo>
                  <a:lnTo>
                    <a:pt x="5401737" y="606234"/>
                  </a:lnTo>
                  <a:lnTo>
                    <a:pt x="5407210" y="606234"/>
                  </a:lnTo>
                  <a:lnTo>
                    <a:pt x="5412683" y="606234"/>
                  </a:lnTo>
                  <a:lnTo>
                    <a:pt x="5418156" y="606234"/>
                  </a:lnTo>
                  <a:lnTo>
                    <a:pt x="5423629" y="606234"/>
                  </a:lnTo>
                  <a:lnTo>
                    <a:pt x="5429102" y="606234"/>
                  </a:lnTo>
                  <a:lnTo>
                    <a:pt x="5434575" y="606234"/>
                  </a:lnTo>
                  <a:lnTo>
                    <a:pt x="5440048" y="606234"/>
                  </a:lnTo>
                  <a:lnTo>
                    <a:pt x="5445520" y="606234"/>
                  </a:lnTo>
                  <a:lnTo>
                    <a:pt x="5450993" y="606234"/>
                  </a:lnTo>
                  <a:lnTo>
                    <a:pt x="5456466" y="606234"/>
                  </a:lnTo>
                  <a:lnTo>
                    <a:pt x="5461939" y="606234"/>
                  </a:lnTo>
                  <a:lnTo>
                    <a:pt x="5467412" y="606234"/>
                  </a:lnTo>
                  <a:lnTo>
                    <a:pt x="5472885" y="606234"/>
                  </a:lnTo>
                  <a:lnTo>
                    <a:pt x="5478358" y="606234"/>
                  </a:lnTo>
                  <a:lnTo>
                    <a:pt x="5483831" y="606234"/>
                  </a:lnTo>
                  <a:lnTo>
                    <a:pt x="5489304" y="606234"/>
                  </a:lnTo>
                  <a:lnTo>
                    <a:pt x="5494776" y="606234"/>
                  </a:lnTo>
                  <a:lnTo>
                    <a:pt x="5500249" y="606234"/>
                  </a:lnTo>
                  <a:lnTo>
                    <a:pt x="5505722" y="606234"/>
                  </a:lnTo>
                  <a:lnTo>
                    <a:pt x="5511195" y="606234"/>
                  </a:lnTo>
                  <a:lnTo>
                    <a:pt x="5516668" y="606234"/>
                  </a:lnTo>
                  <a:lnTo>
                    <a:pt x="5522141" y="606234"/>
                  </a:lnTo>
                  <a:lnTo>
                    <a:pt x="5527614" y="606234"/>
                  </a:lnTo>
                  <a:lnTo>
                    <a:pt x="5533087" y="606234"/>
                  </a:lnTo>
                  <a:lnTo>
                    <a:pt x="5538560" y="606234"/>
                  </a:lnTo>
                  <a:lnTo>
                    <a:pt x="5544032" y="606234"/>
                  </a:lnTo>
                  <a:lnTo>
                    <a:pt x="5549505" y="606234"/>
                  </a:lnTo>
                  <a:lnTo>
                    <a:pt x="5554978" y="606234"/>
                  </a:lnTo>
                  <a:lnTo>
                    <a:pt x="5554978" y="593462"/>
                  </a:lnTo>
                  <a:lnTo>
                    <a:pt x="5560451" y="593462"/>
                  </a:lnTo>
                  <a:lnTo>
                    <a:pt x="5565924" y="593462"/>
                  </a:lnTo>
                  <a:lnTo>
                    <a:pt x="5571397" y="593462"/>
                  </a:lnTo>
                  <a:lnTo>
                    <a:pt x="5576870" y="593462"/>
                  </a:lnTo>
                  <a:lnTo>
                    <a:pt x="5582343" y="593462"/>
                  </a:lnTo>
                  <a:lnTo>
                    <a:pt x="5587816" y="593462"/>
                  </a:lnTo>
                  <a:lnTo>
                    <a:pt x="5593288" y="593462"/>
                  </a:lnTo>
                  <a:lnTo>
                    <a:pt x="5598761" y="593462"/>
                  </a:lnTo>
                  <a:lnTo>
                    <a:pt x="5604234" y="593462"/>
                  </a:lnTo>
                  <a:lnTo>
                    <a:pt x="5604234" y="580525"/>
                  </a:lnTo>
                  <a:lnTo>
                    <a:pt x="5609707" y="580525"/>
                  </a:lnTo>
                  <a:lnTo>
                    <a:pt x="5615180" y="580525"/>
                  </a:lnTo>
                  <a:lnTo>
                    <a:pt x="5620653" y="580525"/>
                  </a:lnTo>
                  <a:lnTo>
                    <a:pt x="5626126" y="580525"/>
                  </a:lnTo>
                  <a:lnTo>
                    <a:pt x="5631599" y="580525"/>
                  </a:lnTo>
                  <a:lnTo>
                    <a:pt x="5631599" y="554625"/>
                  </a:lnTo>
                  <a:lnTo>
                    <a:pt x="5637071" y="554625"/>
                  </a:lnTo>
                  <a:lnTo>
                    <a:pt x="5642544" y="554625"/>
                  </a:lnTo>
                  <a:lnTo>
                    <a:pt x="5648017" y="554625"/>
                  </a:lnTo>
                  <a:lnTo>
                    <a:pt x="5653490" y="554625"/>
                  </a:lnTo>
                  <a:lnTo>
                    <a:pt x="5658963" y="554625"/>
                  </a:lnTo>
                  <a:lnTo>
                    <a:pt x="5664436" y="554625"/>
                  </a:lnTo>
                  <a:lnTo>
                    <a:pt x="5669909" y="554625"/>
                  </a:lnTo>
                  <a:lnTo>
                    <a:pt x="5675382" y="554625"/>
                  </a:lnTo>
                  <a:lnTo>
                    <a:pt x="5680855" y="554625"/>
                  </a:lnTo>
                  <a:lnTo>
                    <a:pt x="5686327" y="554625"/>
                  </a:lnTo>
                  <a:lnTo>
                    <a:pt x="5691800" y="554625"/>
                  </a:lnTo>
                  <a:lnTo>
                    <a:pt x="5697273" y="554625"/>
                  </a:lnTo>
                  <a:lnTo>
                    <a:pt x="5702746" y="554625"/>
                  </a:lnTo>
                  <a:lnTo>
                    <a:pt x="5708219" y="554625"/>
                  </a:lnTo>
                  <a:lnTo>
                    <a:pt x="5713692" y="554625"/>
                  </a:lnTo>
                  <a:lnTo>
                    <a:pt x="5719165" y="554625"/>
                  </a:lnTo>
                  <a:lnTo>
                    <a:pt x="5724638" y="554625"/>
                  </a:lnTo>
                  <a:lnTo>
                    <a:pt x="5730111" y="554625"/>
                  </a:lnTo>
                  <a:lnTo>
                    <a:pt x="5735583" y="554625"/>
                  </a:lnTo>
                  <a:lnTo>
                    <a:pt x="5741056" y="554625"/>
                  </a:lnTo>
                  <a:lnTo>
                    <a:pt x="5746529" y="554625"/>
                  </a:lnTo>
                  <a:lnTo>
                    <a:pt x="5752002" y="554625"/>
                  </a:lnTo>
                  <a:lnTo>
                    <a:pt x="5757475" y="554625"/>
                  </a:lnTo>
                  <a:lnTo>
                    <a:pt x="5762948" y="554625"/>
                  </a:lnTo>
                  <a:lnTo>
                    <a:pt x="5768421" y="554625"/>
                  </a:lnTo>
                  <a:lnTo>
                    <a:pt x="5768421" y="541486"/>
                  </a:lnTo>
                  <a:lnTo>
                    <a:pt x="5773894" y="541486"/>
                  </a:lnTo>
                  <a:lnTo>
                    <a:pt x="5779367" y="541486"/>
                  </a:lnTo>
                  <a:lnTo>
                    <a:pt x="5784839" y="541486"/>
                  </a:lnTo>
                  <a:lnTo>
                    <a:pt x="5790312" y="541486"/>
                  </a:lnTo>
                  <a:lnTo>
                    <a:pt x="5795785" y="541486"/>
                  </a:lnTo>
                  <a:lnTo>
                    <a:pt x="5795785" y="528295"/>
                  </a:lnTo>
                  <a:lnTo>
                    <a:pt x="5801258" y="528295"/>
                  </a:lnTo>
                  <a:lnTo>
                    <a:pt x="5806731" y="528295"/>
                  </a:lnTo>
                  <a:lnTo>
                    <a:pt x="5812204" y="528295"/>
                  </a:lnTo>
                  <a:lnTo>
                    <a:pt x="5817677" y="528295"/>
                  </a:lnTo>
                  <a:lnTo>
                    <a:pt x="5823150" y="528295"/>
                  </a:lnTo>
                  <a:lnTo>
                    <a:pt x="5828622" y="528295"/>
                  </a:lnTo>
                  <a:lnTo>
                    <a:pt x="5834095" y="528295"/>
                  </a:lnTo>
                  <a:lnTo>
                    <a:pt x="5839568" y="528295"/>
                  </a:lnTo>
                  <a:lnTo>
                    <a:pt x="5845041" y="528295"/>
                  </a:lnTo>
                  <a:lnTo>
                    <a:pt x="5850514" y="528295"/>
                  </a:lnTo>
                  <a:lnTo>
                    <a:pt x="5855987" y="528295"/>
                  </a:lnTo>
                  <a:lnTo>
                    <a:pt x="5861460" y="528295"/>
                  </a:lnTo>
                  <a:lnTo>
                    <a:pt x="5866933" y="528295"/>
                  </a:lnTo>
                  <a:lnTo>
                    <a:pt x="5872406" y="528295"/>
                  </a:lnTo>
                  <a:lnTo>
                    <a:pt x="5877878" y="528295"/>
                  </a:lnTo>
                  <a:lnTo>
                    <a:pt x="5883351" y="528295"/>
                  </a:lnTo>
                  <a:lnTo>
                    <a:pt x="5888824" y="528295"/>
                  </a:lnTo>
                  <a:lnTo>
                    <a:pt x="5894297" y="528295"/>
                  </a:lnTo>
                  <a:lnTo>
                    <a:pt x="5899770" y="528295"/>
                  </a:lnTo>
                  <a:lnTo>
                    <a:pt x="5905243" y="528295"/>
                  </a:lnTo>
                  <a:lnTo>
                    <a:pt x="5910716" y="528295"/>
                  </a:lnTo>
                  <a:lnTo>
                    <a:pt x="5916189" y="528295"/>
                  </a:lnTo>
                  <a:lnTo>
                    <a:pt x="5921662" y="528295"/>
                  </a:lnTo>
                  <a:lnTo>
                    <a:pt x="5927134" y="528295"/>
                  </a:lnTo>
                  <a:lnTo>
                    <a:pt x="5932607" y="528295"/>
                  </a:lnTo>
                  <a:lnTo>
                    <a:pt x="5932607" y="514920"/>
                  </a:lnTo>
                  <a:lnTo>
                    <a:pt x="5938080" y="514920"/>
                  </a:lnTo>
                  <a:lnTo>
                    <a:pt x="5943553" y="514920"/>
                  </a:lnTo>
                  <a:lnTo>
                    <a:pt x="5949026" y="514920"/>
                  </a:lnTo>
                  <a:lnTo>
                    <a:pt x="5954499" y="514920"/>
                  </a:lnTo>
                  <a:lnTo>
                    <a:pt x="5959972" y="514920"/>
                  </a:lnTo>
                  <a:lnTo>
                    <a:pt x="5965445" y="514920"/>
                  </a:lnTo>
                  <a:lnTo>
                    <a:pt x="5970918" y="514920"/>
                  </a:lnTo>
                  <a:lnTo>
                    <a:pt x="5976390" y="514920"/>
                  </a:lnTo>
                  <a:lnTo>
                    <a:pt x="5981863" y="514920"/>
                  </a:lnTo>
                  <a:lnTo>
                    <a:pt x="5987336" y="514920"/>
                  </a:lnTo>
                  <a:lnTo>
                    <a:pt x="5992809" y="514920"/>
                  </a:lnTo>
                  <a:lnTo>
                    <a:pt x="5998282" y="514920"/>
                  </a:lnTo>
                  <a:lnTo>
                    <a:pt x="6003755" y="514920"/>
                  </a:lnTo>
                  <a:lnTo>
                    <a:pt x="6003755" y="501411"/>
                  </a:lnTo>
                  <a:lnTo>
                    <a:pt x="6009228" y="501411"/>
                  </a:lnTo>
                  <a:lnTo>
                    <a:pt x="6014701" y="501411"/>
                  </a:lnTo>
                  <a:lnTo>
                    <a:pt x="6020173" y="501411"/>
                  </a:lnTo>
                  <a:lnTo>
                    <a:pt x="6025646" y="501411"/>
                  </a:lnTo>
                  <a:lnTo>
                    <a:pt x="6031119" y="501411"/>
                  </a:lnTo>
                  <a:lnTo>
                    <a:pt x="6036592" y="501411"/>
                  </a:lnTo>
                  <a:lnTo>
                    <a:pt x="6042065" y="501411"/>
                  </a:lnTo>
                  <a:lnTo>
                    <a:pt x="6047538" y="501411"/>
                  </a:lnTo>
                  <a:lnTo>
                    <a:pt x="6053011" y="501411"/>
                  </a:lnTo>
                  <a:lnTo>
                    <a:pt x="6058484" y="501411"/>
                  </a:lnTo>
                  <a:lnTo>
                    <a:pt x="6063957" y="501411"/>
                  </a:lnTo>
                  <a:lnTo>
                    <a:pt x="6069429" y="501411"/>
                  </a:lnTo>
                  <a:lnTo>
                    <a:pt x="6074902" y="501411"/>
                  </a:lnTo>
                  <a:lnTo>
                    <a:pt x="6080375" y="501411"/>
                  </a:lnTo>
                  <a:lnTo>
                    <a:pt x="6085848" y="501411"/>
                  </a:lnTo>
                  <a:lnTo>
                    <a:pt x="6091321" y="501411"/>
                  </a:lnTo>
                  <a:lnTo>
                    <a:pt x="6096794" y="501411"/>
                  </a:lnTo>
                  <a:lnTo>
                    <a:pt x="6102267" y="501411"/>
                  </a:lnTo>
                  <a:lnTo>
                    <a:pt x="6107740" y="501411"/>
                  </a:lnTo>
                  <a:lnTo>
                    <a:pt x="6113213" y="501411"/>
                  </a:lnTo>
                  <a:lnTo>
                    <a:pt x="6118685" y="501411"/>
                  </a:lnTo>
                  <a:lnTo>
                    <a:pt x="6124158" y="501411"/>
                  </a:lnTo>
                  <a:lnTo>
                    <a:pt x="6129631" y="501411"/>
                  </a:lnTo>
                  <a:lnTo>
                    <a:pt x="6135104" y="501411"/>
                  </a:lnTo>
                  <a:lnTo>
                    <a:pt x="6140577" y="501411"/>
                  </a:lnTo>
                  <a:lnTo>
                    <a:pt x="6146050" y="501411"/>
                  </a:lnTo>
                  <a:lnTo>
                    <a:pt x="6151523" y="501411"/>
                  </a:lnTo>
                  <a:lnTo>
                    <a:pt x="6156996" y="501411"/>
                  </a:lnTo>
                  <a:lnTo>
                    <a:pt x="6162468" y="501411"/>
                  </a:lnTo>
                  <a:lnTo>
                    <a:pt x="6167941" y="501411"/>
                  </a:lnTo>
                  <a:lnTo>
                    <a:pt x="6173414" y="501411"/>
                  </a:lnTo>
                  <a:lnTo>
                    <a:pt x="6178887" y="501411"/>
                  </a:lnTo>
                  <a:lnTo>
                    <a:pt x="6184360" y="501411"/>
                  </a:lnTo>
                  <a:lnTo>
                    <a:pt x="6184360" y="487620"/>
                  </a:lnTo>
                  <a:lnTo>
                    <a:pt x="6189833" y="487620"/>
                  </a:lnTo>
                  <a:lnTo>
                    <a:pt x="6195306" y="487620"/>
                  </a:lnTo>
                  <a:lnTo>
                    <a:pt x="6200779" y="487620"/>
                  </a:lnTo>
                  <a:lnTo>
                    <a:pt x="6206252" y="487620"/>
                  </a:lnTo>
                  <a:lnTo>
                    <a:pt x="6206252" y="473833"/>
                  </a:lnTo>
                  <a:lnTo>
                    <a:pt x="6211724" y="473833"/>
                  </a:lnTo>
                  <a:lnTo>
                    <a:pt x="6217197" y="473833"/>
                  </a:lnTo>
                  <a:lnTo>
                    <a:pt x="6222670" y="473833"/>
                  </a:lnTo>
                  <a:lnTo>
                    <a:pt x="6228143" y="473833"/>
                  </a:lnTo>
                  <a:lnTo>
                    <a:pt x="6233616" y="473833"/>
                  </a:lnTo>
                  <a:lnTo>
                    <a:pt x="6239089" y="473833"/>
                  </a:lnTo>
                  <a:lnTo>
                    <a:pt x="6244562" y="473833"/>
                  </a:lnTo>
                  <a:lnTo>
                    <a:pt x="6250035" y="473833"/>
                  </a:lnTo>
                  <a:lnTo>
                    <a:pt x="6260980" y="473833"/>
                  </a:lnTo>
                  <a:lnTo>
                    <a:pt x="6266453" y="473833"/>
                  </a:lnTo>
                  <a:lnTo>
                    <a:pt x="6271926" y="473833"/>
                  </a:lnTo>
                  <a:lnTo>
                    <a:pt x="6277399" y="473833"/>
                  </a:lnTo>
                  <a:lnTo>
                    <a:pt x="6282872" y="473833"/>
                  </a:lnTo>
                  <a:lnTo>
                    <a:pt x="6288345" y="473833"/>
                  </a:lnTo>
                  <a:lnTo>
                    <a:pt x="6293818" y="473833"/>
                  </a:lnTo>
                  <a:lnTo>
                    <a:pt x="6299291" y="473833"/>
                  </a:lnTo>
                  <a:lnTo>
                    <a:pt x="6304764" y="473833"/>
                  </a:lnTo>
                  <a:lnTo>
                    <a:pt x="6310236" y="473833"/>
                  </a:lnTo>
                  <a:lnTo>
                    <a:pt x="6315709" y="473833"/>
                  </a:lnTo>
                  <a:lnTo>
                    <a:pt x="6321182" y="473833"/>
                  </a:lnTo>
                  <a:lnTo>
                    <a:pt x="6321182" y="459877"/>
                  </a:lnTo>
                  <a:lnTo>
                    <a:pt x="6326655" y="459877"/>
                  </a:lnTo>
                  <a:lnTo>
                    <a:pt x="6332128" y="459877"/>
                  </a:lnTo>
                  <a:lnTo>
                    <a:pt x="6332128" y="445926"/>
                  </a:lnTo>
                  <a:lnTo>
                    <a:pt x="6337601" y="445926"/>
                  </a:lnTo>
                  <a:lnTo>
                    <a:pt x="6343074" y="445926"/>
                  </a:lnTo>
                  <a:lnTo>
                    <a:pt x="6354019" y="445926"/>
                  </a:lnTo>
                  <a:lnTo>
                    <a:pt x="6359492" y="445926"/>
                  </a:lnTo>
                  <a:lnTo>
                    <a:pt x="6364965" y="445926"/>
                  </a:lnTo>
                  <a:lnTo>
                    <a:pt x="6370438" y="445926"/>
                  </a:lnTo>
                  <a:lnTo>
                    <a:pt x="6375911" y="445926"/>
                  </a:lnTo>
                  <a:lnTo>
                    <a:pt x="6381384" y="445926"/>
                  </a:lnTo>
                  <a:lnTo>
                    <a:pt x="6386857" y="445926"/>
                  </a:lnTo>
                  <a:lnTo>
                    <a:pt x="6392330" y="445926"/>
                  </a:lnTo>
                  <a:lnTo>
                    <a:pt x="6397803" y="445926"/>
                  </a:lnTo>
                  <a:lnTo>
                    <a:pt x="6403275" y="445926"/>
                  </a:lnTo>
                  <a:lnTo>
                    <a:pt x="6408748" y="445926"/>
                  </a:lnTo>
                  <a:lnTo>
                    <a:pt x="6414221" y="445926"/>
                  </a:lnTo>
                  <a:lnTo>
                    <a:pt x="6419694" y="445926"/>
                  </a:lnTo>
                  <a:lnTo>
                    <a:pt x="6425167" y="445926"/>
                  </a:lnTo>
                  <a:lnTo>
                    <a:pt x="6430640" y="445926"/>
                  </a:lnTo>
                  <a:lnTo>
                    <a:pt x="6436113" y="445926"/>
                  </a:lnTo>
                  <a:lnTo>
                    <a:pt x="6441586" y="445926"/>
                  </a:lnTo>
                  <a:lnTo>
                    <a:pt x="6447059" y="445926"/>
                  </a:lnTo>
                  <a:lnTo>
                    <a:pt x="6452531" y="445926"/>
                  </a:lnTo>
                  <a:lnTo>
                    <a:pt x="6452531" y="431890"/>
                  </a:lnTo>
                  <a:lnTo>
                    <a:pt x="6458004" y="431890"/>
                  </a:lnTo>
                  <a:lnTo>
                    <a:pt x="6463477" y="431890"/>
                  </a:lnTo>
                  <a:lnTo>
                    <a:pt x="6468950" y="431890"/>
                  </a:lnTo>
                  <a:lnTo>
                    <a:pt x="6474423" y="431890"/>
                  </a:lnTo>
                  <a:lnTo>
                    <a:pt x="6479896" y="431890"/>
                  </a:lnTo>
                  <a:lnTo>
                    <a:pt x="6479896" y="417790"/>
                  </a:lnTo>
                  <a:lnTo>
                    <a:pt x="6485369" y="417790"/>
                  </a:lnTo>
                  <a:lnTo>
                    <a:pt x="6490842" y="417790"/>
                  </a:lnTo>
                  <a:lnTo>
                    <a:pt x="6496315" y="417790"/>
                  </a:lnTo>
                  <a:lnTo>
                    <a:pt x="6501787" y="417790"/>
                  </a:lnTo>
                  <a:lnTo>
                    <a:pt x="6507260" y="417790"/>
                  </a:lnTo>
                  <a:lnTo>
                    <a:pt x="6512733" y="417790"/>
                  </a:lnTo>
                  <a:lnTo>
                    <a:pt x="6518206" y="417790"/>
                  </a:lnTo>
                  <a:lnTo>
                    <a:pt x="6523679" y="417790"/>
                  </a:lnTo>
                  <a:lnTo>
                    <a:pt x="6529152" y="417790"/>
                  </a:lnTo>
                  <a:lnTo>
                    <a:pt x="6540098" y="417790"/>
                  </a:lnTo>
                  <a:lnTo>
                    <a:pt x="6551043" y="417790"/>
                  </a:lnTo>
                  <a:lnTo>
                    <a:pt x="6556516" y="417790"/>
                  </a:lnTo>
                  <a:lnTo>
                    <a:pt x="6561989" y="417790"/>
                  </a:lnTo>
                  <a:lnTo>
                    <a:pt x="6567462" y="417790"/>
                  </a:lnTo>
                  <a:lnTo>
                    <a:pt x="6572935" y="417790"/>
                  </a:lnTo>
                  <a:lnTo>
                    <a:pt x="6572935" y="403578"/>
                  </a:lnTo>
                  <a:lnTo>
                    <a:pt x="6578408" y="403578"/>
                  </a:lnTo>
                  <a:lnTo>
                    <a:pt x="6583881" y="403578"/>
                  </a:lnTo>
                  <a:lnTo>
                    <a:pt x="6589354" y="403578"/>
                  </a:lnTo>
                  <a:lnTo>
                    <a:pt x="6594826" y="403578"/>
                  </a:lnTo>
                  <a:lnTo>
                    <a:pt x="6600299" y="403578"/>
                  </a:lnTo>
                  <a:lnTo>
                    <a:pt x="6605772" y="403578"/>
                  </a:lnTo>
                  <a:lnTo>
                    <a:pt x="6611245" y="403578"/>
                  </a:lnTo>
                  <a:lnTo>
                    <a:pt x="6616718" y="403578"/>
                  </a:lnTo>
                  <a:lnTo>
                    <a:pt x="6622191" y="403578"/>
                  </a:lnTo>
                  <a:lnTo>
                    <a:pt x="6627664" y="403578"/>
                  </a:lnTo>
                  <a:lnTo>
                    <a:pt x="6633137" y="403578"/>
                  </a:lnTo>
                  <a:lnTo>
                    <a:pt x="6638610" y="403578"/>
                  </a:lnTo>
                  <a:lnTo>
                    <a:pt x="6644082" y="403578"/>
                  </a:lnTo>
                  <a:lnTo>
                    <a:pt x="6649555" y="403578"/>
                  </a:lnTo>
                  <a:lnTo>
                    <a:pt x="6655028" y="403578"/>
                  </a:lnTo>
                  <a:lnTo>
                    <a:pt x="6660501" y="403578"/>
                  </a:lnTo>
                  <a:lnTo>
                    <a:pt x="6665974" y="403578"/>
                  </a:lnTo>
                  <a:lnTo>
                    <a:pt x="6671447" y="403578"/>
                  </a:lnTo>
                  <a:lnTo>
                    <a:pt x="6676920" y="403578"/>
                  </a:lnTo>
                  <a:lnTo>
                    <a:pt x="6682393" y="403578"/>
                  </a:lnTo>
                  <a:lnTo>
                    <a:pt x="6687865" y="403578"/>
                  </a:lnTo>
                  <a:lnTo>
                    <a:pt x="6693338" y="403578"/>
                  </a:lnTo>
                  <a:lnTo>
                    <a:pt x="6698811" y="403578"/>
                  </a:lnTo>
                  <a:lnTo>
                    <a:pt x="6704284" y="403578"/>
                  </a:lnTo>
                  <a:lnTo>
                    <a:pt x="6704284" y="389129"/>
                  </a:lnTo>
                  <a:lnTo>
                    <a:pt x="6709757" y="389129"/>
                  </a:lnTo>
                  <a:lnTo>
                    <a:pt x="6715230" y="389129"/>
                  </a:lnTo>
                  <a:lnTo>
                    <a:pt x="6720703" y="389129"/>
                  </a:lnTo>
                  <a:lnTo>
                    <a:pt x="6726176" y="389129"/>
                  </a:lnTo>
                  <a:lnTo>
                    <a:pt x="6731649" y="389129"/>
                  </a:lnTo>
                  <a:lnTo>
                    <a:pt x="6737121" y="389129"/>
                  </a:lnTo>
                  <a:lnTo>
                    <a:pt x="6742594" y="389129"/>
                  </a:lnTo>
                  <a:lnTo>
                    <a:pt x="6748067" y="389129"/>
                  </a:lnTo>
                  <a:lnTo>
                    <a:pt x="6753540" y="389129"/>
                  </a:lnTo>
                  <a:lnTo>
                    <a:pt x="6759013" y="389129"/>
                  </a:lnTo>
                  <a:lnTo>
                    <a:pt x="6764486" y="389129"/>
                  </a:lnTo>
                  <a:lnTo>
                    <a:pt x="6764486" y="374483"/>
                  </a:lnTo>
                  <a:lnTo>
                    <a:pt x="6769959" y="374483"/>
                  </a:lnTo>
                  <a:lnTo>
                    <a:pt x="6775432" y="374483"/>
                  </a:lnTo>
                  <a:lnTo>
                    <a:pt x="6780905" y="374483"/>
                  </a:lnTo>
                  <a:lnTo>
                    <a:pt x="6786377" y="374483"/>
                  </a:lnTo>
                  <a:lnTo>
                    <a:pt x="6791850" y="374483"/>
                  </a:lnTo>
                  <a:lnTo>
                    <a:pt x="6797323" y="374483"/>
                  </a:lnTo>
                  <a:lnTo>
                    <a:pt x="6808269" y="374483"/>
                  </a:lnTo>
                  <a:lnTo>
                    <a:pt x="6813742" y="374483"/>
                  </a:lnTo>
                  <a:lnTo>
                    <a:pt x="6819215" y="374483"/>
                  </a:lnTo>
                  <a:lnTo>
                    <a:pt x="6824688" y="374483"/>
                  </a:lnTo>
                  <a:lnTo>
                    <a:pt x="6830161" y="374483"/>
                  </a:lnTo>
                  <a:lnTo>
                    <a:pt x="6835633" y="374483"/>
                  </a:lnTo>
                  <a:lnTo>
                    <a:pt x="6841106" y="374483"/>
                  </a:lnTo>
                  <a:lnTo>
                    <a:pt x="6846579" y="374483"/>
                  </a:lnTo>
                  <a:lnTo>
                    <a:pt x="6852052" y="374483"/>
                  </a:lnTo>
                  <a:lnTo>
                    <a:pt x="6852052" y="359634"/>
                  </a:lnTo>
                  <a:lnTo>
                    <a:pt x="6857525" y="359634"/>
                  </a:lnTo>
                  <a:lnTo>
                    <a:pt x="6862998" y="359634"/>
                  </a:lnTo>
                  <a:lnTo>
                    <a:pt x="6868471" y="359634"/>
                  </a:lnTo>
                  <a:lnTo>
                    <a:pt x="6873944" y="359634"/>
                  </a:lnTo>
                  <a:lnTo>
                    <a:pt x="6879416" y="359634"/>
                  </a:lnTo>
                  <a:lnTo>
                    <a:pt x="6884889" y="359634"/>
                  </a:lnTo>
                  <a:lnTo>
                    <a:pt x="6890362" y="359634"/>
                  </a:lnTo>
                  <a:lnTo>
                    <a:pt x="6895835" y="359634"/>
                  </a:lnTo>
                  <a:lnTo>
                    <a:pt x="6901308" y="359634"/>
                  </a:lnTo>
                  <a:lnTo>
                    <a:pt x="6906781" y="359634"/>
                  </a:lnTo>
                  <a:lnTo>
                    <a:pt x="6906781" y="344655"/>
                  </a:lnTo>
                  <a:lnTo>
                    <a:pt x="6912254" y="344655"/>
                  </a:lnTo>
                  <a:lnTo>
                    <a:pt x="6917727" y="344655"/>
                  </a:lnTo>
                  <a:lnTo>
                    <a:pt x="6923200" y="344655"/>
                  </a:lnTo>
                  <a:lnTo>
                    <a:pt x="6928672" y="344655"/>
                  </a:lnTo>
                  <a:lnTo>
                    <a:pt x="6934145" y="344655"/>
                  </a:lnTo>
                  <a:lnTo>
                    <a:pt x="6939618" y="344655"/>
                  </a:lnTo>
                  <a:lnTo>
                    <a:pt x="6945091" y="344655"/>
                  </a:lnTo>
                  <a:lnTo>
                    <a:pt x="6950564" y="344655"/>
                  </a:lnTo>
                  <a:lnTo>
                    <a:pt x="6956037" y="344655"/>
                  </a:lnTo>
                  <a:lnTo>
                    <a:pt x="6961510" y="344655"/>
                  </a:lnTo>
                  <a:lnTo>
                    <a:pt x="6966983" y="344655"/>
                  </a:lnTo>
                  <a:lnTo>
                    <a:pt x="6972456" y="344655"/>
                  </a:lnTo>
                  <a:lnTo>
                    <a:pt x="6977928" y="344655"/>
                  </a:lnTo>
                  <a:lnTo>
                    <a:pt x="6983401" y="344655"/>
                  </a:lnTo>
                  <a:lnTo>
                    <a:pt x="6988874" y="344655"/>
                  </a:lnTo>
                  <a:lnTo>
                    <a:pt x="6994347" y="344655"/>
                  </a:lnTo>
                  <a:lnTo>
                    <a:pt x="6999820" y="344655"/>
                  </a:lnTo>
                  <a:lnTo>
                    <a:pt x="7005293" y="344655"/>
                  </a:lnTo>
                  <a:lnTo>
                    <a:pt x="7010766" y="344655"/>
                  </a:lnTo>
                  <a:lnTo>
                    <a:pt x="7016239" y="344655"/>
                  </a:lnTo>
                  <a:lnTo>
                    <a:pt x="7021712" y="344655"/>
                  </a:lnTo>
                  <a:lnTo>
                    <a:pt x="7027184" y="344655"/>
                  </a:lnTo>
                  <a:lnTo>
                    <a:pt x="7032657" y="344655"/>
                  </a:lnTo>
                  <a:lnTo>
                    <a:pt x="7038130" y="344655"/>
                  </a:lnTo>
                  <a:lnTo>
                    <a:pt x="7043603" y="344655"/>
                  </a:lnTo>
                  <a:lnTo>
                    <a:pt x="7049076" y="344655"/>
                  </a:lnTo>
                  <a:lnTo>
                    <a:pt x="7054549" y="344655"/>
                  </a:lnTo>
                  <a:lnTo>
                    <a:pt x="7054549" y="329372"/>
                  </a:lnTo>
                  <a:lnTo>
                    <a:pt x="7060022" y="329372"/>
                  </a:lnTo>
                  <a:lnTo>
                    <a:pt x="7065495" y="329372"/>
                  </a:lnTo>
                  <a:lnTo>
                    <a:pt x="7070967" y="329372"/>
                  </a:lnTo>
                  <a:lnTo>
                    <a:pt x="7081913" y="329372"/>
                  </a:lnTo>
                  <a:lnTo>
                    <a:pt x="7087386" y="329372"/>
                  </a:lnTo>
                  <a:lnTo>
                    <a:pt x="7092859" y="329372"/>
                  </a:lnTo>
                  <a:lnTo>
                    <a:pt x="7098332" y="329372"/>
                  </a:lnTo>
                  <a:lnTo>
                    <a:pt x="7103805" y="329372"/>
                  </a:lnTo>
                  <a:lnTo>
                    <a:pt x="7109278" y="329372"/>
                  </a:lnTo>
                  <a:lnTo>
                    <a:pt x="7114751" y="329372"/>
                  </a:lnTo>
                  <a:lnTo>
                    <a:pt x="7120223" y="329372"/>
                  </a:lnTo>
                  <a:lnTo>
                    <a:pt x="7125696" y="329372"/>
                  </a:lnTo>
                  <a:lnTo>
                    <a:pt x="7131169" y="329372"/>
                  </a:lnTo>
                  <a:lnTo>
                    <a:pt x="7136642" y="329372"/>
                  </a:lnTo>
                  <a:lnTo>
                    <a:pt x="7142115" y="329372"/>
                  </a:lnTo>
                  <a:lnTo>
                    <a:pt x="7147588" y="329372"/>
                  </a:lnTo>
                  <a:lnTo>
                    <a:pt x="7153061" y="329372"/>
                  </a:lnTo>
                  <a:lnTo>
                    <a:pt x="7153061" y="313919"/>
                  </a:lnTo>
                  <a:lnTo>
                    <a:pt x="7158534" y="313919"/>
                  </a:lnTo>
                  <a:lnTo>
                    <a:pt x="7164007" y="313919"/>
                  </a:lnTo>
                  <a:lnTo>
                    <a:pt x="7169479" y="313919"/>
                  </a:lnTo>
                  <a:lnTo>
                    <a:pt x="7174952" y="313919"/>
                  </a:lnTo>
                  <a:lnTo>
                    <a:pt x="7180425" y="313919"/>
                  </a:lnTo>
                  <a:lnTo>
                    <a:pt x="7185898" y="313919"/>
                  </a:lnTo>
                  <a:lnTo>
                    <a:pt x="7191371" y="313919"/>
                  </a:lnTo>
                  <a:lnTo>
                    <a:pt x="7196844" y="313919"/>
                  </a:lnTo>
                  <a:lnTo>
                    <a:pt x="7196844" y="298321"/>
                  </a:lnTo>
                  <a:lnTo>
                    <a:pt x="7202317" y="298321"/>
                  </a:lnTo>
                  <a:lnTo>
                    <a:pt x="7202317" y="282730"/>
                  </a:lnTo>
                  <a:lnTo>
                    <a:pt x="7207790" y="282730"/>
                  </a:lnTo>
                  <a:lnTo>
                    <a:pt x="7213262" y="282730"/>
                  </a:lnTo>
                  <a:lnTo>
                    <a:pt x="7218735" y="282730"/>
                  </a:lnTo>
                  <a:lnTo>
                    <a:pt x="7224208" y="282730"/>
                  </a:lnTo>
                  <a:lnTo>
                    <a:pt x="7229681" y="282730"/>
                  </a:lnTo>
                  <a:lnTo>
                    <a:pt x="7240627" y="282730"/>
                  </a:lnTo>
                  <a:lnTo>
                    <a:pt x="7246100" y="282730"/>
                  </a:lnTo>
                  <a:lnTo>
                    <a:pt x="7251573" y="282730"/>
                  </a:lnTo>
                  <a:lnTo>
                    <a:pt x="7257046" y="282730"/>
                  </a:lnTo>
                  <a:lnTo>
                    <a:pt x="7262518" y="282730"/>
                  </a:lnTo>
                  <a:lnTo>
                    <a:pt x="7267991" y="282730"/>
                  </a:lnTo>
                  <a:lnTo>
                    <a:pt x="7273464" y="282730"/>
                  </a:lnTo>
                  <a:lnTo>
                    <a:pt x="7278937" y="282730"/>
                  </a:lnTo>
                  <a:lnTo>
                    <a:pt x="7284410" y="282730"/>
                  </a:lnTo>
                  <a:lnTo>
                    <a:pt x="7289883" y="282730"/>
                  </a:lnTo>
                  <a:lnTo>
                    <a:pt x="7295356" y="282730"/>
                  </a:lnTo>
                  <a:lnTo>
                    <a:pt x="7300829" y="282730"/>
                  </a:lnTo>
                  <a:lnTo>
                    <a:pt x="7306302" y="282730"/>
                  </a:lnTo>
                  <a:lnTo>
                    <a:pt x="7311774" y="282730"/>
                  </a:lnTo>
                  <a:lnTo>
                    <a:pt x="7317247" y="282730"/>
                  </a:lnTo>
                  <a:lnTo>
                    <a:pt x="7322720" y="282730"/>
                  </a:lnTo>
                  <a:lnTo>
                    <a:pt x="7328193" y="282730"/>
                  </a:lnTo>
                  <a:lnTo>
                    <a:pt x="7333666" y="282730"/>
                  </a:lnTo>
                  <a:lnTo>
                    <a:pt x="7339139" y="282730"/>
                  </a:lnTo>
                  <a:lnTo>
                    <a:pt x="7344612" y="282730"/>
                  </a:lnTo>
                  <a:lnTo>
                    <a:pt x="7350085" y="282730"/>
                  </a:lnTo>
                  <a:lnTo>
                    <a:pt x="7355558" y="282730"/>
                  </a:lnTo>
                  <a:lnTo>
                    <a:pt x="7361030" y="282730"/>
                  </a:lnTo>
                  <a:lnTo>
                    <a:pt x="7366503" y="282730"/>
                  </a:lnTo>
                  <a:lnTo>
                    <a:pt x="7371976" y="282730"/>
                  </a:lnTo>
                  <a:lnTo>
                    <a:pt x="7377449" y="282730"/>
                  </a:lnTo>
                  <a:lnTo>
                    <a:pt x="7382922" y="282730"/>
                  </a:lnTo>
                  <a:lnTo>
                    <a:pt x="7388395" y="282730"/>
                  </a:lnTo>
                  <a:lnTo>
                    <a:pt x="7393868" y="282730"/>
                  </a:lnTo>
                  <a:lnTo>
                    <a:pt x="7399341" y="282730"/>
                  </a:lnTo>
                  <a:lnTo>
                    <a:pt x="7404813" y="282730"/>
                  </a:lnTo>
                  <a:lnTo>
                    <a:pt x="7410286" y="282730"/>
                  </a:lnTo>
                  <a:lnTo>
                    <a:pt x="7415759" y="282730"/>
                  </a:lnTo>
                  <a:lnTo>
                    <a:pt x="7421232" y="282730"/>
                  </a:lnTo>
                  <a:lnTo>
                    <a:pt x="7426705" y="282730"/>
                  </a:lnTo>
                  <a:lnTo>
                    <a:pt x="7432178" y="282730"/>
                  </a:lnTo>
                  <a:lnTo>
                    <a:pt x="7437651" y="282730"/>
                  </a:lnTo>
                  <a:lnTo>
                    <a:pt x="7443124" y="282730"/>
                  </a:lnTo>
                  <a:lnTo>
                    <a:pt x="7448597" y="282730"/>
                  </a:lnTo>
                  <a:lnTo>
                    <a:pt x="7454069" y="282730"/>
                  </a:lnTo>
                  <a:lnTo>
                    <a:pt x="7459542" y="282730"/>
                  </a:lnTo>
                  <a:lnTo>
                    <a:pt x="7465015" y="282730"/>
                  </a:lnTo>
                  <a:lnTo>
                    <a:pt x="7470488" y="282730"/>
                  </a:lnTo>
                  <a:lnTo>
                    <a:pt x="7475961" y="282730"/>
                  </a:lnTo>
                  <a:lnTo>
                    <a:pt x="7481434" y="282730"/>
                  </a:lnTo>
                  <a:lnTo>
                    <a:pt x="7486907" y="282730"/>
                  </a:lnTo>
                  <a:lnTo>
                    <a:pt x="7492380" y="282730"/>
                  </a:lnTo>
                  <a:lnTo>
                    <a:pt x="7503325" y="282730"/>
                  </a:lnTo>
                  <a:lnTo>
                    <a:pt x="7508798" y="282730"/>
                  </a:lnTo>
                  <a:lnTo>
                    <a:pt x="7514271" y="282730"/>
                  </a:lnTo>
                  <a:lnTo>
                    <a:pt x="7519744" y="282730"/>
                  </a:lnTo>
                  <a:lnTo>
                    <a:pt x="7525217" y="282730"/>
                  </a:lnTo>
                  <a:lnTo>
                    <a:pt x="7530690" y="282730"/>
                  </a:lnTo>
                  <a:lnTo>
                    <a:pt x="7536163" y="282730"/>
                  </a:lnTo>
                  <a:lnTo>
                    <a:pt x="7536163" y="266393"/>
                  </a:lnTo>
                  <a:lnTo>
                    <a:pt x="7541636" y="266393"/>
                  </a:lnTo>
                  <a:lnTo>
                    <a:pt x="7547109" y="266393"/>
                  </a:lnTo>
                  <a:lnTo>
                    <a:pt x="7558054" y="266393"/>
                  </a:lnTo>
                  <a:lnTo>
                    <a:pt x="7563527" y="266393"/>
                  </a:lnTo>
                  <a:lnTo>
                    <a:pt x="7569000" y="266393"/>
                  </a:lnTo>
                  <a:lnTo>
                    <a:pt x="7579946" y="266393"/>
                  </a:lnTo>
                  <a:lnTo>
                    <a:pt x="7585419" y="266393"/>
                  </a:lnTo>
                  <a:lnTo>
                    <a:pt x="7590892" y="266393"/>
                  </a:lnTo>
                  <a:lnTo>
                    <a:pt x="7601837" y="266393"/>
                  </a:lnTo>
                  <a:lnTo>
                    <a:pt x="7607310" y="266393"/>
                  </a:lnTo>
                  <a:lnTo>
                    <a:pt x="7612783" y="266393"/>
                  </a:lnTo>
                  <a:lnTo>
                    <a:pt x="7618256" y="266393"/>
                  </a:lnTo>
                  <a:lnTo>
                    <a:pt x="7623729" y="266393"/>
                  </a:lnTo>
                  <a:lnTo>
                    <a:pt x="7629202" y="266393"/>
                  </a:lnTo>
                  <a:lnTo>
                    <a:pt x="7634675" y="266393"/>
                  </a:lnTo>
                  <a:lnTo>
                    <a:pt x="7640148" y="266393"/>
                  </a:lnTo>
                  <a:lnTo>
                    <a:pt x="7645620" y="266393"/>
                  </a:lnTo>
                  <a:lnTo>
                    <a:pt x="7651093" y="266393"/>
                  </a:lnTo>
                  <a:lnTo>
                    <a:pt x="7656566" y="266393"/>
                  </a:lnTo>
                  <a:lnTo>
                    <a:pt x="7662039" y="266393"/>
                  </a:lnTo>
                  <a:lnTo>
                    <a:pt x="7667512" y="266393"/>
                  </a:lnTo>
                  <a:lnTo>
                    <a:pt x="7672985" y="266393"/>
                  </a:lnTo>
                  <a:lnTo>
                    <a:pt x="7678458" y="266393"/>
                  </a:lnTo>
                  <a:lnTo>
                    <a:pt x="7683931" y="266393"/>
                  </a:lnTo>
                  <a:lnTo>
                    <a:pt x="7689404" y="266393"/>
                  </a:lnTo>
                  <a:lnTo>
                    <a:pt x="7694876" y="266393"/>
                  </a:lnTo>
                  <a:lnTo>
                    <a:pt x="7700349" y="266393"/>
                  </a:lnTo>
                  <a:lnTo>
                    <a:pt x="7705822" y="266393"/>
                  </a:lnTo>
                  <a:lnTo>
                    <a:pt x="7711295" y="266393"/>
                  </a:lnTo>
                  <a:lnTo>
                    <a:pt x="7716768" y="266393"/>
                  </a:lnTo>
                  <a:lnTo>
                    <a:pt x="7722241" y="266393"/>
                  </a:lnTo>
                  <a:lnTo>
                    <a:pt x="7727714" y="266393"/>
                  </a:lnTo>
                  <a:lnTo>
                    <a:pt x="7733187" y="266393"/>
                  </a:lnTo>
                  <a:lnTo>
                    <a:pt x="7738659" y="266393"/>
                  </a:lnTo>
                  <a:lnTo>
                    <a:pt x="7744132" y="266393"/>
                  </a:lnTo>
                  <a:lnTo>
                    <a:pt x="7749605" y="266393"/>
                  </a:lnTo>
                  <a:lnTo>
                    <a:pt x="7755078" y="266393"/>
                  </a:lnTo>
                  <a:lnTo>
                    <a:pt x="7760551" y="266393"/>
                  </a:lnTo>
                  <a:lnTo>
                    <a:pt x="7766024" y="266393"/>
                  </a:lnTo>
                  <a:lnTo>
                    <a:pt x="7771497" y="266393"/>
                  </a:lnTo>
                  <a:lnTo>
                    <a:pt x="7787915" y="266393"/>
                  </a:lnTo>
                  <a:lnTo>
                    <a:pt x="7793388" y="266393"/>
                  </a:lnTo>
                  <a:lnTo>
                    <a:pt x="7798861" y="266393"/>
                  </a:lnTo>
                  <a:lnTo>
                    <a:pt x="7804334" y="266393"/>
                  </a:lnTo>
                  <a:lnTo>
                    <a:pt x="7809807" y="266393"/>
                  </a:lnTo>
                  <a:lnTo>
                    <a:pt x="7815280" y="266393"/>
                  </a:lnTo>
                  <a:lnTo>
                    <a:pt x="7820753" y="266393"/>
                  </a:lnTo>
                  <a:lnTo>
                    <a:pt x="7820753" y="232431"/>
                  </a:lnTo>
                  <a:lnTo>
                    <a:pt x="7826226" y="232431"/>
                  </a:lnTo>
                  <a:lnTo>
                    <a:pt x="7831699" y="232431"/>
                  </a:lnTo>
                  <a:lnTo>
                    <a:pt x="7842644" y="232431"/>
                  </a:lnTo>
                  <a:lnTo>
                    <a:pt x="7848117" y="232431"/>
                  </a:lnTo>
                  <a:lnTo>
                    <a:pt x="7853590" y="232431"/>
                  </a:lnTo>
                  <a:lnTo>
                    <a:pt x="7859063" y="232431"/>
                  </a:lnTo>
                  <a:lnTo>
                    <a:pt x="7864536" y="232431"/>
                  </a:lnTo>
                  <a:lnTo>
                    <a:pt x="7870009" y="232431"/>
                  </a:lnTo>
                  <a:lnTo>
                    <a:pt x="7875482" y="232431"/>
                  </a:lnTo>
                  <a:lnTo>
                    <a:pt x="7880955" y="232431"/>
                  </a:lnTo>
                  <a:lnTo>
                    <a:pt x="7886427" y="232431"/>
                  </a:lnTo>
                  <a:lnTo>
                    <a:pt x="7891900" y="232431"/>
                  </a:lnTo>
                  <a:lnTo>
                    <a:pt x="7897373" y="232431"/>
                  </a:lnTo>
                  <a:lnTo>
                    <a:pt x="7902846" y="232431"/>
                  </a:lnTo>
                  <a:lnTo>
                    <a:pt x="7908319" y="232431"/>
                  </a:lnTo>
                  <a:lnTo>
                    <a:pt x="7913792" y="232431"/>
                  </a:lnTo>
                  <a:lnTo>
                    <a:pt x="7919265" y="232431"/>
                  </a:lnTo>
                  <a:lnTo>
                    <a:pt x="7924738" y="232431"/>
                  </a:lnTo>
                  <a:lnTo>
                    <a:pt x="7930210" y="232431"/>
                  </a:lnTo>
                  <a:lnTo>
                    <a:pt x="7935683" y="232431"/>
                  </a:lnTo>
                  <a:lnTo>
                    <a:pt x="7941156" y="232431"/>
                  </a:lnTo>
                  <a:lnTo>
                    <a:pt x="7946629" y="232431"/>
                  </a:lnTo>
                  <a:lnTo>
                    <a:pt x="7952102" y="232431"/>
                  </a:lnTo>
                  <a:lnTo>
                    <a:pt x="7957575" y="232431"/>
                  </a:lnTo>
                  <a:lnTo>
                    <a:pt x="7957575" y="214986"/>
                  </a:lnTo>
                  <a:lnTo>
                    <a:pt x="7968521" y="214986"/>
                  </a:lnTo>
                  <a:lnTo>
                    <a:pt x="7973994" y="214986"/>
                  </a:lnTo>
                  <a:lnTo>
                    <a:pt x="7979466" y="214986"/>
                  </a:lnTo>
                  <a:lnTo>
                    <a:pt x="7984939" y="214986"/>
                  </a:lnTo>
                  <a:lnTo>
                    <a:pt x="7995885" y="214986"/>
                  </a:lnTo>
                  <a:lnTo>
                    <a:pt x="8001358" y="214986"/>
                  </a:lnTo>
                  <a:lnTo>
                    <a:pt x="8006831" y="214986"/>
                  </a:lnTo>
                  <a:lnTo>
                    <a:pt x="8012304" y="214986"/>
                  </a:lnTo>
                  <a:lnTo>
                    <a:pt x="8017777" y="214986"/>
                  </a:lnTo>
                  <a:lnTo>
                    <a:pt x="8023250" y="214986"/>
                  </a:lnTo>
                  <a:lnTo>
                    <a:pt x="8034195" y="214986"/>
                  </a:lnTo>
                  <a:lnTo>
                    <a:pt x="8039668" y="214986"/>
                  </a:lnTo>
                  <a:lnTo>
                    <a:pt x="8039668" y="197383"/>
                  </a:lnTo>
                  <a:lnTo>
                    <a:pt x="8045141" y="197383"/>
                  </a:lnTo>
                  <a:lnTo>
                    <a:pt x="8050614" y="197383"/>
                  </a:lnTo>
                  <a:lnTo>
                    <a:pt x="8056087" y="197383"/>
                  </a:lnTo>
                  <a:lnTo>
                    <a:pt x="8061560" y="197383"/>
                  </a:lnTo>
                  <a:lnTo>
                    <a:pt x="8067033" y="197383"/>
                  </a:lnTo>
                  <a:lnTo>
                    <a:pt x="8072506" y="197383"/>
                  </a:lnTo>
                  <a:lnTo>
                    <a:pt x="8077978" y="197383"/>
                  </a:lnTo>
                  <a:lnTo>
                    <a:pt x="8083451" y="197383"/>
                  </a:lnTo>
                  <a:lnTo>
                    <a:pt x="8088924" y="197383"/>
                  </a:lnTo>
                  <a:lnTo>
                    <a:pt x="8094397" y="197383"/>
                  </a:lnTo>
                  <a:lnTo>
                    <a:pt x="8099870" y="197383"/>
                  </a:lnTo>
                  <a:lnTo>
                    <a:pt x="8116289" y="197383"/>
                  </a:lnTo>
                  <a:lnTo>
                    <a:pt x="8121761" y="197383"/>
                  </a:lnTo>
                  <a:lnTo>
                    <a:pt x="8132707" y="197383"/>
                  </a:lnTo>
                  <a:lnTo>
                    <a:pt x="8138180" y="197383"/>
                  </a:lnTo>
                  <a:lnTo>
                    <a:pt x="8143653" y="197383"/>
                  </a:lnTo>
                  <a:lnTo>
                    <a:pt x="8149126" y="197383"/>
                  </a:lnTo>
                  <a:lnTo>
                    <a:pt x="8154599" y="197383"/>
                  </a:lnTo>
                  <a:lnTo>
                    <a:pt x="8160072" y="197383"/>
                  </a:lnTo>
                  <a:lnTo>
                    <a:pt x="8165545" y="197383"/>
                  </a:lnTo>
                  <a:lnTo>
                    <a:pt x="8171017" y="197383"/>
                  </a:lnTo>
                  <a:lnTo>
                    <a:pt x="8176490" y="197383"/>
                  </a:lnTo>
                  <a:lnTo>
                    <a:pt x="8181963" y="197383"/>
                  </a:lnTo>
                  <a:lnTo>
                    <a:pt x="8187436" y="197383"/>
                  </a:lnTo>
                  <a:lnTo>
                    <a:pt x="8192909" y="197383"/>
                  </a:lnTo>
                  <a:lnTo>
                    <a:pt x="8198382" y="197383"/>
                  </a:lnTo>
                  <a:lnTo>
                    <a:pt x="8198382" y="179309"/>
                  </a:lnTo>
                  <a:lnTo>
                    <a:pt x="8203855" y="179309"/>
                  </a:lnTo>
                  <a:lnTo>
                    <a:pt x="8209328" y="179309"/>
                  </a:lnTo>
                  <a:lnTo>
                    <a:pt x="8214801" y="179309"/>
                  </a:lnTo>
                  <a:lnTo>
                    <a:pt x="8220273" y="179309"/>
                  </a:lnTo>
                  <a:lnTo>
                    <a:pt x="8225746" y="179309"/>
                  </a:lnTo>
                  <a:lnTo>
                    <a:pt x="8225746" y="161063"/>
                  </a:lnTo>
                  <a:lnTo>
                    <a:pt x="8231219" y="161063"/>
                  </a:lnTo>
                  <a:lnTo>
                    <a:pt x="8236692" y="161063"/>
                  </a:lnTo>
                  <a:lnTo>
                    <a:pt x="8242165" y="161063"/>
                  </a:lnTo>
                  <a:lnTo>
                    <a:pt x="8247638" y="161063"/>
                  </a:lnTo>
                  <a:lnTo>
                    <a:pt x="8253111" y="161063"/>
                  </a:lnTo>
                  <a:lnTo>
                    <a:pt x="8258584" y="161063"/>
                  </a:lnTo>
                  <a:lnTo>
                    <a:pt x="8269529" y="161063"/>
                  </a:lnTo>
                  <a:lnTo>
                    <a:pt x="8275002" y="161063"/>
                  </a:lnTo>
                  <a:lnTo>
                    <a:pt x="8280475" y="161063"/>
                  </a:lnTo>
                  <a:lnTo>
                    <a:pt x="8285948" y="161063"/>
                  </a:lnTo>
                  <a:lnTo>
                    <a:pt x="8291421" y="161063"/>
                  </a:lnTo>
                  <a:lnTo>
                    <a:pt x="8296894" y="161063"/>
                  </a:lnTo>
                  <a:lnTo>
                    <a:pt x="8302367" y="161063"/>
                  </a:lnTo>
                  <a:lnTo>
                    <a:pt x="8307840" y="161063"/>
                  </a:lnTo>
                  <a:lnTo>
                    <a:pt x="8313312" y="161063"/>
                  </a:lnTo>
                  <a:lnTo>
                    <a:pt x="8318785" y="161063"/>
                  </a:lnTo>
                  <a:lnTo>
                    <a:pt x="8324258" y="161063"/>
                  </a:lnTo>
                  <a:lnTo>
                    <a:pt x="8329731" y="161063"/>
                  </a:lnTo>
                  <a:lnTo>
                    <a:pt x="8335204" y="161063"/>
                  </a:lnTo>
                  <a:lnTo>
                    <a:pt x="8340677" y="161063"/>
                  </a:lnTo>
                  <a:lnTo>
                    <a:pt x="8346150" y="161063"/>
                  </a:lnTo>
                  <a:lnTo>
                    <a:pt x="8351623" y="161063"/>
                  </a:lnTo>
                  <a:lnTo>
                    <a:pt x="8362568" y="161063"/>
                  </a:lnTo>
                  <a:lnTo>
                    <a:pt x="8368041" y="161063"/>
                  </a:lnTo>
                  <a:lnTo>
                    <a:pt x="8373514" y="161063"/>
                  </a:lnTo>
                  <a:lnTo>
                    <a:pt x="8378987" y="161063"/>
                  </a:lnTo>
                  <a:lnTo>
                    <a:pt x="8384460" y="161063"/>
                  </a:lnTo>
                  <a:lnTo>
                    <a:pt x="8389933" y="161063"/>
                  </a:lnTo>
                  <a:lnTo>
                    <a:pt x="8389933" y="142349"/>
                  </a:lnTo>
                  <a:lnTo>
                    <a:pt x="8395406" y="142349"/>
                  </a:lnTo>
                  <a:lnTo>
                    <a:pt x="8400879" y="142349"/>
                  </a:lnTo>
                  <a:lnTo>
                    <a:pt x="8406352" y="142349"/>
                  </a:lnTo>
                  <a:lnTo>
                    <a:pt x="8411824" y="142349"/>
                  </a:lnTo>
                  <a:lnTo>
                    <a:pt x="8417297" y="142349"/>
                  </a:lnTo>
                  <a:lnTo>
                    <a:pt x="8422770" y="142349"/>
                  </a:lnTo>
                  <a:lnTo>
                    <a:pt x="8428243" y="142349"/>
                  </a:lnTo>
                  <a:lnTo>
                    <a:pt x="8433716" y="142349"/>
                  </a:lnTo>
                  <a:lnTo>
                    <a:pt x="8444662" y="142349"/>
                  </a:lnTo>
                  <a:lnTo>
                    <a:pt x="8450135" y="142349"/>
                  </a:lnTo>
                  <a:lnTo>
                    <a:pt x="8455607" y="142349"/>
                  </a:lnTo>
                  <a:lnTo>
                    <a:pt x="8461080" y="142349"/>
                  </a:lnTo>
                  <a:lnTo>
                    <a:pt x="8466553" y="142349"/>
                  </a:lnTo>
                  <a:lnTo>
                    <a:pt x="8466553" y="123447"/>
                  </a:lnTo>
                  <a:lnTo>
                    <a:pt x="8472026" y="123447"/>
                  </a:lnTo>
                  <a:lnTo>
                    <a:pt x="8477499" y="123447"/>
                  </a:lnTo>
                  <a:lnTo>
                    <a:pt x="8488445" y="123447"/>
                  </a:lnTo>
                  <a:lnTo>
                    <a:pt x="8493918" y="123447"/>
                  </a:lnTo>
                  <a:lnTo>
                    <a:pt x="8499391" y="123447"/>
                  </a:lnTo>
                  <a:lnTo>
                    <a:pt x="8504863" y="123447"/>
                  </a:lnTo>
                  <a:lnTo>
                    <a:pt x="8510336" y="123447"/>
                  </a:lnTo>
                  <a:lnTo>
                    <a:pt x="8515809" y="123447"/>
                  </a:lnTo>
                  <a:lnTo>
                    <a:pt x="8521282" y="123447"/>
                  </a:lnTo>
                  <a:lnTo>
                    <a:pt x="8526755" y="123447"/>
                  </a:lnTo>
                  <a:lnTo>
                    <a:pt x="8532228" y="123447"/>
                  </a:lnTo>
                  <a:lnTo>
                    <a:pt x="8537701" y="123447"/>
                  </a:lnTo>
                  <a:lnTo>
                    <a:pt x="8543174" y="123447"/>
                  </a:lnTo>
                  <a:lnTo>
                    <a:pt x="8548647" y="123447"/>
                  </a:lnTo>
                  <a:lnTo>
                    <a:pt x="8554119" y="123447"/>
                  </a:lnTo>
                  <a:lnTo>
                    <a:pt x="8559592" y="123447"/>
                  </a:lnTo>
                  <a:lnTo>
                    <a:pt x="8565065" y="123447"/>
                  </a:lnTo>
                  <a:lnTo>
                    <a:pt x="8576011" y="123447"/>
                  </a:lnTo>
                  <a:lnTo>
                    <a:pt x="8581484" y="123447"/>
                  </a:lnTo>
                  <a:lnTo>
                    <a:pt x="8586957" y="123447"/>
                  </a:lnTo>
                  <a:lnTo>
                    <a:pt x="8592430" y="123447"/>
                  </a:lnTo>
                  <a:lnTo>
                    <a:pt x="8603375" y="123447"/>
                  </a:lnTo>
                  <a:lnTo>
                    <a:pt x="8608848" y="123447"/>
                  </a:lnTo>
                  <a:lnTo>
                    <a:pt x="8614321" y="123447"/>
                  </a:lnTo>
                  <a:lnTo>
                    <a:pt x="8614321" y="104086"/>
                  </a:lnTo>
                  <a:lnTo>
                    <a:pt x="8619794" y="104086"/>
                  </a:lnTo>
                  <a:lnTo>
                    <a:pt x="8630740" y="104086"/>
                  </a:lnTo>
                  <a:lnTo>
                    <a:pt x="8636213" y="104086"/>
                  </a:lnTo>
                  <a:lnTo>
                    <a:pt x="8641686" y="104086"/>
                  </a:lnTo>
                  <a:lnTo>
                    <a:pt x="8647158" y="104086"/>
                  </a:lnTo>
                  <a:lnTo>
                    <a:pt x="8652631" y="104086"/>
                  </a:lnTo>
                  <a:lnTo>
                    <a:pt x="8658104" y="104086"/>
                  </a:lnTo>
                  <a:lnTo>
                    <a:pt x="8669050" y="104086"/>
                  </a:lnTo>
                  <a:lnTo>
                    <a:pt x="8674523" y="104086"/>
                  </a:lnTo>
                  <a:lnTo>
                    <a:pt x="8685469" y="104086"/>
                  </a:lnTo>
                  <a:lnTo>
                    <a:pt x="8690942" y="104086"/>
                  </a:lnTo>
                  <a:lnTo>
                    <a:pt x="8696414" y="104086"/>
                  </a:lnTo>
                  <a:lnTo>
                    <a:pt x="8701887" y="104086"/>
                  </a:lnTo>
                  <a:lnTo>
                    <a:pt x="8707360" y="104086"/>
                  </a:lnTo>
                  <a:lnTo>
                    <a:pt x="8712833" y="104086"/>
                  </a:lnTo>
                  <a:lnTo>
                    <a:pt x="8718306" y="104086"/>
                  </a:lnTo>
                  <a:lnTo>
                    <a:pt x="8729252" y="104086"/>
                  </a:lnTo>
                  <a:lnTo>
                    <a:pt x="8734725" y="104086"/>
                  </a:lnTo>
                  <a:lnTo>
                    <a:pt x="8740198" y="104086"/>
                  </a:lnTo>
                  <a:lnTo>
                    <a:pt x="8740198" y="84461"/>
                  </a:lnTo>
                  <a:lnTo>
                    <a:pt x="8745670" y="84461"/>
                  </a:lnTo>
                  <a:lnTo>
                    <a:pt x="8751143" y="84461"/>
                  </a:lnTo>
                  <a:lnTo>
                    <a:pt x="8756616" y="84461"/>
                  </a:lnTo>
                  <a:lnTo>
                    <a:pt x="8762089" y="84461"/>
                  </a:lnTo>
                  <a:lnTo>
                    <a:pt x="8767562" y="84461"/>
                  </a:lnTo>
                  <a:lnTo>
                    <a:pt x="8773035" y="84461"/>
                  </a:lnTo>
                  <a:lnTo>
                    <a:pt x="8778508" y="84461"/>
                  </a:lnTo>
                  <a:lnTo>
                    <a:pt x="8783981" y="84461"/>
                  </a:lnTo>
                  <a:lnTo>
                    <a:pt x="8789453" y="84461"/>
                  </a:lnTo>
                  <a:lnTo>
                    <a:pt x="8794926" y="84461"/>
                  </a:lnTo>
                  <a:lnTo>
                    <a:pt x="8800399" y="84461"/>
                  </a:lnTo>
                  <a:lnTo>
                    <a:pt x="8811345" y="84461"/>
                  </a:lnTo>
                  <a:lnTo>
                    <a:pt x="8816818" y="84461"/>
                  </a:lnTo>
                  <a:lnTo>
                    <a:pt x="8827764" y="84461"/>
                  </a:lnTo>
                  <a:lnTo>
                    <a:pt x="8833237" y="84461"/>
                  </a:lnTo>
                  <a:lnTo>
                    <a:pt x="8838709" y="84461"/>
                  </a:lnTo>
                  <a:lnTo>
                    <a:pt x="8844182" y="84461"/>
                  </a:lnTo>
                  <a:lnTo>
                    <a:pt x="8849655" y="84461"/>
                  </a:lnTo>
                  <a:lnTo>
                    <a:pt x="8855128" y="84461"/>
                  </a:lnTo>
                  <a:lnTo>
                    <a:pt x="8855128" y="64736"/>
                  </a:lnTo>
                  <a:lnTo>
                    <a:pt x="8866074" y="64736"/>
                  </a:lnTo>
                  <a:lnTo>
                    <a:pt x="8871547" y="64736"/>
                  </a:lnTo>
                  <a:lnTo>
                    <a:pt x="8877020" y="64736"/>
                  </a:lnTo>
                  <a:lnTo>
                    <a:pt x="8887965" y="64736"/>
                  </a:lnTo>
                  <a:lnTo>
                    <a:pt x="8893438" y="64736"/>
                  </a:lnTo>
                  <a:lnTo>
                    <a:pt x="8893438" y="44790"/>
                  </a:lnTo>
                  <a:lnTo>
                    <a:pt x="8898911" y="44790"/>
                  </a:lnTo>
                  <a:lnTo>
                    <a:pt x="8904384" y="44790"/>
                  </a:lnTo>
                  <a:lnTo>
                    <a:pt x="8909857" y="44790"/>
                  </a:lnTo>
                  <a:lnTo>
                    <a:pt x="8920803" y="44790"/>
                  </a:lnTo>
                  <a:lnTo>
                    <a:pt x="8926276" y="44790"/>
                  </a:lnTo>
                  <a:lnTo>
                    <a:pt x="8931749" y="44790"/>
                  </a:lnTo>
                  <a:lnTo>
                    <a:pt x="8942694" y="44790"/>
                  </a:lnTo>
                  <a:lnTo>
                    <a:pt x="8948167" y="44790"/>
                  </a:lnTo>
                  <a:lnTo>
                    <a:pt x="8959113" y="44790"/>
                  </a:lnTo>
                  <a:lnTo>
                    <a:pt x="8964586" y="44790"/>
                  </a:lnTo>
                  <a:lnTo>
                    <a:pt x="8970059" y="44790"/>
                  </a:lnTo>
                  <a:lnTo>
                    <a:pt x="8975532" y="44790"/>
                  </a:lnTo>
                  <a:lnTo>
                    <a:pt x="8986477" y="44790"/>
                  </a:lnTo>
                  <a:lnTo>
                    <a:pt x="8991950" y="44790"/>
                  </a:lnTo>
                  <a:lnTo>
                    <a:pt x="8997423" y="44790"/>
                  </a:lnTo>
                  <a:lnTo>
                    <a:pt x="9002896" y="44790"/>
                  </a:lnTo>
                  <a:lnTo>
                    <a:pt x="9008369" y="44790"/>
                  </a:lnTo>
                  <a:lnTo>
                    <a:pt x="9013842" y="44790"/>
                  </a:lnTo>
                  <a:lnTo>
                    <a:pt x="9019315" y="44790"/>
                  </a:lnTo>
                  <a:lnTo>
                    <a:pt x="9024788" y="44790"/>
                  </a:lnTo>
                  <a:lnTo>
                    <a:pt x="9035733" y="44790"/>
                  </a:lnTo>
                  <a:lnTo>
                    <a:pt x="9041206" y="44790"/>
                  </a:lnTo>
                  <a:lnTo>
                    <a:pt x="9046679" y="44790"/>
                  </a:lnTo>
                  <a:lnTo>
                    <a:pt x="9052152" y="44790"/>
                  </a:lnTo>
                  <a:lnTo>
                    <a:pt x="9057625" y="44790"/>
                  </a:lnTo>
                  <a:lnTo>
                    <a:pt x="9063098" y="44790"/>
                  </a:lnTo>
                  <a:lnTo>
                    <a:pt x="9068571" y="44790"/>
                  </a:lnTo>
                  <a:lnTo>
                    <a:pt x="9079516" y="44790"/>
                  </a:lnTo>
                  <a:lnTo>
                    <a:pt x="9084989" y="44790"/>
                  </a:lnTo>
                  <a:lnTo>
                    <a:pt x="9090462" y="44790"/>
                  </a:lnTo>
                  <a:lnTo>
                    <a:pt x="9095935" y="44790"/>
                  </a:lnTo>
                  <a:lnTo>
                    <a:pt x="9101408" y="44790"/>
                  </a:lnTo>
                  <a:lnTo>
                    <a:pt x="9106881" y="44790"/>
                  </a:lnTo>
                  <a:lnTo>
                    <a:pt x="9117827" y="44790"/>
                  </a:lnTo>
                  <a:lnTo>
                    <a:pt x="9123300" y="44790"/>
                  </a:lnTo>
                  <a:lnTo>
                    <a:pt x="9128772" y="44790"/>
                  </a:lnTo>
                  <a:lnTo>
                    <a:pt x="9134245" y="44790"/>
                  </a:lnTo>
                  <a:lnTo>
                    <a:pt x="9139718" y="44790"/>
                  </a:lnTo>
                  <a:lnTo>
                    <a:pt x="9145191" y="44790"/>
                  </a:lnTo>
                  <a:lnTo>
                    <a:pt x="9150664" y="44790"/>
                  </a:lnTo>
                  <a:lnTo>
                    <a:pt x="9156137" y="44790"/>
                  </a:lnTo>
                  <a:lnTo>
                    <a:pt x="9161610" y="44790"/>
                  </a:lnTo>
                  <a:lnTo>
                    <a:pt x="9167083" y="44790"/>
                  </a:lnTo>
                  <a:lnTo>
                    <a:pt x="9178028" y="44790"/>
                  </a:lnTo>
                  <a:lnTo>
                    <a:pt x="9183501" y="44790"/>
                  </a:lnTo>
                  <a:lnTo>
                    <a:pt x="9194447" y="44790"/>
                  </a:lnTo>
                  <a:lnTo>
                    <a:pt x="9199920" y="44790"/>
                  </a:lnTo>
                  <a:lnTo>
                    <a:pt x="9205393" y="44790"/>
                  </a:lnTo>
                  <a:lnTo>
                    <a:pt x="9210866" y="44790"/>
                  </a:lnTo>
                  <a:lnTo>
                    <a:pt x="9216339" y="44790"/>
                  </a:lnTo>
                  <a:lnTo>
                    <a:pt x="9221811" y="44790"/>
                  </a:lnTo>
                  <a:lnTo>
                    <a:pt x="9227284" y="44790"/>
                  </a:lnTo>
                  <a:lnTo>
                    <a:pt x="9232757" y="44790"/>
                  </a:lnTo>
                  <a:lnTo>
                    <a:pt x="9238230" y="44790"/>
                  </a:lnTo>
                  <a:lnTo>
                    <a:pt x="9249176" y="44790"/>
                  </a:lnTo>
                  <a:lnTo>
                    <a:pt x="9254649" y="44790"/>
                  </a:lnTo>
                  <a:lnTo>
                    <a:pt x="9260122" y="44790"/>
                  </a:lnTo>
                  <a:lnTo>
                    <a:pt x="9265595" y="44790"/>
                  </a:lnTo>
                  <a:lnTo>
                    <a:pt x="9271067" y="44790"/>
                  </a:lnTo>
                  <a:lnTo>
                    <a:pt x="9276540" y="44790"/>
                  </a:lnTo>
                  <a:lnTo>
                    <a:pt x="9282013" y="44790"/>
                  </a:lnTo>
                  <a:lnTo>
                    <a:pt x="9287486" y="44790"/>
                  </a:lnTo>
                  <a:lnTo>
                    <a:pt x="9298432" y="44790"/>
                  </a:lnTo>
                  <a:lnTo>
                    <a:pt x="9303905" y="44790"/>
                  </a:lnTo>
                  <a:lnTo>
                    <a:pt x="9309378" y="44790"/>
                  </a:lnTo>
                  <a:lnTo>
                    <a:pt x="9314850" y="44790"/>
                  </a:lnTo>
                  <a:lnTo>
                    <a:pt x="9325796" y="44790"/>
                  </a:lnTo>
                  <a:lnTo>
                    <a:pt x="9336742" y="44790"/>
                  </a:lnTo>
                  <a:lnTo>
                    <a:pt x="9342215" y="44790"/>
                  </a:lnTo>
                  <a:lnTo>
                    <a:pt x="9347688" y="44790"/>
                  </a:lnTo>
                  <a:lnTo>
                    <a:pt x="9353161" y="44790"/>
                  </a:lnTo>
                  <a:lnTo>
                    <a:pt x="9358634" y="44790"/>
                  </a:lnTo>
                  <a:lnTo>
                    <a:pt x="9364106" y="44790"/>
                  </a:lnTo>
                  <a:lnTo>
                    <a:pt x="9369579" y="44790"/>
                  </a:lnTo>
                  <a:lnTo>
                    <a:pt x="9380525" y="44790"/>
                  </a:lnTo>
                  <a:lnTo>
                    <a:pt x="9385998" y="44790"/>
                  </a:lnTo>
                  <a:lnTo>
                    <a:pt x="9391471" y="44790"/>
                  </a:lnTo>
                  <a:lnTo>
                    <a:pt x="9396944" y="44790"/>
                  </a:lnTo>
                  <a:lnTo>
                    <a:pt x="9402417" y="44790"/>
                  </a:lnTo>
                  <a:lnTo>
                    <a:pt x="9424308" y="44790"/>
                  </a:lnTo>
                  <a:lnTo>
                    <a:pt x="9429781" y="44790"/>
                  </a:lnTo>
                  <a:lnTo>
                    <a:pt x="9440727" y="44790"/>
                  </a:lnTo>
                  <a:lnTo>
                    <a:pt x="9446200" y="44790"/>
                  </a:lnTo>
                  <a:lnTo>
                    <a:pt x="9451673" y="44790"/>
                  </a:lnTo>
                  <a:lnTo>
                    <a:pt x="9457146" y="44790"/>
                  </a:lnTo>
                  <a:lnTo>
                    <a:pt x="9462618" y="44790"/>
                  </a:lnTo>
                  <a:lnTo>
                    <a:pt x="9468091" y="44790"/>
                  </a:lnTo>
                  <a:lnTo>
                    <a:pt x="9473564" y="44790"/>
                  </a:lnTo>
                  <a:lnTo>
                    <a:pt x="9479037" y="44790"/>
                  </a:lnTo>
                  <a:lnTo>
                    <a:pt x="9484510" y="44790"/>
                  </a:lnTo>
                  <a:lnTo>
                    <a:pt x="9489983" y="44790"/>
                  </a:lnTo>
                  <a:lnTo>
                    <a:pt x="9495456" y="44790"/>
                  </a:lnTo>
                  <a:lnTo>
                    <a:pt x="9500929" y="44790"/>
                  </a:lnTo>
                  <a:lnTo>
                    <a:pt x="9506401" y="44790"/>
                  </a:lnTo>
                  <a:lnTo>
                    <a:pt x="9511874" y="44790"/>
                  </a:lnTo>
                  <a:lnTo>
                    <a:pt x="9517347" y="44790"/>
                  </a:lnTo>
                  <a:lnTo>
                    <a:pt x="9522820" y="44790"/>
                  </a:lnTo>
                  <a:lnTo>
                    <a:pt x="9528293" y="44790"/>
                  </a:lnTo>
                  <a:lnTo>
                    <a:pt x="9533766" y="44790"/>
                  </a:lnTo>
                  <a:lnTo>
                    <a:pt x="9539239" y="44790"/>
                  </a:lnTo>
                  <a:lnTo>
                    <a:pt x="9539239" y="23142"/>
                  </a:lnTo>
                  <a:lnTo>
                    <a:pt x="9544712" y="23142"/>
                  </a:lnTo>
                  <a:lnTo>
                    <a:pt x="9555657" y="23142"/>
                  </a:lnTo>
                  <a:lnTo>
                    <a:pt x="9572076" y="23142"/>
                  </a:lnTo>
                  <a:lnTo>
                    <a:pt x="9577549" y="23142"/>
                  </a:lnTo>
                  <a:lnTo>
                    <a:pt x="9583022" y="23142"/>
                  </a:lnTo>
                  <a:lnTo>
                    <a:pt x="9588495" y="23142"/>
                  </a:lnTo>
                  <a:lnTo>
                    <a:pt x="9593968" y="23142"/>
                  </a:lnTo>
                  <a:lnTo>
                    <a:pt x="9599441" y="23142"/>
                  </a:lnTo>
                  <a:lnTo>
                    <a:pt x="9604913" y="23142"/>
                  </a:lnTo>
                  <a:lnTo>
                    <a:pt x="9610386" y="23142"/>
                  </a:lnTo>
                  <a:lnTo>
                    <a:pt x="9615859" y="23142"/>
                  </a:lnTo>
                  <a:lnTo>
                    <a:pt x="9626805" y="23142"/>
                  </a:lnTo>
                  <a:lnTo>
                    <a:pt x="9643224" y="23142"/>
                  </a:lnTo>
                  <a:lnTo>
                    <a:pt x="9648697" y="23142"/>
                  </a:lnTo>
                  <a:lnTo>
                    <a:pt x="9654169" y="23142"/>
                  </a:lnTo>
                  <a:lnTo>
                    <a:pt x="9670588" y="23142"/>
                  </a:lnTo>
                  <a:lnTo>
                    <a:pt x="9676061" y="23142"/>
                  </a:lnTo>
                  <a:lnTo>
                    <a:pt x="9681534" y="23142"/>
                  </a:lnTo>
                  <a:lnTo>
                    <a:pt x="9687007" y="23142"/>
                  </a:lnTo>
                  <a:lnTo>
                    <a:pt x="9692480" y="23142"/>
                  </a:lnTo>
                  <a:lnTo>
                    <a:pt x="9703425" y="23142"/>
                  </a:lnTo>
                  <a:lnTo>
                    <a:pt x="9708898" y="23142"/>
                  </a:lnTo>
                  <a:lnTo>
                    <a:pt x="9714371" y="23142"/>
                  </a:lnTo>
                  <a:lnTo>
                    <a:pt x="9719844" y="23142"/>
                  </a:lnTo>
                  <a:lnTo>
                    <a:pt x="9725317" y="23142"/>
                  </a:lnTo>
                  <a:lnTo>
                    <a:pt x="9730790" y="23142"/>
                  </a:lnTo>
                  <a:lnTo>
                    <a:pt x="9736263" y="23142"/>
                  </a:lnTo>
                  <a:lnTo>
                    <a:pt x="9752681" y="23142"/>
                  </a:lnTo>
                  <a:lnTo>
                    <a:pt x="9758154" y="23142"/>
                  </a:lnTo>
                  <a:lnTo>
                    <a:pt x="9763627" y="23142"/>
                  </a:lnTo>
                  <a:lnTo>
                    <a:pt x="9769100" y="23142"/>
                  </a:lnTo>
                  <a:lnTo>
                    <a:pt x="9774573" y="23142"/>
                  </a:lnTo>
                  <a:lnTo>
                    <a:pt x="9780046" y="23142"/>
                  </a:lnTo>
                  <a:lnTo>
                    <a:pt x="9790992" y="23142"/>
                  </a:lnTo>
                  <a:lnTo>
                    <a:pt x="9796464" y="23142"/>
                  </a:lnTo>
                  <a:lnTo>
                    <a:pt x="9801937" y="23142"/>
                  </a:lnTo>
                  <a:lnTo>
                    <a:pt x="9807410" y="23142"/>
                  </a:lnTo>
                  <a:lnTo>
                    <a:pt x="9812883" y="23142"/>
                  </a:lnTo>
                  <a:lnTo>
                    <a:pt x="9818356" y="23142"/>
                  </a:lnTo>
                  <a:lnTo>
                    <a:pt x="9823829" y="23142"/>
                  </a:lnTo>
                  <a:lnTo>
                    <a:pt x="9829302" y="23142"/>
                  </a:lnTo>
                  <a:lnTo>
                    <a:pt x="9834775" y="23142"/>
                  </a:lnTo>
                  <a:lnTo>
                    <a:pt x="9845720" y="23142"/>
                  </a:lnTo>
                  <a:lnTo>
                    <a:pt x="9851193" y="23142"/>
                  </a:lnTo>
                  <a:lnTo>
                    <a:pt x="9867612" y="23142"/>
                  </a:lnTo>
                  <a:lnTo>
                    <a:pt x="9867612" y="0"/>
                  </a:lnTo>
                  <a:lnTo>
                    <a:pt x="9873085" y="0"/>
                  </a:lnTo>
                  <a:lnTo>
                    <a:pt x="9878558" y="0"/>
                  </a:lnTo>
                  <a:lnTo>
                    <a:pt x="9889503" y="0"/>
                  </a:lnTo>
                  <a:lnTo>
                    <a:pt x="9894976" y="0"/>
                  </a:lnTo>
                  <a:lnTo>
                    <a:pt x="9900449" y="0"/>
                  </a:lnTo>
                  <a:lnTo>
                    <a:pt x="9911395" y="0"/>
                  </a:lnTo>
                  <a:lnTo>
                    <a:pt x="9916868" y="0"/>
                  </a:lnTo>
                  <a:lnTo>
                    <a:pt x="9922341" y="0"/>
                  </a:lnTo>
                  <a:lnTo>
                    <a:pt x="9927814" y="0"/>
                  </a:lnTo>
                  <a:lnTo>
                    <a:pt x="9938759" y="0"/>
                  </a:lnTo>
                  <a:lnTo>
                    <a:pt x="9949705" y="0"/>
                  </a:lnTo>
                  <a:lnTo>
                    <a:pt x="9949705" y="671136"/>
                  </a:lnTo>
                  <a:lnTo>
                    <a:pt x="9938759" y="671136"/>
                  </a:lnTo>
                  <a:lnTo>
                    <a:pt x="9927814" y="671136"/>
                  </a:lnTo>
                  <a:lnTo>
                    <a:pt x="9922341" y="671136"/>
                  </a:lnTo>
                  <a:lnTo>
                    <a:pt x="9916868" y="671136"/>
                  </a:lnTo>
                  <a:lnTo>
                    <a:pt x="9911395" y="671136"/>
                  </a:lnTo>
                  <a:lnTo>
                    <a:pt x="9900449" y="671136"/>
                  </a:lnTo>
                  <a:lnTo>
                    <a:pt x="9894976" y="671136"/>
                  </a:lnTo>
                  <a:lnTo>
                    <a:pt x="9889503" y="671136"/>
                  </a:lnTo>
                  <a:lnTo>
                    <a:pt x="9878558" y="671136"/>
                  </a:lnTo>
                  <a:lnTo>
                    <a:pt x="9873085" y="671136"/>
                  </a:lnTo>
                  <a:lnTo>
                    <a:pt x="9867612" y="671136"/>
                  </a:lnTo>
                  <a:lnTo>
                    <a:pt x="9867612" y="689836"/>
                  </a:lnTo>
                  <a:lnTo>
                    <a:pt x="9851193" y="689836"/>
                  </a:lnTo>
                  <a:lnTo>
                    <a:pt x="9845720" y="689836"/>
                  </a:lnTo>
                  <a:lnTo>
                    <a:pt x="9834775" y="689836"/>
                  </a:lnTo>
                  <a:lnTo>
                    <a:pt x="9829302" y="689836"/>
                  </a:lnTo>
                  <a:lnTo>
                    <a:pt x="9823829" y="689836"/>
                  </a:lnTo>
                  <a:lnTo>
                    <a:pt x="9818356" y="689836"/>
                  </a:lnTo>
                  <a:lnTo>
                    <a:pt x="9812883" y="689836"/>
                  </a:lnTo>
                  <a:lnTo>
                    <a:pt x="9807410" y="689836"/>
                  </a:lnTo>
                  <a:lnTo>
                    <a:pt x="9801937" y="689836"/>
                  </a:lnTo>
                  <a:lnTo>
                    <a:pt x="9796464" y="689836"/>
                  </a:lnTo>
                  <a:lnTo>
                    <a:pt x="9790992" y="689836"/>
                  </a:lnTo>
                  <a:lnTo>
                    <a:pt x="9780046" y="689836"/>
                  </a:lnTo>
                  <a:lnTo>
                    <a:pt x="9774573" y="689836"/>
                  </a:lnTo>
                  <a:lnTo>
                    <a:pt x="9769100" y="689836"/>
                  </a:lnTo>
                  <a:lnTo>
                    <a:pt x="9763627" y="689836"/>
                  </a:lnTo>
                  <a:lnTo>
                    <a:pt x="9758154" y="689836"/>
                  </a:lnTo>
                  <a:lnTo>
                    <a:pt x="9752681" y="689836"/>
                  </a:lnTo>
                  <a:lnTo>
                    <a:pt x="9736263" y="689836"/>
                  </a:lnTo>
                  <a:lnTo>
                    <a:pt x="9730790" y="689836"/>
                  </a:lnTo>
                  <a:lnTo>
                    <a:pt x="9725317" y="689836"/>
                  </a:lnTo>
                  <a:lnTo>
                    <a:pt x="9719844" y="689836"/>
                  </a:lnTo>
                  <a:lnTo>
                    <a:pt x="9714371" y="689836"/>
                  </a:lnTo>
                  <a:lnTo>
                    <a:pt x="9708898" y="689836"/>
                  </a:lnTo>
                  <a:lnTo>
                    <a:pt x="9703425" y="689836"/>
                  </a:lnTo>
                  <a:lnTo>
                    <a:pt x="9692480" y="689836"/>
                  </a:lnTo>
                  <a:lnTo>
                    <a:pt x="9687007" y="689836"/>
                  </a:lnTo>
                  <a:lnTo>
                    <a:pt x="9681534" y="689836"/>
                  </a:lnTo>
                  <a:lnTo>
                    <a:pt x="9676061" y="689836"/>
                  </a:lnTo>
                  <a:lnTo>
                    <a:pt x="9670588" y="689836"/>
                  </a:lnTo>
                  <a:lnTo>
                    <a:pt x="9654169" y="689836"/>
                  </a:lnTo>
                  <a:lnTo>
                    <a:pt x="9648697" y="689836"/>
                  </a:lnTo>
                  <a:lnTo>
                    <a:pt x="9643224" y="689836"/>
                  </a:lnTo>
                  <a:lnTo>
                    <a:pt x="9626805" y="689836"/>
                  </a:lnTo>
                  <a:lnTo>
                    <a:pt x="9615859" y="689836"/>
                  </a:lnTo>
                  <a:lnTo>
                    <a:pt x="9610386" y="689836"/>
                  </a:lnTo>
                  <a:lnTo>
                    <a:pt x="9604913" y="689836"/>
                  </a:lnTo>
                  <a:lnTo>
                    <a:pt x="9599441" y="689836"/>
                  </a:lnTo>
                  <a:lnTo>
                    <a:pt x="9593968" y="689836"/>
                  </a:lnTo>
                  <a:lnTo>
                    <a:pt x="9588495" y="689836"/>
                  </a:lnTo>
                  <a:lnTo>
                    <a:pt x="9583022" y="689836"/>
                  </a:lnTo>
                  <a:lnTo>
                    <a:pt x="9577549" y="689836"/>
                  </a:lnTo>
                  <a:lnTo>
                    <a:pt x="9572076" y="689836"/>
                  </a:lnTo>
                  <a:lnTo>
                    <a:pt x="9555657" y="689836"/>
                  </a:lnTo>
                  <a:lnTo>
                    <a:pt x="9544712" y="689836"/>
                  </a:lnTo>
                  <a:lnTo>
                    <a:pt x="9539239" y="689836"/>
                  </a:lnTo>
                  <a:lnTo>
                    <a:pt x="9539239" y="707544"/>
                  </a:lnTo>
                  <a:lnTo>
                    <a:pt x="9533766" y="707544"/>
                  </a:lnTo>
                  <a:lnTo>
                    <a:pt x="9528293" y="707544"/>
                  </a:lnTo>
                  <a:lnTo>
                    <a:pt x="9522820" y="707544"/>
                  </a:lnTo>
                  <a:lnTo>
                    <a:pt x="9517347" y="707544"/>
                  </a:lnTo>
                  <a:lnTo>
                    <a:pt x="9511874" y="707544"/>
                  </a:lnTo>
                  <a:lnTo>
                    <a:pt x="9506401" y="707544"/>
                  </a:lnTo>
                  <a:lnTo>
                    <a:pt x="9500929" y="707544"/>
                  </a:lnTo>
                  <a:lnTo>
                    <a:pt x="9495456" y="707544"/>
                  </a:lnTo>
                  <a:lnTo>
                    <a:pt x="9489983" y="707544"/>
                  </a:lnTo>
                  <a:lnTo>
                    <a:pt x="9484510" y="707544"/>
                  </a:lnTo>
                  <a:lnTo>
                    <a:pt x="9479037" y="707544"/>
                  </a:lnTo>
                  <a:lnTo>
                    <a:pt x="9473564" y="707544"/>
                  </a:lnTo>
                  <a:lnTo>
                    <a:pt x="9468091" y="707544"/>
                  </a:lnTo>
                  <a:lnTo>
                    <a:pt x="9462618" y="707544"/>
                  </a:lnTo>
                  <a:lnTo>
                    <a:pt x="9457146" y="707544"/>
                  </a:lnTo>
                  <a:lnTo>
                    <a:pt x="9451673" y="707544"/>
                  </a:lnTo>
                  <a:lnTo>
                    <a:pt x="9446200" y="707544"/>
                  </a:lnTo>
                  <a:lnTo>
                    <a:pt x="9440727" y="707544"/>
                  </a:lnTo>
                  <a:lnTo>
                    <a:pt x="9429781" y="707544"/>
                  </a:lnTo>
                  <a:lnTo>
                    <a:pt x="9424308" y="707544"/>
                  </a:lnTo>
                  <a:lnTo>
                    <a:pt x="9402417" y="707544"/>
                  </a:lnTo>
                  <a:lnTo>
                    <a:pt x="9396944" y="707544"/>
                  </a:lnTo>
                  <a:lnTo>
                    <a:pt x="9391471" y="707544"/>
                  </a:lnTo>
                  <a:lnTo>
                    <a:pt x="9385998" y="707544"/>
                  </a:lnTo>
                  <a:lnTo>
                    <a:pt x="9380525" y="707544"/>
                  </a:lnTo>
                  <a:lnTo>
                    <a:pt x="9369579" y="707544"/>
                  </a:lnTo>
                  <a:lnTo>
                    <a:pt x="9364106" y="707544"/>
                  </a:lnTo>
                  <a:lnTo>
                    <a:pt x="9358634" y="707544"/>
                  </a:lnTo>
                  <a:lnTo>
                    <a:pt x="9353161" y="707544"/>
                  </a:lnTo>
                  <a:lnTo>
                    <a:pt x="9347688" y="707544"/>
                  </a:lnTo>
                  <a:lnTo>
                    <a:pt x="9342215" y="707544"/>
                  </a:lnTo>
                  <a:lnTo>
                    <a:pt x="9336742" y="707544"/>
                  </a:lnTo>
                  <a:lnTo>
                    <a:pt x="9325796" y="707544"/>
                  </a:lnTo>
                  <a:lnTo>
                    <a:pt x="9314850" y="707544"/>
                  </a:lnTo>
                  <a:lnTo>
                    <a:pt x="9309378" y="707544"/>
                  </a:lnTo>
                  <a:lnTo>
                    <a:pt x="9303905" y="707544"/>
                  </a:lnTo>
                  <a:lnTo>
                    <a:pt x="9298432" y="707544"/>
                  </a:lnTo>
                  <a:lnTo>
                    <a:pt x="9287486" y="707544"/>
                  </a:lnTo>
                  <a:lnTo>
                    <a:pt x="9282013" y="707544"/>
                  </a:lnTo>
                  <a:lnTo>
                    <a:pt x="9276540" y="707544"/>
                  </a:lnTo>
                  <a:lnTo>
                    <a:pt x="9271067" y="707544"/>
                  </a:lnTo>
                  <a:lnTo>
                    <a:pt x="9265595" y="707544"/>
                  </a:lnTo>
                  <a:lnTo>
                    <a:pt x="9260122" y="707544"/>
                  </a:lnTo>
                  <a:lnTo>
                    <a:pt x="9254649" y="707544"/>
                  </a:lnTo>
                  <a:lnTo>
                    <a:pt x="9249176" y="707544"/>
                  </a:lnTo>
                  <a:lnTo>
                    <a:pt x="9238230" y="707544"/>
                  </a:lnTo>
                  <a:lnTo>
                    <a:pt x="9232757" y="707544"/>
                  </a:lnTo>
                  <a:lnTo>
                    <a:pt x="9227284" y="707544"/>
                  </a:lnTo>
                  <a:lnTo>
                    <a:pt x="9221811" y="707544"/>
                  </a:lnTo>
                  <a:lnTo>
                    <a:pt x="9216339" y="707544"/>
                  </a:lnTo>
                  <a:lnTo>
                    <a:pt x="9210866" y="707544"/>
                  </a:lnTo>
                  <a:lnTo>
                    <a:pt x="9205393" y="707544"/>
                  </a:lnTo>
                  <a:lnTo>
                    <a:pt x="9199920" y="707544"/>
                  </a:lnTo>
                  <a:lnTo>
                    <a:pt x="9194447" y="707544"/>
                  </a:lnTo>
                  <a:lnTo>
                    <a:pt x="9183501" y="707544"/>
                  </a:lnTo>
                  <a:lnTo>
                    <a:pt x="9178028" y="707544"/>
                  </a:lnTo>
                  <a:lnTo>
                    <a:pt x="9167083" y="707544"/>
                  </a:lnTo>
                  <a:lnTo>
                    <a:pt x="9161610" y="707544"/>
                  </a:lnTo>
                  <a:lnTo>
                    <a:pt x="9156137" y="707544"/>
                  </a:lnTo>
                  <a:lnTo>
                    <a:pt x="9150664" y="707544"/>
                  </a:lnTo>
                  <a:lnTo>
                    <a:pt x="9145191" y="707544"/>
                  </a:lnTo>
                  <a:lnTo>
                    <a:pt x="9139718" y="707544"/>
                  </a:lnTo>
                  <a:lnTo>
                    <a:pt x="9134245" y="707544"/>
                  </a:lnTo>
                  <a:lnTo>
                    <a:pt x="9128772" y="707544"/>
                  </a:lnTo>
                  <a:lnTo>
                    <a:pt x="9123300" y="707544"/>
                  </a:lnTo>
                  <a:lnTo>
                    <a:pt x="9117827" y="707544"/>
                  </a:lnTo>
                  <a:lnTo>
                    <a:pt x="9106881" y="707544"/>
                  </a:lnTo>
                  <a:lnTo>
                    <a:pt x="9101408" y="707544"/>
                  </a:lnTo>
                  <a:lnTo>
                    <a:pt x="9095935" y="707544"/>
                  </a:lnTo>
                  <a:lnTo>
                    <a:pt x="9090462" y="707544"/>
                  </a:lnTo>
                  <a:lnTo>
                    <a:pt x="9084989" y="707544"/>
                  </a:lnTo>
                  <a:lnTo>
                    <a:pt x="9079516" y="707544"/>
                  </a:lnTo>
                  <a:lnTo>
                    <a:pt x="9068571" y="707544"/>
                  </a:lnTo>
                  <a:lnTo>
                    <a:pt x="9063098" y="707544"/>
                  </a:lnTo>
                  <a:lnTo>
                    <a:pt x="9057625" y="707544"/>
                  </a:lnTo>
                  <a:lnTo>
                    <a:pt x="9052152" y="707544"/>
                  </a:lnTo>
                  <a:lnTo>
                    <a:pt x="9046679" y="707544"/>
                  </a:lnTo>
                  <a:lnTo>
                    <a:pt x="9041206" y="707544"/>
                  </a:lnTo>
                  <a:lnTo>
                    <a:pt x="9035733" y="707544"/>
                  </a:lnTo>
                  <a:lnTo>
                    <a:pt x="9024788" y="707544"/>
                  </a:lnTo>
                  <a:lnTo>
                    <a:pt x="9019315" y="707544"/>
                  </a:lnTo>
                  <a:lnTo>
                    <a:pt x="9013842" y="707544"/>
                  </a:lnTo>
                  <a:lnTo>
                    <a:pt x="9008369" y="707544"/>
                  </a:lnTo>
                  <a:lnTo>
                    <a:pt x="9002896" y="707544"/>
                  </a:lnTo>
                  <a:lnTo>
                    <a:pt x="8997423" y="707544"/>
                  </a:lnTo>
                  <a:lnTo>
                    <a:pt x="8991950" y="707544"/>
                  </a:lnTo>
                  <a:lnTo>
                    <a:pt x="8986477" y="707544"/>
                  </a:lnTo>
                  <a:lnTo>
                    <a:pt x="8975532" y="707544"/>
                  </a:lnTo>
                  <a:lnTo>
                    <a:pt x="8970059" y="707544"/>
                  </a:lnTo>
                  <a:lnTo>
                    <a:pt x="8964586" y="707544"/>
                  </a:lnTo>
                  <a:lnTo>
                    <a:pt x="8959113" y="707544"/>
                  </a:lnTo>
                  <a:lnTo>
                    <a:pt x="8948167" y="707544"/>
                  </a:lnTo>
                  <a:lnTo>
                    <a:pt x="8942694" y="707544"/>
                  </a:lnTo>
                  <a:lnTo>
                    <a:pt x="8931749" y="707544"/>
                  </a:lnTo>
                  <a:lnTo>
                    <a:pt x="8926276" y="707544"/>
                  </a:lnTo>
                  <a:lnTo>
                    <a:pt x="8920803" y="707544"/>
                  </a:lnTo>
                  <a:lnTo>
                    <a:pt x="8909857" y="707544"/>
                  </a:lnTo>
                  <a:lnTo>
                    <a:pt x="8904384" y="707544"/>
                  </a:lnTo>
                  <a:lnTo>
                    <a:pt x="8898911" y="707544"/>
                  </a:lnTo>
                  <a:lnTo>
                    <a:pt x="8893438" y="707544"/>
                  </a:lnTo>
                  <a:lnTo>
                    <a:pt x="8893438" y="724103"/>
                  </a:lnTo>
                  <a:lnTo>
                    <a:pt x="8887965" y="724103"/>
                  </a:lnTo>
                  <a:lnTo>
                    <a:pt x="8877020" y="724103"/>
                  </a:lnTo>
                  <a:lnTo>
                    <a:pt x="8871547" y="724103"/>
                  </a:lnTo>
                  <a:lnTo>
                    <a:pt x="8866074" y="724103"/>
                  </a:lnTo>
                  <a:lnTo>
                    <a:pt x="8855128" y="724103"/>
                  </a:lnTo>
                  <a:lnTo>
                    <a:pt x="8855128" y="740492"/>
                  </a:lnTo>
                  <a:lnTo>
                    <a:pt x="8849655" y="740492"/>
                  </a:lnTo>
                  <a:lnTo>
                    <a:pt x="8844182" y="740492"/>
                  </a:lnTo>
                  <a:lnTo>
                    <a:pt x="8838709" y="740492"/>
                  </a:lnTo>
                  <a:lnTo>
                    <a:pt x="8833237" y="740492"/>
                  </a:lnTo>
                  <a:lnTo>
                    <a:pt x="8827764" y="740492"/>
                  </a:lnTo>
                  <a:lnTo>
                    <a:pt x="8816818" y="740492"/>
                  </a:lnTo>
                  <a:lnTo>
                    <a:pt x="8811345" y="740492"/>
                  </a:lnTo>
                  <a:lnTo>
                    <a:pt x="8800399" y="740492"/>
                  </a:lnTo>
                  <a:lnTo>
                    <a:pt x="8794926" y="740492"/>
                  </a:lnTo>
                  <a:lnTo>
                    <a:pt x="8789453" y="740492"/>
                  </a:lnTo>
                  <a:lnTo>
                    <a:pt x="8783981" y="740492"/>
                  </a:lnTo>
                  <a:lnTo>
                    <a:pt x="8778508" y="740492"/>
                  </a:lnTo>
                  <a:lnTo>
                    <a:pt x="8773035" y="740492"/>
                  </a:lnTo>
                  <a:lnTo>
                    <a:pt x="8767562" y="740492"/>
                  </a:lnTo>
                  <a:lnTo>
                    <a:pt x="8762089" y="740492"/>
                  </a:lnTo>
                  <a:lnTo>
                    <a:pt x="8756616" y="740492"/>
                  </a:lnTo>
                  <a:lnTo>
                    <a:pt x="8751143" y="740492"/>
                  </a:lnTo>
                  <a:lnTo>
                    <a:pt x="8745670" y="740492"/>
                  </a:lnTo>
                  <a:lnTo>
                    <a:pt x="8740198" y="740492"/>
                  </a:lnTo>
                  <a:lnTo>
                    <a:pt x="8740198" y="756792"/>
                  </a:lnTo>
                  <a:lnTo>
                    <a:pt x="8734725" y="756792"/>
                  </a:lnTo>
                  <a:lnTo>
                    <a:pt x="8729252" y="756792"/>
                  </a:lnTo>
                  <a:lnTo>
                    <a:pt x="8718306" y="756792"/>
                  </a:lnTo>
                  <a:lnTo>
                    <a:pt x="8712833" y="756792"/>
                  </a:lnTo>
                  <a:lnTo>
                    <a:pt x="8707360" y="756792"/>
                  </a:lnTo>
                  <a:lnTo>
                    <a:pt x="8701887" y="756792"/>
                  </a:lnTo>
                  <a:lnTo>
                    <a:pt x="8696414" y="756792"/>
                  </a:lnTo>
                  <a:lnTo>
                    <a:pt x="8690942" y="756792"/>
                  </a:lnTo>
                  <a:lnTo>
                    <a:pt x="8685469" y="756792"/>
                  </a:lnTo>
                  <a:lnTo>
                    <a:pt x="8674523" y="756792"/>
                  </a:lnTo>
                  <a:lnTo>
                    <a:pt x="8669050" y="756792"/>
                  </a:lnTo>
                  <a:lnTo>
                    <a:pt x="8658104" y="756792"/>
                  </a:lnTo>
                  <a:lnTo>
                    <a:pt x="8652631" y="756792"/>
                  </a:lnTo>
                  <a:lnTo>
                    <a:pt x="8647158" y="756792"/>
                  </a:lnTo>
                  <a:lnTo>
                    <a:pt x="8641686" y="756792"/>
                  </a:lnTo>
                  <a:lnTo>
                    <a:pt x="8636213" y="756792"/>
                  </a:lnTo>
                  <a:lnTo>
                    <a:pt x="8630740" y="756792"/>
                  </a:lnTo>
                  <a:lnTo>
                    <a:pt x="8619794" y="756792"/>
                  </a:lnTo>
                  <a:lnTo>
                    <a:pt x="8614321" y="756792"/>
                  </a:lnTo>
                  <a:lnTo>
                    <a:pt x="8614321" y="772893"/>
                  </a:lnTo>
                  <a:lnTo>
                    <a:pt x="8608848" y="772893"/>
                  </a:lnTo>
                  <a:lnTo>
                    <a:pt x="8603375" y="772893"/>
                  </a:lnTo>
                  <a:lnTo>
                    <a:pt x="8592430" y="772893"/>
                  </a:lnTo>
                  <a:lnTo>
                    <a:pt x="8586957" y="772893"/>
                  </a:lnTo>
                  <a:lnTo>
                    <a:pt x="8581484" y="772893"/>
                  </a:lnTo>
                  <a:lnTo>
                    <a:pt x="8576011" y="772893"/>
                  </a:lnTo>
                  <a:lnTo>
                    <a:pt x="8565065" y="772893"/>
                  </a:lnTo>
                  <a:lnTo>
                    <a:pt x="8559592" y="772893"/>
                  </a:lnTo>
                  <a:lnTo>
                    <a:pt x="8554119" y="772893"/>
                  </a:lnTo>
                  <a:lnTo>
                    <a:pt x="8548647" y="772893"/>
                  </a:lnTo>
                  <a:lnTo>
                    <a:pt x="8543174" y="772893"/>
                  </a:lnTo>
                  <a:lnTo>
                    <a:pt x="8537701" y="772893"/>
                  </a:lnTo>
                  <a:lnTo>
                    <a:pt x="8532228" y="772893"/>
                  </a:lnTo>
                  <a:lnTo>
                    <a:pt x="8526755" y="772893"/>
                  </a:lnTo>
                  <a:lnTo>
                    <a:pt x="8521282" y="772893"/>
                  </a:lnTo>
                  <a:lnTo>
                    <a:pt x="8515809" y="772893"/>
                  </a:lnTo>
                  <a:lnTo>
                    <a:pt x="8510336" y="772893"/>
                  </a:lnTo>
                  <a:lnTo>
                    <a:pt x="8504863" y="772893"/>
                  </a:lnTo>
                  <a:lnTo>
                    <a:pt x="8499391" y="772893"/>
                  </a:lnTo>
                  <a:lnTo>
                    <a:pt x="8493918" y="772893"/>
                  </a:lnTo>
                  <a:lnTo>
                    <a:pt x="8488445" y="772893"/>
                  </a:lnTo>
                  <a:lnTo>
                    <a:pt x="8477499" y="772893"/>
                  </a:lnTo>
                  <a:lnTo>
                    <a:pt x="8472026" y="772893"/>
                  </a:lnTo>
                  <a:lnTo>
                    <a:pt x="8466553" y="772893"/>
                  </a:lnTo>
                  <a:lnTo>
                    <a:pt x="8466553" y="788664"/>
                  </a:lnTo>
                  <a:lnTo>
                    <a:pt x="8461080" y="788664"/>
                  </a:lnTo>
                  <a:lnTo>
                    <a:pt x="8455607" y="788664"/>
                  </a:lnTo>
                  <a:lnTo>
                    <a:pt x="8450135" y="788664"/>
                  </a:lnTo>
                  <a:lnTo>
                    <a:pt x="8444662" y="788664"/>
                  </a:lnTo>
                  <a:lnTo>
                    <a:pt x="8433716" y="788664"/>
                  </a:lnTo>
                  <a:lnTo>
                    <a:pt x="8428243" y="788664"/>
                  </a:lnTo>
                  <a:lnTo>
                    <a:pt x="8422770" y="788664"/>
                  </a:lnTo>
                  <a:lnTo>
                    <a:pt x="8417297" y="788664"/>
                  </a:lnTo>
                  <a:lnTo>
                    <a:pt x="8411824" y="788664"/>
                  </a:lnTo>
                  <a:lnTo>
                    <a:pt x="8406352" y="788664"/>
                  </a:lnTo>
                  <a:lnTo>
                    <a:pt x="8400879" y="788664"/>
                  </a:lnTo>
                  <a:lnTo>
                    <a:pt x="8395406" y="788664"/>
                  </a:lnTo>
                  <a:lnTo>
                    <a:pt x="8389933" y="788664"/>
                  </a:lnTo>
                  <a:lnTo>
                    <a:pt x="8389933" y="804288"/>
                  </a:lnTo>
                  <a:lnTo>
                    <a:pt x="8384460" y="804288"/>
                  </a:lnTo>
                  <a:lnTo>
                    <a:pt x="8378987" y="804288"/>
                  </a:lnTo>
                  <a:lnTo>
                    <a:pt x="8373514" y="804288"/>
                  </a:lnTo>
                  <a:lnTo>
                    <a:pt x="8368041" y="804288"/>
                  </a:lnTo>
                  <a:lnTo>
                    <a:pt x="8362568" y="804288"/>
                  </a:lnTo>
                  <a:lnTo>
                    <a:pt x="8351623" y="804288"/>
                  </a:lnTo>
                  <a:lnTo>
                    <a:pt x="8346150" y="804288"/>
                  </a:lnTo>
                  <a:lnTo>
                    <a:pt x="8340677" y="804288"/>
                  </a:lnTo>
                  <a:lnTo>
                    <a:pt x="8335204" y="804288"/>
                  </a:lnTo>
                  <a:lnTo>
                    <a:pt x="8329731" y="804288"/>
                  </a:lnTo>
                  <a:lnTo>
                    <a:pt x="8324258" y="804288"/>
                  </a:lnTo>
                  <a:lnTo>
                    <a:pt x="8318785" y="804288"/>
                  </a:lnTo>
                  <a:lnTo>
                    <a:pt x="8313312" y="804288"/>
                  </a:lnTo>
                  <a:lnTo>
                    <a:pt x="8307840" y="804288"/>
                  </a:lnTo>
                  <a:lnTo>
                    <a:pt x="8302367" y="804288"/>
                  </a:lnTo>
                  <a:lnTo>
                    <a:pt x="8296894" y="804288"/>
                  </a:lnTo>
                  <a:lnTo>
                    <a:pt x="8291421" y="804288"/>
                  </a:lnTo>
                  <a:lnTo>
                    <a:pt x="8285948" y="804288"/>
                  </a:lnTo>
                  <a:lnTo>
                    <a:pt x="8280475" y="804288"/>
                  </a:lnTo>
                  <a:lnTo>
                    <a:pt x="8275002" y="804288"/>
                  </a:lnTo>
                  <a:lnTo>
                    <a:pt x="8269529" y="804288"/>
                  </a:lnTo>
                  <a:lnTo>
                    <a:pt x="8258584" y="804288"/>
                  </a:lnTo>
                  <a:lnTo>
                    <a:pt x="8253111" y="804288"/>
                  </a:lnTo>
                  <a:lnTo>
                    <a:pt x="8247638" y="804288"/>
                  </a:lnTo>
                  <a:lnTo>
                    <a:pt x="8242165" y="804288"/>
                  </a:lnTo>
                  <a:lnTo>
                    <a:pt x="8236692" y="804288"/>
                  </a:lnTo>
                  <a:lnTo>
                    <a:pt x="8231219" y="804288"/>
                  </a:lnTo>
                  <a:lnTo>
                    <a:pt x="8225746" y="804288"/>
                  </a:lnTo>
                  <a:lnTo>
                    <a:pt x="8225746" y="819574"/>
                  </a:lnTo>
                  <a:lnTo>
                    <a:pt x="8220273" y="819574"/>
                  </a:lnTo>
                  <a:lnTo>
                    <a:pt x="8214801" y="819574"/>
                  </a:lnTo>
                  <a:lnTo>
                    <a:pt x="8209328" y="819574"/>
                  </a:lnTo>
                  <a:lnTo>
                    <a:pt x="8203855" y="819574"/>
                  </a:lnTo>
                  <a:lnTo>
                    <a:pt x="8198382" y="819574"/>
                  </a:lnTo>
                  <a:lnTo>
                    <a:pt x="8198382" y="834726"/>
                  </a:lnTo>
                  <a:lnTo>
                    <a:pt x="8192909" y="834726"/>
                  </a:lnTo>
                  <a:lnTo>
                    <a:pt x="8187436" y="834726"/>
                  </a:lnTo>
                  <a:lnTo>
                    <a:pt x="8181963" y="834726"/>
                  </a:lnTo>
                  <a:lnTo>
                    <a:pt x="8176490" y="834726"/>
                  </a:lnTo>
                  <a:lnTo>
                    <a:pt x="8171017" y="834726"/>
                  </a:lnTo>
                  <a:lnTo>
                    <a:pt x="8165545" y="834726"/>
                  </a:lnTo>
                  <a:lnTo>
                    <a:pt x="8160072" y="834726"/>
                  </a:lnTo>
                  <a:lnTo>
                    <a:pt x="8154599" y="834726"/>
                  </a:lnTo>
                  <a:lnTo>
                    <a:pt x="8149126" y="834726"/>
                  </a:lnTo>
                  <a:lnTo>
                    <a:pt x="8143653" y="834726"/>
                  </a:lnTo>
                  <a:lnTo>
                    <a:pt x="8138180" y="834726"/>
                  </a:lnTo>
                  <a:lnTo>
                    <a:pt x="8132707" y="834726"/>
                  </a:lnTo>
                  <a:lnTo>
                    <a:pt x="8121761" y="834726"/>
                  </a:lnTo>
                  <a:lnTo>
                    <a:pt x="8116289" y="834726"/>
                  </a:lnTo>
                  <a:lnTo>
                    <a:pt x="8099870" y="834726"/>
                  </a:lnTo>
                  <a:lnTo>
                    <a:pt x="8094397" y="834726"/>
                  </a:lnTo>
                  <a:lnTo>
                    <a:pt x="8088924" y="834726"/>
                  </a:lnTo>
                  <a:lnTo>
                    <a:pt x="8083451" y="834726"/>
                  </a:lnTo>
                  <a:lnTo>
                    <a:pt x="8077978" y="834726"/>
                  </a:lnTo>
                  <a:lnTo>
                    <a:pt x="8072506" y="834726"/>
                  </a:lnTo>
                  <a:lnTo>
                    <a:pt x="8067033" y="834726"/>
                  </a:lnTo>
                  <a:lnTo>
                    <a:pt x="8061560" y="834726"/>
                  </a:lnTo>
                  <a:lnTo>
                    <a:pt x="8056087" y="834726"/>
                  </a:lnTo>
                  <a:lnTo>
                    <a:pt x="8050614" y="834726"/>
                  </a:lnTo>
                  <a:lnTo>
                    <a:pt x="8045141" y="834726"/>
                  </a:lnTo>
                  <a:lnTo>
                    <a:pt x="8039668" y="834726"/>
                  </a:lnTo>
                  <a:lnTo>
                    <a:pt x="8039668" y="849537"/>
                  </a:lnTo>
                  <a:lnTo>
                    <a:pt x="8034195" y="849537"/>
                  </a:lnTo>
                  <a:lnTo>
                    <a:pt x="8023250" y="849537"/>
                  </a:lnTo>
                  <a:lnTo>
                    <a:pt x="8017777" y="849537"/>
                  </a:lnTo>
                  <a:lnTo>
                    <a:pt x="8012304" y="849537"/>
                  </a:lnTo>
                  <a:lnTo>
                    <a:pt x="8006831" y="849537"/>
                  </a:lnTo>
                  <a:lnTo>
                    <a:pt x="8001358" y="849537"/>
                  </a:lnTo>
                  <a:lnTo>
                    <a:pt x="7995885" y="849537"/>
                  </a:lnTo>
                  <a:lnTo>
                    <a:pt x="7984939" y="849537"/>
                  </a:lnTo>
                  <a:lnTo>
                    <a:pt x="7979466" y="849537"/>
                  </a:lnTo>
                  <a:lnTo>
                    <a:pt x="7973994" y="849537"/>
                  </a:lnTo>
                  <a:lnTo>
                    <a:pt x="7968521" y="849537"/>
                  </a:lnTo>
                  <a:lnTo>
                    <a:pt x="7957575" y="849537"/>
                  </a:lnTo>
                  <a:lnTo>
                    <a:pt x="7957575" y="864224"/>
                  </a:lnTo>
                  <a:lnTo>
                    <a:pt x="7952102" y="864224"/>
                  </a:lnTo>
                  <a:lnTo>
                    <a:pt x="7946629" y="864224"/>
                  </a:lnTo>
                  <a:lnTo>
                    <a:pt x="7941156" y="864224"/>
                  </a:lnTo>
                  <a:lnTo>
                    <a:pt x="7935683" y="864224"/>
                  </a:lnTo>
                  <a:lnTo>
                    <a:pt x="7930210" y="864224"/>
                  </a:lnTo>
                  <a:lnTo>
                    <a:pt x="7924738" y="864224"/>
                  </a:lnTo>
                  <a:lnTo>
                    <a:pt x="7919265" y="864224"/>
                  </a:lnTo>
                  <a:lnTo>
                    <a:pt x="7913792" y="864224"/>
                  </a:lnTo>
                  <a:lnTo>
                    <a:pt x="7908319" y="864224"/>
                  </a:lnTo>
                  <a:lnTo>
                    <a:pt x="7902846" y="864224"/>
                  </a:lnTo>
                  <a:lnTo>
                    <a:pt x="7897373" y="864224"/>
                  </a:lnTo>
                  <a:lnTo>
                    <a:pt x="7891900" y="864224"/>
                  </a:lnTo>
                  <a:lnTo>
                    <a:pt x="7886427" y="864224"/>
                  </a:lnTo>
                  <a:lnTo>
                    <a:pt x="7880955" y="864224"/>
                  </a:lnTo>
                  <a:lnTo>
                    <a:pt x="7875482" y="864224"/>
                  </a:lnTo>
                  <a:lnTo>
                    <a:pt x="7870009" y="864224"/>
                  </a:lnTo>
                  <a:lnTo>
                    <a:pt x="7864536" y="864224"/>
                  </a:lnTo>
                  <a:lnTo>
                    <a:pt x="7859063" y="864224"/>
                  </a:lnTo>
                  <a:lnTo>
                    <a:pt x="7853590" y="864224"/>
                  </a:lnTo>
                  <a:lnTo>
                    <a:pt x="7848117" y="864224"/>
                  </a:lnTo>
                  <a:lnTo>
                    <a:pt x="7842644" y="864224"/>
                  </a:lnTo>
                  <a:lnTo>
                    <a:pt x="7831699" y="864224"/>
                  </a:lnTo>
                  <a:lnTo>
                    <a:pt x="7826226" y="864224"/>
                  </a:lnTo>
                  <a:lnTo>
                    <a:pt x="7820753" y="864224"/>
                  </a:lnTo>
                  <a:lnTo>
                    <a:pt x="7820753" y="892909"/>
                  </a:lnTo>
                  <a:lnTo>
                    <a:pt x="7815280" y="892909"/>
                  </a:lnTo>
                  <a:lnTo>
                    <a:pt x="7809807" y="892909"/>
                  </a:lnTo>
                  <a:lnTo>
                    <a:pt x="7804334" y="892909"/>
                  </a:lnTo>
                  <a:lnTo>
                    <a:pt x="7798861" y="892909"/>
                  </a:lnTo>
                  <a:lnTo>
                    <a:pt x="7793388" y="892909"/>
                  </a:lnTo>
                  <a:lnTo>
                    <a:pt x="7787915" y="892909"/>
                  </a:lnTo>
                  <a:lnTo>
                    <a:pt x="7771497" y="892909"/>
                  </a:lnTo>
                  <a:lnTo>
                    <a:pt x="7766024" y="892909"/>
                  </a:lnTo>
                  <a:lnTo>
                    <a:pt x="7760551" y="892909"/>
                  </a:lnTo>
                  <a:lnTo>
                    <a:pt x="7755078" y="892909"/>
                  </a:lnTo>
                  <a:lnTo>
                    <a:pt x="7749605" y="892909"/>
                  </a:lnTo>
                  <a:lnTo>
                    <a:pt x="7744132" y="892909"/>
                  </a:lnTo>
                  <a:lnTo>
                    <a:pt x="7738659" y="892909"/>
                  </a:lnTo>
                  <a:lnTo>
                    <a:pt x="7733187" y="892909"/>
                  </a:lnTo>
                  <a:lnTo>
                    <a:pt x="7727714" y="892909"/>
                  </a:lnTo>
                  <a:lnTo>
                    <a:pt x="7722241" y="892909"/>
                  </a:lnTo>
                  <a:lnTo>
                    <a:pt x="7716768" y="892909"/>
                  </a:lnTo>
                  <a:lnTo>
                    <a:pt x="7711295" y="892909"/>
                  </a:lnTo>
                  <a:lnTo>
                    <a:pt x="7705822" y="892909"/>
                  </a:lnTo>
                  <a:lnTo>
                    <a:pt x="7700349" y="892909"/>
                  </a:lnTo>
                  <a:lnTo>
                    <a:pt x="7694876" y="892909"/>
                  </a:lnTo>
                  <a:lnTo>
                    <a:pt x="7689404" y="892909"/>
                  </a:lnTo>
                  <a:lnTo>
                    <a:pt x="7683931" y="892909"/>
                  </a:lnTo>
                  <a:lnTo>
                    <a:pt x="7678458" y="892909"/>
                  </a:lnTo>
                  <a:lnTo>
                    <a:pt x="7672985" y="892909"/>
                  </a:lnTo>
                  <a:lnTo>
                    <a:pt x="7667512" y="892909"/>
                  </a:lnTo>
                  <a:lnTo>
                    <a:pt x="7662039" y="892909"/>
                  </a:lnTo>
                  <a:lnTo>
                    <a:pt x="7656566" y="892909"/>
                  </a:lnTo>
                  <a:lnTo>
                    <a:pt x="7651093" y="892909"/>
                  </a:lnTo>
                  <a:lnTo>
                    <a:pt x="7645620" y="892909"/>
                  </a:lnTo>
                  <a:lnTo>
                    <a:pt x="7640148" y="892909"/>
                  </a:lnTo>
                  <a:lnTo>
                    <a:pt x="7634675" y="892909"/>
                  </a:lnTo>
                  <a:lnTo>
                    <a:pt x="7629202" y="892909"/>
                  </a:lnTo>
                  <a:lnTo>
                    <a:pt x="7623729" y="892909"/>
                  </a:lnTo>
                  <a:lnTo>
                    <a:pt x="7618256" y="892909"/>
                  </a:lnTo>
                  <a:lnTo>
                    <a:pt x="7612783" y="892909"/>
                  </a:lnTo>
                  <a:lnTo>
                    <a:pt x="7607310" y="892909"/>
                  </a:lnTo>
                  <a:lnTo>
                    <a:pt x="7601837" y="892909"/>
                  </a:lnTo>
                  <a:lnTo>
                    <a:pt x="7590892" y="892909"/>
                  </a:lnTo>
                  <a:lnTo>
                    <a:pt x="7585419" y="892909"/>
                  </a:lnTo>
                  <a:lnTo>
                    <a:pt x="7579946" y="892909"/>
                  </a:lnTo>
                  <a:lnTo>
                    <a:pt x="7569000" y="892909"/>
                  </a:lnTo>
                  <a:lnTo>
                    <a:pt x="7563527" y="892909"/>
                  </a:lnTo>
                  <a:lnTo>
                    <a:pt x="7558054" y="892909"/>
                  </a:lnTo>
                  <a:lnTo>
                    <a:pt x="7547109" y="892909"/>
                  </a:lnTo>
                  <a:lnTo>
                    <a:pt x="7541636" y="892909"/>
                  </a:lnTo>
                  <a:lnTo>
                    <a:pt x="7536163" y="892909"/>
                  </a:lnTo>
                  <a:lnTo>
                    <a:pt x="7536163" y="906780"/>
                  </a:lnTo>
                  <a:lnTo>
                    <a:pt x="7530690" y="906780"/>
                  </a:lnTo>
                  <a:lnTo>
                    <a:pt x="7525217" y="906780"/>
                  </a:lnTo>
                  <a:lnTo>
                    <a:pt x="7519744" y="906780"/>
                  </a:lnTo>
                  <a:lnTo>
                    <a:pt x="7514271" y="906780"/>
                  </a:lnTo>
                  <a:lnTo>
                    <a:pt x="7508798" y="906780"/>
                  </a:lnTo>
                  <a:lnTo>
                    <a:pt x="7503325" y="906780"/>
                  </a:lnTo>
                  <a:lnTo>
                    <a:pt x="7492380" y="906780"/>
                  </a:lnTo>
                  <a:lnTo>
                    <a:pt x="7486907" y="906780"/>
                  </a:lnTo>
                  <a:lnTo>
                    <a:pt x="7481434" y="906780"/>
                  </a:lnTo>
                  <a:lnTo>
                    <a:pt x="7475961" y="906780"/>
                  </a:lnTo>
                  <a:lnTo>
                    <a:pt x="7470488" y="906780"/>
                  </a:lnTo>
                  <a:lnTo>
                    <a:pt x="7465015" y="906780"/>
                  </a:lnTo>
                  <a:lnTo>
                    <a:pt x="7459542" y="906780"/>
                  </a:lnTo>
                  <a:lnTo>
                    <a:pt x="7454069" y="906780"/>
                  </a:lnTo>
                  <a:lnTo>
                    <a:pt x="7448597" y="906780"/>
                  </a:lnTo>
                  <a:lnTo>
                    <a:pt x="7443124" y="906780"/>
                  </a:lnTo>
                  <a:lnTo>
                    <a:pt x="7437651" y="906780"/>
                  </a:lnTo>
                  <a:lnTo>
                    <a:pt x="7432178" y="906780"/>
                  </a:lnTo>
                  <a:lnTo>
                    <a:pt x="7426705" y="906780"/>
                  </a:lnTo>
                  <a:lnTo>
                    <a:pt x="7421232" y="906780"/>
                  </a:lnTo>
                  <a:lnTo>
                    <a:pt x="7415759" y="906780"/>
                  </a:lnTo>
                  <a:lnTo>
                    <a:pt x="7410286" y="906780"/>
                  </a:lnTo>
                  <a:lnTo>
                    <a:pt x="7404813" y="906780"/>
                  </a:lnTo>
                  <a:lnTo>
                    <a:pt x="7399341" y="906780"/>
                  </a:lnTo>
                  <a:lnTo>
                    <a:pt x="7393868" y="906780"/>
                  </a:lnTo>
                  <a:lnTo>
                    <a:pt x="7388395" y="906780"/>
                  </a:lnTo>
                  <a:lnTo>
                    <a:pt x="7382922" y="906780"/>
                  </a:lnTo>
                  <a:lnTo>
                    <a:pt x="7377449" y="906780"/>
                  </a:lnTo>
                  <a:lnTo>
                    <a:pt x="7371976" y="906780"/>
                  </a:lnTo>
                  <a:lnTo>
                    <a:pt x="7366503" y="906780"/>
                  </a:lnTo>
                  <a:lnTo>
                    <a:pt x="7361030" y="906780"/>
                  </a:lnTo>
                  <a:lnTo>
                    <a:pt x="7355558" y="906780"/>
                  </a:lnTo>
                  <a:lnTo>
                    <a:pt x="7350085" y="906780"/>
                  </a:lnTo>
                  <a:lnTo>
                    <a:pt x="7344612" y="906780"/>
                  </a:lnTo>
                  <a:lnTo>
                    <a:pt x="7339139" y="906780"/>
                  </a:lnTo>
                  <a:lnTo>
                    <a:pt x="7333666" y="906780"/>
                  </a:lnTo>
                  <a:lnTo>
                    <a:pt x="7328193" y="906780"/>
                  </a:lnTo>
                  <a:lnTo>
                    <a:pt x="7322720" y="906780"/>
                  </a:lnTo>
                  <a:lnTo>
                    <a:pt x="7317247" y="906780"/>
                  </a:lnTo>
                  <a:lnTo>
                    <a:pt x="7311774" y="906780"/>
                  </a:lnTo>
                  <a:lnTo>
                    <a:pt x="7306302" y="906780"/>
                  </a:lnTo>
                  <a:lnTo>
                    <a:pt x="7300829" y="906780"/>
                  </a:lnTo>
                  <a:lnTo>
                    <a:pt x="7295356" y="906780"/>
                  </a:lnTo>
                  <a:lnTo>
                    <a:pt x="7289883" y="906780"/>
                  </a:lnTo>
                  <a:lnTo>
                    <a:pt x="7284410" y="906780"/>
                  </a:lnTo>
                  <a:lnTo>
                    <a:pt x="7278937" y="906780"/>
                  </a:lnTo>
                  <a:lnTo>
                    <a:pt x="7273464" y="906780"/>
                  </a:lnTo>
                  <a:lnTo>
                    <a:pt x="7267991" y="906780"/>
                  </a:lnTo>
                  <a:lnTo>
                    <a:pt x="7262518" y="906780"/>
                  </a:lnTo>
                  <a:lnTo>
                    <a:pt x="7257046" y="906780"/>
                  </a:lnTo>
                  <a:lnTo>
                    <a:pt x="7251573" y="906780"/>
                  </a:lnTo>
                  <a:lnTo>
                    <a:pt x="7246100" y="906780"/>
                  </a:lnTo>
                  <a:lnTo>
                    <a:pt x="7240627" y="906780"/>
                  </a:lnTo>
                  <a:lnTo>
                    <a:pt x="7229681" y="906780"/>
                  </a:lnTo>
                  <a:lnTo>
                    <a:pt x="7224208" y="906780"/>
                  </a:lnTo>
                  <a:lnTo>
                    <a:pt x="7218735" y="906780"/>
                  </a:lnTo>
                  <a:lnTo>
                    <a:pt x="7213262" y="906780"/>
                  </a:lnTo>
                  <a:lnTo>
                    <a:pt x="7207790" y="906780"/>
                  </a:lnTo>
                  <a:lnTo>
                    <a:pt x="7202317" y="906780"/>
                  </a:lnTo>
                  <a:lnTo>
                    <a:pt x="7202317" y="920112"/>
                  </a:lnTo>
                  <a:lnTo>
                    <a:pt x="7196844" y="920112"/>
                  </a:lnTo>
                  <a:lnTo>
                    <a:pt x="7196844" y="933437"/>
                  </a:lnTo>
                  <a:lnTo>
                    <a:pt x="7191371" y="933437"/>
                  </a:lnTo>
                  <a:lnTo>
                    <a:pt x="7185898" y="933437"/>
                  </a:lnTo>
                  <a:lnTo>
                    <a:pt x="7180425" y="933437"/>
                  </a:lnTo>
                  <a:lnTo>
                    <a:pt x="7174952" y="933437"/>
                  </a:lnTo>
                  <a:lnTo>
                    <a:pt x="7169479" y="933437"/>
                  </a:lnTo>
                  <a:lnTo>
                    <a:pt x="7164007" y="933437"/>
                  </a:lnTo>
                  <a:lnTo>
                    <a:pt x="7158534" y="933437"/>
                  </a:lnTo>
                  <a:lnTo>
                    <a:pt x="7153061" y="933437"/>
                  </a:lnTo>
                  <a:lnTo>
                    <a:pt x="7153061" y="946648"/>
                  </a:lnTo>
                  <a:lnTo>
                    <a:pt x="7147588" y="946648"/>
                  </a:lnTo>
                  <a:lnTo>
                    <a:pt x="7142115" y="946648"/>
                  </a:lnTo>
                  <a:lnTo>
                    <a:pt x="7136642" y="946648"/>
                  </a:lnTo>
                  <a:lnTo>
                    <a:pt x="7131169" y="946648"/>
                  </a:lnTo>
                  <a:lnTo>
                    <a:pt x="7125696" y="946648"/>
                  </a:lnTo>
                  <a:lnTo>
                    <a:pt x="7120223" y="946648"/>
                  </a:lnTo>
                  <a:lnTo>
                    <a:pt x="7114751" y="946648"/>
                  </a:lnTo>
                  <a:lnTo>
                    <a:pt x="7109278" y="946648"/>
                  </a:lnTo>
                  <a:lnTo>
                    <a:pt x="7103805" y="946648"/>
                  </a:lnTo>
                  <a:lnTo>
                    <a:pt x="7098332" y="946648"/>
                  </a:lnTo>
                  <a:lnTo>
                    <a:pt x="7092859" y="946648"/>
                  </a:lnTo>
                  <a:lnTo>
                    <a:pt x="7087386" y="946648"/>
                  </a:lnTo>
                  <a:lnTo>
                    <a:pt x="7081913" y="946648"/>
                  </a:lnTo>
                  <a:lnTo>
                    <a:pt x="7070967" y="946648"/>
                  </a:lnTo>
                  <a:lnTo>
                    <a:pt x="7065495" y="946648"/>
                  </a:lnTo>
                  <a:lnTo>
                    <a:pt x="7060022" y="946648"/>
                  </a:lnTo>
                  <a:lnTo>
                    <a:pt x="7054549" y="946648"/>
                  </a:lnTo>
                  <a:lnTo>
                    <a:pt x="7054549" y="959728"/>
                  </a:lnTo>
                  <a:lnTo>
                    <a:pt x="7049076" y="959728"/>
                  </a:lnTo>
                  <a:lnTo>
                    <a:pt x="7043603" y="959728"/>
                  </a:lnTo>
                  <a:lnTo>
                    <a:pt x="7038130" y="959728"/>
                  </a:lnTo>
                  <a:lnTo>
                    <a:pt x="7032657" y="959728"/>
                  </a:lnTo>
                  <a:lnTo>
                    <a:pt x="7027184" y="959728"/>
                  </a:lnTo>
                  <a:lnTo>
                    <a:pt x="7021712" y="959728"/>
                  </a:lnTo>
                  <a:lnTo>
                    <a:pt x="7016239" y="959728"/>
                  </a:lnTo>
                  <a:lnTo>
                    <a:pt x="7010766" y="959728"/>
                  </a:lnTo>
                  <a:lnTo>
                    <a:pt x="7005293" y="959728"/>
                  </a:lnTo>
                  <a:lnTo>
                    <a:pt x="6999820" y="959728"/>
                  </a:lnTo>
                  <a:lnTo>
                    <a:pt x="6994347" y="959728"/>
                  </a:lnTo>
                  <a:lnTo>
                    <a:pt x="6988874" y="959728"/>
                  </a:lnTo>
                  <a:lnTo>
                    <a:pt x="6983401" y="959728"/>
                  </a:lnTo>
                  <a:lnTo>
                    <a:pt x="6977928" y="959728"/>
                  </a:lnTo>
                  <a:lnTo>
                    <a:pt x="6972456" y="959728"/>
                  </a:lnTo>
                  <a:lnTo>
                    <a:pt x="6966983" y="959728"/>
                  </a:lnTo>
                  <a:lnTo>
                    <a:pt x="6961510" y="959728"/>
                  </a:lnTo>
                  <a:lnTo>
                    <a:pt x="6956037" y="959728"/>
                  </a:lnTo>
                  <a:lnTo>
                    <a:pt x="6950564" y="959728"/>
                  </a:lnTo>
                  <a:lnTo>
                    <a:pt x="6945091" y="959728"/>
                  </a:lnTo>
                  <a:lnTo>
                    <a:pt x="6939618" y="959728"/>
                  </a:lnTo>
                  <a:lnTo>
                    <a:pt x="6934145" y="959728"/>
                  </a:lnTo>
                  <a:lnTo>
                    <a:pt x="6928672" y="959728"/>
                  </a:lnTo>
                  <a:lnTo>
                    <a:pt x="6923200" y="959728"/>
                  </a:lnTo>
                  <a:lnTo>
                    <a:pt x="6917727" y="959728"/>
                  </a:lnTo>
                  <a:lnTo>
                    <a:pt x="6912254" y="959728"/>
                  </a:lnTo>
                  <a:lnTo>
                    <a:pt x="6906781" y="959728"/>
                  </a:lnTo>
                  <a:lnTo>
                    <a:pt x="6906781" y="972580"/>
                  </a:lnTo>
                  <a:lnTo>
                    <a:pt x="6901308" y="972580"/>
                  </a:lnTo>
                  <a:lnTo>
                    <a:pt x="6895835" y="972580"/>
                  </a:lnTo>
                  <a:lnTo>
                    <a:pt x="6890362" y="972580"/>
                  </a:lnTo>
                  <a:lnTo>
                    <a:pt x="6884889" y="972580"/>
                  </a:lnTo>
                  <a:lnTo>
                    <a:pt x="6879416" y="972580"/>
                  </a:lnTo>
                  <a:lnTo>
                    <a:pt x="6873944" y="972580"/>
                  </a:lnTo>
                  <a:lnTo>
                    <a:pt x="6868471" y="972580"/>
                  </a:lnTo>
                  <a:lnTo>
                    <a:pt x="6862998" y="972580"/>
                  </a:lnTo>
                  <a:lnTo>
                    <a:pt x="6857525" y="972580"/>
                  </a:lnTo>
                  <a:lnTo>
                    <a:pt x="6852052" y="972580"/>
                  </a:lnTo>
                  <a:lnTo>
                    <a:pt x="6852052" y="985329"/>
                  </a:lnTo>
                  <a:lnTo>
                    <a:pt x="6846579" y="985329"/>
                  </a:lnTo>
                  <a:lnTo>
                    <a:pt x="6841106" y="985329"/>
                  </a:lnTo>
                  <a:lnTo>
                    <a:pt x="6835633" y="985329"/>
                  </a:lnTo>
                  <a:lnTo>
                    <a:pt x="6830161" y="985329"/>
                  </a:lnTo>
                  <a:lnTo>
                    <a:pt x="6824688" y="985329"/>
                  </a:lnTo>
                  <a:lnTo>
                    <a:pt x="6819215" y="985329"/>
                  </a:lnTo>
                  <a:lnTo>
                    <a:pt x="6813742" y="985329"/>
                  </a:lnTo>
                  <a:lnTo>
                    <a:pt x="6808269" y="985329"/>
                  </a:lnTo>
                  <a:lnTo>
                    <a:pt x="6797323" y="985329"/>
                  </a:lnTo>
                  <a:lnTo>
                    <a:pt x="6791850" y="985329"/>
                  </a:lnTo>
                  <a:lnTo>
                    <a:pt x="6786377" y="985329"/>
                  </a:lnTo>
                  <a:lnTo>
                    <a:pt x="6780905" y="985329"/>
                  </a:lnTo>
                  <a:lnTo>
                    <a:pt x="6775432" y="985329"/>
                  </a:lnTo>
                  <a:lnTo>
                    <a:pt x="6769959" y="985329"/>
                  </a:lnTo>
                  <a:lnTo>
                    <a:pt x="6764486" y="985329"/>
                  </a:lnTo>
                  <a:lnTo>
                    <a:pt x="6764486" y="997922"/>
                  </a:lnTo>
                  <a:lnTo>
                    <a:pt x="6759013" y="997922"/>
                  </a:lnTo>
                  <a:lnTo>
                    <a:pt x="6753540" y="997922"/>
                  </a:lnTo>
                  <a:lnTo>
                    <a:pt x="6748067" y="997922"/>
                  </a:lnTo>
                  <a:lnTo>
                    <a:pt x="6742594" y="997922"/>
                  </a:lnTo>
                  <a:lnTo>
                    <a:pt x="6737121" y="997922"/>
                  </a:lnTo>
                  <a:lnTo>
                    <a:pt x="6731649" y="997922"/>
                  </a:lnTo>
                  <a:lnTo>
                    <a:pt x="6726176" y="997922"/>
                  </a:lnTo>
                  <a:lnTo>
                    <a:pt x="6720703" y="997922"/>
                  </a:lnTo>
                  <a:lnTo>
                    <a:pt x="6715230" y="997922"/>
                  </a:lnTo>
                  <a:lnTo>
                    <a:pt x="6709757" y="997922"/>
                  </a:lnTo>
                  <a:lnTo>
                    <a:pt x="6704284" y="997922"/>
                  </a:lnTo>
                  <a:lnTo>
                    <a:pt x="6704284" y="1010365"/>
                  </a:lnTo>
                  <a:lnTo>
                    <a:pt x="6698811" y="1010365"/>
                  </a:lnTo>
                  <a:lnTo>
                    <a:pt x="6693338" y="1010365"/>
                  </a:lnTo>
                  <a:lnTo>
                    <a:pt x="6687865" y="1010365"/>
                  </a:lnTo>
                  <a:lnTo>
                    <a:pt x="6682393" y="1010365"/>
                  </a:lnTo>
                  <a:lnTo>
                    <a:pt x="6676920" y="1010365"/>
                  </a:lnTo>
                  <a:lnTo>
                    <a:pt x="6671447" y="1010365"/>
                  </a:lnTo>
                  <a:lnTo>
                    <a:pt x="6665974" y="1010365"/>
                  </a:lnTo>
                  <a:lnTo>
                    <a:pt x="6660501" y="1010365"/>
                  </a:lnTo>
                  <a:lnTo>
                    <a:pt x="6655028" y="1010365"/>
                  </a:lnTo>
                  <a:lnTo>
                    <a:pt x="6649555" y="1010365"/>
                  </a:lnTo>
                  <a:lnTo>
                    <a:pt x="6644082" y="1010365"/>
                  </a:lnTo>
                  <a:lnTo>
                    <a:pt x="6638610" y="1010365"/>
                  </a:lnTo>
                  <a:lnTo>
                    <a:pt x="6633137" y="1010365"/>
                  </a:lnTo>
                  <a:lnTo>
                    <a:pt x="6627664" y="1010365"/>
                  </a:lnTo>
                  <a:lnTo>
                    <a:pt x="6622191" y="1010365"/>
                  </a:lnTo>
                  <a:lnTo>
                    <a:pt x="6616718" y="1010365"/>
                  </a:lnTo>
                  <a:lnTo>
                    <a:pt x="6611245" y="1010365"/>
                  </a:lnTo>
                  <a:lnTo>
                    <a:pt x="6605772" y="1010365"/>
                  </a:lnTo>
                  <a:lnTo>
                    <a:pt x="6600299" y="1010365"/>
                  </a:lnTo>
                  <a:lnTo>
                    <a:pt x="6594826" y="1010365"/>
                  </a:lnTo>
                  <a:lnTo>
                    <a:pt x="6589354" y="1010365"/>
                  </a:lnTo>
                  <a:lnTo>
                    <a:pt x="6583881" y="1010365"/>
                  </a:lnTo>
                  <a:lnTo>
                    <a:pt x="6578408" y="1010365"/>
                  </a:lnTo>
                  <a:lnTo>
                    <a:pt x="6572935" y="1010365"/>
                  </a:lnTo>
                  <a:lnTo>
                    <a:pt x="6572935" y="1022626"/>
                  </a:lnTo>
                  <a:lnTo>
                    <a:pt x="6567462" y="1022626"/>
                  </a:lnTo>
                  <a:lnTo>
                    <a:pt x="6561989" y="1022626"/>
                  </a:lnTo>
                  <a:lnTo>
                    <a:pt x="6556516" y="1022626"/>
                  </a:lnTo>
                  <a:lnTo>
                    <a:pt x="6551043" y="1022626"/>
                  </a:lnTo>
                  <a:lnTo>
                    <a:pt x="6540098" y="1022626"/>
                  </a:lnTo>
                  <a:lnTo>
                    <a:pt x="6529152" y="1022626"/>
                  </a:lnTo>
                  <a:lnTo>
                    <a:pt x="6523679" y="1022626"/>
                  </a:lnTo>
                  <a:lnTo>
                    <a:pt x="6518206" y="1022626"/>
                  </a:lnTo>
                  <a:lnTo>
                    <a:pt x="6512733" y="1022626"/>
                  </a:lnTo>
                  <a:lnTo>
                    <a:pt x="6507260" y="1022626"/>
                  </a:lnTo>
                  <a:lnTo>
                    <a:pt x="6501787" y="1022626"/>
                  </a:lnTo>
                  <a:lnTo>
                    <a:pt x="6496315" y="1022626"/>
                  </a:lnTo>
                  <a:lnTo>
                    <a:pt x="6490842" y="1022626"/>
                  </a:lnTo>
                  <a:lnTo>
                    <a:pt x="6485369" y="1022626"/>
                  </a:lnTo>
                  <a:lnTo>
                    <a:pt x="6479896" y="1022626"/>
                  </a:lnTo>
                  <a:lnTo>
                    <a:pt x="6479896" y="1034798"/>
                  </a:lnTo>
                  <a:lnTo>
                    <a:pt x="6474423" y="1034798"/>
                  </a:lnTo>
                  <a:lnTo>
                    <a:pt x="6468950" y="1034798"/>
                  </a:lnTo>
                  <a:lnTo>
                    <a:pt x="6463477" y="1034798"/>
                  </a:lnTo>
                  <a:lnTo>
                    <a:pt x="6458004" y="1034798"/>
                  </a:lnTo>
                  <a:lnTo>
                    <a:pt x="6452531" y="1034798"/>
                  </a:lnTo>
                  <a:lnTo>
                    <a:pt x="6452531" y="1046916"/>
                  </a:lnTo>
                  <a:lnTo>
                    <a:pt x="6447059" y="1046916"/>
                  </a:lnTo>
                  <a:lnTo>
                    <a:pt x="6441586" y="1046916"/>
                  </a:lnTo>
                  <a:lnTo>
                    <a:pt x="6436113" y="1046916"/>
                  </a:lnTo>
                  <a:lnTo>
                    <a:pt x="6430640" y="1046916"/>
                  </a:lnTo>
                  <a:lnTo>
                    <a:pt x="6425167" y="1046916"/>
                  </a:lnTo>
                  <a:lnTo>
                    <a:pt x="6419694" y="1046916"/>
                  </a:lnTo>
                  <a:lnTo>
                    <a:pt x="6414221" y="1046916"/>
                  </a:lnTo>
                  <a:lnTo>
                    <a:pt x="6408748" y="1046916"/>
                  </a:lnTo>
                  <a:lnTo>
                    <a:pt x="6403275" y="1046916"/>
                  </a:lnTo>
                  <a:lnTo>
                    <a:pt x="6397803" y="1046916"/>
                  </a:lnTo>
                  <a:lnTo>
                    <a:pt x="6392330" y="1046916"/>
                  </a:lnTo>
                  <a:lnTo>
                    <a:pt x="6386857" y="1046916"/>
                  </a:lnTo>
                  <a:lnTo>
                    <a:pt x="6381384" y="1046916"/>
                  </a:lnTo>
                  <a:lnTo>
                    <a:pt x="6375911" y="1046916"/>
                  </a:lnTo>
                  <a:lnTo>
                    <a:pt x="6370438" y="1046916"/>
                  </a:lnTo>
                  <a:lnTo>
                    <a:pt x="6364965" y="1046916"/>
                  </a:lnTo>
                  <a:lnTo>
                    <a:pt x="6359492" y="1046916"/>
                  </a:lnTo>
                  <a:lnTo>
                    <a:pt x="6354019" y="1046916"/>
                  </a:lnTo>
                  <a:lnTo>
                    <a:pt x="6343074" y="1046916"/>
                  </a:lnTo>
                  <a:lnTo>
                    <a:pt x="6337601" y="1046916"/>
                  </a:lnTo>
                  <a:lnTo>
                    <a:pt x="6332128" y="1046916"/>
                  </a:lnTo>
                  <a:lnTo>
                    <a:pt x="6332128" y="1058964"/>
                  </a:lnTo>
                  <a:lnTo>
                    <a:pt x="6326655" y="1058964"/>
                  </a:lnTo>
                  <a:lnTo>
                    <a:pt x="6321182" y="1058964"/>
                  </a:lnTo>
                  <a:lnTo>
                    <a:pt x="6321182" y="1071008"/>
                  </a:lnTo>
                  <a:lnTo>
                    <a:pt x="6315709" y="1071008"/>
                  </a:lnTo>
                  <a:lnTo>
                    <a:pt x="6310236" y="1071008"/>
                  </a:lnTo>
                  <a:lnTo>
                    <a:pt x="6304764" y="1071008"/>
                  </a:lnTo>
                  <a:lnTo>
                    <a:pt x="6299291" y="1071008"/>
                  </a:lnTo>
                  <a:lnTo>
                    <a:pt x="6293818" y="1071008"/>
                  </a:lnTo>
                  <a:lnTo>
                    <a:pt x="6288345" y="1071008"/>
                  </a:lnTo>
                  <a:lnTo>
                    <a:pt x="6282872" y="1071008"/>
                  </a:lnTo>
                  <a:lnTo>
                    <a:pt x="6277399" y="1071008"/>
                  </a:lnTo>
                  <a:lnTo>
                    <a:pt x="6271926" y="1071008"/>
                  </a:lnTo>
                  <a:lnTo>
                    <a:pt x="6266453" y="1071008"/>
                  </a:lnTo>
                  <a:lnTo>
                    <a:pt x="6260980" y="1071008"/>
                  </a:lnTo>
                  <a:lnTo>
                    <a:pt x="6250035" y="1071008"/>
                  </a:lnTo>
                  <a:lnTo>
                    <a:pt x="6244562" y="1071008"/>
                  </a:lnTo>
                  <a:lnTo>
                    <a:pt x="6239089" y="1071008"/>
                  </a:lnTo>
                  <a:lnTo>
                    <a:pt x="6233616" y="1071008"/>
                  </a:lnTo>
                  <a:lnTo>
                    <a:pt x="6228143" y="1071008"/>
                  </a:lnTo>
                  <a:lnTo>
                    <a:pt x="6222670" y="1071008"/>
                  </a:lnTo>
                  <a:lnTo>
                    <a:pt x="6217197" y="1071008"/>
                  </a:lnTo>
                  <a:lnTo>
                    <a:pt x="6211724" y="1071008"/>
                  </a:lnTo>
                  <a:lnTo>
                    <a:pt x="6206252" y="1071008"/>
                  </a:lnTo>
                  <a:lnTo>
                    <a:pt x="6206252" y="1082921"/>
                  </a:lnTo>
                  <a:lnTo>
                    <a:pt x="6200779" y="1082921"/>
                  </a:lnTo>
                  <a:lnTo>
                    <a:pt x="6195306" y="1082921"/>
                  </a:lnTo>
                  <a:lnTo>
                    <a:pt x="6189833" y="1082921"/>
                  </a:lnTo>
                  <a:lnTo>
                    <a:pt x="6184360" y="1082921"/>
                  </a:lnTo>
                  <a:lnTo>
                    <a:pt x="6184360" y="1094830"/>
                  </a:lnTo>
                  <a:lnTo>
                    <a:pt x="6178887" y="1094830"/>
                  </a:lnTo>
                  <a:lnTo>
                    <a:pt x="6173414" y="1094830"/>
                  </a:lnTo>
                  <a:lnTo>
                    <a:pt x="6167941" y="1094830"/>
                  </a:lnTo>
                  <a:lnTo>
                    <a:pt x="6162468" y="1094830"/>
                  </a:lnTo>
                  <a:lnTo>
                    <a:pt x="6156996" y="1094830"/>
                  </a:lnTo>
                  <a:lnTo>
                    <a:pt x="6151523" y="1094830"/>
                  </a:lnTo>
                  <a:lnTo>
                    <a:pt x="6146050" y="1094830"/>
                  </a:lnTo>
                  <a:lnTo>
                    <a:pt x="6140577" y="1094830"/>
                  </a:lnTo>
                  <a:lnTo>
                    <a:pt x="6135104" y="1094830"/>
                  </a:lnTo>
                  <a:lnTo>
                    <a:pt x="6129631" y="1094830"/>
                  </a:lnTo>
                  <a:lnTo>
                    <a:pt x="6124158" y="1094830"/>
                  </a:lnTo>
                  <a:lnTo>
                    <a:pt x="6118685" y="1094830"/>
                  </a:lnTo>
                  <a:lnTo>
                    <a:pt x="6113213" y="1094830"/>
                  </a:lnTo>
                  <a:lnTo>
                    <a:pt x="6107740" y="1094830"/>
                  </a:lnTo>
                  <a:lnTo>
                    <a:pt x="6102267" y="1094830"/>
                  </a:lnTo>
                  <a:lnTo>
                    <a:pt x="6096794" y="1094830"/>
                  </a:lnTo>
                  <a:lnTo>
                    <a:pt x="6091321" y="1094830"/>
                  </a:lnTo>
                  <a:lnTo>
                    <a:pt x="6085848" y="1094830"/>
                  </a:lnTo>
                  <a:lnTo>
                    <a:pt x="6080375" y="1094830"/>
                  </a:lnTo>
                  <a:lnTo>
                    <a:pt x="6074902" y="1094830"/>
                  </a:lnTo>
                  <a:lnTo>
                    <a:pt x="6069429" y="1094830"/>
                  </a:lnTo>
                  <a:lnTo>
                    <a:pt x="6063957" y="1094830"/>
                  </a:lnTo>
                  <a:lnTo>
                    <a:pt x="6058484" y="1094830"/>
                  </a:lnTo>
                  <a:lnTo>
                    <a:pt x="6053011" y="1094830"/>
                  </a:lnTo>
                  <a:lnTo>
                    <a:pt x="6047538" y="1094830"/>
                  </a:lnTo>
                  <a:lnTo>
                    <a:pt x="6042065" y="1094830"/>
                  </a:lnTo>
                  <a:lnTo>
                    <a:pt x="6036592" y="1094830"/>
                  </a:lnTo>
                  <a:lnTo>
                    <a:pt x="6031119" y="1094830"/>
                  </a:lnTo>
                  <a:lnTo>
                    <a:pt x="6025646" y="1094830"/>
                  </a:lnTo>
                  <a:lnTo>
                    <a:pt x="6020173" y="1094830"/>
                  </a:lnTo>
                  <a:lnTo>
                    <a:pt x="6014701" y="1094830"/>
                  </a:lnTo>
                  <a:lnTo>
                    <a:pt x="6009228" y="1094830"/>
                  </a:lnTo>
                  <a:lnTo>
                    <a:pt x="6003755" y="1094830"/>
                  </a:lnTo>
                  <a:lnTo>
                    <a:pt x="6003755" y="1106525"/>
                  </a:lnTo>
                  <a:lnTo>
                    <a:pt x="5998282" y="1106525"/>
                  </a:lnTo>
                  <a:lnTo>
                    <a:pt x="5992809" y="1106525"/>
                  </a:lnTo>
                  <a:lnTo>
                    <a:pt x="5987336" y="1106525"/>
                  </a:lnTo>
                  <a:lnTo>
                    <a:pt x="5981863" y="1106525"/>
                  </a:lnTo>
                  <a:lnTo>
                    <a:pt x="5976390" y="1106525"/>
                  </a:lnTo>
                  <a:lnTo>
                    <a:pt x="5970918" y="1106525"/>
                  </a:lnTo>
                  <a:lnTo>
                    <a:pt x="5965445" y="1106525"/>
                  </a:lnTo>
                  <a:lnTo>
                    <a:pt x="5959972" y="1106525"/>
                  </a:lnTo>
                  <a:lnTo>
                    <a:pt x="5954499" y="1106525"/>
                  </a:lnTo>
                  <a:lnTo>
                    <a:pt x="5949026" y="1106525"/>
                  </a:lnTo>
                  <a:lnTo>
                    <a:pt x="5943553" y="1106525"/>
                  </a:lnTo>
                  <a:lnTo>
                    <a:pt x="5938080" y="1106525"/>
                  </a:lnTo>
                  <a:lnTo>
                    <a:pt x="5932607" y="1106525"/>
                  </a:lnTo>
                  <a:lnTo>
                    <a:pt x="5932607" y="1118116"/>
                  </a:lnTo>
                  <a:lnTo>
                    <a:pt x="5927134" y="1118116"/>
                  </a:lnTo>
                  <a:lnTo>
                    <a:pt x="5921662" y="1118116"/>
                  </a:lnTo>
                  <a:lnTo>
                    <a:pt x="5916189" y="1118116"/>
                  </a:lnTo>
                  <a:lnTo>
                    <a:pt x="5910716" y="1118116"/>
                  </a:lnTo>
                  <a:lnTo>
                    <a:pt x="5905243" y="1118116"/>
                  </a:lnTo>
                  <a:lnTo>
                    <a:pt x="5899770" y="1118116"/>
                  </a:lnTo>
                  <a:lnTo>
                    <a:pt x="5894297" y="1118116"/>
                  </a:lnTo>
                  <a:lnTo>
                    <a:pt x="5888824" y="1118116"/>
                  </a:lnTo>
                  <a:lnTo>
                    <a:pt x="5883351" y="1118116"/>
                  </a:lnTo>
                  <a:lnTo>
                    <a:pt x="5877878" y="1118116"/>
                  </a:lnTo>
                  <a:lnTo>
                    <a:pt x="5872406" y="1118116"/>
                  </a:lnTo>
                  <a:lnTo>
                    <a:pt x="5866933" y="1118116"/>
                  </a:lnTo>
                  <a:lnTo>
                    <a:pt x="5861460" y="1118116"/>
                  </a:lnTo>
                  <a:lnTo>
                    <a:pt x="5855987" y="1118116"/>
                  </a:lnTo>
                  <a:lnTo>
                    <a:pt x="5850514" y="1118116"/>
                  </a:lnTo>
                  <a:lnTo>
                    <a:pt x="5845041" y="1118116"/>
                  </a:lnTo>
                  <a:lnTo>
                    <a:pt x="5839568" y="1118116"/>
                  </a:lnTo>
                  <a:lnTo>
                    <a:pt x="5834095" y="1118116"/>
                  </a:lnTo>
                  <a:lnTo>
                    <a:pt x="5828622" y="1118116"/>
                  </a:lnTo>
                  <a:lnTo>
                    <a:pt x="5823150" y="1118116"/>
                  </a:lnTo>
                  <a:lnTo>
                    <a:pt x="5817677" y="1118116"/>
                  </a:lnTo>
                  <a:lnTo>
                    <a:pt x="5812204" y="1118116"/>
                  </a:lnTo>
                  <a:lnTo>
                    <a:pt x="5806731" y="1118116"/>
                  </a:lnTo>
                  <a:lnTo>
                    <a:pt x="5801258" y="1118116"/>
                  </a:lnTo>
                  <a:lnTo>
                    <a:pt x="5795785" y="1118116"/>
                  </a:lnTo>
                  <a:lnTo>
                    <a:pt x="5795785" y="1129563"/>
                  </a:lnTo>
                  <a:lnTo>
                    <a:pt x="5790312" y="1129563"/>
                  </a:lnTo>
                  <a:lnTo>
                    <a:pt x="5784839" y="1129563"/>
                  </a:lnTo>
                  <a:lnTo>
                    <a:pt x="5779367" y="1129563"/>
                  </a:lnTo>
                  <a:lnTo>
                    <a:pt x="5773894" y="1129563"/>
                  </a:lnTo>
                  <a:lnTo>
                    <a:pt x="5768421" y="1129563"/>
                  </a:lnTo>
                  <a:lnTo>
                    <a:pt x="5768421" y="1140966"/>
                  </a:lnTo>
                  <a:lnTo>
                    <a:pt x="5762948" y="1140966"/>
                  </a:lnTo>
                  <a:lnTo>
                    <a:pt x="5757475" y="1140966"/>
                  </a:lnTo>
                  <a:lnTo>
                    <a:pt x="5752002" y="1140966"/>
                  </a:lnTo>
                  <a:lnTo>
                    <a:pt x="5746529" y="1140966"/>
                  </a:lnTo>
                  <a:lnTo>
                    <a:pt x="5741056" y="1140966"/>
                  </a:lnTo>
                  <a:lnTo>
                    <a:pt x="5735583" y="1140966"/>
                  </a:lnTo>
                  <a:lnTo>
                    <a:pt x="5730111" y="1140966"/>
                  </a:lnTo>
                  <a:lnTo>
                    <a:pt x="5724638" y="1140966"/>
                  </a:lnTo>
                  <a:lnTo>
                    <a:pt x="5719165" y="1140966"/>
                  </a:lnTo>
                  <a:lnTo>
                    <a:pt x="5713692" y="1140966"/>
                  </a:lnTo>
                  <a:lnTo>
                    <a:pt x="5708219" y="1140966"/>
                  </a:lnTo>
                  <a:lnTo>
                    <a:pt x="5702746" y="1140966"/>
                  </a:lnTo>
                  <a:lnTo>
                    <a:pt x="5697273" y="1140966"/>
                  </a:lnTo>
                  <a:lnTo>
                    <a:pt x="5691800" y="1140966"/>
                  </a:lnTo>
                  <a:lnTo>
                    <a:pt x="5686327" y="1140966"/>
                  </a:lnTo>
                  <a:lnTo>
                    <a:pt x="5680855" y="1140966"/>
                  </a:lnTo>
                  <a:lnTo>
                    <a:pt x="5675382" y="1140966"/>
                  </a:lnTo>
                  <a:lnTo>
                    <a:pt x="5669909" y="1140966"/>
                  </a:lnTo>
                  <a:lnTo>
                    <a:pt x="5664436" y="1140966"/>
                  </a:lnTo>
                  <a:lnTo>
                    <a:pt x="5658963" y="1140966"/>
                  </a:lnTo>
                  <a:lnTo>
                    <a:pt x="5653490" y="1140966"/>
                  </a:lnTo>
                  <a:lnTo>
                    <a:pt x="5648017" y="1140966"/>
                  </a:lnTo>
                  <a:lnTo>
                    <a:pt x="5642544" y="1140966"/>
                  </a:lnTo>
                  <a:lnTo>
                    <a:pt x="5637071" y="1140966"/>
                  </a:lnTo>
                  <a:lnTo>
                    <a:pt x="5631599" y="1140966"/>
                  </a:lnTo>
                  <a:lnTo>
                    <a:pt x="5631599" y="1163473"/>
                  </a:lnTo>
                  <a:lnTo>
                    <a:pt x="5626126" y="1163473"/>
                  </a:lnTo>
                  <a:lnTo>
                    <a:pt x="5620653" y="1163473"/>
                  </a:lnTo>
                  <a:lnTo>
                    <a:pt x="5615180" y="1163473"/>
                  </a:lnTo>
                  <a:lnTo>
                    <a:pt x="5609707" y="1163473"/>
                  </a:lnTo>
                  <a:lnTo>
                    <a:pt x="5604234" y="1163473"/>
                  </a:lnTo>
                  <a:lnTo>
                    <a:pt x="5604234" y="1174709"/>
                  </a:lnTo>
                  <a:lnTo>
                    <a:pt x="5598761" y="1174709"/>
                  </a:lnTo>
                  <a:lnTo>
                    <a:pt x="5593288" y="1174709"/>
                  </a:lnTo>
                  <a:lnTo>
                    <a:pt x="5587816" y="1174709"/>
                  </a:lnTo>
                  <a:lnTo>
                    <a:pt x="5582343" y="1174709"/>
                  </a:lnTo>
                  <a:lnTo>
                    <a:pt x="5576870" y="1174709"/>
                  </a:lnTo>
                  <a:lnTo>
                    <a:pt x="5571397" y="1174709"/>
                  </a:lnTo>
                  <a:lnTo>
                    <a:pt x="5565924" y="1174709"/>
                  </a:lnTo>
                  <a:lnTo>
                    <a:pt x="5560451" y="1174709"/>
                  </a:lnTo>
                  <a:lnTo>
                    <a:pt x="5554978" y="1174709"/>
                  </a:lnTo>
                  <a:lnTo>
                    <a:pt x="5554978" y="1185816"/>
                  </a:lnTo>
                  <a:lnTo>
                    <a:pt x="5549505" y="1185816"/>
                  </a:lnTo>
                  <a:lnTo>
                    <a:pt x="5544032" y="1185816"/>
                  </a:lnTo>
                  <a:lnTo>
                    <a:pt x="5538560" y="1185816"/>
                  </a:lnTo>
                  <a:lnTo>
                    <a:pt x="5533087" y="1185816"/>
                  </a:lnTo>
                  <a:lnTo>
                    <a:pt x="5527614" y="1185816"/>
                  </a:lnTo>
                  <a:lnTo>
                    <a:pt x="5522141" y="1185816"/>
                  </a:lnTo>
                  <a:lnTo>
                    <a:pt x="5516668" y="1185816"/>
                  </a:lnTo>
                  <a:lnTo>
                    <a:pt x="5511195" y="1185816"/>
                  </a:lnTo>
                  <a:lnTo>
                    <a:pt x="5505722" y="1185816"/>
                  </a:lnTo>
                  <a:lnTo>
                    <a:pt x="5500249" y="1185816"/>
                  </a:lnTo>
                  <a:lnTo>
                    <a:pt x="5494776" y="1185816"/>
                  </a:lnTo>
                  <a:lnTo>
                    <a:pt x="5489304" y="1185816"/>
                  </a:lnTo>
                  <a:lnTo>
                    <a:pt x="5483831" y="1185816"/>
                  </a:lnTo>
                  <a:lnTo>
                    <a:pt x="5478358" y="1185816"/>
                  </a:lnTo>
                  <a:lnTo>
                    <a:pt x="5472885" y="1185816"/>
                  </a:lnTo>
                  <a:lnTo>
                    <a:pt x="5467412" y="1185816"/>
                  </a:lnTo>
                  <a:lnTo>
                    <a:pt x="5461939" y="1185816"/>
                  </a:lnTo>
                  <a:lnTo>
                    <a:pt x="5456466" y="1185816"/>
                  </a:lnTo>
                  <a:lnTo>
                    <a:pt x="5450993" y="1185816"/>
                  </a:lnTo>
                  <a:lnTo>
                    <a:pt x="5445520" y="1185816"/>
                  </a:lnTo>
                  <a:lnTo>
                    <a:pt x="5440048" y="1185816"/>
                  </a:lnTo>
                  <a:lnTo>
                    <a:pt x="5434575" y="1185816"/>
                  </a:lnTo>
                  <a:lnTo>
                    <a:pt x="5429102" y="1185816"/>
                  </a:lnTo>
                  <a:lnTo>
                    <a:pt x="5423629" y="1185816"/>
                  </a:lnTo>
                  <a:lnTo>
                    <a:pt x="5418156" y="1185816"/>
                  </a:lnTo>
                  <a:lnTo>
                    <a:pt x="5412683" y="1185816"/>
                  </a:lnTo>
                  <a:lnTo>
                    <a:pt x="5407210" y="1185816"/>
                  </a:lnTo>
                  <a:lnTo>
                    <a:pt x="5401737" y="1185816"/>
                  </a:lnTo>
                  <a:lnTo>
                    <a:pt x="5396265" y="1185816"/>
                  </a:lnTo>
                  <a:lnTo>
                    <a:pt x="5390792" y="1185816"/>
                  </a:lnTo>
                  <a:lnTo>
                    <a:pt x="5385319" y="1185816"/>
                  </a:lnTo>
                  <a:lnTo>
                    <a:pt x="5379846" y="1185816"/>
                  </a:lnTo>
                  <a:lnTo>
                    <a:pt x="5374373" y="1185816"/>
                  </a:lnTo>
                  <a:lnTo>
                    <a:pt x="5368900" y="1185816"/>
                  </a:lnTo>
                  <a:lnTo>
                    <a:pt x="5363427" y="1185816"/>
                  </a:lnTo>
                  <a:lnTo>
                    <a:pt x="5357954" y="1185816"/>
                  </a:lnTo>
                  <a:lnTo>
                    <a:pt x="5352481" y="1185816"/>
                  </a:lnTo>
                  <a:lnTo>
                    <a:pt x="5347009" y="1185816"/>
                  </a:lnTo>
                  <a:lnTo>
                    <a:pt x="5341536" y="1185816"/>
                  </a:lnTo>
                  <a:lnTo>
                    <a:pt x="5336063" y="1185816"/>
                  </a:lnTo>
                  <a:lnTo>
                    <a:pt x="5330590" y="1185816"/>
                  </a:lnTo>
                  <a:lnTo>
                    <a:pt x="5325117" y="1185816"/>
                  </a:lnTo>
                  <a:lnTo>
                    <a:pt x="5319644" y="1185816"/>
                  </a:lnTo>
                  <a:lnTo>
                    <a:pt x="5314171" y="1185816"/>
                  </a:lnTo>
                  <a:lnTo>
                    <a:pt x="5308698" y="1185816"/>
                  </a:lnTo>
                  <a:lnTo>
                    <a:pt x="5308698" y="1196598"/>
                  </a:lnTo>
                  <a:lnTo>
                    <a:pt x="5303225" y="1196598"/>
                  </a:lnTo>
                  <a:lnTo>
                    <a:pt x="5297753" y="1196598"/>
                  </a:lnTo>
                  <a:lnTo>
                    <a:pt x="5292280" y="1196598"/>
                  </a:lnTo>
                  <a:lnTo>
                    <a:pt x="5286807" y="1196598"/>
                  </a:lnTo>
                  <a:lnTo>
                    <a:pt x="5281334" y="1196598"/>
                  </a:lnTo>
                  <a:lnTo>
                    <a:pt x="5275861" y="1196598"/>
                  </a:lnTo>
                  <a:lnTo>
                    <a:pt x="5275861" y="1207366"/>
                  </a:lnTo>
                  <a:lnTo>
                    <a:pt x="5270388" y="1207366"/>
                  </a:lnTo>
                  <a:lnTo>
                    <a:pt x="5264915" y="1207366"/>
                  </a:lnTo>
                  <a:lnTo>
                    <a:pt x="5259442" y="1207366"/>
                  </a:lnTo>
                  <a:lnTo>
                    <a:pt x="5253970" y="1207366"/>
                  </a:lnTo>
                  <a:lnTo>
                    <a:pt x="5248497" y="1207366"/>
                  </a:lnTo>
                  <a:lnTo>
                    <a:pt x="5248497" y="1218098"/>
                  </a:lnTo>
                  <a:lnTo>
                    <a:pt x="5243024" y="1218098"/>
                  </a:lnTo>
                  <a:lnTo>
                    <a:pt x="5237551" y="1218098"/>
                  </a:lnTo>
                  <a:lnTo>
                    <a:pt x="5232078" y="1218098"/>
                  </a:lnTo>
                  <a:lnTo>
                    <a:pt x="5226605" y="1218098"/>
                  </a:lnTo>
                  <a:lnTo>
                    <a:pt x="5221132" y="1218098"/>
                  </a:lnTo>
                  <a:lnTo>
                    <a:pt x="5215659" y="1218098"/>
                  </a:lnTo>
                  <a:lnTo>
                    <a:pt x="5210186" y="1218098"/>
                  </a:lnTo>
                  <a:lnTo>
                    <a:pt x="5204714" y="1218098"/>
                  </a:lnTo>
                  <a:lnTo>
                    <a:pt x="5199241" y="1218098"/>
                  </a:lnTo>
                  <a:lnTo>
                    <a:pt x="5193768" y="1218098"/>
                  </a:lnTo>
                  <a:lnTo>
                    <a:pt x="5188295" y="1218098"/>
                  </a:lnTo>
                  <a:lnTo>
                    <a:pt x="5182822" y="1218098"/>
                  </a:lnTo>
                  <a:lnTo>
                    <a:pt x="5177349" y="1218098"/>
                  </a:lnTo>
                  <a:lnTo>
                    <a:pt x="5171876" y="1218098"/>
                  </a:lnTo>
                  <a:lnTo>
                    <a:pt x="5166403" y="1218098"/>
                  </a:lnTo>
                  <a:lnTo>
                    <a:pt x="5160930" y="1218098"/>
                  </a:lnTo>
                  <a:lnTo>
                    <a:pt x="5160930" y="1228718"/>
                  </a:lnTo>
                  <a:lnTo>
                    <a:pt x="5155458" y="1228718"/>
                  </a:lnTo>
                  <a:lnTo>
                    <a:pt x="5149985" y="1228718"/>
                  </a:lnTo>
                  <a:lnTo>
                    <a:pt x="5144512" y="1228718"/>
                  </a:lnTo>
                  <a:lnTo>
                    <a:pt x="5139039" y="1228718"/>
                  </a:lnTo>
                  <a:lnTo>
                    <a:pt x="5133566" y="1228718"/>
                  </a:lnTo>
                  <a:lnTo>
                    <a:pt x="5128093" y="1228718"/>
                  </a:lnTo>
                  <a:lnTo>
                    <a:pt x="5122620" y="1228718"/>
                  </a:lnTo>
                  <a:lnTo>
                    <a:pt x="5117147" y="1228718"/>
                  </a:lnTo>
                  <a:lnTo>
                    <a:pt x="5111674" y="1228718"/>
                  </a:lnTo>
                  <a:lnTo>
                    <a:pt x="5106202" y="1228718"/>
                  </a:lnTo>
                  <a:lnTo>
                    <a:pt x="5100729" y="1228718"/>
                  </a:lnTo>
                  <a:lnTo>
                    <a:pt x="5095256" y="1228718"/>
                  </a:lnTo>
                  <a:lnTo>
                    <a:pt x="5089783" y="1228718"/>
                  </a:lnTo>
                  <a:lnTo>
                    <a:pt x="5084310" y="1228718"/>
                  </a:lnTo>
                  <a:lnTo>
                    <a:pt x="5078837" y="1228718"/>
                  </a:lnTo>
                  <a:lnTo>
                    <a:pt x="5073364" y="1228718"/>
                  </a:lnTo>
                  <a:lnTo>
                    <a:pt x="5067891" y="1228718"/>
                  </a:lnTo>
                  <a:lnTo>
                    <a:pt x="5062419" y="1228718"/>
                  </a:lnTo>
                  <a:lnTo>
                    <a:pt x="5056946" y="1228718"/>
                  </a:lnTo>
                  <a:lnTo>
                    <a:pt x="5051473" y="1228718"/>
                  </a:lnTo>
                  <a:lnTo>
                    <a:pt x="5051473" y="1239238"/>
                  </a:lnTo>
                  <a:lnTo>
                    <a:pt x="5046000" y="1239238"/>
                  </a:lnTo>
                  <a:lnTo>
                    <a:pt x="5040527" y="1239238"/>
                  </a:lnTo>
                  <a:lnTo>
                    <a:pt x="5035054" y="1239238"/>
                  </a:lnTo>
                  <a:lnTo>
                    <a:pt x="5035054" y="1249735"/>
                  </a:lnTo>
                  <a:lnTo>
                    <a:pt x="5029581" y="1249735"/>
                  </a:lnTo>
                  <a:lnTo>
                    <a:pt x="5024108" y="1249735"/>
                  </a:lnTo>
                  <a:lnTo>
                    <a:pt x="5018635" y="1249735"/>
                  </a:lnTo>
                  <a:lnTo>
                    <a:pt x="5013163" y="1249735"/>
                  </a:lnTo>
                  <a:lnTo>
                    <a:pt x="5007690" y="1249735"/>
                  </a:lnTo>
                  <a:lnTo>
                    <a:pt x="5002217" y="1249735"/>
                  </a:lnTo>
                  <a:lnTo>
                    <a:pt x="5002217" y="1260189"/>
                  </a:lnTo>
                  <a:lnTo>
                    <a:pt x="4996744" y="1260189"/>
                  </a:lnTo>
                  <a:lnTo>
                    <a:pt x="4991271" y="1260189"/>
                  </a:lnTo>
                  <a:lnTo>
                    <a:pt x="4985798" y="1260189"/>
                  </a:lnTo>
                  <a:lnTo>
                    <a:pt x="4980325" y="1260189"/>
                  </a:lnTo>
                  <a:lnTo>
                    <a:pt x="4974852" y="1260189"/>
                  </a:lnTo>
                  <a:lnTo>
                    <a:pt x="4969379" y="1260189"/>
                  </a:lnTo>
                  <a:lnTo>
                    <a:pt x="4963907" y="1260189"/>
                  </a:lnTo>
                  <a:lnTo>
                    <a:pt x="4958434" y="1260189"/>
                  </a:lnTo>
                  <a:lnTo>
                    <a:pt x="4952961" y="1260189"/>
                  </a:lnTo>
                  <a:lnTo>
                    <a:pt x="4947488" y="1260189"/>
                  </a:lnTo>
                  <a:lnTo>
                    <a:pt x="4942015" y="1260189"/>
                  </a:lnTo>
                  <a:lnTo>
                    <a:pt x="4942015" y="1270539"/>
                  </a:lnTo>
                  <a:lnTo>
                    <a:pt x="4936542" y="1270539"/>
                  </a:lnTo>
                  <a:lnTo>
                    <a:pt x="4931069" y="1270539"/>
                  </a:lnTo>
                  <a:lnTo>
                    <a:pt x="4931069" y="1280828"/>
                  </a:lnTo>
                  <a:lnTo>
                    <a:pt x="4925596" y="1280828"/>
                  </a:lnTo>
                  <a:lnTo>
                    <a:pt x="4920123" y="1280828"/>
                  </a:lnTo>
                  <a:lnTo>
                    <a:pt x="4914651" y="1280828"/>
                  </a:lnTo>
                  <a:lnTo>
                    <a:pt x="4909178" y="1280828"/>
                  </a:lnTo>
                  <a:lnTo>
                    <a:pt x="4903705" y="1280828"/>
                  </a:lnTo>
                  <a:lnTo>
                    <a:pt x="4898232" y="1280828"/>
                  </a:lnTo>
                  <a:lnTo>
                    <a:pt x="4892759" y="1280828"/>
                  </a:lnTo>
                  <a:lnTo>
                    <a:pt x="4892759" y="1291027"/>
                  </a:lnTo>
                  <a:lnTo>
                    <a:pt x="4887286" y="1291027"/>
                  </a:lnTo>
                  <a:lnTo>
                    <a:pt x="4881813" y="1291027"/>
                  </a:lnTo>
                  <a:lnTo>
                    <a:pt x="4876340" y="1291027"/>
                  </a:lnTo>
                  <a:lnTo>
                    <a:pt x="4870868" y="1291027"/>
                  </a:lnTo>
                  <a:lnTo>
                    <a:pt x="4865395" y="1291027"/>
                  </a:lnTo>
                  <a:lnTo>
                    <a:pt x="4859922" y="1291027"/>
                  </a:lnTo>
                  <a:lnTo>
                    <a:pt x="4854449" y="1291027"/>
                  </a:lnTo>
                  <a:lnTo>
                    <a:pt x="4848976" y="1291027"/>
                  </a:lnTo>
                  <a:lnTo>
                    <a:pt x="4843503" y="1291027"/>
                  </a:lnTo>
                  <a:lnTo>
                    <a:pt x="4838030" y="1291027"/>
                  </a:lnTo>
                  <a:lnTo>
                    <a:pt x="4832557" y="1291027"/>
                  </a:lnTo>
                  <a:lnTo>
                    <a:pt x="4832557" y="1301139"/>
                  </a:lnTo>
                  <a:lnTo>
                    <a:pt x="4827084" y="1301139"/>
                  </a:lnTo>
                  <a:lnTo>
                    <a:pt x="4827084" y="1311229"/>
                  </a:lnTo>
                  <a:lnTo>
                    <a:pt x="4821612" y="1311229"/>
                  </a:lnTo>
                  <a:lnTo>
                    <a:pt x="4816139" y="1311229"/>
                  </a:lnTo>
                  <a:lnTo>
                    <a:pt x="4816139" y="1321299"/>
                  </a:lnTo>
                  <a:lnTo>
                    <a:pt x="4810666" y="1321299"/>
                  </a:lnTo>
                  <a:lnTo>
                    <a:pt x="4805193" y="1321299"/>
                  </a:lnTo>
                  <a:lnTo>
                    <a:pt x="4799720" y="1321299"/>
                  </a:lnTo>
                  <a:lnTo>
                    <a:pt x="4794247" y="1321299"/>
                  </a:lnTo>
                  <a:lnTo>
                    <a:pt x="4788774" y="1321299"/>
                  </a:lnTo>
                  <a:lnTo>
                    <a:pt x="4783301" y="1321299"/>
                  </a:lnTo>
                  <a:lnTo>
                    <a:pt x="4777828" y="1321299"/>
                  </a:lnTo>
                  <a:lnTo>
                    <a:pt x="4772356" y="1321299"/>
                  </a:lnTo>
                  <a:lnTo>
                    <a:pt x="4766883" y="1321299"/>
                  </a:lnTo>
                  <a:lnTo>
                    <a:pt x="4761410" y="1321299"/>
                  </a:lnTo>
                  <a:lnTo>
                    <a:pt x="4755937" y="1321299"/>
                  </a:lnTo>
                  <a:lnTo>
                    <a:pt x="4750464" y="1321299"/>
                  </a:lnTo>
                  <a:lnTo>
                    <a:pt x="4750464" y="1331294"/>
                  </a:lnTo>
                  <a:lnTo>
                    <a:pt x="4744991" y="1331294"/>
                  </a:lnTo>
                  <a:lnTo>
                    <a:pt x="4739518" y="1331294"/>
                  </a:lnTo>
                  <a:lnTo>
                    <a:pt x="4734045" y="1331294"/>
                  </a:lnTo>
                  <a:lnTo>
                    <a:pt x="4728573" y="1331294"/>
                  </a:lnTo>
                  <a:lnTo>
                    <a:pt x="4723100" y="1331294"/>
                  </a:lnTo>
                  <a:lnTo>
                    <a:pt x="4717627" y="1331294"/>
                  </a:lnTo>
                  <a:lnTo>
                    <a:pt x="4712154" y="1331294"/>
                  </a:lnTo>
                  <a:lnTo>
                    <a:pt x="4706681" y="1331294"/>
                  </a:lnTo>
                  <a:lnTo>
                    <a:pt x="4706681" y="1341207"/>
                  </a:lnTo>
                  <a:lnTo>
                    <a:pt x="4701208" y="1341207"/>
                  </a:lnTo>
                  <a:lnTo>
                    <a:pt x="4695735" y="1341207"/>
                  </a:lnTo>
                  <a:lnTo>
                    <a:pt x="4695735" y="1351099"/>
                  </a:lnTo>
                  <a:lnTo>
                    <a:pt x="4690262" y="1351099"/>
                  </a:lnTo>
                  <a:lnTo>
                    <a:pt x="4684789" y="1351099"/>
                  </a:lnTo>
                  <a:lnTo>
                    <a:pt x="4679317" y="1351099"/>
                  </a:lnTo>
                  <a:lnTo>
                    <a:pt x="4673844" y="1351099"/>
                  </a:lnTo>
                  <a:lnTo>
                    <a:pt x="4668371" y="1351099"/>
                  </a:lnTo>
                  <a:lnTo>
                    <a:pt x="4662898" y="1351099"/>
                  </a:lnTo>
                  <a:lnTo>
                    <a:pt x="4657425" y="1351099"/>
                  </a:lnTo>
                  <a:lnTo>
                    <a:pt x="4651952" y="1351099"/>
                  </a:lnTo>
                  <a:lnTo>
                    <a:pt x="4646479" y="1351099"/>
                  </a:lnTo>
                  <a:lnTo>
                    <a:pt x="4641006" y="1351099"/>
                  </a:lnTo>
                  <a:lnTo>
                    <a:pt x="4635533" y="1351099"/>
                  </a:lnTo>
                  <a:lnTo>
                    <a:pt x="4630061" y="1351099"/>
                  </a:lnTo>
                  <a:lnTo>
                    <a:pt x="4624588" y="1351099"/>
                  </a:lnTo>
                  <a:lnTo>
                    <a:pt x="4619115" y="1351099"/>
                  </a:lnTo>
                  <a:lnTo>
                    <a:pt x="4613642" y="1351099"/>
                  </a:lnTo>
                  <a:lnTo>
                    <a:pt x="4608169" y="1351099"/>
                  </a:lnTo>
                  <a:lnTo>
                    <a:pt x="4602696" y="1351099"/>
                  </a:lnTo>
                  <a:lnTo>
                    <a:pt x="4597223" y="1351099"/>
                  </a:lnTo>
                  <a:lnTo>
                    <a:pt x="4591750" y="1351099"/>
                  </a:lnTo>
                  <a:lnTo>
                    <a:pt x="4586277" y="1351099"/>
                  </a:lnTo>
                  <a:lnTo>
                    <a:pt x="4580805" y="1351099"/>
                  </a:lnTo>
                  <a:lnTo>
                    <a:pt x="4575332" y="1351099"/>
                  </a:lnTo>
                  <a:lnTo>
                    <a:pt x="4569859" y="1351099"/>
                  </a:lnTo>
                  <a:lnTo>
                    <a:pt x="4564386" y="1351099"/>
                  </a:lnTo>
                  <a:lnTo>
                    <a:pt x="4564386" y="1370540"/>
                  </a:lnTo>
                  <a:lnTo>
                    <a:pt x="4558913" y="1370540"/>
                  </a:lnTo>
                  <a:lnTo>
                    <a:pt x="4553440" y="1370540"/>
                  </a:lnTo>
                  <a:lnTo>
                    <a:pt x="4547967" y="1370540"/>
                  </a:lnTo>
                  <a:lnTo>
                    <a:pt x="4542494" y="1370540"/>
                  </a:lnTo>
                  <a:lnTo>
                    <a:pt x="4537022" y="1370540"/>
                  </a:lnTo>
                  <a:lnTo>
                    <a:pt x="4531549" y="1370540"/>
                  </a:lnTo>
                  <a:lnTo>
                    <a:pt x="4531549" y="1380249"/>
                  </a:lnTo>
                  <a:lnTo>
                    <a:pt x="4526076" y="1380249"/>
                  </a:lnTo>
                  <a:lnTo>
                    <a:pt x="4520603" y="1380249"/>
                  </a:lnTo>
                  <a:lnTo>
                    <a:pt x="4515130" y="1380249"/>
                  </a:lnTo>
                  <a:lnTo>
                    <a:pt x="4509657" y="1380249"/>
                  </a:lnTo>
                  <a:lnTo>
                    <a:pt x="4504184" y="1380249"/>
                  </a:lnTo>
                  <a:lnTo>
                    <a:pt x="4498711" y="1380249"/>
                  </a:lnTo>
                  <a:lnTo>
                    <a:pt x="4498711" y="1389931"/>
                  </a:lnTo>
                  <a:lnTo>
                    <a:pt x="4493238" y="1389931"/>
                  </a:lnTo>
                  <a:lnTo>
                    <a:pt x="4487766" y="1389931"/>
                  </a:lnTo>
                  <a:lnTo>
                    <a:pt x="4482293" y="1389931"/>
                  </a:lnTo>
                  <a:lnTo>
                    <a:pt x="4482293" y="1399587"/>
                  </a:lnTo>
                  <a:lnTo>
                    <a:pt x="4476820" y="1399587"/>
                  </a:lnTo>
                  <a:lnTo>
                    <a:pt x="4471347" y="1399587"/>
                  </a:lnTo>
                  <a:lnTo>
                    <a:pt x="4465874" y="1399587"/>
                  </a:lnTo>
                  <a:lnTo>
                    <a:pt x="4460401" y="1399587"/>
                  </a:lnTo>
                  <a:lnTo>
                    <a:pt x="4454928" y="1399587"/>
                  </a:lnTo>
                  <a:lnTo>
                    <a:pt x="4449455" y="1399587"/>
                  </a:lnTo>
                  <a:lnTo>
                    <a:pt x="4443982" y="1399587"/>
                  </a:lnTo>
                  <a:lnTo>
                    <a:pt x="4443982" y="1409217"/>
                  </a:lnTo>
                  <a:lnTo>
                    <a:pt x="4438510" y="1409217"/>
                  </a:lnTo>
                  <a:lnTo>
                    <a:pt x="4433037" y="1409217"/>
                  </a:lnTo>
                  <a:lnTo>
                    <a:pt x="4427564" y="1409217"/>
                  </a:lnTo>
                  <a:lnTo>
                    <a:pt x="4422091" y="1409217"/>
                  </a:lnTo>
                  <a:lnTo>
                    <a:pt x="4416618" y="1409217"/>
                  </a:lnTo>
                  <a:lnTo>
                    <a:pt x="4411145" y="1409217"/>
                  </a:lnTo>
                  <a:lnTo>
                    <a:pt x="4405672" y="1409217"/>
                  </a:lnTo>
                  <a:lnTo>
                    <a:pt x="4405672" y="1418829"/>
                  </a:lnTo>
                  <a:lnTo>
                    <a:pt x="4400199" y="1418829"/>
                  </a:lnTo>
                  <a:lnTo>
                    <a:pt x="4400199" y="1428416"/>
                  </a:lnTo>
                  <a:lnTo>
                    <a:pt x="4394726" y="1428416"/>
                  </a:lnTo>
                  <a:lnTo>
                    <a:pt x="4389254" y="1428416"/>
                  </a:lnTo>
                  <a:lnTo>
                    <a:pt x="4383781" y="1428416"/>
                  </a:lnTo>
                  <a:lnTo>
                    <a:pt x="4378308" y="1428416"/>
                  </a:lnTo>
                  <a:lnTo>
                    <a:pt x="4372835" y="1428416"/>
                  </a:lnTo>
                  <a:lnTo>
                    <a:pt x="4372835" y="1437970"/>
                  </a:lnTo>
                  <a:lnTo>
                    <a:pt x="4367362" y="1437970"/>
                  </a:lnTo>
                  <a:lnTo>
                    <a:pt x="4361889" y="1437970"/>
                  </a:lnTo>
                  <a:lnTo>
                    <a:pt x="4356416" y="1437970"/>
                  </a:lnTo>
                  <a:lnTo>
                    <a:pt x="4350943" y="1437970"/>
                  </a:lnTo>
                  <a:lnTo>
                    <a:pt x="4345471" y="1437970"/>
                  </a:lnTo>
                  <a:lnTo>
                    <a:pt x="4339998" y="1437970"/>
                  </a:lnTo>
                  <a:lnTo>
                    <a:pt x="4334525" y="1437970"/>
                  </a:lnTo>
                  <a:lnTo>
                    <a:pt x="4329052" y="1437970"/>
                  </a:lnTo>
                  <a:lnTo>
                    <a:pt x="4323579" y="1437970"/>
                  </a:lnTo>
                  <a:lnTo>
                    <a:pt x="4318106" y="1437970"/>
                  </a:lnTo>
                  <a:lnTo>
                    <a:pt x="4312633" y="1437970"/>
                  </a:lnTo>
                  <a:lnTo>
                    <a:pt x="4307160" y="1437970"/>
                  </a:lnTo>
                  <a:lnTo>
                    <a:pt x="4301687" y="1437970"/>
                  </a:lnTo>
                  <a:lnTo>
                    <a:pt x="4301687" y="1447469"/>
                  </a:lnTo>
                  <a:lnTo>
                    <a:pt x="4296215" y="1447469"/>
                  </a:lnTo>
                  <a:lnTo>
                    <a:pt x="4290742" y="1447469"/>
                  </a:lnTo>
                  <a:lnTo>
                    <a:pt x="4290742" y="1456942"/>
                  </a:lnTo>
                  <a:lnTo>
                    <a:pt x="4285269" y="1456942"/>
                  </a:lnTo>
                  <a:lnTo>
                    <a:pt x="4279796" y="1456942"/>
                  </a:lnTo>
                  <a:lnTo>
                    <a:pt x="4279796" y="1466414"/>
                  </a:lnTo>
                  <a:lnTo>
                    <a:pt x="4274323" y="1466414"/>
                  </a:lnTo>
                  <a:lnTo>
                    <a:pt x="4268850" y="1466414"/>
                  </a:lnTo>
                  <a:lnTo>
                    <a:pt x="4263377" y="1466414"/>
                  </a:lnTo>
                  <a:lnTo>
                    <a:pt x="4257904" y="1466414"/>
                  </a:lnTo>
                  <a:lnTo>
                    <a:pt x="4257904" y="1475877"/>
                  </a:lnTo>
                  <a:lnTo>
                    <a:pt x="4252431" y="1475877"/>
                  </a:lnTo>
                  <a:lnTo>
                    <a:pt x="4246959" y="1475877"/>
                  </a:lnTo>
                  <a:lnTo>
                    <a:pt x="4241486" y="1475877"/>
                  </a:lnTo>
                  <a:lnTo>
                    <a:pt x="4241486" y="1485316"/>
                  </a:lnTo>
                  <a:lnTo>
                    <a:pt x="4236013" y="1485316"/>
                  </a:lnTo>
                  <a:lnTo>
                    <a:pt x="4230540" y="1485316"/>
                  </a:lnTo>
                  <a:lnTo>
                    <a:pt x="4230540" y="1494745"/>
                  </a:lnTo>
                  <a:lnTo>
                    <a:pt x="4225067" y="1494745"/>
                  </a:lnTo>
                  <a:lnTo>
                    <a:pt x="4219594" y="1494745"/>
                  </a:lnTo>
                  <a:lnTo>
                    <a:pt x="4214121" y="1494745"/>
                  </a:lnTo>
                  <a:lnTo>
                    <a:pt x="4214121" y="1504143"/>
                  </a:lnTo>
                  <a:lnTo>
                    <a:pt x="4208648" y="1504143"/>
                  </a:lnTo>
                  <a:lnTo>
                    <a:pt x="4203176" y="1504143"/>
                  </a:lnTo>
                  <a:lnTo>
                    <a:pt x="4197703" y="1504143"/>
                  </a:lnTo>
                  <a:lnTo>
                    <a:pt x="4192230" y="1504143"/>
                  </a:lnTo>
                  <a:lnTo>
                    <a:pt x="4186757" y="1504143"/>
                  </a:lnTo>
                  <a:lnTo>
                    <a:pt x="4181284" y="1504143"/>
                  </a:lnTo>
                  <a:lnTo>
                    <a:pt x="4175811" y="1504143"/>
                  </a:lnTo>
                  <a:lnTo>
                    <a:pt x="4170338" y="1504143"/>
                  </a:lnTo>
                  <a:lnTo>
                    <a:pt x="4164865" y="1504143"/>
                  </a:lnTo>
                  <a:lnTo>
                    <a:pt x="4159392" y="1504143"/>
                  </a:lnTo>
                  <a:lnTo>
                    <a:pt x="4153920" y="1504143"/>
                  </a:lnTo>
                  <a:lnTo>
                    <a:pt x="4148447" y="1504143"/>
                  </a:lnTo>
                  <a:lnTo>
                    <a:pt x="4142974" y="1504143"/>
                  </a:lnTo>
                  <a:lnTo>
                    <a:pt x="4137501" y="1504143"/>
                  </a:lnTo>
                  <a:lnTo>
                    <a:pt x="4137501" y="1513448"/>
                  </a:lnTo>
                  <a:lnTo>
                    <a:pt x="4132028" y="1513448"/>
                  </a:lnTo>
                  <a:lnTo>
                    <a:pt x="4132028" y="1522750"/>
                  </a:lnTo>
                  <a:lnTo>
                    <a:pt x="4126555" y="1522750"/>
                  </a:lnTo>
                  <a:lnTo>
                    <a:pt x="4121082" y="1522750"/>
                  </a:lnTo>
                  <a:lnTo>
                    <a:pt x="4115609" y="1522750"/>
                  </a:lnTo>
                  <a:lnTo>
                    <a:pt x="4110136" y="1522750"/>
                  </a:lnTo>
                  <a:lnTo>
                    <a:pt x="4104664" y="1522750"/>
                  </a:lnTo>
                  <a:lnTo>
                    <a:pt x="4099191" y="1522750"/>
                  </a:lnTo>
                  <a:lnTo>
                    <a:pt x="4093718" y="1522750"/>
                  </a:lnTo>
                  <a:lnTo>
                    <a:pt x="4088245" y="1522750"/>
                  </a:lnTo>
                  <a:lnTo>
                    <a:pt x="4082772" y="1522750"/>
                  </a:lnTo>
                  <a:lnTo>
                    <a:pt x="4077299" y="1522750"/>
                  </a:lnTo>
                  <a:lnTo>
                    <a:pt x="4071826" y="1522750"/>
                  </a:lnTo>
                  <a:lnTo>
                    <a:pt x="4066353" y="1522750"/>
                  </a:lnTo>
                  <a:lnTo>
                    <a:pt x="4060880" y="1522750"/>
                  </a:lnTo>
                  <a:lnTo>
                    <a:pt x="4055408" y="1522750"/>
                  </a:lnTo>
                  <a:lnTo>
                    <a:pt x="4049935" y="1522750"/>
                  </a:lnTo>
                  <a:lnTo>
                    <a:pt x="4044462" y="1522750"/>
                  </a:lnTo>
                  <a:lnTo>
                    <a:pt x="4038989" y="1522750"/>
                  </a:lnTo>
                  <a:lnTo>
                    <a:pt x="4033516" y="1522750"/>
                  </a:lnTo>
                  <a:lnTo>
                    <a:pt x="4028043" y="1522750"/>
                  </a:lnTo>
                  <a:lnTo>
                    <a:pt x="4022570" y="1522750"/>
                  </a:lnTo>
                  <a:lnTo>
                    <a:pt x="4022570" y="1531908"/>
                  </a:lnTo>
                  <a:lnTo>
                    <a:pt x="4017097" y="1531908"/>
                  </a:lnTo>
                  <a:lnTo>
                    <a:pt x="4011625" y="1531908"/>
                  </a:lnTo>
                  <a:lnTo>
                    <a:pt x="4011625" y="1541057"/>
                  </a:lnTo>
                  <a:lnTo>
                    <a:pt x="4006152" y="1541057"/>
                  </a:lnTo>
                  <a:lnTo>
                    <a:pt x="4000679" y="1541057"/>
                  </a:lnTo>
                  <a:lnTo>
                    <a:pt x="3995206" y="1541057"/>
                  </a:lnTo>
                  <a:lnTo>
                    <a:pt x="3995206" y="1550179"/>
                  </a:lnTo>
                  <a:lnTo>
                    <a:pt x="3989733" y="1550179"/>
                  </a:lnTo>
                  <a:lnTo>
                    <a:pt x="3984260" y="1550179"/>
                  </a:lnTo>
                  <a:lnTo>
                    <a:pt x="3984260" y="1559272"/>
                  </a:lnTo>
                  <a:lnTo>
                    <a:pt x="3978787" y="1559272"/>
                  </a:lnTo>
                  <a:lnTo>
                    <a:pt x="3973314" y="1559272"/>
                  </a:lnTo>
                  <a:lnTo>
                    <a:pt x="3967841" y="1559272"/>
                  </a:lnTo>
                  <a:lnTo>
                    <a:pt x="3967841" y="1568344"/>
                  </a:lnTo>
                  <a:lnTo>
                    <a:pt x="3962369" y="1568344"/>
                  </a:lnTo>
                  <a:lnTo>
                    <a:pt x="3956896" y="1568344"/>
                  </a:lnTo>
                  <a:lnTo>
                    <a:pt x="3951423" y="1568344"/>
                  </a:lnTo>
                  <a:lnTo>
                    <a:pt x="3945950" y="1568344"/>
                  </a:lnTo>
                  <a:lnTo>
                    <a:pt x="3945950" y="1586419"/>
                  </a:lnTo>
                  <a:lnTo>
                    <a:pt x="3940477" y="1586419"/>
                  </a:lnTo>
                  <a:lnTo>
                    <a:pt x="3940477" y="1595454"/>
                  </a:lnTo>
                  <a:lnTo>
                    <a:pt x="3935004" y="1595454"/>
                  </a:lnTo>
                  <a:lnTo>
                    <a:pt x="3929531" y="1595454"/>
                  </a:lnTo>
                  <a:lnTo>
                    <a:pt x="3924058" y="1595454"/>
                  </a:lnTo>
                  <a:lnTo>
                    <a:pt x="3918585" y="1595454"/>
                  </a:lnTo>
                  <a:lnTo>
                    <a:pt x="3913113" y="1595454"/>
                  </a:lnTo>
                  <a:lnTo>
                    <a:pt x="3907640" y="1595454"/>
                  </a:lnTo>
                  <a:lnTo>
                    <a:pt x="3902167" y="1595454"/>
                  </a:lnTo>
                  <a:lnTo>
                    <a:pt x="3896694" y="1595454"/>
                  </a:lnTo>
                  <a:lnTo>
                    <a:pt x="3891221" y="1595454"/>
                  </a:lnTo>
                  <a:lnTo>
                    <a:pt x="3885748" y="1595454"/>
                  </a:lnTo>
                  <a:lnTo>
                    <a:pt x="3880275" y="1595454"/>
                  </a:lnTo>
                  <a:lnTo>
                    <a:pt x="3874802" y="1595454"/>
                  </a:lnTo>
                  <a:lnTo>
                    <a:pt x="3869329" y="1595454"/>
                  </a:lnTo>
                  <a:lnTo>
                    <a:pt x="3863857" y="1595454"/>
                  </a:lnTo>
                  <a:lnTo>
                    <a:pt x="3858384" y="1595454"/>
                  </a:lnTo>
                  <a:lnTo>
                    <a:pt x="3852911" y="1595454"/>
                  </a:lnTo>
                  <a:lnTo>
                    <a:pt x="3852911" y="1604412"/>
                  </a:lnTo>
                  <a:lnTo>
                    <a:pt x="3847438" y="1604412"/>
                  </a:lnTo>
                  <a:lnTo>
                    <a:pt x="3841965" y="1604412"/>
                  </a:lnTo>
                  <a:lnTo>
                    <a:pt x="3841965" y="1613363"/>
                  </a:lnTo>
                  <a:lnTo>
                    <a:pt x="3836492" y="1613363"/>
                  </a:lnTo>
                  <a:lnTo>
                    <a:pt x="3831019" y="1613363"/>
                  </a:lnTo>
                  <a:lnTo>
                    <a:pt x="3831019" y="1631221"/>
                  </a:lnTo>
                  <a:lnTo>
                    <a:pt x="3825546" y="1631221"/>
                  </a:lnTo>
                  <a:lnTo>
                    <a:pt x="3820074" y="1631221"/>
                  </a:lnTo>
                  <a:lnTo>
                    <a:pt x="3814601" y="1631221"/>
                  </a:lnTo>
                  <a:lnTo>
                    <a:pt x="3809128" y="1631221"/>
                  </a:lnTo>
                  <a:lnTo>
                    <a:pt x="3803655" y="1631221"/>
                  </a:lnTo>
                  <a:lnTo>
                    <a:pt x="3798182" y="1631221"/>
                  </a:lnTo>
                  <a:lnTo>
                    <a:pt x="3792709" y="1631221"/>
                  </a:lnTo>
                  <a:lnTo>
                    <a:pt x="3792709" y="1640100"/>
                  </a:lnTo>
                  <a:lnTo>
                    <a:pt x="3787236" y="1640100"/>
                  </a:lnTo>
                  <a:lnTo>
                    <a:pt x="3787236" y="1648977"/>
                  </a:lnTo>
                  <a:lnTo>
                    <a:pt x="3781763" y="1648977"/>
                  </a:lnTo>
                  <a:lnTo>
                    <a:pt x="3776290" y="1648977"/>
                  </a:lnTo>
                  <a:lnTo>
                    <a:pt x="3770818" y="1648977"/>
                  </a:lnTo>
                  <a:lnTo>
                    <a:pt x="3765345" y="1648977"/>
                  </a:lnTo>
                  <a:lnTo>
                    <a:pt x="3759872" y="1648977"/>
                  </a:lnTo>
                  <a:lnTo>
                    <a:pt x="3754399" y="1648977"/>
                  </a:lnTo>
                  <a:lnTo>
                    <a:pt x="3754399" y="1657823"/>
                  </a:lnTo>
                  <a:lnTo>
                    <a:pt x="3748926" y="1657823"/>
                  </a:lnTo>
                  <a:lnTo>
                    <a:pt x="3743453" y="1657823"/>
                  </a:lnTo>
                  <a:lnTo>
                    <a:pt x="3737980" y="1657823"/>
                  </a:lnTo>
                  <a:lnTo>
                    <a:pt x="3737980" y="1666655"/>
                  </a:lnTo>
                  <a:lnTo>
                    <a:pt x="3732507" y="1666655"/>
                  </a:lnTo>
                  <a:lnTo>
                    <a:pt x="3727034" y="1666655"/>
                  </a:lnTo>
                  <a:lnTo>
                    <a:pt x="3721562" y="1666655"/>
                  </a:lnTo>
                  <a:lnTo>
                    <a:pt x="3716089" y="1666655"/>
                  </a:lnTo>
                  <a:lnTo>
                    <a:pt x="3710616" y="1666655"/>
                  </a:lnTo>
                  <a:lnTo>
                    <a:pt x="3705143" y="1666655"/>
                  </a:lnTo>
                  <a:lnTo>
                    <a:pt x="3705143" y="1675467"/>
                  </a:lnTo>
                  <a:lnTo>
                    <a:pt x="3699670" y="1675467"/>
                  </a:lnTo>
                  <a:lnTo>
                    <a:pt x="3694197" y="1675467"/>
                  </a:lnTo>
                  <a:lnTo>
                    <a:pt x="3688724" y="1675467"/>
                  </a:lnTo>
                  <a:lnTo>
                    <a:pt x="3683251" y="1675467"/>
                  </a:lnTo>
                  <a:lnTo>
                    <a:pt x="3677779" y="1675467"/>
                  </a:lnTo>
                  <a:lnTo>
                    <a:pt x="3677779" y="1684227"/>
                  </a:lnTo>
                  <a:lnTo>
                    <a:pt x="3672306" y="1684227"/>
                  </a:lnTo>
                  <a:lnTo>
                    <a:pt x="3672306" y="1692985"/>
                  </a:lnTo>
                  <a:lnTo>
                    <a:pt x="3666833" y="1692985"/>
                  </a:lnTo>
                  <a:lnTo>
                    <a:pt x="3666833" y="1701741"/>
                  </a:lnTo>
                  <a:lnTo>
                    <a:pt x="3661360" y="1701741"/>
                  </a:lnTo>
                  <a:lnTo>
                    <a:pt x="3655887" y="1701741"/>
                  </a:lnTo>
                  <a:lnTo>
                    <a:pt x="3650414" y="1701741"/>
                  </a:lnTo>
                  <a:lnTo>
                    <a:pt x="3644941" y="1701741"/>
                  </a:lnTo>
                  <a:lnTo>
                    <a:pt x="3639468" y="1701741"/>
                  </a:lnTo>
                  <a:lnTo>
                    <a:pt x="3639468" y="1710479"/>
                  </a:lnTo>
                  <a:lnTo>
                    <a:pt x="3633995" y="1710479"/>
                  </a:lnTo>
                  <a:lnTo>
                    <a:pt x="3628523" y="1710479"/>
                  </a:lnTo>
                  <a:lnTo>
                    <a:pt x="3623050" y="1710479"/>
                  </a:lnTo>
                  <a:lnTo>
                    <a:pt x="3617577" y="1710479"/>
                  </a:lnTo>
                  <a:lnTo>
                    <a:pt x="3612104" y="1710479"/>
                  </a:lnTo>
                  <a:lnTo>
                    <a:pt x="3612104" y="1719203"/>
                  </a:lnTo>
                  <a:lnTo>
                    <a:pt x="3606631" y="1719203"/>
                  </a:lnTo>
                  <a:lnTo>
                    <a:pt x="3601158" y="1719203"/>
                  </a:lnTo>
                  <a:lnTo>
                    <a:pt x="3595685" y="1719203"/>
                  </a:lnTo>
                  <a:lnTo>
                    <a:pt x="3590212" y="1719203"/>
                  </a:lnTo>
                  <a:lnTo>
                    <a:pt x="3584739" y="1719203"/>
                  </a:lnTo>
                  <a:lnTo>
                    <a:pt x="3579267" y="1719203"/>
                  </a:lnTo>
                  <a:lnTo>
                    <a:pt x="3573794" y="1719203"/>
                  </a:lnTo>
                  <a:lnTo>
                    <a:pt x="3568321" y="1719203"/>
                  </a:lnTo>
                  <a:lnTo>
                    <a:pt x="3562848" y="1719203"/>
                  </a:lnTo>
                  <a:lnTo>
                    <a:pt x="3562848" y="1727893"/>
                  </a:lnTo>
                  <a:lnTo>
                    <a:pt x="3557375" y="1727893"/>
                  </a:lnTo>
                  <a:lnTo>
                    <a:pt x="3551902" y="1727893"/>
                  </a:lnTo>
                  <a:lnTo>
                    <a:pt x="3546429" y="1727893"/>
                  </a:lnTo>
                  <a:lnTo>
                    <a:pt x="3540956" y="1727893"/>
                  </a:lnTo>
                  <a:lnTo>
                    <a:pt x="3540956" y="1736570"/>
                  </a:lnTo>
                  <a:lnTo>
                    <a:pt x="3535483" y="1736570"/>
                  </a:lnTo>
                  <a:lnTo>
                    <a:pt x="3530011" y="1736570"/>
                  </a:lnTo>
                  <a:lnTo>
                    <a:pt x="3524538" y="1736570"/>
                  </a:lnTo>
                  <a:lnTo>
                    <a:pt x="3519065" y="1736570"/>
                  </a:lnTo>
                  <a:lnTo>
                    <a:pt x="3519065" y="1745208"/>
                  </a:lnTo>
                  <a:lnTo>
                    <a:pt x="3513592" y="1745208"/>
                  </a:lnTo>
                  <a:lnTo>
                    <a:pt x="3508119" y="1745208"/>
                  </a:lnTo>
                  <a:lnTo>
                    <a:pt x="3502646" y="1745208"/>
                  </a:lnTo>
                  <a:lnTo>
                    <a:pt x="3497173" y="1745208"/>
                  </a:lnTo>
                  <a:lnTo>
                    <a:pt x="3497173" y="1753822"/>
                  </a:lnTo>
                  <a:lnTo>
                    <a:pt x="3491700" y="1753822"/>
                  </a:lnTo>
                  <a:lnTo>
                    <a:pt x="3486228" y="1753822"/>
                  </a:lnTo>
                  <a:lnTo>
                    <a:pt x="3486228" y="1762413"/>
                  </a:lnTo>
                  <a:lnTo>
                    <a:pt x="3480755" y="1762413"/>
                  </a:lnTo>
                  <a:lnTo>
                    <a:pt x="3480755" y="1770993"/>
                  </a:lnTo>
                  <a:lnTo>
                    <a:pt x="3475282" y="1770993"/>
                  </a:lnTo>
                  <a:lnTo>
                    <a:pt x="3469809" y="1770993"/>
                  </a:lnTo>
                  <a:lnTo>
                    <a:pt x="3464336" y="1770993"/>
                  </a:lnTo>
                  <a:lnTo>
                    <a:pt x="3458863" y="1770993"/>
                  </a:lnTo>
                  <a:lnTo>
                    <a:pt x="3453390" y="1770993"/>
                  </a:lnTo>
                  <a:lnTo>
                    <a:pt x="3453390" y="1779565"/>
                  </a:lnTo>
                  <a:lnTo>
                    <a:pt x="3447917" y="1779565"/>
                  </a:lnTo>
                  <a:lnTo>
                    <a:pt x="3447917" y="1796662"/>
                  </a:lnTo>
                  <a:lnTo>
                    <a:pt x="3442444" y="1796662"/>
                  </a:lnTo>
                  <a:lnTo>
                    <a:pt x="3442444" y="1813753"/>
                  </a:lnTo>
                  <a:lnTo>
                    <a:pt x="3436972" y="1813753"/>
                  </a:lnTo>
                  <a:lnTo>
                    <a:pt x="3431499" y="1813753"/>
                  </a:lnTo>
                  <a:lnTo>
                    <a:pt x="3426026" y="1813753"/>
                  </a:lnTo>
                  <a:lnTo>
                    <a:pt x="3420553" y="1813753"/>
                  </a:lnTo>
                  <a:lnTo>
                    <a:pt x="3415080" y="1813753"/>
                  </a:lnTo>
                  <a:lnTo>
                    <a:pt x="3409607" y="1813753"/>
                  </a:lnTo>
                  <a:lnTo>
                    <a:pt x="3404134" y="1813753"/>
                  </a:lnTo>
                  <a:lnTo>
                    <a:pt x="3398661" y="1813753"/>
                  </a:lnTo>
                  <a:lnTo>
                    <a:pt x="3393188" y="1813753"/>
                  </a:lnTo>
                  <a:lnTo>
                    <a:pt x="3387716" y="1813753"/>
                  </a:lnTo>
                  <a:lnTo>
                    <a:pt x="3382243" y="1813753"/>
                  </a:lnTo>
                  <a:lnTo>
                    <a:pt x="3376770" y="1813753"/>
                  </a:lnTo>
                  <a:lnTo>
                    <a:pt x="3371297" y="1813753"/>
                  </a:lnTo>
                  <a:lnTo>
                    <a:pt x="3371297" y="1830674"/>
                  </a:lnTo>
                  <a:lnTo>
                    <a:pt x="3365824" y="1830674"/>
                  </a:lnTo>
                  <a:lnTo>
                    <a:pt x="3360351" y="1830674"/>
                  </a:lnTo>
                  <a:lnTo>
                    <a:pt x="3354878" y="1830674"/>
                  </a:lnTo>
                  <a:lnTo>
                    <a:pt x="3349405" y="1830674"/>
                  </a:lnTo>
                  <a:lnTo>
                    <a:pt x="3343932" y="1830674"/>
                  </a:lnTo>
                  <a:lnTo>
                    <a:pt x="3338460" y="1830674"/>
                  </a:lnTo>
                  <a:lnTo>
                    <a:pt x="3332987" y="1830674"/>
                  </a:lnTo>
                  <a:lnTo>
                    <a:pt x="3332987" y="1839108"/>
                  </a:lnTo>
                  <a:lnTo>
                    <a:pt x="3327514" y="1839108"/>
                  </a:lnTo>
                  <a:lnTo>
                    <a:pt x="3322041" y="1839108"/>
                  </a:lnTo>
                  <a:lnTo>
                    <a:pt x="3316568" y="1839108"/>
                  </a:lnTo>
                  <a:lnTo>
                    <a:pt x="3311095" y="1839108"/>
                  </a:lnTo>
                  <a:lnTo>
                    <a:pt x="3305622" y="1839108"/>
                  </a:lnTo>
                  <a:lnTo>
                    <a:pt x="3300149" y="1839108"/>
                  </a:lnTo>
                  <a:lnTo>
                    <a:pt x="3294677" y="1839108"/>
                  </a:lnTo>
                  <a:lnTo>
                    <a:pt x="3289204" y="1839108"/>
                  </a:lnTo>
                  <a:lnTo>
                    <a:pt x="3283731" y="1839108"/>
                  </a:lnTo>
                  <a:lnTo>
                    <a:pt x="3278258" y="1839108"/>
                  </a:lnTo>
                  <a:lnTo>
                    <a:pt x="3278258" y="1847505"/>
                  </a:lnTo>
                  <a:lnTo>
                    <a:pt x="3272785" y="1847505"/>
                  </a:lnTo>
                  <a:lnTo>
                    <a:pt x="3272785" y="1855891"/>
                  </a:lnTo>
                  <a:lnTo>
                    <a:pt x="3267312" y="1855891"/>
                  </a:lnTo>
                  <a:lnTo>
                    <a:pt x="3261839" y="1855891"/>
                  </a:lnTo>
                  <a:lnTo>
                    <a:pt x="3256366" y="1855891"/>
                  </a:lnTo>
                  <a:lnTo>
                    <a:pt x="3250893" y="1855891"/>
                  </a:lnTo>
                  <a:lnTo>
                    <a:pt x="3245421" y="1855891"/>
                  </a:lnTo>
                  <a:lnTo>
                    <a:pt x="3239948" y="1855891"/>
                  </a:lnTo>
                  <a:lnTo>
                    <a:pt x="3234475" y="1855891"/>
                  </a:lnTo>
                  <a:lnTo>
                    <a:pt x="3229002" y="1855891"/>
                  </a:lnTo>
                  <a:lnTo>
                    <a:pt x="3223529" y="1855891"/>
                  </a:lnTo>
                  <a:lnTo>
                    <a:pt x="3218056" y="1855891"/>
                  </a:lnTo>
                  <a:lnTo>
                    <a:pt x="3212583" y="1855891"/>
                  </a:lnTo>
                  <a:lnTo>
                    <a:pt x="3207110" y="1855891"/>
                  </a:lnTo>
                  <a:lnTo>
                    <a:pt x="3201637" y="1855891"/>
                  </a:lnTo>
                  <a:lnTo>
                    <a:pt x="3196165" y="1855891"/>
                  </a:lnTo>
                  <a:lnTo>
                    <a:pt x="3190692" y="1855891"/>
                  </a:lnTo>
                  <a:lnTo>
                    <a:pt x="3185219" y="1855891"/>
                  </a:lnTo>
                  <a:lnTo>
                    <a:pt x="3179746" y="1855891"/>
                  </a:lnTo>
                  <a:lnTo>
                    <a:pt x="3174273" y="1855891"/>
                  </a:lnTo>
                  <a:lnTo>
                    <a:pt x="3168800" y="1855891"/>
                  </a:lnTo>
                  <a:lnTo>
                    <a:pt x="3163327" y="1855891"/>
                  </a:lnTo>
                  <a:lnTo>
                    <a:pt x="3157854" y="1855891"/>
                  </a:lnTo>
                  <a:lnTo>
                    <a:pt x="3152382" y="1855891"/>
                  </a:lnTo>
                  <a:lnTo>
                    <a:pt x="3146909" y="1855891"/>
                  </a:lnTo>
                  <a:lnTo>
                    <a:pt x="3141436" y="1855891"/>
                  </a:lnTo>
                  <a:lnTo>
                    <a:pt x="3135963" y="1855891"/>
                  </a:lnTo>
                  <a:lnTo>
                    <a:pt x="3130490" y="1855891"/>
                  </a:lnTo>
                  <a:lnTo>
                    <a:pt x="3125017" y="1855891"/>
                  </a:lnTo>
                  <a:lnTo>
                    <a:pt x="3119544" y="1855891"/>
                  </a:lnTo>
                  <a:lnTo>
                    <a:pt x="3114071" y="1855891"/>
                  </a:lnTo>
                  <a:lnTo>
                    <a:pt x="3114071" y="1864144"/>
                  </a:lnTo>
                  <a:lnTo>
                    <a:pt x="3108598" y="1864144"/>
                  </a:lnTo>
                  <a:lnTo>
                    <a:pt x="3103126" y="1864144"/>
                  </a:lnTo>
                  <a:lnTo>
                    <a:pt x="3097653" y="1864144"/>
                  </a:lnTo>
                  <a:lnTo>
                    <a:pt x="3092180" y="1864144"/>
                  </a:lnTo>
                  <a:lnTo>
                    <a:pt x="3086707" y="1864144"/>
                  </a:lnTo>
                  <a:lnTo>
                    <a:pt x="3081234" y="1864144"/>
                  </a:lnTo>
                  <a:lnTo>
                    <a:pt x="3075761" y="1864144"/>
                  </a:lnTo>
                  <a:lnTo>
                    <a:pt x="3070288" y="1864144"/>
                  </a:lnTo>
                  <a:lnTo>
                    <a:pt x="3064815" y="1864144"/>
                  </a:lnTo>
                  <a:lnTo>
                    <a:pt x="3064815" y="1872373"/>
                  </a:lnTo>
                  <a:lnTo>
                    <a:pt x="3059342" y="1872373"/>
                  </a:lnTo>
                  <a:lnTo>
                    <a:pt x="3053870" y="1872373"/>
                  </a:lnTo>
                  <a:lnTo>
                    <a:pt x="3053870" y="1880597"/>
                  </a:lnTo>
                  <a:lnTo>
                    <a:pt x="3048397" y="1880597"/>
                  </a:lnTo>
                  <a:lnTo>
                    <a:pt x="3042924" y="1880597"/>
                  </a:lnTo>
                  <a:lnTo>
                    <a:pt x="3037451" y="1880597"/>
                  </a:lnTo>
                  <a:lnTo>
                    <a:pt x="3031978" y="1880597"/>
                  </a:lnTo>
                  <a:lnTo>
                    <a:pt x="3026505" y="1880597"/>
                  </a:lnTo>
                  <a:lnTo>
                    <a:pt x="3021032" y="1880597"/>
                  </a:lnTo>
                  <a:lnTo>
                    <a:pt x="3015559" y="1880597"/>
                  </a:lnTo>
                  <a:lnTo>
                    <a:pt x="3010086" y="1880597"/>
                  </a:lnTo>
                  <a:lnTo>
                    <a:pt x="3004614" y="1880597"/>
                  </a:lnTo>
                  <a:lnTo>
                    <a:pt x="2999141" y="1880597"/>
                  </a:lnTo>
                  <a:lnTo>
                    <a:pt x="2993668" y="1880597"/>
                  </a:lnTo>
                  <a:lnTo>
                    <a:pt x="2988195" y="1880597"/>
                  </a:lnTo>
                  <a:lnTo>
                    <a:pt x="2988195" y="1896977"/>
                  </a:lnTo>
                  <a:lnTo>
                    <a:pt x="2982722" y="1896977"/>
                  </a:lnTo>
                  <a:lnTo>
                    <a:pt x="2977249" y="1896977"/>
                  </a:lnTo>
                  <a:lnTo>
                    <a:pt x="2971776" y="1896977"/>
                  </a:lnTo>
                  <a:lnTo>
                    <a:pt x="2966303" y="1896977"/>
                  </a:lnTo>
                  <a:lnTo>
                    <a:pt x="2960831" y="1896977"/>
                  </a:lnTo>
                  <a:lnTo>
                    <a:pt x="2960831" y="1905165"/>
                  </a:lnTo>
                  <a:lnTo>
                    <a:pt x="2955358" y="1905165"/>
                  </a:lnTo>
                  <a:lnTo>
                    <a:pt x="2955358" y="1913342"/>
                  </a:lnTo>
                  <a:lnTo>
                    <a:pt x="2949885" y="1913342"/>
                  </a:lnTo>
                  <a:lnTo>
                    <a:pt x="2944412" y="1913342"/>
                  </a:lnTo>
                  <a:lnTo>
                    <a:pt x="2938939" y="1913342"/>
                  </a:lnTo>
                  <a:lnTo>
                    <a:pt x="2938939" y="1921497"/>
                  </a:lnTo>
                  <a:lnTo>
                    <a:pt x="2933466" y="1921497"/>
                  </a:lnTo>
                  <a:lnTo>
                    <a:pt x="2927993" y="1921497"/>
                  </a:lnTo>
                  <a:lnTo>
                    <a:pt x="2922520" y="1921497"/>
                  </a:lnTo>
                  <a:lnTo>
                    <a:pt x="2917047" y="1921497"/>
                  </a:lnTo>
                  <a:lnTo>
                    <a:pt x="2911575" y="1921497"/>
                  </a:lnTo>
                  <a:lnTo>
                    <a:pt x="2911575" y="1929629"/>
                  </a:lnTo>
                  <a:lnTo>
                    <a:pt x="2906102" y="1929629"/>
                  </a:lnTo>
                  <a:lnTo>
                    <a:pt x="2900629" y="1929629"/>
                  </a:lnTo>
                  <a:lnTo>
                    <a:pt x="2895156" y="1929629"/>
                  </a:lnTo>
                  <a:lnTo>
                    <a:pt x="2889683" y="1929629"/>
                  </a:lnTo>
                  <a:lnTo>
                    <a:pt x="2884210" y="1929629"/>
                  </a:lnTo>
                  <a:lnTo>
                    <a:pt x="2878737" y="1929629"/>
                  </a:lnTo>
                  <a:lnTo>
                    <a:pt x="2873264" y="1929629"/>
                  </a:lnTo>
                  <a:lnTo>
                    <a:pt x="2873264" y="1937751"/>
                  </a:lnTo>
                  <a:lnTo>
                    <a:pt x="2867791" y="1937751"/>
                  </a:lnTo>
                  <a:lnTo>
                    <a:pt x="2862319" y="1937751"/>
                  </a:lnTo>
                  <a:lnTo>
                    <a:pt x="2862319" y="1945863"/>
                  </a:lnTo>
                  <a:lnTo>
                    <a:pt x="2856846" y="1945863"/>
                  </a:lnTo>
                  <a:lnTo>
                    <a:pt x="2851373" y="1945863"/>
                  </a:lnTo>
                  <a:lnTo>
                    <a:pt x="2845900" y="1945863"/>
                  </a:lnTo>
                  <a:lnTo>
                    <a:pt x="2840427" y="1945863"/>
                  </a:lnTo>
                  <a:lnTo>
                    <a:pt x="2834954" y="1945863"/>
                  </a:lnTo>
                  <a:lnTo>
                    <a:pt x="2829481" y="1945863"/>
                  </a:lnTo>
                  <a:lnTo>
                    <a:pt x="2829481" y="1953969"/>
                  </a:lnTo>
                  <a:lnTo>
                    <a:pt x="2824008" y="1953969"/>
                  </a:lnTo>
                  <a:lnTo>
                    <a:pt x="2818535" y="1953969"/>
                  </a:lnTo>
                  <a:lnTo>
                    <a:pt x="2813063" y="1953969"/>
                  </a:lnTo>
                  <a:lnTo>
                    <a:pt x="2807590" y="1953969"/>
                  </a:lnTo>
                  <a:lnTo>
                    <a:pt x="2802117" y="1953969"/>
                  </a:lnTo>
                  <a:lnTo>
                    <a:pt x="2796644" y="1953969"/>
                  </a:lnTo>
                  <a:lnTo>
                    <a:pt x="2796644" y="1962062"/>
                  </a:lnTo>
                  <a:lnTo>
                    <a:pt x="2791171" y="1962062"/>
                  </a:lnTo>
                  <a:lnTo>
                    <a:pt x="2785698" y="1962062"/>
                  </a:lnTo>
                  <a:lnTo>
                    <a:pt x="2780225" y="1962062"/>
                  </a:lnTo>
                  <a:lnTo>
                    <a:pt x="2780225" y="1978234"/>
                  </a:lnTo>
                  <a:lnTo>
                    <a:pt x="2774752" y="1978234"/>
                  </a:lnTo>
                  <a:lnTo>
                    <a:pt x="2769280" y="1978234"/>
                  </a:lnTo>
                  <a:lnTo>
                    <a:pt x="2763807" y="1978234"/>
                  </a:lnTo>
                  <a:lnTo>
                    <a:pt x="2758334" y="1978234"/>
                  </a:lnTo>
                  <a:lnTo>
                    <a:pt x="2752861" y="1978234"/>
                  </a:lnTo>
                  <a:lnTo>
                    <a:pt x="2752861" y="1986318"/>
                  </a:lnTo>
                  <a:lnTo>
                    <a:pt x="2747388" y="1986318"/>
                  </a:lnTo>
                  <a:lnTo>
                    <a:pt x="2741915" y="1986318"/>
                  </a:lnTo>
                  <a:lnTo>
                    <a:pt x="2736442" y="1986318"/>
                  </a:lnTo>
                  <a:lnTo>
                    <a:pt x="2730969" y="1986318"/>
                  </a:lnTo>
                  <a:lnTo>
                    <a:pt x="2725496" y="1986318"/>
                  </a:lnTo>
                  <a:lnTo>
                    <a:pt x="2720024" y="1986318"/>
                  </a:lnTo>
                  <a:lnTo>
                    <a:pt x="2714551" y="1986318"/>
                  </a:lnTo>
                  <a:lnTo>
                    <a:pt x="2709078" y="1986318"/>
                  </a:lnTo>
                  <a:lnTo>
                    <a:pt x="2703605" y="1986318"/>
                  </a:lnTo>
                  <a:lnTo>
                    <a:pt x="2698132" y="1986318"/>
                  </a:lnTo>
                  <a:lnTo>
                    <a:pt x="2692659" y="1986318"/>
                  </a:lnTo>
                  <a:lnTo>
                    <a:pt x="2692659" y="1994396"/>
                  </a:lnTo>
                  <a:lnTo>
                    <a:pt x="2687186" y="1994396"/>
                  </a:lnTo>
                  <a:lnTo>
                    <a:pt x="2681713" y="1994396"/>
                  </a:lnTo>
                  <a:lnTo>
                    <a:pt x="2676240" y="1994396"/>
                  </a:lnTo>
                  <a:lnTo>
                    <a:pt x="2670768" y="1994396"/>
                  </a:lnTo>
                  <a:lnTo>
                    <a:pt x="2665295" y="1994396"/>
                  </a:lnTo>
                  <a:lnTo>
                    <a:pt x="2659822" y="1994396"/>
                  </a:lnTo>
                  <a:lnTo>
                    <a:pt x="2654349" y="1994396"/>
                  </a:lnTo>
                  <a:lnTo>
                    <a:pt x="2648876" y="1994396"/>
                  </a:lnTo>
                  <a:lnTo>
                    <a:pt x="2643403" y="1994396"/>
                  </a:lnTo>
                  <a:lnTo>
                    <a:pt x="2643403" y="2002457"/>
                  </a:lnTo>
                  <a:lnTo>
                    <a:pt x="2637930" y="2002457"/>
                  </a:lnTo>
                  <a:lnTo>
                    <a:pt x="2637930" y="2010517"/>
                  </a:lnTo>
                  <a:lnTo>
                    <a:pt x="2632457" y="2010517"/>
                  </a:lnTo>
                  <a:lnTo>
                    <a:pt x="2626985" y="2010517"/>
                  </a:lnTo>
                  <a:lnTo>
                    <a:pt x="2621512" y="2010517"/>
                  </a:lnTo>
                  <a:lnTo>
                    <a:pt x="2616039" y="2010517"/>
                  </a:lnTo>
                  <a:lnTo>
                    <a:pt x="2610566" y="2010517"/>
                  </a:lnTo>
                  <a:lnTo>
                    <a:pt x="2610566" y="2018570"/>
                  </a:lnTo>
                  <a:lnTo>
                    <a:pt x="2605093" y="2018570"/>
                  </a:lnTo>
                  <a:lnTo>
                    <a:pt x="2605093" y="2026623"/>
                  </a:lnTo>
                  <a:lnTo>
                    <a:pt x="2599620" y="2026623"/>
                  </a:lnTo>
                  <a:lnTo>
                    <a:pt x="2594147" y="2026623"/>
                  </a:lnTo>
                  <a:lnTo>
                    <a:pt x="2588674" y="2026623"/>
                  </a:lnTo>
                  <a:lnTo>
                    <a:pt x="2583201" y="2026623"/>
                  </a:lnTo>
                  <a:lnTo>
                    <a:pt x="2577729" y="2026623"/>
                  </a:lnTo>
                  <a:lnTo>
                    <a:pt x="2572256" y="2026623"/>
                  </a:lnTo>
                  <a:lnTo>
                    <a:pt x="2566783" y="2026623"/>
                  </a:lnTo>
                  <a:lnTo>
                    <a:pt x="2566783" y="2042700"/>
                  </a:lnTo>
                  <a:lnTo>
                    <a:pt x="2561310" y="2042700"/>
                  </a:lnTo>
                  <a:lnTo>
                    <a:pt x="2555837" y="2042700"/>
                  </a:lnTo>
                  <a:lnTo>
                    <a:pt x="2555837" y="2050736"/>
                  </a:lnTo>
                  <a:lnTo>
                    <a:pt x="2550364" y="2050736"/>
                  </a:lnTo>
                  <a:lnTo>
                    <a:pt x="2544891" y="2050736"/>
                  </a:lnTo>
                  <a:lnTo>
                    <a:pt x="2539418" y="2050736"/>
                  </a:lnTo>
                  <a:lnTo>
                    <a:pt x="2533945" y="2050736"/>
                  </a:lnTo>
                  <a:lnTo>
                    <a:pt x="2528473" y="2050736"/>
                  </a:lnTo>
                  <a:lnTo>
                    <a:pt x="2528473" y="2074834"/>
                  </a:lnTo>
                  <a:lnTo>
                    <a:pt x="2523000" y="2074834"/>
                  </a:lnTo>
                  <a:lnTo>
                    <a:pt x="2523000" y="2082859"/>
                  </a:lnTo>
                  <a:lnTo>
                    <a:pt x="2517527" y="2082859"/>
                  </a:lnTo>
                  <a:lnTo>
                    <a:pt x="2512054" y="2082859"/>
                  </a:lnTo>
                  <a:lnTo>
                    <a:pt x="2506581" y="2082859"/>
                  </a:lnTo>
                  <a:lnTo>
                    <a:pt x="2501108" y="2082859"/>
                  </a:lnTo>
                  <a:lnTo>
                    <a:pt x="2495635" y="2082859"/>
                  </a:lnTo>
                  <a:lnTo>
                    <a:pt x="2495635" y="2090868"/>
                  </a:lnTo>
                  <a:lnTo>
                    <a:pt x="2490162" y="2090868"/>
                  </a:lnTo>
                  <a:lnTo>
                    <a:pt x="2490162" y="2098872"/>
                  </a:lnTo>
                  <a:lnTo>
                    <a:pt x="2484689" y="2098872"/>
                  </a:lnTo>
                  <a:lnTo>
                    <a:pt x="2479217" y="2098872"/>
                  </a:lnTo>
                  <a:lnTo>
                    <a:pt x="2473744" y="2098872"/>
                  </a:lnTo>
                  <a:lnTo>
                    <a:pt x="2468271" y="2098872"/>
                  </a:lnTo>
                  <a:lnTo>
                    <a:pt x="2462798" y="2098872"/>
                  </a:lnTo>
                  <a:lnTo>
                    <a:pt x="2457325" y="2098872"/>
                  </a:lnTo>
                  <a:lnTo>
                    <a:pt x="2451852" y="2098872"/>
                  </a:lnTo>
                  <a:lnTo>
                    <a:pt x="2451852" y="2106859"/>
                  </a:lnTo>
                  <a:lnTo>
                    <a:pt x="2446379" y="2106859"/>
                  </a:lnTo>
                  <a:lnTo>
                    <a:pt x="2446379" y="2114845"/>
                  </a:lnTo>
                  <a:lnTo>
                    <a:pt x="2440906" y="2114845"/>
                  </a:lnTo>
                  <a:lnTo>
                    <a:pt x="2435434" y="2114845"/>
                  </a:lnTo>
                  <a:lnTo>
                    <a:pt x="2429961" y="2114845"/>
                  </a:lnTo>
                  <a:lnTo>
                    <a:pt x="2424488" y="2114845"/>
                  </a:lnTo>
                  <a:lnTo>
                    <a:pt x="2424488" y="2122825"/>
                  </a:lnTo>
                  <a:lnTo>
                    <a:pt x="2419015" y="2122825"/>
                  </a:lnTo>
                  <a:lnTo>
                    <a:pt x="2413542" y="2122825"/>
                  </a:lnTo>
                  <a:lnTo>
                    <a:pt x="2413542" y="2130804"/>
                  </a:lnTo>
                  <a:lnTo>
                    <a:pt x="2408069" y="2130804"/>
                  </a:lnTo>
                  <a:lnTo>
                    <a:pt x="2402596" y="2130804"/>
                  </a:lnTo>
                  <a:lnTo>
                    <a:pt x="2397123" y="2130804"/>
                  </a:lnTo>
                  <a:lnTo>
                    <a:pt x="2391650" y="2130804"/>
                  </a:lnTo>
                  <a:lnTo>
                    <a:pt x="2386178" y="2130804"/>
                  </a:lnTo>
                  <a:lnTo>
                    <a:pt x="2386178" y="2138777"/>
                  </a:lnTo>
                  <a:lnTo>
                    <a:pt x="2380705" y="2138777"/>
                  </a:lnTo>
                  <a:lnTo>
                    <a:pt x="2380705" y="2146741"/>
                  </a:lnTo>
                  <a:lnTo>
                    <a:pt x="2375232" y="2146741"/>
                  </a:lnTo>
                  <a:lnTo>
                    <a:pt x="2375232" y="2154700"/>
                  </a:lnTo>
                  <a:lnTo>
                    <a:pt x="2369759" y="2154700"/>
                  </a:lnTo>
                  <a:lnTo>
                    <a:pt x="2369759" y="2162657"/>
                  </a:lnTo>
                  <a:lnTo>
                    <a:pt x="2364286" y="2162657"/>
                  </a:lnTo>
                  <a:lnTo>
                    <a:pt x="2364286" y="2170613"/>
                  </a:lnTo>
                  <a:lnTo>
                    <a:pt x="2358813" y="2170613"/>
                  </a:lnTo>
                  <a:lnTo>
                    <a:pt x="2353340" y="2170613"/>
                  </a:lnTo>
                  <a:lnTo>
                    <a:pt x="2347867" y="2170613"/>
                  </a:lnTo>
                  <a:lnTo>
                    <a:pt x="2342394" y="2170613"/>
                  </a:lnTo>
                  <a:lnTo>
                    <a:pt x="2342394" y="2178567"/>
                  </a:lnTo>
                  <a:lnTo>
                    <a:pt x="2336922" y="2178567"/>
                  </a:lnTo>
                  <a:lnTo>
                    <a:pt x="2336922" y="2194448"/>
                  </a:lnTo>
                  <a:lnTo>
                    <a:pt x="2331449" y="2194448"/>
                  </a:lnTo>
                  <a:lnTo>
                    <a:pt x="2325976" y="2194448"/>
                  </a:lnTo>
                  <a:lnTo>
                    <a:pt x="2320503" y="2194448"/>
                  </a:lnTo>
                  <a:lnTo>
                    <a:pt x="2315030" y="2194448"/>
                  </a:lnTo>
                  <a:lnTo>
                    <a:pt x="2309557" y="2194448"/>
                  </a:lnTo>
                  <a:lnTo>
                    <a:pt x="2304084" y="2194448"/>
                  </a:lnTo>
                  <a:lnTo>
                    <a:pt x="2298611" y="2194448"/>
                  </a:lnTo>
                  <a:lnTo>
                    <a:pt x="2298611" y="2210314"/>
                  </a:lnTo>
                  <a:lnTo>
                    <a:pt x="2293138" y="2210314"/>
                  </a:lnTo>
                  <a:lnTo>
                    <a:pt x="2287666" y="2210314"/>
                  </a:lnTo>
                  <a:lnTo>
                    <a:pt x="2282193" y="2210314"/>
                  </a:lnTo>
                  <a:lnTo>
                    <a:pt x="2276720" y="2210314"/>
                  </a:lnTo>
                  <a:lnTo>
                    <a:pt x="2271247" y="2210314"/>
                  </a:lnTo>
                  <a:lnTo>
                    <a:pt x="2265774" y="2210314"/>
                  </a:lnTo>
                  <a:lnTo>
                    <a:pt x="2265774" y="2218231"/>
                  </a:lnTo>
                  <a:lnTo>
                    <a:pt x="2260301" y="2218231"/>
                  </a:lnTo>
                  <a:lnTo>
                    <a:pt x="2254828" y="2218231"/>
                  </a:lnTo>
                  <a:lnTo>
                    <a:pt x="2254828" y="2226132"/>
                  </a:lnTo>
                  <a:lnTo>
                    <a:pt x="2249355" y="2226132"/>
                  </a:lnTo>
                  <a:lnTo>
                    <a:pt x="2243883" y="2226132"/>
                  </a:lnTo>
                  <a:lnTo>
                    <a:pt x="2238410" y="2226132"/>
                  </a:lnTo>
                  <a:lnTo>
                    <a:pt x="2232937" y="2226132"/>
                  </a:lnTo>
                  <a:lnTo>
                    <a:pt x="2232937" y="2234028"/>
                  </a:lnTo>
                  <a:lnTo>
                    <a:pt x="2227464" y="2234028"/>
                  </a:lnTo>
                  <a:lnTo>
                    <a:pt x="2227464" y="2241919"/>
                  </a:lnTo>
                  <a:lnTo>
                    <a:pt x="2221991" y="2241919"/>
                  </a:lnTo>
                  <a:lnTo>
                    <a:pt x="2221991" y="2249801"/>
                  </a:lnTo>
                  <a:lnTo>
                    <a:pt x="2216518" y="2249801"/>
                  </a:lnTo>
                  <a:lnTo>
                    <a:pt x="2211045" y="2249801"/>
                  </a:lnTo>
                  <a:lnTo>
                    <a:pt x="2211045" y="2257675"/>
                  </a:lnTo>
                  <a:lnTo>
                    <a:pt x="2205572" y="2257675"/>
                  </a:lnTo>
                  <a:lnTo>
                    <a:pt x="2200099" y="2257675"/>
                  </a:lnTo>
                  <a:lnTo>
                    <a:pt x="2200099" y="2265540"/>
                  </a:lnTo>
                  <a:lnTo>
                    <a:pt x="2194627" y="2265540"/>
                  </a:lnTo>
                  <a:lnTo>
                    <a:pt x="2189154" y="2265540"/>
                  </a:lnTo>
                  <a:lnTo>
                    <a:pt x="2183681" y="2265540"/>
                  </a:lnTo>
                  <a:lnTo>
                    <a:pt x="2178208" y="2265540"/>
                  </a:lnTo>
                  <a:lnTo>
                    <a:pt x="2172735" y="2265540"/>
                  </a:lnTo>
                  <a:lnTo>
                    <a:pt x="2167262" y="2265540"/>
                  </a:lnTo>
                  <a:lnTo>
                    <a:pt x="2161789" y="2265540"/>
                  </a:lnTo>
                  <a:lnTo>
                    <a:pt x="2161789" y="2281237"/>
                  </a:lnTo>
                  <a:lnTo>
                    <a:pt x="2156316" y="2281237"/>
                  </a:lnTo>
                  <a:lnTo>
                    <a:pt x="2150843" y="2281237"/>
                  </a:lnTo>
                  <a:lnTo>
                    <a:pt x="2150843" y="2289080"/>
                  </a:lnTo>
                  <a:lnTo>
                    <a:pt x="2145371" y="2289080"/>
                  </a:lnTo>
                  <a:lnTo>
                    <a:pt x="2145371" y="2296917"/>
                  </a:lnTo>
                  <a:lnTo>
                    <a:pt x="2139898" y="2296917"/>
                  </a:lnTo>
                  <a:lnTo>
                    <a:pt x="2134425" y="2296917"/>
                  </a:lnTo>
                  <a:lnTo>
                    <a:pt x="2128952" y="2296917"/>
                  </a:lnTo>
                  <a:lnTo>
                    <a:pt x="2128952" y="2304753"/>
                  </a:lnTo>
                  <a:lnTo>
                    <a:pt x="2123479" y="2304753"/>
                  </a:lnTo>
                  <a:lnTo>
                    <a:pt x="2118006" y="2304753"/>
                  </a:lnTo>
                  <a:lnTo>
                    <a:pt x="2112533" y="2304753"/>
                  </a:lnTo>
                  <a:lnTo>
                    <a:pt x="2107060" y="2304753"/>
                  </a:lnTo>
                  <a:lnTo>
                    <a:pt x="2107060" y="2320405"/>
                  </a:lnTo>
                  <a:lnTo>
                    <a:pt x="2101588" y="2320405"/>
                  </a:lnTo>
                  <a:lnTo>
                    <a:pt x="2101588" y="2328228"/>
                  </a:lnTo>
                  <a:lnTo>
                    <a:pt x="2096115" y="2328228"/>
                  </a:lnTo>
                  <a:lnTo>
                    <a:pt x="2090642" y="2328228"/>
                  </a:lnTo>
                  <a:lnTo>
                    <a:pt x="2085169" y="2328228"/>
                  </a:lnTo>
                  <a:lnTo>
                    <a:pt x="2079696" y="2328228"/>
                  </a:lnTo>
                  <a:lnTo>
                    <a:pt x="2079696" y="2336046"/>
                  </a:lnTo>
                  <a:lnTo>
                    <a:pt x="2074223" y="2336046"/>
                  </a:lnTo>
                  <a:lnTo>
                    <a:pt x="2068750" y="2336046"/>
                  </a:lnTo>
                  <a:lnTo>
                    <a:pt x="2063277" y="2336046"/>
                  </a:lnTo>
                  <a:lnTo>
                    <a:pt x="2057804" y="2336046"/>
                  </a:lnTo>
                  <a:lnTo>
                    <a:pt x="2052332" y="2336046"/>
                  </a:lnTo>
                  <a:lnTo>
                    <a:pt x="2046859" y="2336046"/>
                  </a:lnTo>
                  <a:lnTo>
                    <a:pt x="2041386" y="2336046"/>
                  </a:lnTo>
                  <a:lnTo>
                    <a:pt x="2035913" y="2336046"/>
                  </a:lnTo>
                  <a:lnTo>
                    <a:pt x="2030440" y="2336046"/>
                  </a:lnTo>
                  <a:lnTo>
                    <a:pt x="2030440" y="2343856"/>
                  </a:lnTo>
                  <a:lnTo>
                    <a:pt x="2024967" y="2343856"/>
                  </a:lnTo>
                  <a:lnTo>
                    <a:pt x="2024967" y="2351663"/>
                  </a:lnTo>
                  <a:lnTo>
                    <a:pt x="2019494" y="2351663"/>
                  </a:lnTo>
                  <a:lnTo>
                    <a:pt x="2019494" y="2359465"/>
                  </a:lnTo>
                  <a:lnTo>
                    <a:pt x="2014021" y="2359465"/>
                  </a:lnTo>
                  <a:lnTo>
                    <a:pt x="2008548" y="2359465"/>
                  </a:lnTo>
                  <a:lnTo>
                    <a:pt x="2003076" y="2359465"/>
                  </a:lnTo>
                  <a:lnTo>
                    <a:pt x="2003076" y="2367260"/>
                  </a:lnTo>
                  <a:lnTo>
                    <a:pt x="1997603" y="2367260"/>
                  </a:lnTo>
                  <a:lnTo>
                    <a:pt x="1992130" y="2367260"/>
                  </a:lnTo>
                  <a:lnTo>
                    <a:pt x="1986657" y="2367260"/>
                  </a:lnTo>
                  <a:lnTo>
                    <a:pt x="1981184" y="2367260"/>
                  </a:lnTo>
                  <a:lnTo>
                    <a:pt x="1975711" y="2367260"/>
                  </a:lnTo>
                  <a:lnTo>
                    <a:pt x="1970238" y="2367260"/>
                  </a:lnTo>
                  <a:lnTo>
                    <a:pt x="1964765" y="2367260"/>
                  </a:lnTo>
                  <a:lnTo>
                    <a:pt x="1964765" y="2375042"/>
                  </a:lnTo>
                  <a:lnTo>
                    <a:pt x="1959292" y="2375042"/>
                  </a:lnTo>
                  <a:lnTo>
                    <a:pt x="1953820" y="2375042"/>
                  </a:lnTo>
                  <a:lnTo>
                    <a:pt x="1953820" y="2382814"/>
                  </a:lnTo>
                  <a:lnTo>
                    <a:pt x="1948347" y="2382814"/>
                  </a:lnTo>
                  <a:lnTo>
                    <a:pt x="1948347" y="2390583"/>
                  </a:lnTo>
                  <a:lnTo>
                    <a:pt x="1942874" y="2390583"/>
                  </a:lnTo>
                  <a:lnTo>
                    <a:pt x="1937401" y="2390583"/>
                  </a:lnTo>
                  <a:lnTo>
                    <a:pt x="1931928" y="2390583"/>
                  </a:lnTo>
                  <a:lnTo>
                    <a:pt x="1926455" y="2390583"/>
                  </a:lnTo>
                  <a:lnTo>
                    <a:pt x="1920982" y="2390583"/>
                  </a:lnTo>
                  <a:lnTo>
                    <a:pt x="1915509" y="2390583"/>
                  </a:lnTo>
                  <a:lnTo>
                    <a:pt x="1915509" y="2398341"/>
                  </a:lnTo>
                  <a:lnTo>
                    <a:pt x="1910037" y="2398341"/>
                  </a:lnTo>
                  <a:lnTo>
                    <a:pt x="1904564" y="2398341"/>
                  </a:lnTo>
                  <a:lnTo>
                    <a:pt x="1904564" y="2406097"/>
                  </a:lnTo>
                  <a:lnTo>
                    <a:pt x="1899091" y="2406097"/>
                  </a:lnTo>
                  <a:lnTo>
                    <a:pt x="1893618" y="2406097"/>
                  </a:lnTo>
                  <a:lnTo>
                    <a:pt x="1888145" y="2406097"/>
                  </a:lnTo>
                  <a:lnTo>
                    <a:pt x="1888145" y="2413848"/>
                  </a:lnTo>
                  <a:lnTo>
                    <a:pt x="1882672" y="2413848"/>
                  </a:lnTo>
                  <a:lnTo>
                    <a:pt x="1877199" y="2413848"/>
                  </a:lnTo>
                  <a:lnTo>
                    <a:pt x="1877199" y="2429337"/>
                  </a:lnTo>
                  <a:lnTo>
                    <a:pt x="1871726" y="2429337"/>
                  </a:lnTo>
                  <a:lnTo>
                    <a:pt x="1871726" y="2437078"/>
                  </a:lnTo>
                  <a:lnTo>
                    <a:pt x="1866253" y="2437078"/>
                  </a:lnTo>
                  <a:lnTo>
                    <a:pt x="1866253" y="2452555"/>
                  </a:lnTo>
                  <a:lnTo>
                    <a:pt x="1860781" y="2452555"/>
                  </a:lnTo>
                  <a:lnTo>
                    <a:pt x="1855308" y="2452555"/>
                  </a:lnTo>
                  <a:lnTo>
                    <a:pt x="1849835" y="2452555"/>
                  </a:lnTo>
                  <a:lnTo>
                    <a:pt x="1844362" y="2452555"/>
                  </a:lnTo>
                  <a:lnTo>
                    <a:pt x="1844362" y="2460287"/>
                  </a:lnTo>
                  <a:lnTo>
                    <a:pt x="1838889" y="2460287"/>
                  </a:lnTo>
                  <a:lnTo>
                    <a:pt x="1833416" y="2460287"/>
                  </a:lnTo>
                  <a:lnTo>
                    <a:pt x="1833416" y="2468010"/>
                  </a:lnTo>
                  <a:lnTo>
                    <a:pt x="1827943" y="2468010"/>
                  </a:lnTo>
                  <a:lnTo>
                    <a:pt x="1822470" y="2468010"/>
                  </a:lnTo>
                  <a:lnTo>
                    <a:pt x="1816997" y="2468010"/>
                  </a:lnTo>
                  <a:lnTo>
                    <a:pt x="1811525" y="2468010"/>
                  </a:lnTo>
                  <a:lnTo>
                    <a:pt x="1806052" y="2468010"/>
                  </a:lnTo>
                  <a:lnTo>
                    <a:pt x="1806052" y="2475723"/>
                  </a:lnTo>
                  <a:lnTo>
                    <a:pt x="1800579" y="2475723"/>
                  </a:lnTo>
                  <a:lnTo>
                    <a:pt x="1800579" y="2483431"/>
                  </a:lnTo>
                  <a:lnTo>
                    <a:pt x="1795106" y="2483431"/>
                  </a:lnTo>
                  <a:lnTo>
                    <a:pt x="1789633" y="2483431"/>
                  </a:lnTo>
                  <a:lnTo>
                    <a:pt x="1784160" y="2483431"/>
                  </a:lnTo>
                  <a:lnTo>
                    <a:pt x="1778687" y="2483431"/>
                  </a:lnTo>
                  <a:lnTo>
                    <a:pt x="1773214" y="2483431"/>
                  </a:lnTo>
                  <a:lnTo>
                    <a:pt x="1767741" y="2483431"/>
                  </a:lnTo>
                  <a:lnTo>
                    <a:pt x="1762269" y="2483431"/>
                  </a:lnTo>
                  <a:lnTo>
                    <a:pt x="1756796" y="2483431"/>
                  </a:lnTo>
                  <a:lnTo>
                    <a:pt x="1751323" y="2483431"/>
                  </a:lnTo>
                  <a:lnTo>
                    <a:pt x="1745850" y="2483431"/>
                  </a:lnTo>
                  <a:lnTo>
                    <a:pt x="1740377" y="2483431"/>
                  </a:lnTo>
                  <a:lnTo>
                    <a:pt x="1734904" y="2483431"/>
                  </a:lnTo>
                  <a:lnTo>
                    <a:pt x="1729431" y="2483431"/>
                  </a:lnTo>
                  <a:lnTo>
                    <a:pt x="1723958" y="2483431"/>
                  </a:lnTo>
                  <a:lnTo>
                    <a:pt x="1723958" y="2491119"/>
                  </a:lnTo>
                  <a:lnTo>
                    <a:pt x="1718486" y="2491119"/>
                  </a:lnTo>
                  <a:lnTo>
                    <a:pt x="1718486" y="2498802"/>
                  </a:lnTo>
                  <a:lnTo>
                    <a:pt x="1713013" y="2498802"/>
                  </a:lnTo>
                  <a:lnTo>
                    <a:pt x="1707540" y="2498802"/>
                  </a:lnTo>
                  <a:lnTo>
                    <a:pt x="1707540" y="2506479"/>
                  </a:lnTo>
                  <a:lnTo>
                    <a:pt x="1702067" y="2506479"/>
                  </a:lnTo>
                  <a:lnTo>
                    <a:pt x="1696594" y="2506479"/>
                  </a:lnTo>
                  <a:lnTo>
                    <a:pt x="1691121" y="2506479"/>
                  </a:lnTo>
                  <a:lnTo>
                    <a:pt x="1685648" y="2506479"/>
                  </a:lnTo>
                  <a:lnTo>
                    <a:pt x="1685648" y="2514152"/>
                  </a:lnTo>
                  <a:lnTo>
                    <a:pt x="1680175" y="2514152"/>
                  </a:lnTo>
                  <a:lnTo>
                    <a:pt x="1680175" y="2521817"/>
                  </a:lnTo>
                  <a:lnTo>
                    <a:pt x="1674702" y="2521817"/>
                  </a:lnTo>
                  <a:lnTo>
                    <a:pt x="1669230" y="2521817"/>
                  </a:lnTo>
                  <a:lnTo>
                    <a:pt x="1663757" y="2521817"/>
                  </a:lnTo>
                  <a:lnTo>
                    <a:pt x="1658284" y="2521817"/>
                  </a:lnTo>
                  <a:lnTo>
                    <a:pt x="1652811" y="2521817"/>
                  </a:lnTo>
                  <a:lnTo>
                    <a:pt x="1647338" y="2521817"/>
                  </a:lnTo>
                  <a:lnTo>
                    <a:pt x="1647338" y="2529468"/>
                  </a:lnTo>
                  <a:lnTo>
                    <a:pt x="1641865" y="2529468"/>
                  </a:lnTo>
                  <a:lnTo>
                    <a:pt x="1636392" y="2529468"/>
                  </a:lnTo>
                  <a:lnTo>
                    <a:pt x="1630919" y="2529468"/>
                  </a:lnTo>
                  <a:lnTo>
                    <a:pt x="1625446" y="2529468"/>
                  </a:lnTo>
                  <a:lnTo>
                    <a:pt x="1619974" y="2529468"/>
                  </a:lnTo>
                  <a:lnTo>
                    <a:pt x="1614501" y="2529468"/>
                  </a:lnTo>
                  <a:lnTo>
                    <a:pt x="1609028" y="2529468"/>
                  </a:lnTo>
                  <a:lnTo>
                    <a:pt x="1609028" y="2537104"/>
                  </a:lnTo>
                  <a:lnTo>
                    <a:pt x="1603555" y="2537104"/>
                  </a:lnTo>
                  <a:lnTo>
                    <a:pt x="1598082" y="2537104"/>
                  </a:lnTo>
                  <a:lnTo>
                    <a:pt x="1592609" y="2537104"/>
                  </a:lnTo>
                  <a:lnTo>
                    <a:pt x="1592609" y="2544731"/>
                  </a:lnTo>
                  <a:lnTo>
                    <a:pt x="1587136" y="2544731"/>
                  </a:lnTo>
                  <a:lnTo>
                    <a:pt x="1581663" y="2544731"/>
                  </a:lnTo>
                  <a:lnTo>
                    <a:pt x="1576191" y="2544731"/>
                  </a:lnTo>
                  <a:lnTo>
                    <a:pt x="1570718" y="2544731"/>
                  </a:lnTo>
                  <a:lnTo>
                    <a:pt x="1570718" y="2559974"/>
                  </a:lnTo>
                  <a:lnTo>
                    <a:pt x="1565245" y="2559974"/>
                  </a:lnTo>
                  <a:lnTo>
                    <a:pt x="1559772" y="2559974"/>
                  </a:lnTo>
                  <a:lnTo>
                    <a:pt x="1554299" y="2559974"/>
                  </a:lnTo>
                  <a:lnTo>
                    <a:pt x="1554299" y="2567592"/>
                  </a:lnTo>
                  <a:lnTo>
                    <a:pt x="1548826" y="2567592"/>
                  </a:lnTo>
                  <a:lnTo>
                    <a:pt x="1543353" y="2567592"/>
                  </a:lnTo>
                  <a:lnTo>
                    <a:pt x="1543353" y="2575204"/>
                  </a:lnTo>
                  <a:lnTo>
                    <a:pt x="1537880" y="2575204"/>
                  </a:lnTo>
                  <a:lnTo>
                    <a:pt x="1532407" y="2575204"/>
                  </a:lnTo>
                  <a:lnTo>
                    <a:pt x="1532407" y="2582809"/>
                  </a:lnTo>
                  <a:lnTo>
                    <a:pt x="1526935" y="2582809"/>
                  </a:lnTo>
                  <a:lnTo>
                    <a:pt x="1521462" y="2582809"/>
                  </a:lnTo>
                  <a:lnTo>
                    <a:pt x="1515989" y="2582809"/>
                  </a:lnTo>
                  <a:lnTo>
                    <a:pt x="1510516" y="2582809"/>
                  </a:lnTo>
                  <a:lnTo>
                    <a:pt x="1505043" y="2582809"/>
                  </a:lnTo>
                  <a:lnTo>
                    <a:pt x="1499570" y="2582809"/>
                  </a:lnTo>
                  <a:lnTo>
                    <a:pt x="1494097" y="2582809"/>
                  </a:lnTo>
                  <a:lnTo>
                    <a:pt x="1488624" y="2582809"/>
                  </a:lnTo>
                  <a:lnTo>
                    <a:pt x="1483151" y="2582809"/>
                  </a:lnTo>
                  <a:lnTo>
                    <a:pt x="1477679" y="2582809"/>
                  </a:lnTo>
                  <a:lnTo>
                    <a:pt x="1472206" y="2582809"/>
                  </a:lnTo>
                  <a:lnTo>
                    <a:pt x="1472206" y="2590404"/>
                  </a:lnTo>
                  <a:lnTo>
                    <a:pt x="1466733" y="2590404"/>
                  </a:lnTo>
                  <a:lnTo>
                    <a:pt x="1461260" y="2590404"/>
                  </a:lnTo>
                  <a:lnTo>
                    <a:pt x="1455787" y="2590404"/>
                  </a:lnTo>
                  <a:lnTo>
                    <a:pt x="1455787" y="2597991"/>
                  </a:lnTo>
                  <a:lnTo>
                    <a:pt x="1450314" y="2597991"/>
                  </a:lnTo>
                  <a:lnTo>
                    <a:pt x="1444841" y="2597991"/>
                  </a:lnTo>
                  <a:lnTo>
                    <a:pt x="1444841" y="2605568"/>
                  </a:lnTo>
                  <a:lnTo>
                    <a:pt x="1439368" y="2605568"/>
                  </a:lnTo>
                  <a:lnTo>
                    <a:pt x="1433895" y="2605568"/>
                  </a:lnTo>
                  <a:lnTo>
                    <a:pt x="1428423" y="2605568"/>
                  </a:lnTo>
                  <a:lnTo>
                    <a:pt x="1422950" y="2605568"/>
                  </a:lnTo>
                  <a:lnTo>
                    <a:pt x="1422950" y="2613137"/>
                  </a:lnTo>
                  <a:lnTo>
                    <a:pt x="1417477" y="2613137"/>
                  </a:lnTo>
                  <a:lnTo>
                    <a:pt x="1417477" y="2635829"/>
                  </a:lnTo>
                  <a:lnTo>
                    <a:pt x="1412004" y="2635829"/>
                  </a:lnTo>
                  <a:lnTo>
                    <a:pt x="1406531" y="2635829"/>
                  </a:lnTo>
                  <a:lnTo>
                    <a:pt x="1406531" y="2643388"/>
                  </a:lnTo>
                  <a:lnTo>
                    <a:pt x="1401058" y="2643388"/>
                  </a:lnTo>
                  <a:lnTo>
                    <a:pt x="1401058" y="2650944"/>
                  </a:lnTo>
                  <a:lnTo>
                    <a:pt x="1395585" y="2650944"/>
                  </a:lnTo>
                  <a:lnTo>
                    <a:pt x="1390112" y="2650944"/>
                  </a:lnTo>
                  <a:lnTo>
                    <a:pt x="1384640" y="2650944"/>
                  </a:lnTo>
                  <a:lnTo>
                    <a:pt x="1379167" y="2650944"/>
                  </a:lnTo>
                  <a:lnTo>
                    <a:pt x="1373694" y="2650944"/>
                  </a:lnTo>
                  <a:lnTo>
                    <a:pt x="1368221" y="2650944"/>
                  </a:lnTo>
                  <a:lnTo>
                    <a:pt x="1362748" y="2650944"/>
                  </a:lnTo>
                  <a:lnTo>
                    <a:pt x="1357275" y="2650944"/>
                  </a:lnTo>
                  <a:lnTo>
                    <a:pt x="1357275" y="2658485"/>
                  </a:lnTo>
                  <a:lnTo>
                    <a:pt x="1351802" y="2658485"/>
                  </a:lnTo>
                  <a:lnTo>
                    <a:pt x="1346329" y="2658485"/>
                  </a:lnTo>
                  <a:lnTo>
                    <a:pt x="1340856" y="2658485"/>
                  </a:lnTo>
                  <a:lnTo>
                    <a:pt x="1340856" y="2673553"/>
                  </a:lnTo>
                  <a:lnTo>
                    <a:pt x="1335384" y="2673553"/>
                  </a:lnTo>
                  <a:lnTo>
                    <a:pt x="1335384" y="2681081"/>
                  </a:lnTo>
                  <a:lnTo>
                    <a:pt x="1329911" y="2681081"/>
                  </a:lnTo>
                  <a:lnTo>
                    <a:pt x="1329911" y="2696129"/>
                  </a:lnTo>
                  <a:lnTo>
                    <a:pt x="1324438" y="2696129"/>
                  </a:lnTo>
                  <a:lnTo>
                    <a:pt x="1318965" y="2696129"/>
                  </a:lnTo>
                  <a:lnTo>
                    <a:pt x="1313492" y="2696129"/>
                  </a:lnTo>
                  <a:lnTo>
                    <a:pt x="1308019" y="2696129"/>
                  </a:lnTo>
                  <a:lnTo>
                    <a:pt x="1308019" y="2703646"/>
                  </a:lnTo>
                  <a:lnTo>
                    <a:pt x="1302546" y="2703646"/>
                  </a:lnTo>
                  <a:lnTo>
                    <a:pt x="1297073" y="2703646"/>
                  </a:lnTo>
                  <a:lnTo>
                    <a:pt x="1291600" y="2703646"/>
                  </a:lnTo>
                  <a:lnTo>
                    <a:pt x="1291600" y="2711155"/>
                  </a:lnTo>
                  <a:lnTo>
                    <a:pt x="1286128" y="2711155"/>
                  </a:lnTo>
                  <a:lnTo>
                    <a:pt x="1280655" y="2711155"/>
                  </a:lnTo>
                  <a:lnTo>
                    <a:pt x="1280655" y="2718659"/>
                  </a:lnTo>
                  <a:lnTo>
                    <a:pt x="1275182" y="2718659"/>
                  </a:lnTo>
                  <a:lnTo>
                    <a:pt x="1275182" y="2726160"/>
                  </a:lnTo>
                  <a:lnTo>
                    <a:pt x="1269709" y="2726160"/>
                  </a:lnTo>
                  <a:lnTo>
                    <a:pt x="1264236" y="2726160"/>
                  </a:lnTo>
                  <a:lnTo>
                    <a:pt x="1264236" y="2733647"/>
                  </a:lnTo>
                  <a:lnTo>
                    <a:pt x="1258763" y="2733647"/>
                  </a:lnTo>
                  <a:lnTo>
                    <a:pt x="1253290" y="2733647"/>
                  </a:lnTo>
                  <a:lnTo>
                    <a:pt x="1247817" y="2733647"/>
                  </a:lnTo>
                  <a:lnTo>
                    <a:pt x="1242344" y="2733647"/>
                  </a:lnTo>
                  <a:lnTo>
                    <a:pt x="1242344" y="2741118"/>
                  </a:lnTo>
                  <a:lnTo>
                    <a:pt x="1236872" y="2741118"/>
                  </a:lnTo>
                  <a:lnTo>
                    <a:pt x="1236872" y="2748587"/>
                  </a:lnTo>
                  <a:lnTo>
                    <a:pt x="1231399" y="2748587"/>
                  </a:lnTo>
                  <a:lnTo>
                    <a:pt x="1225926" y="2748587"/>
                  </a:lnTo>
                  <a:lnTo>
                    <a:pt x="1220453" y="2748587"/>
                  </a:lnTo>
                  <a:lnTo>
                    <a:pt x="1220453" y="2756043"/>
                  </a:lnTo>
                  <a:lnTo>
                    <a:pt x="1214980" y="2756043"/>
                  </a:lnTo>
                  <a:lnTo>
                    <a:pt x="1214980" y="2763494"/>
                  </a:lnTo>
                  <a:lnTo>
                    <a:pt x="1209507" y="2763494"/>
                  </a:lnTo>
                  <a:lnTo>
                    <a:pt x="1209507" y="2770941"/>
                  </a:lnTo>
                  <a:lnTo>
                    <a:pt x="1204034" y="2770941"/>
                  </a:lnTo>
                  <a:lnTo>
                    <a:pt x="1198561" y="2770941"/>
                  </a:lnTo>
                  <a:lnTo>
                    <a:pt x="1193089" y="2770941"/>
                  </a:lnTo>
                  <a:lnTo>
                    <a:pt x="1193089" y="2778381"/>
                  </a:lnTo>
                  <a:lnTo>
                    <a:pt x="1187616" y="2778381"/>
                  </a:lnTo>
                  <a:lnTo>
                    <a:pt x="1187616" y="2793247"/>
                  </a:lnTo>
                  <a:lnTo>
                    <a:pt x="1182143" y="2793247"/>
                  </a:lnTo>
                  <a:lnTo>
                    <a:pt x="1176670" y="2793247"/>
                  </a:lnTo>
                  <a:lnTo>
                    <a:pt x="1171197" y="2793247"/>
                  </a:lnTo>
                  <a:lnTo>
                    <a:pt x="1165724" y="2793247"/>
                  </a:lnTo>
                  <a:lnTo>
                    <a:pt x="1165724" y="2800671"/>
                  </a:lnTo>
                  <a:lnTo>
                    <a:pt x="1160251" y="2800671"/>
                  </a:lnTo>
                  <a:lnTo>
                    <a:pt x="1160251" y="2808092"/>
                  </a:lnTo>
                  <a:lnTo>
                    <a:pt x="1154778" y="2808092"/>
                  </a:lnTo>
                  <a:lnTo>
                    <a:pt x="1149305" y="2808092"/>
                  </a:lnTo>
                  <a:lnTo>
                    <a:pt x="1143833" y="2808092"/>
                  </a:lnTo>
                  <a:lnTo>
                    <a:pt x="1143833" y="2815506"/>
                  </a:lnTo>
                  <a:lnTo>
                    <a:pt x="1138360" y="2815506"/>
                  </a:lnTo>
                  <a:lnTo>
                    <a:pt x="1138360" y="2830326"/>
                  </a:lnTo>
                  <a:lnTo>
                    <a:pt x="1132887" y="2830326"/>
                  </a:lnTo>
                  <a:lnTo>
                    <a:pt x="1127414" y="2830326"/>
                  </a:lnTo>
                  <a:lnTo>
                    <a:pt x="1121941" y="2830326"/>
                  </a:lnTo>
                  <a:lnTo>
                    <a:pt x="1116468" y="2830326"/>
                  </a:lnTo>
                  <a:lnTo>
                    <a:pt x="1110995" y="2830326"/>
                  </a:lnTo>
                  <a:lnTo>
                    <a:pt x="1105522" y="2830326"/>
                  </a:lnTo>
                  <a:lnTo>
                    <a:pt x="1105522" y="2837724"/>
                  </a:lnTo>
                  <a:lnTo>
                    <a:pt x="1100049" y="2837724"/>
                  </a:lnTo>
                  <a:lnTo>
                    <a:pt x="1100049" y="2852506"/>
                  </a:lnTo>
                  <a:lnTo>
                    <a:pt x="1094577" y="2852506"/>
                  </a:lnTo>
                  <a:lnTo>
                    <a:pt x="1094577" y="2867273"/>
                  </a:lnTo>
                  <a:lnTo>
                    <a:pt x="1089104" y="2867273"/>
                  </a:lnTo>
                  <a:lnTo>
                    <a:pt x="1089104" y="2874651"/>
                  </a:lnTo>
                  <a:lnTo>
                    <a:pt x="1083631" y="2874651"/>
                  </a:lnTo>
                  <a:lnTo>
                    <a:pt x="1078158" y="2874651"/>
                  </a:lnTo>
                  <a:lnTo>
                    <a:pt x="1072685" y="2874651"/>
                  </a:lnTo>
                  <a:lnTo>
                    <a:pt x="1072685" y="2882022"/>
                  </a:lnTo>
                  <a:lnTo>
                    <a:pt x="1067212" y="2882022"/>
                  </a:lnTo>
                  <a:lnTo>
                    <a:pt x="1061739" y="2882022"/>
                  </a:lnTo>
                  <a:lnTo>
                    <a:pt x="1061739" y="2889386"/>
                  </a:lnTo>
                  <a:lnTo>
                    <a:pt x="1056266" y="2889386"/>
                  </a:lnTo>
                  <a:lnTo>
                    <a:pt x="1050794" y="2889386"/>
                  </a:lnTo>
                  <a:lnTo>
                    <a:pt x="1050794" y="2896747"/>
                  </a:lnTo>
                  <a:lnTo>
                    <a:pt x="1045321" y="2896747"/>
                  </a:lnTo>
                  <a:lnTo>
                    <a:pt x="1039848" y="2896747"/>
                  </a:lnTo>
                  <a:lnTo>
                    <a:pt x="1034375" y="2896747"/>
                  </a:lnTo>
                  <a:lnTo>
                    <a:pt x="1034375" y="2904097"/>
                  </a:lnTo>
                  <a:lnTo>
                    <a:pt x="1028902" y="2904097"/>
                  </a:lnTo>
                  <a:lnTo>
                    <a:pt x="1023429" y="2904097"/>
                  </a:lnTo>
                  <a:lnTo>
                    <a:pt x="1023429" y="2911442"/>
                  </a:lnTo>
                  <a:lnTo>
                    <a:pt x="1017956" y="2911442"/>
                  </a:lnTo>
                  <a:lnTo>
                    <a:pt x="1017956" y="2918782"/>
                  </a:lnTo>
                  <a:lnTo>
                    <a:pt x="1012483" y="2918782"/>
                  </a:lnTo>
                  <a:lnTo>
                    <a:pt x="1007010" y="2918782"/>
                  </a:lnTo>
                  <a:lnTo>
                    <a:pt x="1007010" y="2926119"/>
                  </a:lnTo>
                  <a:lnTo>
                    <a:pt x="1001538" y="2926119"/>
                  </a:lnTo>
                  <a:lnTo>
                    <a:pt x="1001538" y="2940780"/>
                  </a:lnTo>
                  <a:lnTo>
                    <a:pt x="996065" y="2940780"/>
                  </a:lnTo>
                  <a:lnTo>
                    <a:pt x="996065" y="2984663"/>
                  </a:lnTo>
                  <a:lnTo>
                    <a:pt x="990592" y="2984663"/>
                  </a:lnTo>
                  <a:lnTo>
                    <a:pt x="985119" y="2984663"/>
                  </a:lnTo>
                  <a:lnTo>
                    <a:pt x="979646" y="2984663"/>
                  </a:lnTo>
                  <a:lnTo>
                    <a:pt x="974173" y="2984663"/>
                  </a:lnTo>
                  <a:lnTo>
                    <a:pt x="968700" y="2984663"/>
                  </a:lnTo>
                  <a:lnTo>
                    <a:pt x="968700" y="2991955"/>
                  </a:lnTo>
                  <a:lnTo>
                    <a:pt x="963227" y="2991955"/>
                  </a:lnTo>
                  <a:lnTo>
                    <a:pt x="957754" y="2991955"/>
                  </a:lnTo>
                  <a:lnTo>
                    <a:pt x="957754" y="2999241"/>
                  </a:lnTo>
                  <a:lnTo>
                    <a:pt x="952282" y="2999241"/>
                  </a:lnTo>
                  <a:lnTo>
                    <a:pt x="952282" y="3006522"/>
                  </a:lnTo>
                  <a:lnTo>
                    <a:pt x="946809" y="3006522"/>
                  </a:lnTo>
                  <a:lnTo>
                    <a:pt x="941336" y="3006522"/>
                  </a:lnTo>
                  <a:lnTo>
                    <a:pt x="935863" y="3006522"/>
                  </a:lnTo>
                  <a:lnTo>
                    <a:pt x="930390" y="3006522"/>
                  </a:lnTo>
                  <a:lnTo>
                    <a:pt x="924917" y="3006522"/>
                  </a:lnTo>
                  <a:lnTo>
                    <a:pt x="924917" y="3013790"/>
                  </a:lnTo>
                  <a:lnTo>
                    <a:pt x="919444" y="3013790"/>
                  </a:lnTo>
                  <a:lnTo>
                    <a:pt x="919444" y="3035560"/>
                  </a:lnTo>
                  <a:lnTo>
                    <a:pt x="913971" y="3035560"/>
                  </a:lnTo>
                  <a:lnTo>
                    <a:pt x="908498" y="3035560"/>
                  </a:lnTo>
                  <a:lnTo>
                    <a:pt x="903026" y="3035560"/>
                  </a:lnTo>
                  <a:lnTo>
                    <a:pt x="897553" y="3035560"/>
                  </a:lnTo>
                  <a:lnTo>
                    <a:pt x="892080" y="3035560"/>
                  </a:lnTo>
                  <a:lnTo>
                    <a:pt x="886607" y="3035560"/>
                  </a:lnTo>
                  <a:lnTo>
                    <a:pt x="881134" y="3035560"/>
                  </a:lnTo>
                  <a:lnTo>
                    <a:pt x="881134" y="3042793"/>
                  </a:lnTo>
                  <a:lnTo>
                    <a:pt x="875661" y="3042793"/>
                  </a:lnTo>
                  <a:lnTo>
                    <a:pt x="870188" y="3042793"/>
                  </a:lnTo>
                  <a:lnTo>
                    <a:pt x="864715" y="3042793"/>
                  </a:lnTo>
                  <a:lnTo>
                    <a:pt x="859243" y="3042793"/>
                  </a:lnTo>
                  <a:lnTo>
                    <a:pt x="853770" y="3042793"/>
                  </a:lnTo>
                  <a:lnTo>
                    <a:pt x="848297" y="3042793"/>
                  </a:lnTo>
                  <a:lnTo>
                    <a:pt x="848297" y="3050014"/>
                  </a:lnTo>
                  <a:lnTo>
                    <a:pt x="842824" y="3050014"/>
                  </a:lnTo>
                  <a:lnTo>
                    <a:pt x="842824" y="3064439"/>
                  </a:lnTo>
                  <a:lnTo>
                    <a:pt x="837351" y="3064439"/>
                  </a:lnTo>
                  <a:lnTo>
                    <a:pt x="831878" y="3064439"/>
                  </a:lnTo>
                  <a:lnTo>
                    <a:pt x="831878" y="3071643"/>
                  </a:lnTo>
                  <a:lnTo>
                    <a:pt x="826405" y="3071643"/>
                  </a:lnTo>
                  <a:lnTo>
                    <a:pt x="820932" y="3071643"/>
                  </a:lnTo>
                  <a:lnTo>
                    <a:pt x="820932" y="3078841"/>
                  </a:lnTo>
                  <a:lnTo>
                    <a:pt x="815459" y="3078841"/>
                  </a:lnTo>
                  <a:lnTo>
                    <a:pt x="809987" y="3078841"/>
                  </a:lnTo>
                  <a:lnTo>
                    <a:pt x="809987" y="3086029"/>
                  </a:lnTo>
                  <a:lnTo>
                    <a:pt x="804514" y="3086029"/>
                  </a:lnTo>
                  <a:lnTo>
                    <a:pt x="804514" y="3093208"/>
                  </a:lnTo>
                  <a:lnTo>
                    <a:pt x="799041" y="3093208"/>
                  </a:lnTo>
                  <a:lnTo>
                    <a:pt x="799041" y="3100381"/>
                  </a:lnTo>
                  <a:lnTo>
                    <a:pt x="793568" y="3100381"/>
                  </a:lnTo>
                  <a:lnTo>
                    <a:pt x="788095" y="3100381"/>
                  </a:lnTo>
                  <a:lnTo>
                    <a:pt x="782622" y="3100381"/>
                  </a:lnTo>
                  <a:lnTo>
                    <a:pt x="777149" y="3100381"/>
                  </a:lnTo>
                  <a:lnTo>
                    <a:pt x="777149" y="3107548"/>
                  </a:lnTo>
                  <a:lnTo>
                    <a:pt x="771676" y="3107548"/>
                  </a:lnTo>
                  <a:lnTo>
                    <a:pt x="771676" y="3114708"/>
                  </a:lnTo>
                  <a:lnTo>
                    <a:pt x="766203" y="3114708"/>
                  </a:lnTo>
                  <a:lnTo>
                    <a:pt x="766203" y="3129006"/>
                  </a:lnTo>
                  <a:lnTo>
                    <a:pt x="760731" y="3129006"/>
                  </a:lnTo>
                  <a:lnTo>
                    <a:pt x="760731" y="3136142"/>
                  </a:lnTo>
                  <a:lnTo>
                    <a:pt x="755258" y="3136142"/>
                  </a:lnTo>
                  <a:lnTo>
                    <a:pt x="749785" y="3136142"/>
                  </a:lnTo>
                  <a:lnTo>
                    <a:pt x="744312" y="3136142"/>
                  </a:lnTo>
                  <a:lnTo>
                    <a:pt x="744312" y="3150395"/>
                  </a:lnTo>
                  <a:lnTo>
                    <a:pt x="738839" y="3150395"/>
                  </a:lnTo>
                  <a:lnTo>
                    <a:pt x="733366" y="3150395"/>
                  </a:lnTo>
                  <a:lnTo>
                    <a:pt x="733366" y="3157508"/>
                  </a:lnTo>
                  <a:lnTo>
                    <a:pt x="727893" y="3157508"/>
                  </a:lnTo>
                  <a:lnTo>
                    <a:pt x="727893" y="3164613"/>
                  </a:lnTo>
                  <a:lnTo>
                    <a:pt x="722420" y="3164613"/>
                  </a:lnTo>
                  <a:lnTo>
                    <a:pt x="716947" y="3164613"/>
                  </a:lnTo>
                  <a:lnTo>
                    <a:pt x="711475" y="3164613"/>
                  </a:lnTo>
                  <a:lnTo>
                    <a:pt x="711475" y="3171710"/>
                  </a:lnTo>
                  <a:lnTo>
                    <a:pt x="706002" y="3171710"/>
                  </a:lnTo>
                  <a:lnTo>
                    <a:pt x="706002" y="3178801"/>
                  </a:lnTo>
                  <a:lnTo>
                    <a:pt x="700529" y="3178801"/>
                  </a:lnTo>
                  <a:lnTo>
                    <a:pt x="695056" y="3178801"/>
                  </a:lnTo>
                  <a:lnTo>
                    <a:pt x="695056" y="3185883"/>
                  </a:lnTo>
                  <a:lnTo>
                    <a:pt x="689583" y="3185883"/>
                  </a:lnTo>
                  <a:lnTo>
                    <a:pt x="689583" y="3200018"/>
                  </a:lnTo>
                  <a:lnTo>
                    <a:pt x="684110" y="3200018"/>
                  </a:lnTo>
                  <a:lnTo>
                    <a:pt x="678637" y="3200018"/>
                  </a:lnTo>
                  <a:lnTo>
                    <a:pt x="673164" y="3200018"/>
                  </a:lnTo>
                  <a:lnTo>
                    <a:pt x="673164" y="3207071"/>
                  </a:lnTo>
                  <a:lnTo>
                    <a:pt x="667692" y="3207071"/>
                  </a:lnTo>
                  <a:lnTo>
                    <a:pt x="667692" y="3214116"/>
                  </a:lnTo>
                  <a:lnTo>
                    <a:pt x="662219" y="3214116"/>
                  </a:lnTo>
                  <a:lnTo>
                    <a:pt x="656746" y="3214116"/>
                  </a:lnTo>
                  <a:lnTo>
                    <a:pt x="656746" y="3235193"/>
                  </a:lnTo>
                  <a:lnTo>
                    <a:pt x="651273" y="3235193"/>
                  </a:lnTo>
                  <a:lnTo>
                    <a:pt x="645800" y="3235193"/>
                  </a:lnTo>
                  <a:lnTo>
                    <a:pt x="645800" y="3242197"/>
                  </a:lnTo>
                  <a:lnTo>
                    <a:pt x="640327" y="3242197"/>
                  </a:lnTo>
                  <a:lnTo>
                    <a:pt x="640327" y="3249192"/>
                  </a:lnTo>
                  <a:lnTo>
                    <a:pt x="634854" y="3249192"/>
                  </a:lnTo>
                  <a:lnTo>
                    <a:pt x="629381" y="3249192"/>
                  </a:lnTo>
                  <a:lnTo>
                    <a:pt x="623908" y="3249192"/>
                  </a:lnTo>
                  <a:lnTo>
                    <a:pt x="618436" y="3249192"/>
                  </a:lnTo>
                  <a:lnTo>
                    <a:pt x="612963" y="3249192"/>
                  </a:lnTo>
                  <a:lnTo>
                    <a:pt x="612963" y="3263142"/>
                  </a:lnTo>
                  <a:lnTo>
                    <a:pt x="607490" y="3263142"/>
                  </a:lnTo>
                  <a:lnTo>
                    <a:pt x="602017" y="3263142"/>
                  </a:lnTo>
                  <a:lnTo>
                    <a:pt x="596544" y="3263142"/>
                  </a:lnTo>
                  <a:lnTo>
                    <a:pt x="591071" y="3263142"/>
                  </a:lnTo>
                  <a:lnTo>
                    <a:pt x="585598" y="3263142"/>
                  </a:lnTo>
                  <a:lnTo>
                    <a:pt x="585598" y="3270094"/>
                  </a:lnTo>
                  <a:lnTo>
                    <a:pt x="580125" y="3270094"/>
                  </a:lnTo>
                  <a:lnTo>
                    <a:pt x="574652" y="3270094"/>
                  </a:lnTo>
                  <a:lnTo>
                    <a:pt x="569180" y="3270094"/>
                  </a:lnTo>
                  <a:lnTo>
                    <a:pt x="563707" y="3270094"/>
                  </a:lnTo>
                  <a:lnTo>
                    <a:pt x="563707" y="3277031"/>
                  </a:lnTo>
                  <a:lnTo>
                    <a:pt x="558234" y="3277031"/>
                  </a:lnTo>
                  <a:lnTo>
                    <a:pt x="552761" y="3277031"/>
                  </a:lnTo>
                  <a:lnTo>
                    <a:pt x="552761" y="3290869"/>
                  </a:lnTo>
                  <a:lnTo>
                    <a:pt x="547288" y="3290869"/>
                  </a:lnTo>
                  <a:lnTo>
                    <a:pt x="547288" y="3297773"/>
                  </a:lnTo>
                  <a:lnTo>
                    <a:pt x="541815" y="3297773"/>
                  </a:lnTo>
                  <a:lnTo>
                    <a:pt x="541815" y="3304665"/>
                  </a:lnTo>
                  <a:lnTo>
                    <a:pt x="536342" y="3304665"/>
                  </a:lnTo>
                  <a:lnTo>
                    <a:pt x="536342" y="3325265"/>
                  </a:lnTo>
                  <a:lnTo>
                    <a:pt x="530869" y="3325265"/>
                  </a:lnTo>
                  <a:lnTo>
                    <a:pt x="530869" y="3338936"/>
                  </a:lnTo>
                  <a:lnTo>
                    <a:pt x="525397" y="3338936"/>
                  </a:lnTo>
                  <a:lnTo>
                    <a:pt x="519924" y="3338936"/>
                  </a:lnTo>
                  <a:lnTo>
                    <a:pt x="514451" y="3338936"/>
                  </a:lnTo>
                  <a:lnTo>
                    <a:pt x="508978" y="3338936"/>
                  </a:lnTo>
                  <a:lnTo>
                    <a:pt x="503505" y="3338936"/>
                  </a:lnTo>
                  <a:lnTo>
                    <a:pt x="498032" y="3338936"/>
                  </a:lnTo>
                  <a:lnTo>
                    <a:pt x="498032" y="3345743"/>
                  </a:lnTo>
                  <a:lnTo>
                    <a:pt x="492559" y="3345743"/>
                  </a:lnTo>
                  <a:lnTo>
                    <a:pt x="487086" y="3345743"/>
                  </a:lnTo>
                  <a:lnTo>
                    <a:pt x="481613" y="3345743"/>
                  </a:lnTo>
                  <a:lnTo>
                    <a:pt x="476141" y="3345743"/>
                  </a:lnTo>
                  <a:lnTo>
                    <a:pt x="470668" y="3345743"/>
                  </a:lnTo>
                  <a:lnTo>
                    <a:pt x="470668" y="3352530"/>
                  </a:lnTo>
                  <a:lnTo>
                    <a:pt x="465195" y="3352530"/>
                  </a:lnTo>
                  <a:lnTo>
                    <a:pt x="459722" y="3352530"/>
                  </a:lnTo>
                  <a:lnTo>
                    <a:pt x="459722" y="3366059"/>
                  </a:lnTo>
                  <a:lnTo>
                    <a:pt x="454249" y="3366059"/>
                  </a:lnTo>
                  <a:lnTo>
                    <a:pt x="454249" y="3372801"/>
                  </a:lnTo>
                  <a:lnTo>
                    <a:pt x="448776" y="3372801"/>
                  </a:lnTo>
                  <a:lnTo>
                    <a:pt x="443303" y="3372801"/>
                  </a:lnTo>
                  <a:lnTo>
                    <a:pt x="443303" y="3379527"/>
                  </a:lnTo>
                  <a:lnTo>
                    <a:pt x="437830" y="3379527"/>
                  </a:lnTo>
                  <a:lnTo>
                    <a:pt x="432357" y="3379527"/>
                  </a:lnTo>
                  <a:lnTo>
                    <a:pt x="432357" y="3386238"/>
                  </a:lnTo>
                  <a:lnTo>
                    <a:pt x="426885" y="3386238"/>
                  </a:lnTo>
                  <a:lnTo>
                    <a:pt x="426885" y="3392930"/>
                  </a:lnTo>
                  <a:lnTo>
                    <a:pt x="421412" y="3392930"/>
                  </a:lnTo>
                  <a:lnTo>
                    <a:pt x="421412" y="3412897"/>
                  </a:lnTo>
                  <a:lnTo>
                    <a:pt x="415939" y="3412897"/>
                  </a:lnTo>
                  <a:lnTo>
                    <a:pt x="410466" y="3412897"/>
                  </a:lnTo>
                  <a:lnTo>
                    <a:pt x="404993" y="3412897"/>
                  </a:lnTo>
                  <a:lnTo>
                    <a:pt x="399520" y="3412897"/>
                  </a:lnTo>
                  <a:lnTo>
                    <a:pt x="394047" y="3412897"/>
                  </a:lnTo>
                  <a:lnTo>
                    <a:pt x="388574" y="3412897"/>
                  </a:lnTo>
                  <a:lnTo>
                    <a:pt x="388574" y="3419508"/>
                  </a:lnTo>
                  <a:lnTo>
                    <a:pt x="383101" y="3419508"/>
                  </a:lnTo>
                  <a:lnTo>
                    <a:pt x="377629" y="3419508"/>
                  </a:lnTo>
                  <a:lnTo>
                    <a:pt x="377629" y="3445745"/>
                  </a:lnTo>
                  <a:lnTo>
                    <a:pt x="372156" y="3445745"/>
                  </a:lnTo>
                  <a:lnTo>
                    <a:pt x="372156" y="3452248"/>
                  </a:lnTo>
                  <a:lnTo>
                    <a:pt x="366683" y="3452248"/>
                  </a:lnTo>
                  <a:lnTo>
                    <a:pt x="361210" y="3452248"/>
                  </a:lnTo>
                  <a:lnTo>
                    <a:pt x="355737" y="3452248"/>
                  </a:lnTo>
                  <a:lnTo>
                    <a:pt x="355737" y="3458724"/>
                  </a:lnTo>
                  <a:lnTo>
                    <a:pt x="350264" y="3458724"/>
                  </a:lnTo>
                  <a:lnTo>
                    <a:pt x="344791" y="3458724"/>
                  </a:lnTo>
                  <a:lnTo>
                    <a:pt x="344791" y="3471591"/>
                  </a:lnTo>
                  <a:lnTo>
                    <a:pt x="339318" y="3471591"/>
                  </a:lnTo>
                  <a:lnTo>
                    <a:pt x="339318" y="3484344"/>
                  </a:lnTo>
                  <a:lnTo>
                    <a:pt x="333846" y="3484344"/>
                  </a:lnTo>
                  <a:lnTo>
                    <a:pt x="333846" y="3490671"/>
                  </a:lnTo>
                  <a:lnTo>
                    <a:pt x="328373" y="3490671"/>
                  </a:lnTo>
                  <a:lnTo>
                    <a:pt x="322900" y="3490671"/>
                  </a:lnTo>
                  <a:lnTo>
                    <a:pt x="322900" y="3503215"/>
                  </a:lnTo>
                  <a:lnTo>
                    <a:pt x="317427" y="3503215"/>
                  </a:lnTo>
                  <a:lnTo>
                    <a:pt x="311954" y="3503215"/>
                  </a:lnTo>
                  <a:lnTo>
                    <a:pt x="306481" y="3503215"/>
                  </a:lnTo>
                  <a:lnTo>
                    <a:pt x="306481" y="3521727"/>
                  </a:lnTo>
                  <a:lnTo>
                    <a:pt x="301008" y="3521727"/>
                  </a:lnTo>
                  <a:lnTo>
                    <a:pt x="301008" y="3527811"/>
                  </a:lnTo>
                  <a:lnTo>
                    <a:pt x="295535" y="3527811"/>
                  </a:lnTo>
                  <a:lnTo>
                    <a:pt x="290062" y="3527811"/>
                  </a:lnTo>
                  <a:lnTo>
                    <a:pt x="284590" y="3527811"/>
                  </a:lnTo>
                  <a:lnTo>
                    <a:pt x="279117" y="3527811"/>
                  </a:lnTo>
                  <a:lnTo>
                    <a:pt x="273644" y="3527811"/>
                  </a:lnTo>
                  <a:lnTo>
                    <a:pt x="268171" y="3527811"/>
                  </a:lnTo>
                  <a:lnTo>
                    <a:pt x="268171" y="3533834"/>
                  </a:lnTo>
                  <a:lnTo>
                    <a:pt x="262698" y="3533834"/>
                  </a:lnTo>
                  <a:lnTo>
                    <a:pt x="262698" y="3545715"/>
                  </a:lnTo>
                  <a:lnTo>
                    <a:pt x="257225" y="3545715"/>
                  </a:lnTo>
                  <a:lnTo>
                    <a:pt x="251752" y="3545715"/>
                  </a:lnTo>
                  <a:lnTo>
                    <a:pt x="246279" y="3545715"/>
                  </a:lnTo>
                  <a:lnTo>
                    <a:pt x="240806" y="3545715"/>
                  </a:lnTo>
                  <a:lnTo>
                    <a:pt x="235334" y="3545715"/>
                  </a:lnTo>
                  <a:lnTo>
                    <a:pt x="229861" y="3545715"/>
                  </a:lnTo>
                  <a:lnTo>
                    <a:pt x="224388" y="3545715"/>
                  </a:lnTo>
                  <a:lnTo>
                    <a:pt x="218915" y="3545715"/>
                  </a:lnTo>
                  <a:lnTo>
                    <a:pt x="213442" y="3545715"/>
                  </a:lnTo>
                  <a:lnTo>
                    <a:pt x="207969" y="3545715"/>
                  </a:lnTo>
                  <a:lnTo>
                    <a:pt x="202496" y="3545715"/>
                  </a:lnTo>
                  <a:lnTo>
                    <a:pt x="197023" y="3545715"/>
                  </a:lnTo>
                  <a:lnTo>
                    <a:pt x="197023" y="3557297"/>
                  </a:lnTo>
                  <a:lnTo>
                    <a:pt x="191550" y="3557297"/>
                  </a:lnTo>
                  <a:lnTo>
                    <a:pt x="191550" y="3579390"/>
                  </a:lnTo>
                  <a:lnTo>
                    <a:pt x="186078" y="3579390"/>
                  </a:lnTo>
                  <a:lnTo>
                    <a:pt x="186078" y="3584627"/>
                  </a:lnTo>
                  <a:lnTo>
                    <a:pt x="180605" y="3584627"/>
                  </a:lnTo>
                  <a:lnTo>
                    <a:pt x="175132" y="3584627"/>
                  </a:lnTo>
                  <a:lnTo>
                    <a:pt x="169659" y="3584627"/>
                  </a:lnTo>
                  <a:lnTo>
                    <a:pt x="164186" y="3584627"/>
                  </a:lnTo>
                  <a:lnTo>
                    <a:pt x="158713" y="3584627"/>
                  </a:lnTo>
                  <a:lnTo>
                    <a:pt x="153240" y="3584627"/>
                  </a:lnTo>
                  <a:lnTo>
                    <a:pt x="147767" y="3584627"/>
                  </a:lnTo>
                  <a:lnTo>
                    <a:pt x="142295" y="3584627"/>
                  </a:lnTo>
                  <a:lnTo>
                    <a:pt x="136822" y="3584627"/>
                  </a:lnTo>
                  <a:lnTo>
                    <a:pt x="131349" y="3584627"/>
                  </a:lnTo>
                  <a:lnTo>
                    <a:pt x="125876" y="3584627"/>
                  </a:lnTo>
                  <a:lnTo>
                    <a:pt x="120403" y="3584627"/>
                  </a:lnTo>
                  <a:lnTo>
                    <a:pt x="114930" y="3584627"/>
                  </a:lnTo>
                  <a:lnTo>
                    <a:pt x="109457" y="3584627"/>
                  </a:lnTo>
                  <a:lnTo>
                    <a:pt x="103984" y="3584627"/>
                  </a:lnTo>
                  <a:lnTo>
                    <a:pt x="98511" y="3584627"/>
                  </a:lnTo>
                  <a:lnTo>
                    <a:pt x="98511" y="3589695"/>
                  </a:lnTo>
                  <a:lnTo>
                    <a:pt x="93039" y="3589695"/>
                  </a:lnTo>
                  <a:lnTo>
                    <a:pt x="87566" y="3589695"/>
                  </a:lnTo>
                  <a:lnTo>
                    <a:pt x="82093" y="3589695"/>
                  </a:lnTo>
                  <a:lnTo>
                    <a:pt x="76620" y="3589695"/>
                  </a:lnTo>
                  <a:lnTo>
                    <a:pt x="71147" y="3589695"/>
                  </a:lnTo>
                  <a:lnTo>
                    <a:pt x="65674" y="3589695"/>
                  </a:lnTo>
                  <a:lnTo>
                    <a:pt x="60201" y="3589695"/>
                  </a:lnTo>
                  <a:lnTo>
                    <a:pt x="54728" y="3589695"/>
                  </a:lnTo>
                  <a:lnTo>
                    <a:pt x="49255" y="3589695"/>
                  </a:lnTo>
                  <a:lnTo>
                    <a:pt x="49255" y="3594569"/>
                  </a:lnTo>
                  <a:lnTo>
                    <a:pt x="43783" y="3594569"/>
                  </a:lnTo>
                  <a:lnTo>
                    <a:pt x="43783" y="3599219"/>
                  </a:lnTo>
                  <a:lnTo>
                    <a:pt x="38310" y="3599219"/>
                  </a:lnTo>
                  <a:lnTo>
                    <a:pt x="38310" y="3610989"/>
                  </a:lnTo>
                  <a:lnTo>
                    <a:pt x="32837" y="3610989"/>
                  </a:lnTo>
                  <a:lnTo>
                    <a:pt x="32837" y="3613524"/>
                  </a:lnTo>
                  <a:lnTo>
                    <a:pt x="27364" y="3613524"/>
                  </a:lnTo>
                  <a:lnTo>
                    <a:pt x="21891" y="3613524"/>
                  </a:lnTo>
                  <a:lnTo>
                    <a:pt x="16418" y="3613524"/>
                  </a:lnTo>
                  <a:lnTo>
                    <a:pt x="10945" y="3613524"/>
                  </a:lnTo>
                  <a:lnTo>
                    <a:pt x="5472" y="3613524"/>
                  </a:lnTo>
                  <a:lnTo>
                    <a:pt x="0" y="3613524"/>
                  </a:lnTo>
                  <a:close/>
                </a:path>
              </a:pathLst>
            </a:custGeom>
            <a:solidFill>
              <a:srgbClr val="F564E3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982344" y="2483672"/>
              <a:ext cx="9949705" cy="3570001"/>
            </a:xfrm>
            <a:custGeom>
              <a:avLst/>
              <a:pathLst>
                <a:path w="9949705" h="3570001">
                  <a:moveTo>
                    <a:pt x="0" y="3570001"/>
                  </a:moveTo>
                  <a:lnTo>
                    <a:pt x="5472" y="3570001"/>
                  </a:lnTo>
                  <a:lnTo>
                    <a:pt x="5472" y="3570001"/>
                  </a:lnTo>
                  <a:lnTo>
                    <a:pt x="10945" y="3570001"/>
                  </a:lnTo>
                  <a:lnTo>
                    <a:pt x="10945" y="3570001"/>
                  </a:lnTo>
                  <a:lnTo>
                    <a:pt x="16418" y="3570001"/>
                  </a:lnTo>
                  <a:lnTo>
                    <a:pt x="16418" y="3570001"/>
                  </a:lnTo>
                  <a:lnTo>
                    <a:pt x="21891" y="3570001"/>
                  </a:lnTo>
                  <a:lnTo>
                    <a:pt x="21891" y="3570001"/>
                  </a:lnTo>
                  <a:lnTo>
                    <a:pt x="27364" y="3570001"/>
                  </a:lnTo>
                  <a:lnTo>
                    <a:pt x="27364" y="3570001"/>
                  </a:lnTo>
                  <a:lnTo>
                    <a:pt x="32837" y="3570001"/>
                  </a:lnTo>
                  <a:lnTo>
                    <a:pt x="32837" y="3559462"/>
                  </a:lnTo>
                  <a:lnTo>
                    <a:pt x="38310" y="3559462"/>
                  </a:lnTo>
                  <a:lnTo>
                    <a:pt x="38310" y="3526542"/>
                  </a:lnTo>
                  <a:lnTo>
                    <a:pt x="43783" y="3526542"/>
                  </a:lnTo>
                  <a:lnTo>
                    <a:pt x="43783" y="3515955"/>
                  </a:lnTo>
                  <a:lnTo>
                    <a:pt x="49255" y="3515955"/>
                  </a:lnTo>
                  <a:lnTo>
                    <a:pt x="49255" y="3505540"/>
                  </a:lnTo>
                  <a:lnTo>
                    <a:pt x="54728" y="3505540"/>
                  </a:lnTo>
                  <a:lnTo>
                    <a:pt x="54728" y="3505540"/>
                  </a:lnTo>
                  <a:lnTo>
                    <a:pt x="60201" y="3505540"/>
                  </a:lnTo>
                  <a:lnTo>
                    <a:pt x="60201" y="3505540"/>
                  </a:lnTo>
                  <a:lnTo>
                    <a:pt x="65674" y="3505540"/>
                  </a:lnTo>
                  <a:lnTo>
                    <a:pt x="65674" y="3505540"/>
                  </a:lnTo>
                  <a:lnTo>
                    <a:pt x="71147" y="3505540"/>
                  </a:lnTo>
                  <a:lnTo>
                    <a:pt x="71147" y="3505540"/>
                  </a:lnTo>
                  <a:lnTo>
                    <a:pt x="76620" y="3505540"/>
                  </a:lnTo>
                  <a:lnTo>
                    <a:pt x="76620" y="3505540"/>
                  </a:lnTo>
                  <a:lnTo>
                    <a:pt x="82093" y="3505540"/>
                  </a:lnTo>
                  <a:lnTo>
                    <a:pt x="82093" y="3505540"/>
                  </a:lnTo>
                  <a:lnTo>
                    <a:pt x="87566" y="3505540"/>
                  </a:lnTo>
                  <a:lnTo>
                    <a:pt x="87566" y="3505540"/>
                  </a:lnTo>
                  <a:lnTo>
                    <a:pt x="93039" y="3505540"/>
                  </a:lnTo>
                  <a:lnTo>
                    <a:pt x="93039" y="3505540"/>
                  </a:lnTo>
                  <a:lnTo>
                    <a:pt x="98511" y="3505540"/>
                  </a:lnTo>
                  <a:lnTo>
                    <a:pt x="98511" y="3495229"/>
                  </a:lnTo>
                  <a:lnTo>
                    <a:pt x="103984" y="3495229"/>
                  </a:lnTo>
                  <a:lnTo>
                    <a:pt x="103984" y="3495229"/>
                  </a:lnTo>
                  <a:lnTo>
                    <a:pt x="109457" y="3495229"/>
                  </a:lnTo>
                  <a:lnTo>
                    <a:pt x="109457" y="3495229"/>
                  </a:lnTo>
                  <a:lnTo>
                    <a:pt x="114930" y="3495229"/>
                  </a:lnTo>
                  <a:lnTo>
                    <a:pt x="114930" y="3495229"/>
                  </a:lnTo>
                  <a:lnTo>
                    <a:pt x="120403" y="3495229"/>
                  </a:lnTo>
                  <a:lnTo>
                    <a:pt x="120403" y="3495229"/>
                  </a:lnTo>
                  <a:lnTo>
                    <a:pt x="125876" y="3495229"/>
                  </a:lnTo>
                  <a:lnTo>
                    <a:pt x="125876" y="3495229"/>
                  </a:lnTo>
                  <a:lnTo>
                    <a:pt x="131349" y="3495229"/>
                  </a:lnTo>
                  <a:lnTo>
                    <a:pt x="131349" y="3495229"/>
                  </a:lnTo>
                  <a:lnTo>
                    <a:pt x="136822" y="3495229"/>
                  </a:lnTo>
                  <a:lnTo>
                    <a:pt x="136822" y="3495229"/>
                  </a:lnTo>
                  <a:lnTo>
                    <a:pt x="142295" y="3495229"/>
                  </a:lnTo>
                  <a:lnTo>
                    <a:pt x="142295" y="3495229"/>
                  </a:lnTo>
                  <a:lnTo>
                    <a:pt x="147767" y="3495229"/>
                  </a:lnTo>
                  <a:lnTo>
                    <a:pt x="147767" y="3495229"/>
                  </a:lnTo>
                  <a:lnTo>
                    <a:pt x="153240" y="3495229"/>
                  </a:lnTo>
                  <a:lnTo>
                    <a:pt x="153240" y="3495229"/>
                  </a:lnTo>
                  <a:lnTo>
                    <a:pt x="158713" y="3495229"/>
                  </a:lnTo>
                  <a:lnTo>
                    <a:pt x="158713" y="3495229"/>
                  </a:lnTo>
                  <a:lnTo>
                    <a:pt x="164186" y="3495229"/>
                  </a:lnTo>
                  <a:lnTo>
                    <a:pt x="164186" y="3495229"/>
                  </a:lnTo>
                  <a:lnTo>
                    <a:pt x="169659" y="3495229"/>
                  </a:lnTo>
                  <a:lnTo>
                    <a:pt x="169659" y="3495229"/>
                  </a:lnTo>
                  <a:lnTo>
                    <a:pt x="175132" y="3495229"/>
                  </a:lnTo>
                  <a:lnTo>
                    <a:pt x="175132" y="3495229"/>
                  </a:lnTo>
                  <a:lnTo>
                    <a:pt x="180605" y="3495229"/>
                  </a:lnTo>
                  <a:lnTo>
                    <a:pt x="180605" y="3495229"/>
                  </a:lnTo>
                  <a:lnTo>
                    <a:pt x="186078" y="3495229"/>
                  </a:lnTo>
                  <a:lnTo>
                    <a:pt x="186078" y="3484986"/>
                  </a:lnTo>
                  <a:lnTo>
                    <a:pt x="191550" y="3484986"/>
                  </a:lnTo>
                  <a:lnTo>
                    <a:pt x="191550" y="3445055"/>
                  </a:lnTo>
                  <a:lnTo>
                    <a:pt x="197023" y="3445055"/>
                  </a:lnTo>
                  <a:lnTo>
                    <a:pt x="197023" y="3425493"/>
                  </a:lnTo>
                  <a:lnTo>
                    <a:pt x="202496" y="3425493"/>
                  </a:lnTo>
                  <a:lnTo>
                    <a:pt x="202496" y="3425493"/>
                  </a:lnTo>
                  <a:lnTo>
                    <a:pt x="207969" y="3425493"/>
                  </a:lnTo>
                  <a:lnTo>
                    <a:pt x="207969" y="3425493"/>
                  </a:lnTo>
                  <a:lnTo>
                    <a:pt x="213442" y="3425493"/>
                  </a:lnTo>
                  <a:lnTo>
                    <a:pt x="213442" y="3425493"/>
                  </a:lnTo>
                  <a:lnTo>
                    <a:pt x="218915" y="3425493"/>
                  </a:lnTo>
                  <a:lnTo>
                    <a:pt x="218915" y="3425493"/>
                  </a:lnTo>
                  <a:lnTo>
                    <a:pt x="224388" y="3425493"/>
                  </a:lnTo>
                  <a:lnTo>
                    <a:pt x="224388" y="3425493"/>
                  </a:lnTo>
                  <a:lnTo>
                    <a:pt x="229861" y="3425493"/>
                  </a:lnTo>
                  <a:lnTo>
                    <a:pt x="229861" y="3425493"/>
                  </a:lnTo>
                  <a:lnTo>
                    <a:pt x="235334" y="3425493"/>
                  </a:lnTo>
                  <a:lnTo>
                    <a:pt x="235334" y="3425493"/>
                  </a:lnTo>
                  <a:lnTo>
                    <a:pt x="240806" y="3425493"/>
                  </a:lnTo>
                  <a:lnTo>
                    <a:pt x="240806" y="3425493"/>
                  </a:lnTo>
                  <a:lnTo>
                    <a:pt x="246279" y="3425493"/>
                  </a:lnTo>
                  <a:lnTo>
                    <a:pt x="246279" y="3425493"/>
                  </a:lnTo>
                  <a:lnTo>
                    <a:pt x="251752" y="3425493"/>
                  </a:lnTo>
                  <a:lnTo>
                    <a:pt x="251752" y="3425493"/>
                  </a:lnTo>
                  <a:lnTo>
                    <a:pt x="257225" y="3425493"/>
                  </a:lnTo>
                  <a:lnTo>
                    <a:pt x="257225" y="3425493"/>
                  </a:lnTo>
                  <a:lnTo>
                    <a:pt x="262698" y="3425493"/>
                  </a:lnTo>
                  <a:lnTo>
                    <a:pt x="262698" y="3406061"/>
                  </a:lnTo>
                  <a:lnTo>
                    <a:pt x="268171" y="3406061"/>
                  </a:lnTo>
                  <a:lnTo>
                    <a:pt x="268171" y="3396425"/>
                  </a:lnTo>
                  <a:lnTo>
                    <a:pt x="273644" y="3396425"/>
                  </a:lnTo>
                  <a:lnTo>
                    <a:pt x="273644" y="3396425"/>
                  </a:lnTo>
                  <a:lnTo>
                    <a:pt x="279117" y="3396425"/>
                  </a:lnTo>
                  <a:lnTo>
                    <a:pt x="279117" y="3396425"/>
                  </a:lnTo>
                  <a:lnTo>
                    <a:pt x="284590" y="3396425"/>
                  </a:lnTo>
                  <a:lnTo>
                    <a:pt x="284590" y="3396425"/>
                  </a:lnTo>
                  <a:lnTo>
                    <a:pt x="290062" y="3396425"/>
                  </a:lnTo>
                  <a:lnTo>
                    <a:pt x="290062" y="3396425"/>
                  </a:lnTo>
                  <a:lnTo>
                    <a:pt x="295535" y="3396425"/>
                  </a:lnTo>
                  <a:lnTo>
                    <a:pt x="295535" y="3396425"/>
                  </a:lnTo>
                  <a:lnTo>
                    <a:pt x="301008" y="3396425"/>
                  </a:lnTo>
                  <a:lnTo>
                    <a:pt x="301008" y="3386813"/>
                  </a:lnTo>
                  <a:lnTo>
                    <a:pt x="306481" y="3386813"/>
                  </a:lnTo>
                  <a:lnTo>
                    <a:pt x="306481" y="3358231"/>
                  </a:lnTo>
                  <a:lnTo>
                    <a:pt x="311954" y="3358231"/>
                  </a:lnTo>
                  <a:lnTo>
                    <a:pt x="311954" y="3358231"/>
                  </a:lnTo>
                  <a:lnTo>
                    <a:pt x="317427" y="3358231"/>
                  </a:lnTo>
                  <a:lnTo>
                    <a:pt x="317427" y="3358231"/>
                  </a:lnTo>
                  <a:lnTo>
                    <a:pt x="322900" y="3358231"/>
                  </a:lnTo>
                  <a:lnTo>
                    <a:pt x="322900" y="3339335"/>
                  </a:lnTo>
                  <a:lnTo>
                    <a:pt x="328373" y="3339335"/>
                  </a:lnTo>
                  <a:lnTo>
                    <a:pt x="328373" y="3339335"/>
                  </a:lnTo>
                  <a:lnTo>
                    <a:pt x="333846" y="3339335"/>
                  </a:lnTo>
                  <a:lnTo>
                    <a:pt x="333846" y="3329928"/>
                  </a:lnTo>
                  <a:lnTo>
                    <a:pt x="339318" y="3329928"/>
                  </a:lnTo>
                  <a:lnTo>
                    <a:pt x="339318" y="3311181"/>
                  </a:lnTo>
                  <a:lnTo>
                    <a:pt x="344791" y="3311181"/>
                  </a:lnTo>
                  <a:lnTo>
                    <a:pt x="344791" y="3292537"/>
                  </a:lnTo>
                  <a:lnTo>
                    <a:pt x="350264" y="3292537"/>
                  </a:lnTo>
                  <a:lnTo>
                    <a:pt x="350264" y="3292537"/>
                  </a:lnTo>
                  <a:lnTo>
                    <a:pt x="355737" y="3292537"/>
                  </a:lnTo>
                  <a:lnTo>
                    <a:pt x="355737" y="3283245"/>
                  </a:lnTo>
                  <a:lnTo>
                    <a:pt x="361210" y="3283245"/>
                  </a:lnTo>
                  <a:lnTo>
                    <a:pt x="361210" y="3283245"/>
                  </a:lnTo>
                  <a:lnTo>
                    <a:pt x="366683" y="3283245"/>
                  </a:lnTo>
                  <a:lnTo>
                    <a:pt x="366683" y="3283245"/>
                  </a:lnTo>
                  <a:lnTo>
                    <a:pt x="372156" y="3283245"/>
                  </a:lnTo>
                  <a:lnTo>
                    <a:pt x="372156" y="3273967"/>
                  </a:lnTo>
                  <a:lnTo>
                    <a:pt x="377629" y="3273967"/>
                  </a:lnTo>
                  <a:lnTo>
                    <a:pt x="377629" y="3237061"/>
                  </a:lnTo>
                  <a:lnTo>
                    <a:pt x="383101" y="3237061"/>
                  </a:lnTo>
                  <a:lnTo>
                    <a:pt x="383101" y="3237061"/>
                  </a:lnTo>
                  <a:lnTo>
                    <a:pt x="388574" y="3237061"/>
                  </a:lnTo>
                  <a:lnTo>
                    <a:pt x="388574" y="3227878"/>
                  </a:lnTo>
                  <a:lnTo>
                    <a:pt x="394047" y="3227878"/>
                  </a:lnTo>
                  <a:lnTo>
                    <a:pt x="394047" y="3227878"/>
                  </a:lnTo>
                  <a:lnTo>
                    <a:pt x="399520" y="3227878"/>
                  </a:lnTo>
                  <a:lnTo>
                    <a:pt x="399520" y="3227878"/>
                  </a:lnTo>
                  <a:lnTo>
                    <a:pt x="404993" y="3227878"/>
                  </a:lnTo>
                  <a:lnTo>
                    <a:pt x="404993" y="3227878"/>
                  </a:lnTo>
                  <a:lnTo>
                    <a:pt x="410466" y="3227878"/>
                  </a:lnTo>
                  <a:lnTo>
                    <a:pt x="410466" y="3227878"/>
                  </a:lnTo>
                  <a:lnTo>
                    <a:pt x="415939" y="3227878"/>
                  </a:lnTo>
                  <a:lnTo>
                    <a:pt x="415939" y="3227878"/>
                  </a:lnTo>
                  <a:lnTo>
                    <a:pt x="421412" y="3227878"/>
                  </a:lnTo>
                  <a:lnTo>
                    <a:pt x="421412" y="3200385"/>
                  </a:lnTo>
                  <a:lnTo>
                    <a:pt x="426885" y="3200385"/>
                  </a:lnTo>
                  <a:lnTo>
                    <a:pt x="426885" y="3191248"/>
                  </a:lnTo>
                  <a:lnTo>
                    <a:pt x="432357" y="3191248"/>
                  </a:lnTo>
                  <a:lnTo>
                    <a:pt x="432357" y="3182121"/>
                  </a:lnTo>
                  <a:lnTo>
                    <a:pt x="437830" y="3182121"/>
                  </a:lnTo>
                  <a:lnTo>
                    <a:pt x="437830" y="3182121"/>
                  </a:lnTo>
                  <a:lnTo>
                    <a:pt x="443303" y="3182121"/>
                  </a:lnTo>
                  <a:lnTo>
                    <a:pt x="443303" y="3173010"/>
                  </a:lnTo>
                  <a:lnTo>
                    <a:pt x="448776" y="3173010"/>
                  </a:lnTo>
                  <a:lnTo>
                    <a:pt x="448776" y="3173010"/>
                  </a:lnTo>
                  <a:lnTo>
                    <a:pt x="454249" y="3173010"/>
                  </a:lnTo>
                  <a:lnTo>
                    <a:pt x="454249" y="3163910"/>
                  </a:lnTo>
                  <a:lnTo>
                    <a:pt x="459722" y="3163910"/>
                  </a:lnTo>
                  <a:lnTo>
                    <a:pt x="459722" y="3145746"/>
                  </a:lnTo>
                  <a:lnTo>
                    <a:pt x="465195" y="3145746"/>
                  </a:lnTo>
                  <a:lnTo>
                    <a:pt x="465195" y="3145746"/>
                  </a:lnTo>
                  <a:lnTo>
                    <a:pt x="470668" y="3145746"/>
                  </a:lnTo>
                  <a:lnTo>
                    <a:pt x="470668" y="3136678"/>
                  </a:lnTo>
                  <a:lnTo>
                    <a:pt x="476141" y="3136678"/>
                  </a:lnTo>
                  <a:lnTo>
                    <a:pt x="476141" y="3136678"/>
                  </a:lnTo>
                  <a:lnTo>
                    <a:pt x="481613" y="3136678"/>
                  </a:lnTo>
                  <a:lnTo>
                    <a:pt x="481613" y="3136678"/>
                  </a:lnTo>
                  <a:lnTo>
                    <a:pt x="487086" y="3136678"/>
                  </a:lnTo>
                  <a:lnTo>
                    <a:pt x="487086" y="3136678"/>
                  </a:lnTo>
                  <a:lnTo>
                    <a:pt x="492559" y="3136678"/>
                  </a:lnTo>
                  <a:lnTo>
                    <a:pt x="492559" y="3136678"/>
                  </a:lnTo>
                  <a:lnTo>
                    <a:pt x="498032" y="3136678"/>
                  </a:lnTo>
                  <a:lnTo>
                    <a:pt x="498032" y="3127613"/>
                  </a:lnTo>
                  <a:lnTo>
                    <a:pt x="503505" y="3127613"/>
                  </a:lnTo>
                  <a:lnTo>
                    <a:pt x="503505" y="3127613"/>
                  </a:lnTo>
                  <a:lnTo>
                    <a:pt x="508978" y="3127613"/>
                  </a:lnTo>
                  <a:lnTo>
                    <a:pt x="508978" y="3127613"/>
                  </a:lnTo>
                  <a:lnTo>
                    <a:pt x="514451" y="3127613"/>
                  </a:lnTo>
                  <a:lnTo>
                    <a:pt x="514451" y="3127613"/>
                  </a:lnTo>
                  <a:lnTo>
                    <a:pt x="519924" y="3127613"/>
                  </a:lnTo>
                  <a:lnTo>
                    <a:pt x="519924" y="3127613"/>
                  </a:lnTo>
                  <a:lnTo>
                    <a:pt x="525397" y="3127613"/>
                  </a:lnTo>
                  <a:lnTo>
                    <a:pt x="525397" y="3127613"/>
                  </a:lnTo>
                  <a:lnTo>
                    <a:pt x="530869" y="3127613"/>
                  </a:lnTo>
                  <a:lnTo>
                    <a:pt x="530869" y="3109480"/>
                  </a:lnTo>
                  <a:lnTo>
                    <a:pt x="536342" y="3109480"/>
                  </a:lnTo>
                  <a:lnTo>
                    <a:pt x="536342" y="3082359"/>
                  </a:lnTo>
                  <a:lnTo>
                    <a:pt x="541815" y="3082359"/>
                  </a:lnTo>
                  <a:lnTo>
                    <a:pt x="541815" y="3073335"/>
                  </a:lnTo>
                  <a:lnTo>
                    <a:pt x="547288" y="3073335"/>
                  </a:lnTo>
                  <a:lnTo>
                    <a:pt x="547288" y="3064318"/>
                  </a:lnTo>
                  <a:lnTo>
                    <a:pt x="552761" y="3064318"/>
                  </a:lnTo>
                  <a:lnTo>
                    <a:pt x="552761" y="3046316"/>
                  </a:lnTo>
                  <a:lnTo>
                    <a:pt x="558234" y="3046316"/>
                  </a:lnTo>
                  <a:lnTo>
                    <a:pt x="558234" y="3046316"/>
                  </a:lnTo>
                  <a:lnTo>
                    <a:pt x="563707" y="3046316"/>
                  </a:lnTo>
                  <a:lnTo>
                    <a:pt x="563707" y="3037324"/>
                  </a:lnTo>
                  <a:lnTo>
                    <a:pt x="569180" y="3037324"/>
                  </a:lnTo>
                  <a:lnTo>
                    <a:pt x="569180" y="3037324"/>
                  </a:lnTo>
                  <a:lnTo>
                    <a:pt x="574652" y="3037324"/>
                  </a:lnTo>
                  <a:lnTo>
                    <a:pt x="574652" y="3037324"/>
                  </a:lnTo>
                  <a:lnTo>
                    <a:pt x="580125" y="3037324"/>
                  </a:lnTo>
                  <a:lnTo>
                    <a:pt x="580125" y="3037324"/>
                  </a:lnTo>
                  <a:lnTo>
                    <a:pt x="585598" y="3037324"/>
                  </a:lnTo>
                  <a:lnTo>
                    <a:pt x="585598" y="3028333"/>
                  </a:lnTo>
                  <a:lnTo>
                    <a:pt x="591071" y="3028333"/>
                  </a:lnTo>
                  <a:lnTo>
                    <a:pt x="591071" y="3028333"/>
                  </a:lnTo>
                  <a:lnTo>
                    <a:pt x="596544" y="3028333"/>
                  </a:lnTo>
                  <a:lnTo>
                    <a:pt x="596544" y="3028333"/>
                  </a:lnTo>
                  <a:lnTo>
                    <a:pt x="602017" y="3028333"/>
                  </a:lnTo>
                  <a:lnTo>
                    <a:pt x="602017" y="3028333"/>
                  </a:lnTo>
                  <a:lnTo>
                    <a:pt x="607490" y="3028333"/>
                  </a:lnTo>
                  <a:lnTo>
                    <a:pt x="607490" y="3028333"/>
                  </a:lnTo>
                  <a:lnTo>
                    <a:pt x="612963" y="3028333"/>
                  </a:lnTo>
                  <a:lnTo>
                    <a:pt x="612963" y="3010345"/>
                  </a:lnTo>
                  <a:lnTo>
                    <a:pt x="618436" y="3010345"/>
                  </a:lnTo>
                  <a:lnTo>
                    <a:pt x="618436" y="3010345"/>
                  </a:lnTo>
                  <a:lnTo>
                    <a:pt x="623908" y="3010345"/>
                  </a:lnTo>
                  <a:lnTo>
                    <a:pt x="623908" y="3010345"/>
                  </a:lnTo>
                  <a:lnTo>
                    <a:pt x="629381" y="3010345"/>
                  </a:lnTo>
                  <a:lnTo>
                    <a:pt x="629381" y="3010345"/>
                  </a:lnTo>
                  <a:lnTo>
                    <a:pt x="634854" y="3010345"/>
                  </a:lnTo>
                  <a:lnTo>
                    <a:pt x="634854" y="3010345"/>
                  </a:lnTo>
                  <a:lnTo>
                    <a:pt x="640327" y="3010345"/>
                  </a:lnTo>
                  <a:lnTo>
                    <a:pt x="640327" y="3001353"/>
                  </a:lnTo>
                  <a:lnTo>
                    <a:pt x="645800" y="3001353"/>
                  </a:lnTo>
                  <a:lnTo>
                    <a:pt x="645800" y="2992370"/>
                  </a:lnTo>
                  <a:lnTo>
                    <a:pt x="651273" y="2992370"/>
                  </a:lnTo>
                  <a:lnTo>
                    <a:pt x="651273" y="2992370"/>
                  </a:lnTo>
                  <a:lnTo>
                    <a:pt x="656746" y="2992370"/>
                  </a:lnTo>
                  <a:lnTo>
                    <a:pt x="656746" y="2965444"/>
                  </a:lnTo>
                  <a:lnTo>
                    <a:pt x="662219" y="2965444"/>
                  </a:lnTo>
                  <a:lnTo>
                    <a:pt x="662219" y="2965444"/>
                  </a:lnTo>
                  <a:lnTo>
                    <a:pt x="667692" y="2965444"/>
                  </a:lnTo>
                  <a:lnTo>
                    <a:pt x="667692" y="2956479"/>
                  </a:lnTo>
                  <a:lnTo>
                    <a:pt x="673164" y="2956479"/>
                  </a:lnTo>
                  <a:lnTo>
                    <a:pt x="673164" y="2947522"/>
                  </a:lnTo>
                  <a:lnTo>
                    <a:pt x="678637" y="2947522"/>
                  </a:lnTo>
                  <a:lnTo>
                    <a:pt x="678637" y="2947522"/>
                  </a:lnTo>
                  <a:lnTo>
                    <a:pt x="684110" y="2947522"/>
                  </a:lnTo>
                  <a:lnTo>
                    <a:pt x="684110" y="2947522"/>
                  </a:lnTo>
                  <a:lnTo>
                    <a:pt x="689583" y="2947522"/>
                  </a:lnTo>
                  <a:lnTo>
                    <a:pt x="689583" y="2929619"/>
                  </a:lnTo>
                  <a:lnTo>
                    <a:pt x="695056" y="2929619"/>
                  </a:lnTo>
                  <a:lnTo>
                    <a:pt x="695056" y="2920673"/>
                  </a:lnTo>
                  <a:lnTo>
                    <a:pt x="700529" y="2920673"/>
                  </a:lnTo>
                  <a:lnTo>
                    <a:pt x="700529" y="2920673"/>
                  </a:lnTo>
                  <a:lnTo>
                    <a:pt x="706002" y="2920673"/>
                  </a:lnTo>
                  <a:lnTo>
                    <a:pt x="706002" y="2911731"/>
                  </a:lnTo>
                  <a:lnTo>
                    <a:pt x="711475" y="2911731"/>
                  </a:lnTo>
                  <a:lnTo>
                    <a:pt x="711475" y="2902796"/>
                  </a:lnTo>
                  <a:lnTo>
                    <a:pt x="716947" y="2902796"/>
                  </a:lnTo>
                  <a:lnTo>
                    <a:pt x="716947" y="2902796"/>
                  </a:lnTo>
                  <a:lnTo>
                    <a:pt x="722420" y="2902796"/>
                  </a:lnTo>
                  <a:lnTo>
                    <a:pt x="722420" y="2902796"/>
                  </a:lnTo>
                  <a:lnTo>
                    <a:pt x="727893" y="2902796"/>
                  </a:lnTo>
                  <a:lnTo>
                    <a:pt x="727893" y="2893867"/>
                  </a:lnTo>
                  <a:lnTo>
                    <a:pt x="733366" y="2893867"/>
                  </a:lnTo>
                  <a:lnTo>
                    <a:pt x="733366" y="2884943"/>
                  </a:lnTo>
                  <a:lnTo>
                    <a:pt x="738839" y="2884943"/>
                  </a:lnTo>
                  <a:lnTo>
                    <a:pt x="738839" y="2884943"/>
                  </a:lnTo>
                  <a:lnTo>
                    <a:pt x="744312" y="2884943"/>
                  </a:lnTo>
                  <a:lnTo>
                    <a:pt x="744312" y="2867102"/>
                  </a:lnTo>
                  <a:lnTo>
                    <a:pt x="749785" y="2867102"/>
                  </a:lnTo>
                  <a:lnTo>
                    <a:pt x="749785" y="2867102"/>
                  </a:lnTo>
                  <a:lnTo>
                    <a:pt x="755258" y="2867102"/>
                  </a:lnTo>
                  <a:lnTo>
                    <a:pt x="755258" y="2867102"/>
                  </a:lnTo>
                  <a:lnTo>
                    <a:pt x="760731" y="2867102"/>
                  </a:lnTo>
                  <a:lnTo>
                    <a:pt x="760731" y="2858190"/>
                  </a:lnTo>
                  <a:lnTo>
                    <a:pt x="766203" y="2858190"/>
                  </a:lnTo>
                  <a:lnTo>
                    <a:pt x="766203" y="2840375"/>
                  </a:lnTo>
                  <a:lnTo>
                    <a:pt x="771676" y="2840375"/>
                  </a:lnTo>
                  <a:lnTo>
                    <a:pt x="771676" y="2831473"/>
                  </a:lnTo>
                  <a:lnTo>
                    <a:pt x="777149" y="2831473"/>
                  </a:lnTo>
                  <a:lnTo>
                    <a:pt x="777149" y="2822575"/>
                  </a:lnTo>
                  <a:lnTo>
                    <a:pt x="782622" y="2822575"/>
                  </a:lnTo>
                  <a:lnTo>
                    <a:pt x="782622" y="2822575"/>
                  </a:lnTo>
                  <a:lnTo>
                    <a:pt x="788095" y="2822575"/>
                  </a:lnTo>
                  <a:lnTo>
                    <a:pt x="788095" y="2822575"/>
                  </a:lnTo>
                  <a:lnTo>
                    <a:pt x="793568" y="2822575"/>
                  </a:lnTo>
                  <a:lnTo>
                    <a:pt x="793568" y="2822575"/>
                  </a:lnTo>
                  <a:lnTo>
                    <a:pt x="799041" y="2822575"/>
                  </a:lnTo>
                  <a:lnTo>
                    <a:pt x="799041" y="2813682"/>
                  </a:lnTo>
                  <a:lnTo>
                    <a:pt x="804514" y="2813682"/>
                  </a:lnTo>
                  <a:lnTo>
                    <a:pt x="804514" y="2804794"/>
                  </a:lnTo>
                  <a:lnTo>
                    <a:pt x="809987" y="2804794"/>
                  </a:lnTo>
                  <a:lnTo>
                    <a:pt x="809987" y="2795907"/>
                  </a:lnTo>
                  <a:lnTo>
                    <a:pt x="815459" y="2795907"/>
                  </a:lnTo>
                  <a:lnTo>
                    <a:pt x="815459" y="2795907"/>
                  </a:lnTo>
                  <a:lnTo>
                    <a:pt x="820932" y="2795907"/>
                  </a:lnTo>
                  <a:lnTo>
                    <a:pt x="820932" y="2787019"/>
                  </a:lnTo>
                  <a:lnTo>
                    <a:pt x="826405" y="2787019"/>
                  </a:lnTo>
                  <a:lnTo>
                    <a:pt x="826405" y="2787019"/>
                  </a:lnTo>
                  <a:lnTo>
                    <a:pt x="831878" y="2787019"/>
                  </a:lnTo>
                  <a:lnTo>
                    <a:pt x="831878" y="2778133"/>
                  </a:lnTo>
                  <a:lnTo>
                    <a:pt x="837351" y="2778133"/>
                  </a:lnTo>
                  <a:lnTo>
                    <a:pt x="837351" y="2778133"/>
                  </a:lnTo>
                  <a:lnTo>
                    <a:pt x="842824" y="2778133"/>
                  </a:lnTo>
                  <a:lnTo>
                    <a:pt x="842824" y="2760378"/>
                  </a:lnTo>
                  <a:lnTo>
                    <a:pt x="848297" y="2760378"/>
                  </a:lnTo>
                  <a:lnTo>
                    <a:pt x="848297" y="2751508"/>
                  </a:lnTo>
                  <a:lnTo>
                    <a:pt x="853770" y="2751508"/>
                  </a:lnTo>
                  <a:lnTo>
                    <a:pt x="853770" y="2751508"/>
                  </a:lnTo>
                  <a:lnTo>
                    <a:pt x="859243" y="2751508"/>
                  </a:lnTo>
                  <a:lnTo>
                    <a:pt x="859243" y="2751508"/>
                  </a:lnTo>
                  <a:lnTo>
                    <a:pt x="864715" y="2751508"/>
                  </a:lnTo>
                  <a:lnTo>
                    <a:pt x="864715" y="2751508"/>
                  </a:lnTo>
                  <a:lnTo>
                    <a:pt x="870188" y="2751508"/>
                  </a:lnTo>
                  <a:lnTo>
                    <a:pt x="870188" y="2751508"/>
                  </a:lnTo>
                  <a:lnTo>
                    <a:pt x="875661" y="2751508"/>
                  </a:lnTo>
                  <a:lnTo>
                    <a:pt x="875661" y="2751508"/>
                  </a:lnTo>
                  <a:lnTo>
                    <a:pt x="881134" y="2751508"/>
                  </a:lnTo>
                  <a:lnTo>
                    <a:pt x="881134" y="2742631"/>
                  </a:lnTo>
                  <a:lnTo>
                    <a:pt x="886607" y="2742631"/>
                  </a:lnTo>
                  <a:lnTo>
                    <a:pt x="886607" y="2742631"/>
                  </a:lnTo>
                  <a:lnTo>
                    <a:pt x="892080" y="2742631"/>
                  </a:lnTo>
                  <a:lnTo>
                    <a:pt x="892080" y="2742631"/>
                  </a:lnTo>
                  <a:lnTo>
                    <a:pt x="897553" y="2742631"/>
                  </a:lnTo>
                  <a:lnTo>
                    <a:pt x="897553" y="2742631"/>
                  </a:lnTo>
                  <a:lnTo>
                    <a:pt x="903026" y="2742631"/>
                  </a:lnTo>
                  <a:lnTo>
                    <a:pt x="903026" y="2742631"/>
                  </a:lnTo>
                  <a:lnTo>
                    <a:pt x="908498" y="2742631"/>
                  </a:lnTo>
                  <a:lnTo>
                    <a:pt x="908498" y="2742631"/>
                  </a:lnTo>
                  <a:lnTo>
                    <a:pt x="913971" y="2742631"/>
                  </a:lnTo>
                  <a:lnTo>
                    <a:pt x="913971" y="2742631"/>
                  </a:lnTo>
                  <a:lnTo>
                    <a:pt x="919444" y="2742631"/>
                  </a:lnTo>
                  <a:lnTo>
                    <a:pt x="919444" y="2715967"/>
                  </a:lnTo>
                  <a:lnTo>
                    <a:pt x="924917" y="2715967"/>
                  </a:lnTo>
                  <a:lnTo>
                    <a:pt x="924917" y="2707086"/>
                  </a:lnTo>
                  <a:lnTo>
                    <a:pt x="930390" y="2707086"/>
                  </a:lnTo>
                  <a:lnTo>
                    <a:pt x="930390" y="2707086"/>
                  </a:lnTo>
                  <a:lnTo>
                    <a:pt x="935863" y="2707086"/>
                  </a:lnTo>
                  <a:lnTo>
                    <a:pt x="935863" y="2707086"/>
                  </a:lnTo>
                  <a:lnTo>
                    <a:pt x="941336" y="2707086"/>
                  </a:lnTo>
                  <a:lnTo>
                    <a:pt x="941336" y="2707086"/>
                  </a:lnTo>
                  <a:lnTo>
                    <a:pt x="946809" y="2707086"/>
                  </a:lnTo>
                  <a:lnTo>
                    <a:pt x="946809" y="2707086"/>
                  </a:lnTo>
                  <a:lnTo>
                    <a:pt x="952282" y="2707086"/>
                  </a:lnTo>
                  <a:lnTo>
                    <a:pt x="952282" y="2698197"/>
                  </a:lnTo>
                  <a:lnTo>
                    <a:pt x="957754" y="2698197"/>
                  </a:lnTo>
                  <a:lnTo>
                    <a:pt x="957754" y="2689313"/>
                  </a:lnTo>
                  <a:lnTo>
                    <a:pt x="963227" y="2689313"/>
                  </a:lnTo>
                  <a:lnTo>
                    <a:pt x="963227" y="2689313"/>
                  </a:lnTo>
                  <a:lnTo>
                    <a:pt x="968700" y="2689313"/>
                  </a:lnTo>
                  <a:lnTo>
                    <a:pt x="968700" y="2680430"/>
                  </a:lnTo>
                  <a:lnTo>
                    <a:pt x="974173" y="2680430"/>
                  </a:lnTo>
                  <a:lnTo>
                    <a:pt x="974173" y="2680430"/>
                  </a:lnTo>
                  <a:lnTo>
                    <a:pt x="979646" y="2680430"/>
                  </a:lnTo>
                  <a:lnTo>
                    <a:pt x="979646" y="2680430"/>
                  </a:lnTo>
                  <a:lnTo>
                    <a:pt x="985119" y="2680430"/>
                  </a:lnTo>
                  <a:lnTo>
                    <a:pt x="985119" y="2680430"/>
                  </a:lnTo>
                  <a:lnTo>
                    <a:pt x="990592" y="2680430"/>
                  </a:lnTo>
                  <a:lnTo>
                    <a:pt x="990592" y="2680430"/>
                  </a:lnTo>
                  <a:lnTo>
                    <a:pt x="996065" y="2680430"/>
                  </a:lnTo>
                  <a:lnTo>
                    <a:pt x="996065" y="2627171"/>
                  </a:lnTo>
                  <a:lnTo>
                    <a:pt x="1001538" y="2627171"/>
                  </a:lnTo>
                  <a:lnTo>
                    <a:pt x="1001538" y="2609451"/>
                  </a:lnTo>
                  <a:lnTo>
                    <a:pt x="1007010" y="2609451"/>
                  </a:lnTo>
                  <a:lnTo>
                    <a:pt x="1007010" y="2600598"/>
                  </a:lnTo>
                  <a:lnTo>
                    <a:pt x="1012483" y="2600598"/>
                  </a:lnTo>
                  <a:lnTo>
                    <a:pt x="1012483" y="2600598"/>
                  </a:lnTo>
                  <a:lnTo>
                    <a:pt x="1017956" y="2600598"/>
                  </a:lnTo>
                  <a:lnTo>
                    <a:pt x="1017956" y="2591748"/>
                  </a:lnTo>
                  <a:lnTo>
                    <a:pt x="1023429" y="2591748"/>
                  </a:lnTo>
                  <a:lnTo>
                    <a:pt x="1023429" y="2582902"/>
                  </a:lnTo>
                  <a:lnTo>
                    <a:pt x="1028902" y="2582902"/>
                  </a:lnTo>
                  <a:lnTo>
                    <a:pt x="1028902" y="2582902"/>
                  </a:lnTo>
                  <a:lnTo>
                    <a:pt x="1034375" y="2582902"/>
                  </a:lnTo>
                  <a:lnTo>
                    <a:pt x="1034375" y="2574057"/>
                  </a:lnTo>
                  <a:lnTo>
                    <a:pt x="1039848" y="2574057"/>
                  </a:lnTo>
                  <a:lnTo>
                    <a:pt x="1039848" y="2574057"/>
                  </a:lnTo>
                  <a:lnTo>
                    <a:pt x="1045321" y="2574057"/>
                  </a:lnTo>
                  <a:lnTo>
                    <a:pt x="1045321" y="2574057"/>
                  </a:lnTo>
                  <a:lnTo>
                    <a:pt x="1050794" y="2574057"/>
                  </a:lnTo>
                  <a:lnTo>
                    <a:pt x="1050794" y="2565206"/>
                  </a:lnTo>
                  <a:lnTo>
                    <a:pt x="1056266" y="2565206"/>
                  </a:lnTo>
                  <a:lnTo>
                    <a:pt x="1056266" y="2565206"/>
                  </a:lnTo>
                  <a:lnTo>
                    <a:pt x="1061739" y="2565206"/>
                  </a:lnTo>
                  <a:lnTo>
                    <a:pt x="1061739" y="2556359"/>
                  </a:lnTo>
                  <a:lnTo>
                    <a:pt x="1067212" y="2556359"/>
                  </a:lnTo>
                  <a:lnTo>
                    <a:pt x="1067212" y="2556359"/>
                  </a:lnTo>
                  <a:lnTo>
                    <a:pt x="1072685" y="2556359"/>
                  </a:lnTo>
                  <a:lnTo>
                    <a:pt x="1072685" y="2547512"/>
                  </a:lnTo>
                  <a:lnTo>
                    <a:pt x="1078158" y="2547512"/>
                  </a:lnTo>
                  <a:lnTo>
                    <a:pt x="1078158" y="2547512"/>
                  </a:lnTo>
                  <a:lnTo>
                    <a:pt x="1083631" y="2547512"/>
                  </a:lnTo>
                  <a:lnTo>
                    <a:pt x="1083631" y="2547512"/>
                  </a:lnTo>
                  <a:lnTo>
                    <a:pt x="1089104" y="2547512"/>
                  </a:lnTo>
                  <a:lnTo>
                    <a:pt x="1089104" y="2538663"/>
                  </a:lnTo>
                  <a:lnTo>
                    <a:pt x="1094577" y="2538663"/>
                  </a:lnTo>
                  <a:lnTo>
                    <a:pt x="1094577" y="2520975"/>
                  </a:lnTo>
                  <a:lnTo>
                    <a:pt x="1100049" y="2520975"/>
                  </a:lnTo>
                  <a:lnTo>
                    <a:pt x="1100049" y="2503302"/>
                  </a:lnTo>
                  <a:lnTo>
                    <a:pt x="1105522" y="2503302"/>
                  </a:lnTo>
                  <a:lnTo>
                    <a:pt x="1105522" y="2494467"/>
                  </a:lnTo>
                  <a:lnTo>
                    <a:pt x="1110995" y="2494467"/>
                  </a:lnTo>
                  <a:lnTo>
                    <a:pt x="1110995" y="2494467"/>
                  </a:lnTo>
                  <a:lnTo>
                    <a:pt x="1116468" y="2494467"/>
                  </a:lnTo>
                  <a:lnTo>
                    <a:pt x="1116468" y="2494467"/>
                  </a:lnTo>
                  <a:lnTo>
                    <a:pt x="1121941" y="2494467"/>
                  </a:lnTo>
                  <a:lnTo>
                    <a:pt x="1121941" y="2494467"/>
                  </a:lnTo>
                  <a:lnTo>
                    <a:pt x="1127414" y="2494467"/>
                  </a:lnTo>
                  <a:lnTo>
                    <a:pt x="1127414" y="2494467"/>
                  </a:lnTo>
                  <a:lnTo>
                    <a:pt x="1132887" y="2494467"/>
                  </a:lnTo>
                  <a:lnTo>
                    <a:pt x="1132887" y="2494467"/>
                  </a:lnTo>
                  <a:lnTo>
                    <a:pt x="1138360" y="2494467"/>
                  </a:lnTo>
                  <a:lnTo>
                    <a:pt x="1138360" y="2476788"/>
                  </a:lnTo>
                  <a:lnTo>
                    <a:pt x="1143833" y="2476788"/>
                  </a:lnTo>
                  <a:lnTo>
                    <a:pt x="1143833" y="2467954"/>
                  </a:lnTo>
                  <a:lnTo>
                    <a:pt x="1149305" y="2467954"/>
                  </a:lnTo>
                  <a:lnTo>
                    <a:pt x="1149305" y="2467954"/>
                  </a:lnTo>
                  <a:lnTo>
                    <a:pt x="1154778" y="2467954"/>
                  </a:lnTo>
                  <a:lnTo>
                    <a:pt x="1154778" y="2467954"/>
                  </a:lnTo>
                  <a:lnTo>
                    <a:pt x="1160251" y="2467954"/>
                  </a:lnTo>
                  <a:lnTo>
                    <a:pt x="1160251" y="2459120"/>
                  </a:lnTo>
                  <a:lnTo>
                    <a:pt x="1165724" y="2459120"/>
                  </a:lnTo>
                  <a:lnTo>
                    <a:pt x="1165724" y="2450288"/>
                  </a:lnTo>
                  <a:lnTo>
                    <a:pt x="1171197" y="2450288"/>
                  </a:lnTo>
                  <a:lnTo>
                    <a:pt x="1171197" y="2450288"/>
                  </a:lnTo>
                  <a:lnTo>
                    <a:pt x="1176670" y="2450288"/>
                  </a:lnTo>
                  <a:lnTo>
                    <a:pt x="1176670" y="2450288"/>
                  </a:lnTo>
                  <a:lnTo>
                    <a:pt x="1182143" y="2450288"/>
                  </a:lnTo>
                  <a:lnTo>
                    <a:pt x="1182143" y="2450288"/>
                  </a:lnTo>
                  <a:lnTo>
                    <a:pt x="1187616" y="2450288"/>
                  </a:lnTo>
                  <a:lnTo>
                    <a:pt x="1187616" y="2432623"/>
                  </a:lnTo>
                  <a:lnTo>
                    <a:pt x="1193089" y="2432623"/>
                  </a:lnTo>
                  <a:lnTo>
                    <a:pt x="1193089" y="2423791"/>
                  </a:lnTo>
                  <a:lnTo>
                    <a:pt x="1198561" y="2423791"/>
                  </a:lnTo>
                  <a:lnTo>
                    <a:pt x="1198561" y="2423791"/>
                  </a:lnTo>
                  <a:lnTo>
                    <a:pt x="1204034" y="2423791"/>
                  </a:lnTo>
                  <a:lnTo>
                    <a:pt x="1204034" y="2423791"/>
                  </a:lnTo>
                  <a:lnTo>
                    <a:pt x="1209507" y="2423791"/>
                  </a:lnTo>
                  <a:lnTo>
                    <a:pt x="1209507" y="2414956"/>
                  </a:lnTo>
                  <a:lnTo>
                    <a:pt x="1214980" y="2414956"/>
                  </a:lnTo>
                  <a:lnTo>
                    <a:pt x="1214980" y="2406125"/>
                  </a:lnTo>
                  <a:lnTo>
                    <a:pt x="1220453" y="2406125"/>
                  </a:lnTo>
                  <a:lnTo>
                    <a:pt x="1220453" y="2397292"/>
                  </a:lnTo>
                  <a:lnTo>
                    <a:pt x="1225926" y="2397292"/>
                  </a:lnTo>
                  <a:lnTo>
                    <a:pt x="1225926" y="2397292"/>
                  </a:lnTo>
                  <a:lnTo>
                    <a:pt x="1231399" y="2397292"/>
                  </a:lnTo>
                  <a:lnTo>
                    <a:pt x="1231399" y="2397292"/>
                  </a:lnTo>
                  <a:lnTo>
                    <a:pt x="1236872" y="2397292"/>
                  </a:lnTo>
                  <a:lnTo>
                    <a:pt x="1236872" y="2388450"/>
                  </a:lnTo>
                  <a:lnTo>
                    <a:pt x="1242344" y="2388450"/>
                  </a:lnTo>
                  <a:lnTo>
                    <a:pt x="1242344" y="2379611"/>
                  </a:lnTo>
                  <a:lnTo>
                    <a:pt x="1247817" y="2379611"/>
                  </a:lnTo>
                  <a:lnTo>
                    <a:pt x="1247817" y="2379611"/>
                  </a:lnTo>
                  <a:lnTo>
                    <a:pt x="1253290" y="2379611"/>
                  </a:lnTo>
                  <a:lnTo>
                    <a:pt x="1253290" y="2379611"/>
                  </a:lnTo>
                  <a:lnTo>
                    <a:pt x="1258763" y="2379611"/>
                  </a:lnTo>
                  <a:lnTo>
                    <a:pt x="1258763" y="2379611"/>
                  </a:lnTo>
                  <a:lnTo>
                    <a:pt x="1264236" y="2379611"/>
                  </a:lnTo>
                  <a:lnTo>
                    <a:pt x="1264236" y="2370758"/>
                  </a:lnTo>
                  <a:lnTo>
                    <a:pt x="1269709" y="2370758"/>
                  </a:lnTo>
                  <a:lnTo>
                    <a:pt x="1269709" y="2370758"/>
                  </a:lnTo>
                  <a:lnTo>
                    <a:pt x="1275182" y="2370758"/>
                  </a:lnTo>
                  <a:lnTo>
                    <a:pt x="1275182" y="2361891"/>
                  </a:lnTo>
                  <a:lnTo>
                    <a:pt x="1280655" y="2361891"/>
                  </a:lnTo>
                  <a:lnTo>
                    <a:pt x="1280655" y="2353027"/>
                  </a:lnTo>
                  <a:lnTo>
                    <a:pt x="1286128" y="2353027"/>
                  </a:lnTo>
                  <a:lnTo>
                    <a:pt x="1286128" y="2353027"/>
                  </a:lnTo>
                  <a:lnTo>
                    <a:pt x="1291600" y="2353027"/>
                  </a:lnTo>
                  <a:lnTo>
                    <a:pt x="1291600" y="2344162"/>
                  </a:lnTo>
                  <a:lnTo>
                    <a:pt x="1297073" y="2344162"/>
                  </a:lnTo>
                  <a:lnTo>
                    <a:pt x="1297073" y="2344162"/>
                  </a:lnTo>
                  <a:lnTo>
                    <a:pt x="1302546" y="2344162"/>
                  </a:lnTo>
                  <a:lnTo>
                    <a:pt x="1302546" y="2344162"/>
                  </a:lnTo>
                  <a:lnTo>
                    <a:pt x="1308019" y="2344162"/>
                  </a:lnTo>
                  <a:lnTo>
                    <a:pt x="1308019" y="2335294"/>
                  </a:lnTo>
                  <a:lnTo>
                    <a:pt x="1313492" y="2335294"/>
                  </a:lnTo>
                  <a:lnTo>
                    <a:pt x="1313492" y="2335294"/>
                  </a:lnTo>
                  <a:lnTo>
                    <a:pt x="1318965" y="2335294"/>
                  </a:lnTo>
                  <a:lnTo>
                    <a:pt x="1318965" y="2335294"/>
                  </a:lnTo>
                  <a:lnTo>
                    <a:pt x="1324438" y="2335294"/>
                  </a:lnTo>
                  <a:lnTo>
                    <a:pt x="1324438" y="2335294"/>
                  </a:lnTo>
                  <a:lnTo>
                    <a:pt x="1329911" y="2335294"/>
                  </a:lnTo>
                  <a:lnTo>
                    <a:pt x="1329911" y="2317558"/>
                  </a:lnTo>
                  <a:lnTo>
                    <a:pt x="1335384" y="2317558"/>
                  </a:lnTo>
                  <a:lnTo>
                    <a:pt x="1335384" y="2308695"/>
                  </a:lnTo>
                  <a:lnTo>
                    <a:pt x="1340856" y="2308695"/>
                  </a:lnTo>
                  <a:lnTo>
                    <a:pt x="1340856" y="2290969"/>
                  </a:lnTo>
                  <a:lnTo>
                    <a:pt x="1346329" y="2290969"/>
                  </a:lnTo>
                  <a:lnTo>
                    <a:pt x="1346329" y="2290969"/>
                  </a:lnTo>
                  <a:lnTo>
                    <a:pt x="1351802" y="2290969"/>
                  </a:lnTo>
                  <a:lnTo>
                    <a:pt x="1351802" y="2290969"/>
                  </a:lnTo>
                  <a:lnTo>
                    <a:pt x="1357275" y="2290969"/>
                  </a:lnTo>
                  <a:lnTo>
                    <a:pt x="1357275" y="2282107"/>
                  </a:lnTo>
                  <a:lnTo>
                    <a:pt x="1362748" y="2282107"/>
                  </a:lnTo>
                  <a:lnTo>
                    <a:pt x="1362748" y="2282107"/>
                  </a:lnTo>
                  <a:lnTo>
                    <a:pt x="1368221" y="2282107"/>
                  </a:lnTo>
                  <a:lnTo>
                    <a:pt x="1368221" y="2282107"/>
                  </a:lnTo>
                  <a:lnTo>
                    <a:pt x="1373694" y="2282107"/>
                  </a:lnTo>
                  <a:lnTo>
                    <a:pt x="1373694" y="2282107"/>
                  </a:lnTo>
                  <a:lnTo>
                    <a:pt x="1379167" y="2282107"/>
                  </a:lnTo>
                  <a:lnTo>
                    <a:pt x="1379167" y="2282107"/>
                  </a:lnTo>
                  <a:lnTo>
                    <a:pt x="1384640" y="2282107"/>
                  </a:lnTo>
                  <a:lnTo>
                    <a:pt x="1384640" y="2282107"/>
                  </a:lnTo>
                  <a:lnTo>
                    <a:pt x="1390112" y="2282107"/>
                  </a:lnTo>
                  <a:lnTo>
                    <a:pt x="1390112" y="2282107"/>
                  </a:lnTo>
                  <a:lnTo>
                    <a:pt x="1395585" y="2282107"/>
                  </a:lnTo>
                  <a:lnTo>
                    <a:pt x="1395585" y="2282107"/>
                  </a:lnTo>
                  <a:lnTo>
                    <a:pt x="1401058" y="2282107"/>
                  </a:lnTo>
                  <a:lnTo>
                    <a:pt x="1401058" y="2273230"/>
                  </a:lnTo>
                  <a:lnTo>
                    <a:pt x="1406531" y="2273230"/>
                  </a:lnTo>
                  <a:lnTo>
                    <a:pt x="1406531" y="2264356"/>
                  </a:lnTo>
                  <a:lnTo>
                    <a:pt x="1412004" y="2264356"/>
                  </a:lnTo>
                  <a:lnTo>
                    <a:pt x="1412004" y="2264356"/>
                  </a:lnTo>
                  <a:lnTo>
                    <a:pt x="1417477" y="2264356"/>
                  </a:lnTo>
                  <a:lnTo>
                    <a:pt x="1417477" y="2237749"/>
                  </a:lnTo>
                  <a:lnTo>
                    <a:pt x="1422950" y="2237749"/>
                  </a:lnTo>
                  <a:lnTo>
                    <a:pt x="1422950" y="2228885"/>
                  </a:lnTo>
                  <a:lnTo>
                    <a:pt x="1428423" y="2228885"/>
                  </a:lnTo>
                  <a:lnTo>
                    <a:pt x="1428423" y="2228885"/>
                  </a:lnTo>
                  <a:lnTo>
                    <a:pt x="1433895" y="2228885"/>
                  </a:lnTo>
                  <a:lnTo>
                    <a:pt x="1433895" y="2228885"/>
                  </a:lnTo>
                  <a:lnTo>
                    <a:pt x="1439368" y="2228885"/>
                  </a:lnTo>
                  <a:lnTo>
                    <a:pt x="1439368" y="2228885"/>
                  </a:lnTo>
                  <a:lnTo>
                    <a:pt x="1444841" y="2228885"/>
                  </a:lnTo>
                  <a:lnTo>
                    <a:pt x="1444841" y="2220017"/>
                  </a:lnTo>
                  <a:lnTo>
                    <a:pt x="1450314" y="2220017"/>
                  </a:lnTo>
                  <a:lnTo>
                    <a:pt x="1450314" y="2220017"/>
                  </a:lnTo>
                  <a:lnTo>
                    <a:pt x="1455787" y="2220017"/>
                  </a:lnTo>
                  <a:lnTo>
                    <a:pt x="1455787" y="2211140"/>
                  </a:lnTo>
                  <a:lnTo>
                    <a:pt x="1461260" y="2211140"/>
                  </a:lnTo>
                  <a:lnTo>
                    <a:pt x="1461260" y="2211140"/>
                  </a:lnTo>
                  <a:lnTo>
                    <a:pt x="1466733" y="2211140"/>
                  </a:lnTo>
                  <a:lnTo>
                    <a:pt x="1466733" y="2211140"/>
                  </a:lnTo>
                  <a:lnTo>
                    <a:pt x="1472206" y="2211140"/>
                  </a:lnTo>
                  <a:lnTo>
                    <a:pt x="1472206" y="2202259"/>
                  </a:lnTo>
                  <a:lnTo>
                    <a:pt x="1477679" y="2202259"/>
                  </a:lnTo>
                  <a:lnTo>
                    <a:pt x="1477679" y="2202259"/>
                  </a:lnTo>
                  <a:lnTo>
                    <a:pt x="1483151" y="2202259"/>
                  </a:lnTo>
                  <a:lnTo>
                    <a:pt x="1483151" y="2202259"/>
                  </a:lnTo>
                  <a:lnTo>
                    <a:pt x="1488624" y="2202259"/>
                  </a:lnTo>
                  <a:lnTo>
                    <a:pt x="1488624" y="2202259"/>
                  </a:lnTo>
                  <a:lnTo>
                    <a:pt x="1494097" y="2202259"/>
                  </a:lnTo>
                  <a:lnTo>
                    <a:pt x="1494097" y="2202259"/>
                  </a:lnTo>
                  <a:lnTo>
                    <a:pt x="1499570" y="2202259"/>
                  </a:lnTo>
                  <a:lnTo>
                    <a:pt x="1499570" y="2202259"/>
                  </a:lnTo>
                  <a:lnTo>
                    <a:pt x="1505043" y="2202259"/>
                  </a:lnTo>
                  <a:lnTo>
                    <a:pt x="1505043" y="2202259"/>
                  </a:lnTo>
                  <a:lnTo>
                    <a:pt x="1510516" y="2202259"/>
                  </a:lnTo>
                  <a:lnTo>
                    <a:pt x="1510516" y="2202259"/>
                  </a:lnTo>
                  <a:lnTo>
                    <a:pt x="1515989" y="2202259"/>
                  </a:lnTo>
                  <a:lnTo>
                    <a:pt x="1515989" y="2202259"/>
                  </a:lnTo>
                  <a:lnTo>
                    <a:pt x="1521462" y="2202259"/>
                  </a:lnTo>
                  <a:lnTo>
                    <a:pt x="1521462" y="2202259"/>
                  </a:lnTo>
                  <a:lnTo>
                    <a:pt x="1526935" y="2202259"/>
                  </a:lnTo>
                  <a:lnTo>
                    <a:pt x="1526935" y="2202259"/>
                  </a:lnTo>
                  <a:lnTo>
                    <a:pt x="1532407" y="2202259"/>
                  </a:lnTo>
                  <a:lnTo>
                    <a:pt x="1532407" y="2193369"/>
                  </a:lnTo>
                  <a:lnTo>
                    <a:pt x="1537880" y="2193369"/>
                  </a:lnTo>
                  <a:lnTo>
                    <a:pt x="1537880" y="2193369"/>
                  </a:lnTo>
                  <a:lnTo>
                    <a:pt x="1543353" y="2193369"/>
                  </a:lnTo>
                  <a:lnTo>
                    <a:pt x="1543353" y="2184475"/>
                  </a:lnTo>
                  <a:lnTo>
                    <a:pt x="1548826" y="2184475"/>
                  </a:lnTo>
                  <a:lnTo>
                    <a:pt x="1548826" y="2184475"/>
                  </a:lnTo>
                  <a:lnTo>
                    <a:pt x="1554299" y="2184475"/>
                  </a:lnTo>
                  <a:lnTo>
                    <a:pt x="1554299" y="2175579"/>
                  </a:lnTo>
                  <a:lnTo>
                    <a:pt x="1559772" y="2175579"/>
                  </a:lnTo>
                  <a:lnTo>
                    <a:pt x="1559772" y="2175579"/>
                  </a:lnTo>
                  <a:lnTo>
                    <a:pt x="1565245" y="2175579"/>
                  </a:lnTo>
                  <a:lnTo>
                    <a:pt x="1565245" y="2175579"/>
                  </a:lnTo>
                  <a:lnTo>
                    <a:pt x="1570718" y="2175579"/>
                  </a:lnTo>
                  <a:lnTo>
                    <a:pt x="1570718" y="2157795"/>
                  </a:lnTo>
                  <a:lnTo>
                    <a:pt x="1576191" y="2157795"/>
                  </a:lnTo>
                  <a:lnTo>
                    <a:pt x="1576191" y="2157795"/>
                  </a:lnTo>
                  <a:lnTo>
                    <a:pt x="1581663" y="2157795"/>
                  </a:lnTo>
                  <a:lnTo>
                    <a:pt x="1581663" y="2157795"/>
                  </a:lnTo>
                  <a:lnTo>
                    <a:pt x="1587136" y="2157795"/>
                  </a:lnTo>
                  <a:lnTo>
                    <a:pt x="1587136" y="2157795"/>
                  </a:lnTo>
                  <a:lnTo>
                    <a:pt x="1592609" y="2157795"/>
                  </a:lnTo>
                  <a:lnTo>
                    <a:pt x="1592609" y="2148903"/>
                  </a:lnTo>
                  <a:lnTo>
                    <a:pt x="1598082" y="2148903"/>
                  </a:lnTo>
                  <a:lnTo>
                    <a:pt x="1598082" y="2148903"/>
                  </a:lnTo>
                  <a:lnTo>
                    <a:pt x="1603555" y="2148903"/>
                  </a:lnTo>
                  <a:lnTo>
                    <a:pt x="1603555" y="2148903"/>
                  </a:lnTo>
                  <a:lnTo>
                    <a:pt x="1609028" y="2148903"/>
                  </a:lnTo>
                  <a:lnTo>
                    <a:pt x="1609028" y="2140006"/>
                  </a:lnTo>
                  <a:lnTo>
                    <a:pt x="1614501" y="2140006"/>
                  </a:lnTo>
                  <a:lnTo>
                    <a:pt x="1614501" y="2140006"/>
                  </a:lnTo>
                  <a:lnTo>
                    <a:pt x="1619974" y="2140006"/>
                  </a:lnTo>
                  <a:lnTo>
                    <a:pt x="1619974" y="2140006"/>
                  </a:lnTo>
                  <a:lnTo>
                    <a:pt x="1625446" y="2140006"/>
                  </a:lnTo>
                  <a:lnTo>
                    <a:pt x="1625446" y="2140006"/>
                  </a:lnTo>
                  <a:lnTo>
                    <a:pt x="1630919" y="2140006"/>
                  </a:lnTo>
                  <a:lnTo>
                    <a:pt x="1630919" y="2140006"/>
                  </a:lnTo>
                  <a:lnTo>
                    <a:pt x="1636392" y="2140006"/>
                  </a:lnTo>
                  <a:lnTo>
                    <a:pt x="1636392" y="2140006"/>
                  </a:lnTo>
                  <a:lnTo>
                    <a:pt x="1641865" y="2140006"/>
                  </a:lnTo>
                  <a:lnTo>
                    <a:pt x="1641865" y="2140006"/>
                  </a:lnTo>
                  <a:lnTo>
                    <a:pt x="1647338" y="2140006"/>
                  </a:lnTo>
                  <a:lnTo>
                    <a:pt x="1647338" y="2131092"/>
                  </a:lnTo>
                  <a:lnTo>
                    <a:pt x="1652811" y="2131092"/>
                  </a:lnTo>
                  <a:lnTo>
                    <a:pt x="1652811" y="2131092"/>
                  </a:lnTo>
                  <a:lnTo>
                    <a:pt x="1658284" y="2131092"/>
                  </a:lnTo>
                  <a:lnTo>
                    <a:pt x="1658284" y="2131092"/>
                  </a:lnTo>
                  <a:lnTo>
                    <a:pt x="1663757" y="2131092"/>
                  </a:lnTo>
                  <a:lnTo>
                    <a:pt x="1663757" y="2131092"/>
                  </a:lnTo>
                  <a:lnTo>
                    <a:pt x="1669230" y="2131092"/>
                  </a:lnTo>
                  <a:lnTo>
                    <a:pt x="1669230" y="2131092"/>
                  </a:lnTo>
                  <a:lnTo>
                    <a:pt x="1674702" y="2131092"/>
                  </a:lnTo>
                  <a:lnTo>
                    <a:pt x="1674702" y="2131092"/>
                  </a:lnTo>
                  <a:lnTo>
                    <a:pt x="1680175" y="2131092"/>
                  </a:lnTo>
                  <a:lnTo>
                    <a:pt x="1680175" y="2122166"/>
                  </a:lnTo>
                  <a:lnTo>
                    <a:pt x="1685648" y="2122166"/>
                  </a:lnTo>
                  <a:lnTo>
                    <a:pt x="1685648" y="2113234"/>
                  </a:lnTo>
                  <a:lnTo>
                    <a:pt x="1691121" y="2113234"/>
                  </a:lnTo>
                  <a:lnTo>
                    <a:pt x="1691121" y="2113234"/>
                  </a:lnTo>
                  <a:lnTo>
                    <a:pt x="1696594" y="2113234"/>
                  </a:lnTo>
                  <a:lnTo>
                    <a:pt x="1696594" y="2113234"/>
                  </a:lnTo>
                  <a:lnTo>
                    <a:pt x="1702067" y="2113234"/>
                  </a:lnTo>
                  <a:lnTo>
                    <a:pt x="1702067" y="2113234"/>
                  </a:lnTo>
                  <a:lnTo>
                    <a:pt x="1707540" y="2113234"/>
                  </a:lnTo>
                  <a:lnTo>
                    <a:pt x="1707540" y="2104301"/>
                  </a:lnTo>
                  <a:lnTo>
                    <a:pt x="1713013" y="2104301"/>
                  </a:lnTo>
                  <a:lnTo>
                    <a:pt x="1713013" y="2104301"/>
                  </a:lnTo>
                  <a:lnTo>
                    <a:pt x="1718486" y="2104301"/>
                  </a:lnTo>
                  <a:lnTo>
                    <a:pt x="1718486" y="2095366"/>
                  </a:lnTo>
                  <a:lnTo>
                    <a:pt x="1723958" y="2095366"/>
                  </a:lnTo>
                  <a:lnTo>
                    <a:pt x="1723958" y="2086430"/>
                  </a:lnTo>
                  <a:lnTo>
                    <a:pt x="1729431" y="2086430"/>
                  </a:lnTo>
                  <a:lnTo>
                    <a:pt x="1729431" y="2086430"/>
                  </a:lnTo>
                  <a:lnTo>
                    <a:pt x="1734904" y="2086430"/>
                  </a:lnTo>
                  <a:lnTo>
                    <a:pt x="1734904" y="2086430"/>
                  </a:lnTo>
                  <a:lnTo>
                    <a:pt x="1740377" y="2086430"/>
                  </a:lnTo>
                  <a:lnTo>
                    <a:pt x="1740377" y="2086430"/>
                  </a:lnTo>
                  <a:lnTo>
                    <a:pt x="1745850" y="2086430"/>
                  </a:lnTo>
                  <a:lnTo>
                    <a:pt x="1745850" y="2086430"/>
                  </a:lnTo>
                  <a:lnTo>
                    <a:pt x="1751323" y="2086430"/>
                  </a:lnTo>
                  <a:lnTo>
                    <a:pt x="1751323" y="2086430"/>
                  </a:lnTo>
                  <a:lnTo>
                    <a:pt x="1756796" y="2086430"/>
                  </a:lnTo>
                  <a:lnTo>
                    <a:pt x="1756796" y="2086430"/>
                  </a:lnTo>
                  <a:lnTo>
                    <a:pt x="1762269" y="2086430"/>
                  </a:lnTo>
                  <a:lnTo>
                    <a:pt x="1762269" y="2086430"/>
                  </a:lnTo>
                  <a:lnTo>
                    <a:pt x="1767741" y="2086430"/>
                  </a:lnTo>
                  <a:lnTo>
                    <a:pt x="1767741" y="2086430"/>
                  </a:lnTo>
                  <a:lnTo>
                    <a:pt x="1773214" y="2086430"/>
                  </a:lnTo>
                  <a:lnTo>
                    <a:pt x="1773214" y="2086430"/>
                  </a:lnTo>
                  <a:lnTo>
                    <a:pt x="1778687" y="2086430"/>
                  </a:lnTo>
                  <a:lnTo>
                    <a:pt x="1778687" y="2086430"/>
                  </a:lnTo>
                  <a:lnTo>
                    <a:pt x="1784160" y="2086430"/>
                  </a:lnTo>
                  <a:lnTo>
                    <a:pt x="1784160" y="2086430"/>
                  </a:lnTo>
                  <a:lnTo>
                    <a:pt x="1789633" y="2086430"/>
                  </a:lnTo>
                  <a:lnTo>
                    <a:pt x="1789633" y="2086430"/>
                  </a:lnTo>
                  <a:lnTo>
                    <a:pt x="1795106" y="2086430"/>
                  </a:lnTo>
                  <a:lnTo>
                    <a:pt x="1795106" y="2086430"/>
                  </a:lnTo>
                  <a:lnTo>
                    <a:pt x="1800579" y="2086430"/>
                  </a:lnTo>
                  <a:lnTo>
                    <a:pt x="1800579" y="2077472"/>
                  </a:lnTo>
                  <a:lnTo>
                    <a:pt x="1806052" y="2077472"/>
                  </a:lnTo>
                  <a:lnTo>
                    <a:pt x="1806052" y="2068513"/>
                  </a:lnTo>
                  <a:lnTo>
                    <a:pt x="1811525" y="2068513"/>
                  </a:lnTo>
                  <a:lnTo>
                    <a:pt x="1811525" y="2068513"/>
                  </a:lnTo>
                  <a:lnTo>
                    <a:pt x="1816997" y="2068513"/>
                  </a:lnTo>
                  <a:lnTo>
                    <a:pt x="1816997" y="2068513"/>
                  </a:lnTo>
                  <a:lnTo>
                    <a:pt x="1822470" y="2068513"/>
                  </a:lnTo>
                  <a:lnTo>
                    <a:pt x="1822470" y="2068513"/>
                  </a:lnTo>
                  <a:lnTo>
                    <a:pt x="1827943" y="2068513"/>
                  </a:lnTo>
                  <a:lnTo>
                    <a:pt x="1827943" y="2068513"/>
                  </a:lnTo>
                  <a:lnTo>
                    <a:pt x="1833416" y="2068513"/>
                  </a:lnTo>
                  <a:lnTo>
                    <a:pt x="1833416" y="2059544"/>
                  </a:lnTo>
                  <a:lnTo>
                    <a:pt x="1838889" y="2059544"/>
                  </a:lnTo>
                  <a:lnTo>
                    <a:pt x="1838889" y="2059544"/>
                  </a:lnTo>
                  <a:lnTo>
                    <a:pt x="1844362" y="2059544"/>
                  </a:lnTo>
                  <a:lnTo>
                    <a:pt x="1844362" y="2050569"/>
                  </a:lnTo>
                  <a:lnTo>
                    <a:pt x="1849835" y="2050569"/>
                  </a:lnTo>
                  <a:lnTo>
                    <a:pt x="1849835" y="2050569"/>
                  </a:lnTo>
                  <a:lnTo>
                    <a:pt x="1855308" y="2050569"/>
                  </a:lnTo>
                  <a:lnTo>
                    <a:pt x="1855308" y="2050569"/>
                  </a:lnTo>
                  <a:lnTo>
                    <a:pt x="1860781" y="2050569"/>
                  </a:lnTo>
                  <a:lnTo>
                    <a:pt x="1860781" y="2050569"/>
                  </a:lnTo>
                  <a:lnTo>
                    <a:pt x="1866253" y="2050569"/>
                  </a:lnTo>
                  <a:lnTo>
                    <a:pt x="1866253" y="2032618"/>
                  </a:lnTo>
                  <a:lnTo>
                    <a:pt x="1871726" y="2032618"/>
                  </a:lnTo>
                  <a:lnTo>
                    <a:pt x="1871726" y="2023645"/>
                  </a:lnTo>
                  <a:lnTo>
                    <a:pt x="1877199" y="2023645"/>
                  </a:lnTo>
                  <a:lnTo>
                    <a:pt x="1877199" y="2005707"/>
                  </a:lnTo>
                  <a:lnTo>
                    <a:pt x="1882672" y="2005707"/>
                  </a:lnTo>
                  <a:lnTo>
                    <a:pt x="1882672" y="2005707"/>
                  </a:lnTo>
                  <a:lnTo>
                    <a:pt x="1888145" y="2005707"/>
                  </a:lnTo>
                  <a:lnTo>
                    <a:pt x="1888145" y="1996737"/>
                  </a:lnTo>
                  <a:lnTo>
                    <a:pt x="1893618" y="1996737"/>
                  </a:lnTo>
                  <a:lnTo>
                    <a:pt x="1893618" y="1996737"/>
                  </a:lnTo>
                  <a:lnTo>
                    <a:pt x="1899091" y="1996737"/>
                  </a:lnTo>
                  <a:lnTo>
                    <a:pt x="1899091" y="1996737"/>
                  </a:lnTo>
                  <a:lnTo>
                    <a:pt x="1904564" y="1996737"/>
                  </a:lnTo>
                  <a:lnTo>
                    <a:pt x="1904564" y="1987765"/>
                  </a:lnTo>
                  <a:lnTo>
                    <a:pt x="1910037" y="1987765"/>
                  </a:lnTo>
                  <a:lnTo>
                    <a:pt x="1910037" y="1987765"/>
                  </a:lnTo>
                  <a:lnTo>
                    <a:pt x="1915509" y="1987765"/>
                  </a:lnTo>
                  <a:lnTo>
                    <a:pt x="1915509" y="1978795"/>
                  </a:lnTo>
                  <a:lnTo>
                    <a:pt x="1920982" y="1978795"/>
                  </a:lnTo>
                  <a:lnTo>
                    <a:pt x="1920982" y="1978795"/>
                  </a:lnTo>
                  <a:lnTo>
                    <a:pt x="1926455" y="1978795"/>
                  </a:lnTo>
                  <a:lnTo>
                    <a:pt x="1926455" y="1978795"/>
                  </a:lnTo>
                  <a:lnTo>
                    <a:pt x="1931928" y="1978795"/>
                  </a:lnTo>
                  <a:lnTo>
                    <a:pt x="1931928" y="1978795"/>
                  </a:lnTo>
                  <a:lnTo>
                    <a:pt x="1937401" y="1978795"/>
                  </a:lnTo>
                  <a:lnTo>
                    <a:pt x="1937401" y="1978795"/>
                  </a:lnTo>
                  <a:lnTo>
                    <a:pt x="1942874" y="1978795"/>
                  </a:lnTo>
                  <a:lnTo>
                    <a:pt x="1942874" y="1978795"/>
                  </a:lnTo>
                  <a:lnTo>
                    <a:pt x="1948347" y="1978795"/>
                  </a:lnTo>
                  <a:lnTo>
                    <a:pt x="1948347" y="1969815"/>
                  </a:lnTo>
                  <a:lnTo>
                    <a:pt x="1953820" y="1969815"/>
                  </a:lnTo>
                  <a:lnTo>
                    <a:pt x="1953820" y="1960837"/>
                  </a:lnTo>
                  <a:lnTo>
                    <a:pt x="1959292" y="1960837"/>
                  </a:lnTo>
                  <a:lnTo>
                    <a:pt x="1959292" y="1960837"/>
                  </a:lnTo>
                  <a:lnTo>
                    <a:pt x="1964765" y="1960837"/>
                  </a:lnTo>
                  <a:lnTo>
                    <a:pt x="1964765" y="1951849"/>
                  </a:lnTo>
                  <a:lnTo>
                    <a:pt x="1970238" y="1951849"/>
                  </a:lnTo>
                  <a:lnTo>
                    <a:pt x="1970238" y="1951849"/>
                  </a:lnTo>
                  <a:lnTo>
                    <a:pt x="1975711" y="1951849"/>
                  </a:lnTo>
                  <a:lnTo>
                    <a:pt x="1975711" y="1951849"/>
                  </a:lnTo>
                  <a:lnTo>
                    <a:pt x="1981184" y="1951849"/>
                  </a:lnTo>
                  <a:lnTo>
                    <a:pt x="1981184" y="1951849"/>
                  </a:lnTo>
                  <a:lnTo>
                    <a:pt x="1986657" y="1951849"/>
                  </a:lnTo>
                  <a:lnTo>
                    <a:pt x="1986657" y="1951849"/>
                  </a:lnTo>
                  <a:lnTo>
                    <a:pt x="1992130" y="1951849"/>
                  </a:lnTo>
                  <a:lnTo>
                    <a:pt x="1992130" y="1951849"/>
                  </a:lnTo>
                  <a:lnTo>
                    <a:pt x="1997603" y="1951849"/>
                  </a:lnTo>
                  <a:lnTo>
                    <a:pt x="1997603" y="1951849"/>
                  </a:lnTo>
                  <a:lnTo>
                    <a:pt x="2003076" y="1951849"/>
                  </a:lnTo>
                  <a:lnTo>
                    <a:pt x="2003076" y="1942850"/>
                  </a:lnTo>
                  <a:lnTo>
                    <a:pt x="2008548" y="1942850"/>
                  </a:lnTo>
                  <a:lnTo>
                    <a:pt x="2008548" y="1942850"/>
                  </a:lnTo>
                  <a:lnTo>
                    <a:pt x="2014021" y="1942850"/>
                  </a:lnTo>
                  <a:lnTo>
                    <a:pt x="2014021" y="1942850"/>
                  </a:lnTo>
                  <a:lnTo>
                    <a:pt x="2019494" y="1942850"/>
                  </a:lnTo>
                  <a:lnTo>
                    <a:pt x="2019494" y="1933844"/>
                  </a:lnTo>
                  <a:lnTo>
                    <a:pt x="2024967" y="1933844"/>
                  </a:lnTo>
                  <a:lnTo>
                    <a:pt x="2024967" y="1924836"/>
                  </a:lnTo>
                  <a:lnTo>
                    <a:pt x="2030440" y="1924836"/>
                  </a:lnTo>
                  <a:lnTo>
                    <a:pt x="2030440" y="1915831"/>
                  </a:lnTo>
                  <a:lnTo>
                    <a:pt x="2035913" y="1915831"/>
                  </a:lnTo>
                  <a:lnTo>
                    <a:pt x="2035913" y="1915831"/>
                  </a:lnTo>
                  <a:lnTo>
                    <a:pt x="2041386" y="1915831"/>
                  </a:lnTo>
                  <a:lnTo>
                    <a:pt x="2041386" y="1915831"/>
                  </a:lnTo>
                  <a:lnTo>
                    <a:pt x="2046859" y="1915831"/>
                  </a:lnTo>
                  <a:lnTo>
                    <a:pt x="2046859" y="1915831"/>
                  </a:lnTo>
                  <a:lnTo>
                    <a:pt x="2052332" y="1915831"/>
                  </a:lnTo>
                  <a:lnTo>
                    <a:pt x="2052332" y="1915831"/>
                  </a:lnTo>
                  <a:lnTo>
                    <a:pt x="2057804" y="1915831"/>
                  </a:lnTo>
                  <a:lnTo>
                    <a:pt x="2057804" y="1915831"/>
                  </a:lnTo>
                  <a:lnTo>
                    <a:pt x="2063277" y="1915831"/>
                  </a:lnTo>
                  <a:lnTo>
                    <a:pt x="2063277" y="1915831"/>
                  </a:lnTo>
                  <a:lnTo>
                    <a:pt x="2068750" y="1915831"/>
                  </a:lnTo>
                  <a:lnTo>
                    <a:pt x="2068750" y="1915831"/>
                  </a:lnTo>
                  <a:lnTo>
                    <a:pt x="2074223" y="1915831"/>
                  </a:lnTo>
                  <a:lnTo>
                    <a:pt x="2074223" y="1915831"/>
                  </a:lnTo>
                  <a:lnTo>
                    <a:pt x="2079696" y="1915831"/>
                  </a:lnTo>
                  <a:lnTo>
                    <a:pt x="2079696" y="1906818"/>
                  </a:lnTo>
                  <a:lnTo>
                    <a:pt x="2085169" y="1906818"/>
                  </a:lnTo>
                  <a:lnTo>
                    <a:pt x="2085169" y="1906818"/>
                  </a:lnTo>
                  <a:lnTo>
                    <a:pt x="2090642" y="1906818"/>
                  </a:lnTo>
                  <a:lnTo>
                    <a:pt x="2090642" y="1906818"/>
                  </a:lnTo>
                  <a:lnTo>
                    <a:pt x="2096115" y="1906818"/>
                  </a:lnTo>
                  <a:lnTo>
                    <a:pt x="2096115" y="1906818"/>
                  </a:lnTo>
                  <a:lnTo>
                    <a:pt x="2101588" y="1906818"/>
                  </a:lnTo>
                  <a:lnTo>
                    <a:pt x="2101588" y="1897804"/>
                  </a:lnTo>
                  <a:lnTo>
                    <a:pt x="2107060" y="1897804"/>
                  </a:lnTo>
                  <a:lnTo>
                    <a:pt x="2107060" y="1879781"/>
                  </a:lnTo>
                  <a:lnTo>
                    <a:pt x="2112533" y="1879781"/>
                  </a:lnTo>
                  <a:lnTo>
                    <a:pt x="2112533" y="1879781"/>
                  </a:lnTo>
                  <a:lnTo>
                    <a:pt x="2118006" y="1879781"/>
                  </a:lnTo>
                  <a:lnTo>
                    <a:pt x="2118006" y="1879781"/>
                  </a:lnTo>
                  <a:lnTo>
                    <a:pt x="2123479" y="1879781"/>
                  </a:lnTo>
                  <a:lnTo>
                    <a:pt x="2123479" y="1879781"/>
                  </a:lnTo>
                  <a:lnTo>
                    <a:pt x="2128952" y="1879781"/>
                  </a:lnTo>
                  <a:lnTo>
                    <a:pt x="2128952" y="1870763"/>
                  </a:lnTo>
                  <a:lnTo>
                    <a:pt x="2134425" y="1870763"/>
                  </a:lnTo>
                  <a:lnTo>
                    <a:pt x="2134425" y="1870763"/>
                  </a:lnTo>
                  <a:lnTo>
                    <a:pt x="2139898" y="1870763"/>
                  </a:lnTo>
                  <a:lnTo>
                    <a:pt x="2139898" y="1870763"/>
                  </a:lnTo>
                  <a:lnTo>
                    <a:pt x="2145371" y="1870763"/>
                  </a:lnTo>
                  <a:lnTo>
                    <a:pt x="2145371" y="1861748"/>
                  </a:lnTo>
                  <a:lnTo>
                    <a:pt x="2150843" y="1861748"/>
                  </a:lnTo>
                  <a:lnTo>
                    <a:pt x="2150843" y="1852730"/>
                  </a:lnTo>
                  <a:lnTo>
                    <a:pt x="2156316" y="1852730"/>
                  </a:lnTo>
                  <a:lnTo>
                    <a:pt x="2156316" y="1852730"/>
                  </a:lnTo>
                  <a:lnTo>
                    <a:pt x="2161789" y="1852730"/>
                  </a:lnTo>
                  <a:lnTo>
                    <a:pt x="2161789" y="1834690"/>
                  </a:lnTo>
                  <a:lnTo>
                    <a:pt x="2167262" y="1834690"/>
                  </a:lnTo>
                  <a:lnTo>
                    <a:pt x="2167262" y="1834690"/>
                  </a:lnTo>
                  <a:lnTo>
                    <a:pt x="2172735" y="1834690"/>
                  </a:lnTo>
                  <a:lnTo>
                    <a:pt x="2172735" y="1834690"/>
                  </a:lnTo>
                  <a:lnTo>
                    <a:pt x="2178208" y="1834690"/>
                  </a:lnTo>
                  <a:lnTo>
                    <a:pt x="2178208" y="1834690"/>
                  </a:lnTo>
                  <a:lnTo>
                    <a:pt x="2183681" y="1834690"/>
                  </a:lnTo>
                  <a:lnTo>
                    <a:pt x="2183681" y="1834690"/>
                  </a:lnTo>
                  <a:lnTo>
                    <a:pt x="2189154" y="1834690"/>
                  </a:lnTo>
                  <a:lnTo>
                    <a:pt x="2189154" y="1834690"/>
                  </a:lnTo>
                  <a:lnTo>
                    <a:pt x="2194627" y="1834690"/>
                  </a:lnTo>
                  <a:lnTo>
                    <a:pt x="2194627" y="1834690"/>
                  </a:lnTo>
                  <a:lnTo>
                    <a:pt x="2200099" y="1834690"/>
                  </a:lnTo>
                  <a:lnTo>
                    <a:pt x="2200099" y="1825656"/>
                  </a:lnTo>
                  <a:lnTo>
                    <a:pt x="2205572" y="1825656"/>
                  </a:lnTo>
                  <a:lnTo>
                    <a:pt x="2205572" y="1825656"/>
                  </a:lnTo>
                  <a:lnTo>
                    <a:pt x="2211045" y="1825656"/>
                  </a:lnTo>
                  <a:lnTo>
                    <a:pt x="2211045" y="1816614"/>
                  </a:lnTo>
                  <a:lnTo>
                    <a:pt x="2216518" y="1816614"/>
                  </a:lnTo>
                  <a:lnTo>
                    <a:pt x="2216518" y="1816614"/>
                  </a:lnTo>
                  <a:lnTo>
                    <a:pt x="2221991" y="1816614"/>
                  </a:lnTo>
                  <a:lnTo>
                    <a:pt x="2221991" y="1807566"/>
                  </a:lnTo>
                  <a:lnTo>
                    <a:pt x="2227464" y="1807566"/>
                  </a:lnTo>
                  <a:lnTo>
                    <a:pt x="2227464" y="1798510"/>
                  </a:lnTo>
                  <a:lnTo>
                    <a:pt x="2232937" y="1798510"/>
                  </a:lnTo>
                  <a:lnTo>
                    <a:pt x="2232937" y="1789451"/>
                  </a:lnTo>
                  <a:lnTo>
                    <a:pt x="2238410" y="1789451"/>
                  </a:lnTo>
                  <a:lnTo>
                    <a:pt x="2238410" y="1789451"/>
                  </a:lnTo>
                  <a:lnTo>
                    <a:pt x="2243883" y="1789451"/>
                  </a:lnTo>
                  <a:lnTo>
                    <a:pt x="2243883" y="1789451"/>
                  </a:lnTo>
                  <a:lnTo>
                    <a:pt x="2249355" y="1789451"/>
                  </a:lnTo>
                  <a:lnTo>
                    <a:pt x="2249355" y="1789451"/>
                  </a:lnTo>
                  <a:lnTo>
                    <a:pt x="2254828" y="1789451"/>
                  </a:lnTo>
                  <a:lnTo>
                    <a:pt x="2254828" y="1780390"/>
                  </a:lnTo>
                  <a:lnTo>
                    <a:pt x="2260301" y="1780390"/>
                  </a:lnTo>
                  <a:lnTo>
                    <a:pt x="2260301" y="1780390"/>
                  </a:lnTo>
                  <a:lnTo>
                    <a:pt x="2265774" y="1780390"/>
                  </a:lnTo>
                  <a:lnTo>
                    <a:pt x="2265774" y="1771312"/>
                  </a:lnTo>
                  <a:lnTo>
                    <a:pt x="2271247" y="1771312"/>
                  </a:lnTo>
                  <a:lnTo>
                    <a:pt x="2271247" y="1771312"/>
                  </a:lnTo>
                  <a:lnTo>
                    <a:pt x="2276720" y="1771312"/>
                  </a:lnTo>
                  <a:lnTo>
                    <a:pt x="2276720" y="1771312"/>
                  </a:lnTo>
                  <a:lnTo>
                    <a:pt x="2282193" y="1771312"/>
                  </a:lnTo>
                  <a:lnTo>
                    <a:pt x="2282193" y="1771312"/>
                  </a:lnTo>
                  <a:lnTo>
                    <a:pt x="2287666" y="1771312"/>
                  </a:lnTo>
                  <a:lnTo>
                    <a:pt x="2287666" y="1771312"/>
                  </a:lnTo>
                  <a:lnTo>
                    <a:pt x="2293138" y="1771312"/>
                  </a:lnTo>
                  <a:lnTo>
                    <a:pt x="2293138" y="1771312"/>
                  </a:lnTo>
                  <a:lnTo>
                    <a:pt x="2298611" y="1771312"/>
                  </a:lnTo>
                  <a:lnTo>
                    <a:pt x="2298611" y="1753125"/>
                  </a:lnTo>
                  <a:lnTo>
                    <a:pt x="2304084" y="1753125"/>
                  </a:lnTo>
                  <a:lnTo>
                    <a:pt x="2304084" y="1753125"/>
                  </a:lnTo>
                  <a:lnTo>
                    <a:pt x="2309557" y="1753125"/>
                  </a:lnTo>
                  <a:lnTo>
                    <a:pt x="2309557" y="1753125"/>
                  </a:lnTo>
                  <a:lnTo>
                    <a:pt x="2315030" y="1753125"/>
                  </a:lnTo>
                  <a:lnTo>
                    <a:pt x="2315030" y="1753125"/>
                  </a:lnTo>
                  <a:lnTo>
                    <a:pt x="2320503" y="1753125"/>
                  </a:lnTo>
                  <a:lnTo>
                    <a:pt x="2320503" y="1753125"/>
                  </a:lnTo>
                  <a:lnTo>
                    <a:pt x="2325976" y="1753125"/>
                  </a:lnTo>
                  <a:lnTo>
                    <a:pt x="2325976" y="1753125"/>
                  </a:lnTo>
                  <a:lnTo>
                    <a:pt x="2331449" y="1753125"/>
                  </a:lnTo>
                  <a:lnTo>
                    <a:pt x="2331449" y="1753125"/>
                  </a:lnTo>
                  <a:lnTo>
                    <a:pt x="2336922" y="1753125"/>
                  </a:lnTo>
                  <a:lnTo>
                    <a:pt x="2336922" y="1734936"/>
                  </a:lnTo>
                  <a:lnTo>
                    <a:pt x="2342394" y="1734936"/>
                  </a:lnTo>
                  <a:lnTo>
                    <a:pt x="2342394" y="1725831"/>
                  </a:lnTo>
                  <a:lnTo>
                    <a:pt x="2347867" y="1725831"/>
                  </a:lnTo>
                  <a:lnTo>
                    <a:pt x="2347867" y="1725831"/>
                  </a:lnTo>
                  <a:lnTo>
                    <a:pt x="2353340" y="1725831"/>
                  </a:lnTo>
                  <a:lnTo>
                    <a:pt x="2353340" y="1725831"/>
                  </a:lnTo>
                  <a:lnTo>
                    <a:pt x="2358813" y="1725831"/>
                  </a:lnTo>
                  <a:lnTo>
                    <a:pt x="2358813" y="1725831"/>
                  </a:lnTo>
                  <a:lnTo>
                    <a:pt x="2364286" y="1725831"/>
                  </a:lnTo>
                  <a:lnTo>
                    <a:pt x="2364286" y="1716727"/>
                  </a:lnTo>
                  <a:lnTo>
                    <a:pt x="2369759" y="1716727"/>
                  </a:lnTo>
                  <a:lnTo>
                    <a:pt x="2369759" y="1707625"/>
                  </a:lnTo>
                  <a:lnTo>
                    <a:pt x="2375232" y="1707625"/>
                  </a:lnTo>
                  <a:lnTo>
                    <a:pt x="2375232" y="1698524"/>
                  </a:lnTo>
                  <a:lnTo>
                    <a:pt x="2380705" y="1698524"/>
                  </a:lnTo>
                  <a:lnTo>
                    <a:pt x="2380705" y="1689421"/>
                  </a:lnTo>
                  <a:lnTo>
                    <a:pt x="2386178" y="1689421"/>
                  </a:lnTo>
                  <a:lnTo>
                    <a:pt x="2386178" y="1680310"/>
                  </a:lnTo>
                  <a:lnTo>
                    <a:pt x="2391650" y="1680310"/>
                  </a:lnTo>
                  <a:lnTo>
                    <a:pt x="2391650" y="1680310"/>
                  </a:lnTo>
                  <a:lnTo>
                    <a:pt x="2397123" y="1680310"/>
                  </a:lnTo>
                  <a:lnTo>
                    <a:pt x="2397123" y="1680310"/>
                  </a:lnTo>
                  <a:lnTo>
                    <a:pt x="2402596" y="1680310"/>
                  </a:lnTo>
                  <a:lnTo>
                    <a:pt x="2402596" y="1680310"/>
                  </a:lnTo>
                  <a:lnTo>
                    <a:pt x="2408069" y="1680310"/>
                  </a:lnTo>
                  <a:lnTo>
                    <a:pt x="2408069" y="1680310"/>
                  </a:lnTo>
                  <a:lnTo>
                    <a:pt x="2413542" y="1680310"/>
                  </a:lnTo>
                  <a:lnTo>
                    <a:pt x="2413542" y="1671196"/>
                  </a:lnTo>
                  <a:lnTo>
                    <a:pt x="2419015" y="1671196"/>
                  </a:lnTo>
                  <a:lnTo>
                    <a:pt x="2419015" y="1671196"/>
                  </a:lnTo>
                  <a:lnTo>
                    <a:pt x="2424488" y="1671196"/>
                  </a:lnTo>
                  <a:lnTo>
                    <a:pt x="2424488" y="1662084"/>
                  </a:lnTo>
                  <a:lnTo>
                    <a:pt x="2429961" y="1662084"/>
                  </a:lnTo>
                  <a:lnTo>
                    <a:pt x="2429961" y="1662084"/>
                  </a:lnTo>
                  <a:lnTo>
                    <a:pt x="2435434" y="1662084"/>
                  </a:lnTo>
                  <a:lnTo>
                    <a:pt x="2435434" y="1662084"/>
                  </a:lnTo>
                  <a:lnTo>
                    <a:pt x="2440906" y="1662084"/>
                  </a:lnTo>
                  <a:lnTo>
                    <a:pt x="2440906" y="1662084"/>
                  </a:lnTo>
                  <a:lnTo>
                    <a:pt x="2446379" y="1662084"/>
                  </a:lnTo>
                  <a:lnTo>
                    <a:pt x="2446379" y="1652968"/>
                  </a:lnTo>
                  <a:lnTo>
                    <a:pt x="2451852" y="1652968"/>
                  </a:lnTo>
                  <a:lnTo>
                    <a:pt x="2451852" y="1643854"/>
                  </a:lnTo>
                  <a:lnTo>
                    <a:pt x="2457325" y="1643854"/>
                  </a:lnTo>
                  <a:lnTo>
                    <a:pt x="2457325" y="1643854"/>
                  </a:lnTo>
                  <a:lnTo>
                    <a:pt x="2462798" y="1643854"/>
                  </a:lnTo>
                  <a:lnTo>
                    <a:pt x="2462798" y="1643854"/>
                  </a:lnTo>
                  <a:lnTo>
                    <a:pt x="2468271" y="1643854"/>
                  </a:lnTo>
                  <a:lnTo>
                    <a:pt x="2468271" y="1643854"/>
                  </a:lnTo>
                  <a:lnTo>
                    <a:pt x="2473744" y="1643854"/>
                  </a:lnTo>
                  <a:lnTo>
                    <a:pt x="2473744" y="1643854"/>
                  </a:lnTo>
                  <a:lnTo>
                    <a:pt x="2479217" y="1643854"/>
                  </a:lnTo>
                  <a:lnTo>
                    <a:pt x="2479217" y="1643854"/>
                  </a:lnTo>
                  <a:lnTo>
                    <a:pt x="2484689" y="1643854"/>
                  </a:lnTo>
                  <a:lnTo>
                    <a:pt x="2484689" y="1643854"/>
                  </a:lnTo>
                  <a:lnTo>
                    <a:pt x="2490162" y="1643854"/>
                  </a:lnTo>
                  <a:lnTo>
                    <a:pt x="2490162" y="1634723"/>
                  </a:lnTo>
                  <a:lnTo>
                    <a:pt x="2495635" y="1634723"/>
                  </a:lnTo>
                  <a:lnTo>
                    <a:pt x="2495635" y="1625588"/>
                  </a:lnTo>
                  <a:lnTo>
                    <a:pt x="2501108" y="1625588"/>
                  </a:lnTo>
                  <a:lnTo>
                    <a:pt x="2501108" y="1625588"/>
                  </a:lnTo>
                  <a:lnTo>
                    <a:pt x="2506581" y="1625588"/>
                  </a:lnTo>
                  <a:lnTo>
                    <a:pt x="2506581" y="1625588"/>
                  </a:lnTo>
                  <a:lnTo>
                    <a:pt x="2512054" y="1625588"/>
                  </a:lnTo>
                  <a:lnTo>
                    <a:pt x="2512054" y="1625588"/>
                  </a:lnTo>
                  <a:lnTo>
                    <a:pt x="2517527" y="1625588"/>
                  </a:lnTo>
                  <a:lnTo>
                    <a:pt x="2517527" y="1625588"/>
                  </a:lnTo>
                  <a:lnTo>
                    <a:pt x="2523000" y="1625588"/>
                  </a:lnTo>
                  <a:lnTo>
                    <a:pt x="2523000" y="1616436"/>
                  </a:lnTo>
                  <a:lnTo>
                    <a:pt x="2528473" y="1616436"/>
                  </a:lnTo>
                  <a:lnTo>
                    <a:pt x="2528473" y="1588974"/>
                  </a:lnTo>
                  <a:lnTo>
                    <a:pt x="2533945" y="1588974"/>
                  </a:lnTo>
                  <a:lnTo>
                    <a:pt x="2533945" y="1588974"/>
                  </a:lnTo>
                  <a:lnTo>
                    <a:pt x="2539418" y="1588974"/>
                  </a:lnTo>
                  <a:lnTo>
                    <a:pt x="2539418" y="1588974"/>
                  </a:lnTo>
                  <a:lnTo>
                    <a:pt x="2544891" y="1588974"/>
                  </a:lnTo>
                  <a:lnTo>
                    <a:pt x="2544891" y="1588974"/>
                  </a:lnTo>
                  <a:lnTo>
                    <a:pt x="2550364" y="1588974"/>
                  </a:lnTo>
                  <a:lnTo>
                    <a:pt x="2550364" y="1588974"/>
                  </a:lnTo>
                  <a:lnTo>
                    <a:pt x="2555837" y="1588974"/>
                  </a:lnTo>
                  <a:lnTo>
                    <a:pt x="2555837" y="1579823"/>
                  </a:lnTo>
                  <a:lnTo>
                    <a:pt x="2561310" y="1579823"/>
                  </a:lnTo>
                  <a:lnTo>
                    <a:pt x="2561310" y="1579823"/>
                  </a:lnTo>
                  <a:lnTo>
                    <a:pt x="2566783" y="1579823"/>
                  </a:lnTo>
                  <a:lnTo>
                    <a:pt x="2566783" y="1561526"/>
                  </a:lnTo>
                  <a:lnTo>
                    <a:pt x="2572256" y="1561526"/>
                  </a:lnTo>
                  <a:lnTo>
                    <a:pt x="2572256" y="1561526"/>
                  </a:lnTo>
                  <a:lnTo>
                    <a:pt x="2577729" y="1561526"/>
                  </a:lnTo>
                  <a:lnTo>
                    <a:pt x="2577729" y="1561526"/>
                  </a:lnTo>
                  <a:lnTo>
                    <a:pt x="2583201" y="1561526"/>
                  </a:lnTo>
                  <a:lnTo>
                    <a:pt x="2583201" y="1561526"/>
                  </a:lnTo>
                  <a:lnTo>
                    <a:pt x="2588674" y="1561526"/>
                  </a:lnTo>
                  <a:lnTo>
                    <a:pt x="2588674" y="1561526"/>
                  </a:lnTo>
                  <a:lnTo>
                    <a:pt x="2594147" y="1561526"/>
                  </a:lnTo>
                  <a:lnTo>
                    <a:pt x="2594147" y="1561526"/>
                  </a:lnTo>
                  <a:lnTo>
                    <a:pt x="2599620" y="1561526"/>
                  </a:lnTo>
                  <a:lnTo>
                    <a:pt x="2599620" y="1561526"/>
                  </a:lnTo>
                  <a:lnTo>
                    <a:pt x="2605093" y="1561526"/>
                  </a:lnTo>
                  <a:lnTo>
                    <a:pt x="2605093" y="1552365"/>
                  </a:lnTo>
                  <a:lnTo>
                    <a:pt x="2610566" y="1552365"/>
                  </a:lnTo>
                  <a:lnTo>
                    <a:pt x="2610566" y="1543206"/>
                  </a:lnTo>
                  <a:lnTo>
                    <a:pt x="2616039" y="1543206"/>
                  </a:lnTo>
                  <a:lnTo>
                    <a:pt x="2616039" y="1543206"/>
                  </a:lnTo>
                  <a:lnTo>
                    <a:pt x="2621512" y="1543206"/>
                  </a:lnTo>
                  <a:lnTo>
                    <a:pt x="2621512" y="1543206"/>
                  </a:lnTo>
                  <a:lnTo>
                    <a:pt x="2626985" y="1543206"/>
                  </a:lnTo>
                  <a:lnTo>
                    <a:pt x="2626985" y="1543206"/>
                  </a:lnTo>
                  <a:lnTo>
                    <a:pt x="2632457" y="1543206"/>
                  </a:lnTo>
                  <a:lnTo>
                    <a:pt x="2632457" y="1543206"/>
                  </a:lnTo>
                  <a:lnTo>
                    <a:pt x="2637930" y="1543206"/>
                  </a:lnTo>
                  <a:lnTo>
                    <a:pt x="2637930" y="1534043"/>
                  </a:lnTo>
                  <a:lnTo>
                    <a:pt x="2643403" y="1534043"/>
                  </a:lnTo>
                  <a:lnTo>
                    <a:pt x="2643403" y="1524882"/>
                  </a:lnTo>
                  <a:lnTo>
                    <a:pt x="2648876" y="1524882"/>
                  </a:lnTo>
                  <a:lnTo>
                    <a:pt x="2648876" y="1524882"/>
                  </a:lnTo>
                  <a:lnTo>
                    <a:pt x="2654349" y="1524882"/>
                  </a:lnTo>
                  <a:lnTo>
                    <a:pt x="2654349" y="1524882"/>
                  </a:lnTo>
                  <a:lnTo>
                    <a:pt x="2659822" y="1524882"/>
                  </a:lnTo>
                  <a:lnTo>
                    <a:pt x="2659822" y="1524882"/>
                  </a:lnTo>
                  <a:lnTo>
                    <a:pt x="2665295" y="1524882"/>
                  </a:lnTo>
                  <a:lnTo>
                    <a:pt x="2665295" y="1524882"/>
                  </a:lnTo>
                  <a:lnTo>
                    <a:pt x="2670768" y="1524882"/>
                  </a:lnTo>
                  <a:lnTo>
                    <a:pt x="2670768" y="1524882"/>
                  </a:lnTo>
                  <a:lnTo>
                    <a:pt x="2676240" y="1524882"/>
                  </a:lnTo>
                  <a:lnTo>
                    <a:pt x="2676240" y="1524882"/>
                  </a:lnTo>
                  <a:lnTo>
                    <a:pt x="2681713" y="1524882"/>
                  </a:lnTo>
                  <a:lnTo>
                    <a:pt x="2681713" y="1524882"/>
                  </a:lnTo>
                  <a:lnTo>
                    <a:pt x="2687186" y="1524882"/>
                  </a:lnTo>
                  <a:lnTo>
                    <a:pt x="2687186" y="1524882"/>
                  </a:lnTo>
                  <a:lnTo>
                    <a:pt x="2692659" y="1524882"/>
                  </a:lnTo>
                  <a:lnTo>
                    <a:pt x="2692659" y="1515702"/>
                  </a:lnTo>
                  <a:lnTo>
                    <a:pt x="2698132" y="1515702"/>
                  </a:lnTo>
                  <a:lnTo>
                    <a:pt x="2698132" y="1515702"/>
                  </a:lnTo>
                  <a:lnTo>
                    <a:pt x="2703605" y="1515702"/>
                  </a:lnTo>
                  <a:lnTo>
                    <a:pt x="2703605" y="1515702"/>
                  </a:lnTo>
                  <a:lnTo>
                    <a:pt x="2709078" y="1515702"/>
                  </a:lnTo>
                  <a:lnTo>
                    <a:pt x="2709078" y="1515702"/>
                  </a:lnTo>
                  <a:lnTo>
                    <a:pt x="2714551" y="1515702"/>
                  </a:lnTo>
                  <a:lnTo>
                    <a:pt x="2714551" y="1515702"/>
                  </a:lnTo>
                  <a:lnTo>
                    <a:pt x="2720024" y="1515702"/>
                  </a:lnTo>
                  <a:lnTo>
                    <a:pt x="2720024" y="1515702"/>
                  </a:lnTo>
                  <a:lnTo>
                    <a:pt x="2725496" y="1515702"/>
                  </a:lnTo>
                  <a:lnTo>
                    <a:pt x="2725496" y="1515702"/>
                  </a:lnTo>
                  <a:lnTo>
                    <a:pt x="2730969" y="1515702"/>
                  </a:lnTo>
                  <a:lnTo>
                    <a:pt x="2730969" y="1515702"/>
                  </a:lnTo>
                  <a:lnTo>
                    <a:pt x="2736442" y="1515702"/>
                  </a:lnTo>
                  <a:lnTo>
                    <a:pt x="2736442" y="1515702"/>
                  </a:lnTo>
                  <a:lnTo>
                    <a:pt x="2741915" y="1515702"/>
                  </a:lnTo>
                  <a:lnTo>
                    <a:pt x="2741915" y="1515702"/>
                  </a:lnTo>
                  <a:lnTo>
                    <a:pt x="2747388" y="1515702"/>
                  </a:lnTo>
                  <a:lnTo>
                    <a:pt x="2747388" y="1515702"/>
                  </a:lnTo>
                  <a:lnTo>
                    <a:pt x="2752861" y="1515702"/>
                  </a:lnTo>
                  <a:lnTo>
                    <a:pt x="2752861" y="1506518"/>
                  </a:lnTo>
                  <a:lnTo>
                    <a:pt x="2758334" y="1506518"/>
                  </a:lnTo>
                  <a:lnTo>
                    <a:pt x="2758334" y="1506518"/>
                  </a:lnTo>
                  <a:lnTo>
                    <a:pt x="2763807" y="1506518"/>
                  </a:lnTo>
                  <a:lnTo>
                    <a:pt x="2763807" y="1506518"/>
                  </a:lnTo>
                  <a:lnTo>
                    <a:pt x="2769280" y="1506518"/>
                  </a:lnTo>
                  <a:lnTo>
                    <a:pt x="2769280" y="1506518"/>
                  </a:lnTo>
                  <a:lnTo>
                    <a:pt x="2774752" y="1506518"/>
                  </a:lnTo>
                  <a:lnTo>
                    <a:pt x="2774752" y="1506518"/>
                  </a:lnTo>
                  <a:lnTo>
                    <a:pt x="2780225" y="1506518"/>
                  </a:lnTo>
                  <a:lnTo>
                    <a:pt x="2780225" y="1488155"/>
                  </a:lnTo>
                  <a:lnTo>
                    <a:pt x="2785698" y="1488155"/>
                  </a:lnTo>
                  <a:lnTo>
                    <a:pt x="2785698" y="1488155"/>
                  </a:lnTo>
                  <a:lnTo>
                    <a:pt x="2791171" y="1488155"/>
                  </a:lnTo>
                  <a:lnTo>
                    <a:pt x="2791171" y="1488155"/>
                  </a:lnTo>
                  <a:lnTo>
                    <a:pt x="2796644" y="1488155"/>
                  </a:lnTo>
                  <a:lnTo>
                    <a:pt x="2796644" y="1478971"/>
                  </a:lnTo>
                  <a:lnTo>
                    <a:pt x="2802117" y="1478971"/>
                  </a:lnTo>
                  <a:lnTo>
                    <a:pt x="2802117" y="1478971"/>
                  </a:lnTo>
                  <a:lnTo>
                    <a:pt x="2807590" y="1478971"/>
                  </a:lnTo>
                  <a:lnTo>
                    <a:pt x="2807590" y="1478971"/>
                  </a:lnTo>
                  <a:lnTo>
                    <a:pt x="2813063" y="1478971"/>
                  </a:lnTo>
                  <a:lnTo>
                    <a:pt x="2813063" y="1478971"/>
                  </a:lnTo>
                  <a:lnTo>
                    <a:pt x="2818535" y="1478971"/>
                  </a:lnTo>
                  <a:lnTo>
                    <a:pt x="2818535" y="1478971"/>
                  </a:lnTo>
                  <a:lnTo>
                    <a:pt x="2824008" y="1478971"/>
                  </a:lnTo>
                  <a:lnTo>
                    <a:pt x="2824008" y="1478971"/>
                  </a:lnTo>
                  <a:lnTo>
                    <a:pt x="2829481" y="1478971"/>
                  </a:lnTo>
                  <a:lnTo>
                    <a:pt x="2829481" y="1469772"/>
                  </a:lnTo>
                  <a:lnTo>
                    <a:pt x="2834954" y="1469772"/>
                  </a:lnTo>
                  <a:lnTo>
                    <a:pt x="2834954" y="1469772"/>
                  </a:lnTo>
                  <a:lnTo>
                    <a:pt x="2840427" y="1469772"/>
                  </a:lnTo>
                  <a:lnTo>
                    <a:pt x="2840427" y="1469772"/>
                  </a:lnTo>
                  <a:lnTo>
                    <a:pt x="2845900" y="1469772"/>
                  </a:lnTo>
                  <a:lnTo>
                    <a:pt x="2845900" y="1469772"/>
                  </a:lnTo>
                  <a:lnTo>
                    <a:pt x="2851373" y="1469772"/>
                  </a:lnTo>
                  <a:lnTo>
                    <a:pt x="2851373" y="1469772"/>
                  </a:lnTo>
                  <a:lnTo>
                    <a:pt x="2856846" y="1469772"/>
                  </a:lnTo>
                  <a:lnTo>
                    <a:pt x="2856846" y="1469772"/>
                  </a:lnTo>
                  <a:lnTo>
                    <a:pt x="2862319" y="1469772"/>
                  </a:lnTo>
                  <a:lnTo>
                    <a:pt x="2862319" y="1460569"/>
                  </a:lnTo>
                  <a:lnTo>
                    <a:pt x="2867791" y="1460569"/>
                  </a:lnTo>
                  <a:lnTo>
                    <a:pt x="2867791" y="1460569"/>
                  </a:lnTo>
                  <a:lnTo>
                    <a:pt x="2873264" y="1460569"/>
                  </a:lnTo>
                  <a:lnTo>
                    <a:pt x="2873264" y="1451357"/>
                  </a:lnTo>
                  <a:lnTo>
                    <a:pt x="2878737" y="1451357"/>
                  </a:lnTo>
                  <a:lnTo>
                    <a:pt x="2878737" y="1451357"/>
                  </a:lnTo>
                  <a:lnTo>
                    <a:pt x="2884210" y="1451357"/>
                  </a:lnTo>
                  <a:lnTo>
                    <a:pt x="2884210" y="1451357"/>
                  </a:lnTo>
                  <a:lnTo>
                    <a:pt x="2889683" y="1451357"/>
                  </a:lnTo>
                  <a:lnTo>
                    <a:pt x="2889683" y="1451357"/>
                  </a:lnTo>
                  <a:lnTo>
                    <a:pt x="2895156" y="1451357"/>
                  </a:lnTo>
                  <a:lnTo>
                    <a:pt x="2895156" y="1451357"/>
                  </a:lnTo>
                  <a:lnTo>
                    <a:pt x="2900629" y="1451357"/>
                  </a:lnTo>
                  <a:lnTo>
                    <a:pt x="2900629" y="1451357"/>
                  </a:lnTo>
                  <a:lnTo>
                    <a:pt x="2906102" y="1451357"/>
                  </a:lnTo>
                  <a:lnTo>
                    <a:pt x="2906102" y="1451357"/>
                  </a:lnTo>
                  <a:lnTo>
                    <a:pt x="2911575" y="1451357"/>
                  </a:lnTo>
                  <a:lnTo>
                    <a:pt x="2911575" y="1442135"/>
                  </a:lnTo>
                  <a:lnTo>
                    <a:pt x="2917047" y="1442135"/>
                  </a:lnTo>
                  <a:lnTo>
                    <a:pt x="2917047" y="1442135"/>
                  </a:lnTo>
                  <a:lnTo>
                    <a:pt x="2922520" y="1442135"/>
                  </a:lnTo>
                  <a:lnTo>
                    <a:pt x="2922520" y="1442135"/>
                  </a:lnTo>
                  <a:lnTo>
                    <a:pt x="2927993" y="1442135"/>
                  </a:lnTo>
                  <a:lnTo>
                    <a:pt x="2927993" y="1442135"/>
                  </a:lnTo>
                  <a:lnTo>
                    <a:pt x="2933466" y="1442135"/>
                  </a:lnTo>
                  <a:lnTo>
                    <a:pt x="2933466" y="1442135"/>
                  </a:lnTo>
                  <a:lnTo>
                    <a:pt x="2938939" y="1442135"/>
                  </a:lnTo>
                  <a:lnTo>
                    <a:pt x="2938939" y="1432888"/>
                  </a:lnTo>
                  <a:lnTo>
                    <a:pt x="2944412" y="1432888"/>
                  </a:lnTo>
                  <a:lnTo>
                    <a:pt x="2944412" y="1432888"/>
                  </a:lnTo>
                  <a:lnTo>
                    <a:pt x="2949885" y="1432888"/>
                  </a:lnTo>
                  <a:lnTo>
                    <a:pt x="2949885" y="1432888"/>
                  </a:lnTo>
                  <a:lnTo>
                    <a:pt x="2955358" y="1432888"/>
                  </a:lnTo>
                  <a:lnTo>
                    <a:pt x="2955358" y="1423614"/>
                  </a:lnTo>
                  <a:lnTo>
                    <a:pt x="2960831" y="1423614"/>
                  </a:lnTo>
                  <a:lnTo>
                    <a:pt x="2960831" y="1414330"/>
                  </a:lnTo>
                  <a:lnTo>
                    <a:pt x="2966303" y="1414330"/>
                  </a:lnTo>
                  <a:lnTo>
                    <a:pt x="2966303" y="1414330"/>
                  </a:lnTo>
                  <a:lnTo>
                    <a:pt x="2971776" y="1414330"/>
                  </a:lnTo>
                  <a:lnTo>
                    <a:pt x="2971776" y="1414330"/>
                  </a:lnTo>
                  <a:lnTo>
                    <a:pt x="2977249" y="1414330"/>
                  </a:lnTo>
                  <a:lnTo>
                    <a:pt x="2977249" y="1414330"/>
                  </a:lnTo>
                  <a:lnTo>
                    <a:pt x="2982722" y="1414330"/>
                  </a:lnTo>
                  <a:lnTo>
                    <a:pt x="2982722" y="1414330"/>
                  </a:lnTo>
                  <a:lnTo>
                    <a:pt x="2988195" y="1414330"/>
                  </a:lnTo>
                  <a:lnTo>
                    <a:pt x="2988195" y="1395767"/>
                  </a:lnTo>
                  <a:lnTo>
                    <a:pt x="2993668" y="1395767"/>
                  </a:lnTo>
                  <a:lnTo>
                    <a:pt x="2993668" y="1395767"/>
                  </a:lnTo>
                  <a:lnTo>
                    <a:pt x="2999141" y="1395767"/>
                  </a:lnTo>
                  <a:lnTo>
                    <a:pt x="2999141" y="1395767"/>
                  </a:lnTo>
                  <a:lnTo>
                    <a:pt x="3004614" y="1395767"/>
                  </a:lnTo>
                  <a:lnTo>
                    <a:pt x="3004614" y="1395767"/>
                  </a:lnTo>
                  <a:lnTo>
                    <a:pt x="3010086" y="1395767"/>
                  </a:lnTo>
                  <a:lnTo>
                    <a:pt x="3010086" y="1395767"/>
                  </a:lnTo>
                  <a:lnTo>
                    <a:pt x="3015559" y="1395767"/>
                  </a:lnTo>
                  <a:lnTo>
                    <a:pt x="3015559" y="1395767"/>
                  </a:lnTo>
                  <a:lnTo>
                    <a:pt x="3021032" y="1395767"/>
                  </a:lnTo>
                  <a:lnTo>
                    <a:pt x="3021032" y="1395767"/>
                  </a:lnTo>
                  <a:lnTo>
                    <a:pt x="3026505" y="1395767"/>
                  </a:lnTo>
                  <a:lnTo>
                    <a:pt x="3026505" y="1395767"/>
                  </a:lnTo>
                  <a:lnTo>
                    <a:pt x="3031978" y="1395767"/>
                  </a:lnTo>
                  <a:lnTo>
                    <a:pt x="3031978" y="1395767"/>
                  </a:lnTo>
                  <a:lnTo>
                    <a:pt x="3037451" y="1395767"/>
                  </a:lnTo>
                  <a:lnTo>
                    <a:pt x="3037451" y="1395767"/>
                  </a:lnTo>
                  <a:lnTo>
                    <a:pt x="3042924" y="1395767"/>
                  </a:lnTo>
                  <a:lnTo>
                    <a:pt x="3042924" y="1395767"/>
                  </a:lnTo>
                  <a:lnTo>
                    <a:pt x="3048397" y="1395767"/>
                  </a:lnTo>
                  <a:lnTo>
                    <a:pt x="3048397" y="1395767"/>
                  </a:lnTo>
                  <a:lnTo>
                    <a:pt x="3053870" y="1395767"/>
                  </a:lnTo>
                  <a:lnTo>
                    <a:pt x="3053870" y="1386448"/>
                  </a:lnTo>
                  <a:lnTo>
                    <a:pt x="3059342" y="1386448"/>
                  </a:lnTo>
                  <a:lnTo>
                    <a:pt x="3059342" y="1386448"/>
                  </a:lnTo>
                  <a:lnTo>
                    <a:pt x="3064815" y="1386448"/>
                  </a:lnTo>
                  <a:lnTo>
                    <a:pt x="3064815" y="1377125"/>
                  </a:lnTo>
                  <a:lnTo>
                    <a:pt x="3070288" y="1377125"/>
                  </a:lnTo>
                  <a:lnTo>
                    <a:pt x="3070288" y="1377125"/>
                  </a:lnTo>
                  <a:lnTo>
                    <a:pt x="3075761" y="1377125"/>
                  </a:lnTo>
                  <a:lnTo>
                    <a:pt x="3075761" y="1377125"/>
                  </a:lnTo>
                  <a:lnTo>
                    <a:pt x="3081234" y="1377125"/>
                  </a:lnTo>
                  <a:lnTo>
                    <a:pt x="3081234" y="1377125"/>
                  </a:lnTo>
                  <a:lnTo>
                    <a:pt x="3086707" y="1377125"/>
                  </a:lnTo>
                  <a:lnTo>
                    <a:pt x="3086707" y="1377125"/>
                  </a:lnTo>
                  <a:lnTo>
                    <a:pt x="3092180" y="1377125"/>
                  </a:lnTo>
                  <a:lnTo>
                    <a:pt x="3092180" y="1377125"/>
                  </a:lnTo>
                  <a:lnTo>
                    <a:pt x="3097653" y="1377125"/>
                  </a:lnTo>
                  <a:lnTo>
                    <a:pt x="3097653" y="1377125"/>
                  </a:lnTo>
                  <a:lnTo>
                    <a:pt x="3103126" y="1377125"/>
                  </a:lnTo>
                  <a:lnTo>
                    <a:pt x="3103126" y="1377125"/>
                  </a:lnTo>
                  <a:lnTo>
                    <a:pt x="3108598" y="1377125"/>
                  </a:lnTo>
                  <a:lnTo>
                    <a:pt x="3108598" y="1377125"/>
                  </a:lnTo>
                  <a:lnTo>
                    <a:pt x="3114071" y="1377125"/>
                  </a:lnTo>
                  <a:lnTo>
                    <a:pt x="3114071" y="1367773"/>
                  </a:lnTo>
                  <a:lnTo>
                    <a:pt x="3119544" y="1367773"/>
                  </a:lnTo>
                  <a:lnTo>
                    <a:pt x="3119544" y="1367773"/>
                  </a:lnTo>
                  <a:lnTo>
                    <a:pt x="3125017" y="1367773"/>
                  </a:lnTo>
                  <a:lnTo>
                    <a:pt x="3125017" y="1367773"/>
                  </a:lnTo>
                  <a:lnTo>
                    <a:pt x="3130490" y="1367773"/>
                  </a:lnTo>
                  <a:lnTo>
                    <a:pt x="3130490" y="1367773"/>
                  </a:lnTo>
                  <a:lnTo>
                    <a:pt x="3135963" y="1367773"/>
                  </a:lnTo>
                  <a:lnTo>
                    <a:pt x="3135963" y="1367773"/>
                  </a:lnTo>
                  <a:lnTo>
                    <a:pt x="3141436" y="1367773"/>
                  </a:lnTo>
                  <a:lnTo>
                    <a:pt x="3141436" y="1367773"/>
                  </a:lnTo>
                  <a:lnTo>
                    <a:pt x="3146909" y="1367773"/>
                  </a:lnTo>
                  <a:lnTo>
                    <a:pt x="3146909" y="1367773"/>
                  </a:lnTo>
                  <a:lnTo>
                    <a:pt x="3152382" y="1367773"/>
                  </a:lnTo>
                  <a:lnTo>
                    <a:pt x="3152382" y="1367773"/>
                  </a:lnTo>
                  <a:lnTo>
                    <a:pt x="3157854" y="1367773"/>
                  </a:lnTo>
                  <a:lnTo>
                    <a:pt x="3157854" y="1367773"/>
                  </a:lnTo>
                  <a:lnTo>
                    <a:pt x="3163327" y="1367773"/>
                  </a:lnTo>
                  <a:lnTo>
                    <a:pt x="3163327" y="1367773"/>
                  </a:lnTo>
                  <a:lnTo>
                    <a:pt x="3168800" y="1367773"/>
                  </a:lnTo>
                  <a:lnTo>
                    <a:pt x="3168800" y="1367773"/>
                  </a:lnTo>
                  <a:lnTo>
                    <a:pt x="3174273" y="1367773"/>
                  </a:lnTo>
                  <a:lnTo>
                    <a:pt x="3174273" y="1367773"/>
                  </a:lnTo>
                  <a:lnTo>
                    <a:pt x="3179746" y="1367773"/>
                  </a:lnTo>
                  <a:lnTo>
                    <a:pt x="3179746" y="1367773"/>
                  </a:lnTo>
                  <a:lnTo>
                    <a:pt x="3185219" y="1367773"/>
                  </a:lnTo>
                  <a:lnTo>
                    <a:pt x="3185219" y="1367773"/>
                  </a:lnTo>
                  <a:lnTo>
                    <a:pt x="3190692" y="1367773"/>
                  </a:lnTo>
                  <a:lnTo>
                    <a:pt x="3190692" y="1367773"/>
                  </a:lnTo>
                  <a:lnTo>
                    <a:pt x="3196165" y="1367773"/>
                  </a:lnTo>
                  <a:lnTo>
                    <a:pt x="3196165" y="1367773"/>
                  </a:lnTo>
                  <a:lnTo>
                    <a:pt x="3201637" y="1367773"/>
                  </a:lnTo>
                  <a:lnTo>
                    <a:pt x="3201637" y="1367773"/>
                  </a:lnTo>
                  <a:lnTo>
                    <a:pt x="3207110" y="1367773"/>
                  </a:lnTo>
                  <a:lnTo>
                    <a:pt x="3207110" y="1367773"/>
                  </a:lnTo>
                  <a:lnTo>
                    <a:pt x="3212583" y="1367773"/>
                  </a:lnTo>
                  <a:lnTo>
                    <a:pt x="3212583" y="1367773"/>
                  </a:lnTo>
                  <a:lnTo>
                    <a:pt x="3218056" y="1367773"/>
                  </a:lnTo>
                  <a:lnTo>
                    <a:pt x="3218056" y="1367773"/>
                  </a:lnTo>
                  <a:lnTo>
                    <a:pt x="3223529" y="1367773"/>
                  </a:lnTo>
                  <a:lnTo>
                    <a:pt x="3223529" y="1367773"/>
                  </a:lnTo>
                  <a:lnTo>
                    <a:pt x="3229002" y="1367773"/>
                  </a:lnTo>
                  <a:lnTo>
                    <a:pt x="3229002" y="1367773"/>
                  </a:lnTo>
                  <a:lnTo>
                    <a:pt x="3234475" y="1367773"/>
                  </a:lnTo>
                  <a:lnTo>
                    <a:pt x="3234475" y="1367773"/>
                  </a:lnTo>
                  <a:lnTo>
                    <a:pt x="3239948" y="1367773"/>
                  </a:lnTo>
                  <a:lnTo>
                    <a:pt x="3239948" y="1367773"/>
                  </a:lnTo>
                  <a:lnTo>
                    <a:pt x="3245421" y="1367773"/>
                  </a:lnTo>
                  <a:lnTo>
                    <a:pt x="3245421" y="1367773"/>
                  </a:lnTo>
                  <a:lnTo>
                    <a:pt x="3250893" y="1367773"/>
                  </a:lnTo>
                  <a:lnTo>
                    <a:pt x="3250893" y="1367773"/>
                  </a:lnTo>
                  <a:lnTo>
                    <a:pt x="3256366" y="1367773"/>
                  </a:lnTo>
                  <a:lnTo>
                    <a:pt x="3256366" y="1367773"/>
                  </a:lnTo>
                  <a:lnTo>
                    <a:pt x="3261839" y="1367773"/>
                  </a:lnTo>
                  <a:lnTo>
                    <a:pt x="3261839" y="1367773"/>
                  </a:lnTo>
                  <a:lnTo>
                    <a:pt x="3267312" y="1367773"/>
                  </a:lnTo>
                  <a:lnTo>
                    <a:pt x="3267312" y="1367773"/>
                  </a:lnTo>
                  <a:lnTo>
                    <a:pt x="3272785" y="1367773"/>
                  </a:lnTo>
                  <a:lnTo>
                    <a:pt x="3272785" y="1358252"/>
                  </a:lnTo>
                  <a:lnTo>
                    <a:pt x="3278258" y="1358252"/>
                  </a:lnTo>
                  <a:lnTo>
                    <a:pt x="3278258" y="1348721"/>
                  </a:lnTo>
                  <a:lnTo>
                    <a:pt x="3283731" y="1348721"/>
                  </a:lnTo>
                  <a:lnTo>
                    <a:pt x="3283731" y="1348721"/>
                  </a:lnTo>
                  <a:lnTo>
                    <a:pt x="3289204" y="1348721"/>
                  </a:lnTo>
                  <a:lnTo>
                    <a:pt x="3289204" y="1348721"/>
                  </a:lnTo>
                  <a:lnTo>
                    <a:pt x="3294677" y="1348721"/>
                  </a:lnTo>
                  <a:lnTo>
                    <a:pt x="3294677" y="1348721"/>
                  </a:lnTo>
                  <a:lnTo>
                    <a:pt x="3300149" y="1348721"/>
                  </a:lnTo>
                  <a:lnTo>
                    <a:pt x="3300149" y="1348721"/>
                  </a:lnTo>
                  <a:lnTo>
                    <a:pt x="3305622" y="1348721"/>
                  </a:lnTo>
                  <a:lnTo>
                    <a:pt x="3305622" y="1348721"/>
                  </a:lnTo>
                  <a:lnTo>
                    <a:pt x="3311095" y="1348721"/>
                  </a:lnTo>
                  <a:lnTo>
                    <a:pt x="3311095" y="1348721"/>
                  </a:lnTo>
                  <a:lnTo>
                    <a:pt x="3316568" y="1348721"/>
                  </a:lnTo>
                  <a:lnTo>
                    <a:pt x="3316568" y="1348721"/>
                  </a:lnTo>
                  <a:lnTo>
                    <a:pt x="3322041" y="1348721"/>
                  </a:lnTo>
                  <a:lnTo>
                    <a:pt x="3322041" y="1348721"/>
                  </a:lnTo>
                  <a:lnTo>
                    <a:pt x="3327514" y="1348721"/>
                  </a:lnTo>
                  <a:lnTo>
                    <a:pt x="3327514" y="1348721"/>
                  </a:lnTo>
                  <a:lnTo>
                    <a:pt x="3332987" y="1348721"/>
                  </a:lnTo>
                  <a:lnTo>
                    <a:pt x="3332987" y="1339146"/>
                  </a:lnTo>
                  <a:lnTo>
                    <a:pt x="3338460" y="1339146"/>
                  </a:lnTo>
                  <a:lnTo>
                    <a:pt x="3338460" y="1339146"/>
                  </a:lnTo>
                  <a:lnTo>
                    <a:pt x="3343932" y="1339146"/>
                  </a:lnTo>
                  <a:lnTo>
                    <a:pt x="3343932" y="1339146"/>
                  </a:lnTo>
                  <a:lnTo>
                    <a:pt x="3349405" y="1339146"/>
                  </a:lnTo>
                  <a:lnTo>
                    <a:pt x="3349405" y="1339146"/>
                  </a:lnTo>
                  <a:lnTo>
                    <a:pt x="3354878" y="1339146"/>
                  </a:lnTo>
                  <a:lnTo>
                    <a:pt x="3354878" y="1339146"/>
                  </a:lnTo>
                  <a:lnTo>
                    <a:pt x="3360351" y="1339146"/>
                  </a:lnTo>
                  <a:lnTo>
                    <a:pt x="3360351" y="1339146"/>
                  </a:lnTo>
                  <a:lnTo>
                    <a:pt x="3365824" y="1339146"/>
                  </a:lnTo>
                  <a:lnTo>
                    <a:pt x="3365824" y="1339146"/>
                  </a:lnTo>
                  <a:lnTo>
                    <a:pt x="3371297" y="1339146"/>
                  </a:lnTo>
                  <a:lnTo>
                    <a:pt x="3371297" y="1319936"/>
                  </a:lnTo>
                  <a:lnTo>
                    <a:pt x="3376770" y="1319936"/>
                  </a:lnTo>
                  <a:lnTo>
                    <a:pt x="3376770" y="1319936"/>
                  </a:lnTo>
                  <a:lnTo>
                    <a:pt x="3382243" y="1319936"/>
                  </a:lnTo>
                  <a:lnTo>
                    <a:pt x="3382243" y="1319936"/>
                  </a:lnTo>
                  <a:lnTo>
                    <a:pt x="3387716" y="1319936"/>
                  </a:lnTo>
                  <a:lnTo>
                    <a:pt x="3387716" y="1319936"/>
                  </a:lnTo>
                  <a:lnTo>
                    <a:pt x="3393188" y="1319936"/>
                  </a:lnTo>
                  <a:lnTo>
                    <a:pt x="3393188" y="1319936"/>
                  </a:lnTo>
                  <a:lnTo>
                    <a:pt x="3398661" y="1319936"/>
                  </a:lnTo>
                  <a:lnTo>
                    <a:pt x="3398661" y="1319936"/>
                  </a:lnTo>
                  <a:lnTo>
                    <a:pt x="3404134" y="1319936"/>
                  </a:lnTo>
                  <a:lnTo>
                    <a:pt x="3404134" y="1319936"/>
                  </a:lnTo>
                  <a:lnTo>
                    <a:pt x="3409607" y="1319936"/>
                  </a:lnTo>
                  <a:lnTo>
                    <a:pt x="3409607" y="1319936"/>
                  </a:lnTo>
                  <a:lnTo>
                    <a:pt x="3415080" y="1319936"/>
                  </a:lnTo>
                  <a:lnTo>
                    <a:pt x="3415080" y="1319936"/>
                  </a:lnTo>
                  <a:lnTo>
                    <a:pt x="3420553" y="1319936"/>
                  </a:lnTo>
                  <a:lnTo>
                    <a:pt x="3420553" y="1319936"/>
                  </a:lnTo>
                  <a:lnTo>
                    <a:pt x="3426026" y="1319936"/>
                  </a:lnTo>
                  <a:lnTo>
                    <a:pt x="3426026" y="1319936"/>
                  </a:lnTo>
                  <a:lnTo>
                    <a:pt x="3431499" y="1319936"/>
                  </a:lnTo>
                  <a:lnTo>
                    <a:pt x="3431499" y="1319936"/>
                  </a:lnTo>
                  <a:lnTo>
                    <a:pt x="3436972" y="1319936"/>
                  </a:lnTo>
                  <a:lnTo>
                    <a:pt x="3436972" y="1319936"/>
                  </a:lnTo>
                  <a:lnTo>
                    <a:pt x="3442444" y="1319936"/>
                  </a:lnTo>
                  <a:lnTo>
                    <a:pt x="3442444" y="1300519"/>
                  </a:lnTo>
                  <a:lnTo>
                    <a:pt x="3447917" y="1300519"/>
                  </a:lnTo>
                  <a:lnTo>
                    <a:pt x="3447917" y="1281110"/>
                  </a:lnTo>
                  <a:lnTo>
                    <a:pt x="3453390" y="1281110"/>
                  </a:lnTo>
                  <a:lnTo>
                    <a:pt x="3453390" y="1271381"/>
                  </a:lnTo>
                  <a:lnTo>
                    <a:pt x="3458863" y="1271381"/>
                  </a:lnTo>
                  <a:lnTo>
                    <a:pt x="3458863" y="1271381"/>
                  </a:lnTo>
                  <a:lnTo>
                    <a:pt x="3464336" y="1271381"/>
                  </a:lnTo>
                  <a:lnTo>
                    <a:pt x="3464336" y="1271381"/>
                  </a:lnTo>
                  <a:lnTo>
                    <a:pt x="3469809" y="1271381"/>
                  </a:lnTo>
                  <a:lnTo>
                    <a:pt x="3469809" y="1271381"/>
                  </a:lnTo>
                  <a:lnTo>
                    <a:pt x="3475282" y="1271381"/>
                  </a:lnTo>
                  <a:lnTo>
                    <a:pt x="3475282" y="1271381"/>
                  </a:lnTo>
                  <a:lnTo>
                    <a:pt x="3480755" y="1271381"/>
                  </a:lnTo>
                  <a:lnTo>
                    <a:pt x="3480755" y="1261646"/>
                  </a:lnTo>
                  <a:lnTo>
                    <a:pt x="3486228" y="1261646"/>
                  </a:lnTo>
                  <a:lnTo>
                    <a:pt x="3486228" y="1251900"/>
                  </a:lnTo>
                  <a:lnTo>
                    <a:pt x="3491700" y="1251900"/>
                  </a:lnTo>
                  <a:lnTo>
                    <a:pt x="3491700" y="1251900"/>
                  </a:lnTo>
                  <a:lnTo>
                    <a:pt x="3497173" y="1251900"/>
                  </a:lnTo>
                  <a:lnTo>
                    <a:pt x="3497173" y="1242127"/>
                  </a:lnTo>
                  <a:lnTo>
                    <a:pt x="3502646" y="1242127"/>
                  </a:lnTo>
                  <a:lnTo>
                    <a:pt x="3502646" y="1242127"/>
                  </a:lnTo>
                  <a:lnTo>
                    <a:pt x="3508119" y="1242127"/>
                  </a:lnTo>
                  <a:lnTo>
                    <a:pt x="3508119" y="1242127"/>
                  </a:lnTo>
                  <a:lnTo>
                    <a:pt x="3513592" y="1242127"/>
                  </a:lnTo>
                  <a:lnTo>
                    <a:pt x="3513592" y="1242127"/>
                  </a:lnTo>
                  <a:lnTo>
                    <a:pt x="3519065" y="1242127"/>
                  </a:lnTo>
                  <a:lnTo>
                    <a:pt x="3519065" y="1232328"/>
                  </a:lnTo>
                  <a:lnTo>
                    <a:pt x="3524538" y="1232328"/>
                  </a:lnTo>
                  <a:lnTo>
                    <a:pt x="3524538" y="1232328"/>
                  </a:lnTo>
                  <a:lnTo>
                    <a:pt x="3530011" y="1232328"/>
                  </a:lnTo>
                  <a:lnTo>
                    <a:pt x="3530011" y="1232328"/>
                  </a:lnTo>
                  <a:lnTo>
                    <a:pt x="3535483" y="1232328"/>
                  </a:lnTo>
                  <a:lnTo>
                    <a:pt x="3535483" y="1232328"/>
                  </a:lnTo>
                  <a:lnTo>
                    <a:pt x="3540956" y="1232328"/>
                  </a:lnTo>
                  <a:lnTo>
                    <a:pt x="3540956" y="1222481"/>
                  </a:lnTo>
                  <a:lnTo>
                    <a:pt x="3546429" y="1222481"/>
                  </a:lnTo>
                  <a:lnTo>
                    <a:pt x="3546429" y="1222481"/>
                  </a:lnTo>
                  <a:lnTo>
                    <a:pt x="3551902" y="1222481"/>
                  </a:lnTo>
                  <a:lnTo>
                    <a:pt x="3551902" y="1222481"/>
                  </a:lnTo>
                  <a:lnTo>
                    <a:pt x="3557375" y="1222481"/>
                  </a:lnTo>
                  <a:lnTo>
                    <a:pt x="3557375" y="1222481"/>
                  </a:lnTo>
                  <a:lnTo>
                    <a:pt x="3562848" y="1222481"/>
                  </a:lnTo>
                  <a:lnTo>
                    <a:pt x="3562848" y="1212622"/>
                  </a:lnTo>
                  <a:lnTo>
                    <a:pt x="3568321" y="1212622"/>
                  </a:lnTo>
                  <a:lnTo>
                    <a:pt x="3568321" y="1212622"/>
                  </a:lnTo>
                  <a:lnTo>
                    <a:pt x="3573794" y="1212622"/>
                  </a:lnTo>
                  <a:lnTo>
                    <a:pt x="3573794" y="1212622"/>
                  </a:lnTo>
                  <a:lnTo>
                    <a:pt x="3579267" y="1212622"/>
                  </a:lnTo>
                  <a:lnTo>
                    <a:pt x="3579267" y="1212622"/>
                  </a:lnTo>
                  <a:lnTo>
                    <a:pt x="3584739" y="1212622"/>
                  </a:lnTo>
                  <a:lnTo>
                    <a:pt x="3584739" y="1212622"/>
                  </a:lnTo>
                  <a:lnTo>
                    <a:pt x="3590212" y="1212622"/>
                  </a:lnTo>
                  <a:lnTo>
                    <a:pt x="3590212" y="1212622"/>
                  </a:lnTo>
                  <a:lnTo>
                    <a:pt x="3595685" y="1212622"/>
                  </a:lnTo>
                  <a:lnTo>
                    <a:pt x="3595685" y="1212622"/>
                  </a:lnTo>
                  <a:lnTo>
                    <a:pt x="3601158" y="1212622"/>
                  </a:lnTo>
                  <a:lnTo>
                    <a:pt x="3601158" y="1212622"/>
                  </a:lnTo>
                  <a:lnTo>
                    <a:pt x="3606631" y="1212622"/>
                  </a:lnTo>
                  <a:lnTo>
                    <a:pt x="3606631" y="1212622"/>
                  </a:lnTo>
                  <a:lnTo>
                    <a:pt x="3612104" y="1212622"/>
                  </a:lnTo>
                  <a:lnTo>
                    <a:pt x="3612104" y="1202721"/>
                  </a:lnTo>
                  <a:lnTo>
                    <a:pt x="3617577" y="1202721"/>
                  </a:lnTo>
                  <a:lnTo>
                    <a:pt x="3617577" y="1202721"/>
                  </a:lnTo>
                  <a:lnTo>
                    <a:pt x="3623050" y="1202721"/>
                  </a:lnTo>
                  <a:lnTo>
                    <a:pt x="3623050" y="1202721"/>
                  </a:lnTo>
                  <a:lnTo>
                    <a:pt x="3628523" y="1202721"/>
                  </a:lnTo>
                  <a:lnTo>
                    <a:pt x="3628523" y="1202721"/>
                  </a:lnTo>
                  <a:lnTo>
                    <a:pt x="3633995" y="1202721"/>
                  </a:lnTo>
                  <a:lnTo>
                    <a:pt x="3633995" y="1202721"/>
                  </a:lnTo>
                  <a:lnTo>
                    <a:pt x="3639468" y="1202721"/>
                  </a:lnTo>
                  <a:lnTo>
                    <a:pt x="3639468" y="1192807"/>
                  </a:lnTo>
                  <a:lnTo>
                    <a:pt x="3644941" y="1192807"/>
                  </a:lnTo>
                  <a:lnTo>
                    <a:pt x="3644941" y="1192807"/>
                  </a:lnTo>
                  <a:lnTo>
                    <a:pt x="3650414" y="1192807"/>
                  </a:lnTo>
                  <a:lnTo>
                    <a:pt x="3650414" y="1192807"/>
                  </a:lnTo>
                  <a:lnTo>
                    <a:pt x="3655887" y="1192807"/>
                  </a:lnTo>
                  <a:lnTo>
                    <a:pt x="3655887" y="1192807"/>
                  </a:lnTo>
                  <a:lnTo>
                    <a:pt x="3661360" y="1192807"/>
                  </a:lnTo>
                  <a:lnTo>
                    <a:pt x="3661360" y="1192807"/>
                  </a:lnTo>
                  <a:lnTo>
                    <a:pt x="3666833" y="1192807"/>
                  </a:lnTo>
                  <a:lnTo>
                    <a:pt x="3666833" y="1182873"/>
                  </a:lnTo>
                  <a:lnTo>
                    <a:pt x="3672306" y="1182873"/>
                  </a:lnTo>
                  <a:lnTo>
                    <a:pt x="3672306" y="1172940"/>
                  </a:lnTo>
                  <a:lnTo>
                    <a:pt x="3677779" y="1172940"/>
                  </a:lnTo>
                  <a:lnTo>
                    <a:pt x="3677779" y="1163010"/>
                  </a:lnTo>
                  <a:lnTo>
                    <a:pt x="3683251" y="1163010"/>
                  </a:lnTo>
                  <a:lnTo>
                    <a:pt x="3683251" y="1163010"/>
                  </a:lnTo>
                  <a:lnTo>
                    <a:pt x="3688724" y="1163010"/>
                  </a:lnTo>
                  <a:lnTo>
                    <a:pt x="3688724" y="1163010"/>
                  </a:lnTo>
                  <a:lnTo>
                    <a:pt x="3694197" y="1163010"/>
                  </a:lnTo>
                  <a:lnTo>
                    <a:pt x="3694197" y="1163010"/>
                  </a:lnTo>
                  <a:lnTo>
                    <a:pt x="3699670" y="1163010"/>
                  </a:lnTo>
                  <a:lnTo>
                    <a:pt x="3699670" y="1163010"/>
                  </a:lnTo>
                  <a:lnTo>
                    <a:pt x="3705143" y="1163010"/>
                  </a:lnTo>
                  <a:lnTo>
                    <a:pt x="3705143" y="1153013"/>
                  </a:lnTo>
                  <a:lnTo>
                    <a:pt x="3710616" y="1153013"/>
                  </a:lnTo>
                  <a:lnTo>
                    <a:pt x="3710616" y="1153013"/>
                  </a:lnTo>
                  <a:lnTo>
                    <a:pt x="3716089" y="1153013"/>
                  </a:lnTo>
                  <a:lnTo>
                    <a:pt x="3716089" y="1153013"/>
                  </a:lnTo>
                  <a:lnTo>
                    <a:pt x="3721562" y="1153013"/>
                  </a:lnTo>
                  <a:lnTo>
                    <a:pt x="3721562" y="1153013"/>
                  </a:lnTo>
                  <a:lnTo>
                    <a:pt x="3727034" y="1153013"/>
                  </a:lnTo>
                  <a:lnTo>
                    <a:pt x="3727034" y="1153013"/>
                  </a:lnTo>
                  <a:lnTo>
                    <a:pt x="3732507" y="1153013"/>
                  </a:lnTo>
                  <a:lnTo>
                    <a:pt x="3732507" y="1153013"/>
                  </a:lnTo>
                  <a:lnTo>
                    <a:pt x="3737980" y="1153013"/>
                  </a:lnTo>
                  <a:lnTo>
                    <a:pt x="3737980" y="1142996"/>
                  </a:lnTo>
                  <a:lnTo>
                    <a:pt x="3743453" y="1142996"/>
                  </a:lnTo>
                  <a:lnTo>
                    <a:pt x="3743453" y="1142996"/>
                  </a:lnTo>
                  <a:lnTo>
                    <a:pt x="3748926" y="1142996"/>
                  </a:lnTo>
                  <a:lnTo>
                    <a:pt x="3748926" y="1142996"/>
                  </a:lnTo>
                  <a:lnTo>
                    <a:pt x="3754399" y="1142996"/>
                  </a:lnTo>
                  <a:lnTo>
                    <a:pt x="3754399" y="1132965"/>
                  </a:lnTo>
                  <a:lnTo>
                    <a:pt x="3759872" y="1132965"/>
                  </a:lnTo>
                  <a:lnTo>
                    <a:pt x="3759872" y="1132965"/>
                  </a:lnTo>
                  <a:lnTo>
                    <a:pt x="3765345" y="1132965"/>
                  </a:lnTo>
                  <a:lnTo>
                    <a:pt x="3765345" y="1132965"/>
                  </a:lnTo>
                  <a:lnTo>
                    <a:pt x="3770818" y="1132965"/>
                  </a:lnTo>
                  <a:lnTo>
                    <a:pt x="3770818" y="1132965"/>
                  </a:lnTo>
                  <a:lnTo>
                    <a:pt x="3776290" y="1132965"/>
                  </a:lnTo>
                  <a:lnTo>
                    <a:pt x="3776290" y="1132965"/>
                  </a:lnTo>
                  <a:lnTo>
                    <a:pt x="3781763" y="1132965"/>
                  </a:lnTo>
                  <a:lnTo>
                    <a:pt x="3781763" y="1132965"/>
                  </a:lnTo>
                  <a:lnTo>
                    <a:pt x="3787236" y="1132965"/>
                  </a:lnTo>
                  <a:lnTo>
                    <a:pt x="3787236" y="1122898"/>
                  </a:lnTo>
                  <a:lnTo>
                    <a:pt x="3792709" y="1122898"/>
                  </a:lnTo>
                  <a:lnTo>
                    <a:pt x="3792709" y="1112832"/>
                  </a:lnTo>
                  <a:lnTo>
                    <a:pt x="3798182" y="1112832"/>
                  </a:lnTo>
                  <a:lnTo>
                    <a:pt x="3798182" y="1112832"/>
                  </a:lnTo>
                  <a:lnTo>
                    <a:pt x="3803655" y="1112832"/>
                  </a:lnTo>
                  <a:lnTo>
                    <a:pt x="3803655" y="1112832"/>
                  </a:lnTo>
                  <a:lnTo>
                    <a:pt x="3809128" y="1112832"/>
                  </a:lnTo>
                  <a:lnTo>
                    <a:pt x="3809128" y="1112832"/>
                  </a:lnTo>
                  <a:lnTo>
                    <a:pt x="3814601" y="1112832"/>
                  </a:lnTo>
                  <a:lnTo>
                    <a:pt x="3814601" y="1112832"/>
                  </a:lnTo>
                  <a:lnTo>
                    <a:pt x="3820074" y="1112832"/>
                  </a:lnTo>
                  <a:lnTo>
                    <a:pt x="3820074" y="1112832"/>
                  </a:lnTo>
                  <a:lnTo>
                    <a:pt x="3825546" y="1112832"/>
                  </a:lnTo>
                  <a:lnTo>
                    <a:pt x="3825546" y="1112832"/>
                  </a:lnTo>
                  <a:lnTo>
                    <a:pt x="3831019" y="1112832"/>
                  </a:lnTo>
                  <a:lnTo>
                    <a:pt x="3831019" y="1092580"/>
                  </a:lnTo>
                  <a:lnTo>
                    <a:pt x="3836492" y="1092580"/>
                  </a:lnTo>
                  <a:lnTo>
                    <a:pt x="3836492" y="1092580"/>
                  </a:lnTo>
                  <a:lnTo>
                    <a:pt x="3841965" y="1092580"/>
                  </a:lnTo>
                  <a:lnTo>
                    <a:pt x="3841965" y="1082433"/>
                  </a:lnTo>
                  <a:lnTo>
                    <a:pt x="3847438" y="1082433"/>
                  </a:lnTo>
                  <a:lnTo>
                    <a:pt x="3847438" y="1082433"/>
                  </a:lnTo>
                  <a:lnTo>
                    <a:pt x="3852911" y="1082433"/>
                  </a:lnTo>
                  <a:lnTo>
                    <a:pt x="3852911" y="1072279"/>
                  </a:lnTo>
                  <a:lnTo>
                    <a:pt x="3858384" y="1072279"/>
                  </a:lnTo>
                  <a:lnTo>
                    <a:pt x="3858384" y="1072279"/>
                  </a:lnTo>
                  <a:lnTo>
                    <a:pt x="3863857" y="1072279"/>
                  </a:lnTo>
                  <a:lnTo>
                    <a:pt x="3863857" y="1072279"/>
                  </a:lnTo>
                  <a:lnTo>
                    <a:pt x="3869329" y="1072279"/>
                  </a:lnTo>
                  <a:lnTo>
                    <a:pt x="3869329" y="1072279"/>
                  </a:lnTo>
                  <a:lnTo>
                    <a:pt x="3874802" y="1072279"/>
                  </a:lnTo>
                  <a:lnTo>
                    <a:pt x="3874802" y="1072279"/>
                  </a:lnTo>
                  <a:lnTo>
                    <a:pt x="3880275" y="1072279"/>
                  </a:lnTo>
                  <a:lnTo>
                    <a:pt x="3880275" y="1072279"/>
                  </a:lnTo>
                  <a:lnTo>
                    <a:pt x="3885748" y="1072279"/>
                  </a:lnTo>
                  <a:lnTo>
                    <a:pt x="3885748" y="1072279"/>
                  </a:lnTo>
                  <a:lnTo>
                    <a:pt x="3891221" y="1072279"/>
                  </a:lnTo>
                  <a:lnTo>
                    <a:pt x="3891221" y="1072279"/>
                  </a:lnTo>
                  <a:lnTo>
                    <a:pt x="3896694" y="1072279"/>
                  </a:lnTo>
                  <a:lnTo>
                    <a:pt x="3896694" y="1072279"/>
                  </a:lnTo>
                  <a:lnTo>
                    <a:pt x="3902167" y="1072279"/>
                  </a:lnTo>
                  <a:lnTo>
                    <a:pt x="3902167" y="1072279"/>
                  </a:lnTo>
                  <a:lnTo>
                    <a:pt x="3907640" y="1072279"/>
                  </a:lnTo>
                  <a:lnTo>
                    <a:pt x="3907640" y="1072279"/>
                  </a:lnTo>
                  <a:lnTo>
                    <a:pt x="3913113" y="1072279"/>
                  </a:lnTo>
                  <a:lnTo>
                    <a:pt x="3913113" y="1072279"/>
                  </a:lnTo>
                  <a:lnTo>
                    <a:pt x="3918585" y="1072279"/>
                  </a:lnTo>
                  <a:lnTo>
                    <a:pt x="3918585" y="1072279"/>
                  </a:lnTo>
                  <a:lnTo>
                    <a:pt x="3924058" y="1072279"/>
                  </a:lnTo>
                  <a:lnTo>
                    <a:pt x="3924058" y="1072279"/>
                  </a:lnTo>
                  <a:lnTo>
                    <a:pt x="3929531" y="1072279"/>
                  </a:lnTo>
                  <a:lnTo>
                    <a:pt x="3929531" y="1072279"/>
                  </a:lnTo>
                  <a:lnTo>
                    <a:pt x="3935004" y="1072279"/>
                  </a:lnTo>
                  <a:lnTo>
                    <a:pt x="3935004" y="1072279"/>
                  </a:lnTo>
                  <a:lnTo>
                    <a:pt x="3940477" y="1072279"/>
                  </a:lnTo>
                  <a:lnTo>
                    <a:pt x="3940477" y="1062030"/>
                  </a:lnTo>
                  <a:lnTo>
                    <a:pt x="3945950" y="1062030"/>
                  </a:lnTo>
                  <a:lnTo>
                    <a:pt x="3945950" y="1041537"/>
                  </a:lnTo>
                  <a:lnTo>
                    <a:pt x="3951423" y="1041537"/>
                  </a:lnTo>
                  <a:lnTo>
                    <a:pt x="3951423" y="1041537"/>
                  </a:lnTo>
                  <a:lnTo>
                    <a:pt x="3956896" y="1041537"/>
                  </a:lnTo>
                  <a:lnTo>
                    <a:pt x="3956896" y="1041537"/>
                  </a:lnTo>
                  <a:lnTo>
                    <a:pt x="3962369" y="1041537"/>
                  </a:lnTo>
                  <a:lnTo>
                    <a:pt x="3962369" y="1041537"/>
                  </a:lnTo>
                  <a:lnTo>
                    <a:pt x="3967841" y="1041537"/>
                  </a:lnTo>
                  <a:lnTo>
                    <a:pt x="3967841" y="1031251"/>
                  </a:lnTo>
                  <a:lnTo>
                    <a:pt x="3973314" y="1031251"/>
                  </a:lnTo>
                  <a:lnTo>
                    <a:pt x="3973314" y="1031251"/>
                  </a:lnTo>
                  <a:lnTo>
                    <a:pt x="3978787" y="1031251"/>
                  </a:lnTo>
                  <a:lnTo>
                    <a:pt x="3978787" y="1031251"/>
                  </a:lnTo>
                  <a:lnTo>
                    <a:pt x="3984260" y="1031251"/>
                  </a:lnTo>
                  <a:lnTo>
                    <a:pt x="3984260" y="1020942"/>
                  </a:lnTo>
                  <a:lnTo>
                    <a:pt x="3989733" y="1020942"/>
                  </a:lnTo>
                  <a:lnTo>
                    <a:pt x="3989733" y="1020942"/>
                  </a:lnTo>
                  <a:lnTo>
                    <a:pt x="3995206" y="1020942"/>
                  </a:lnTo>
                  <a:lnTo>
                    <a:pt x="3995206" y="1010601"/>
                  </a:lnTo>
                  <a:lnTo>
                    <a:pt x="4000679" y="1010601"/>
                  </a:lnTo>
                  <a:lnTo>
                    <a:pt x="4000679" y="1010601"/>
                  </a:lnTo>
                  <a:lnTo>
                    <a:pt x="4006152" y="1010601"/>
                  </a:lnTo>
                  <a:lnTo>
                    <a:pt x="4006152" y="1010601"/>
                  </a:lnTo>
                  <a:lnTo>
                    <a:pt x="4011625" y="1010601"/>
                  </a:lnTo>
                  <a:lnTo>
                    <a:pt x="4011625" y="1000228"/>
                  </a:lnTo>
                  <a:lnTo>
                    <a:pt x="4017097" y="1000228"/>
                  </a:lnTo>
                  <a:lnTo>
                    <a:pt x="4017097" y="1000228"/>
                  </a:lnTo>
                  <a:lnTo>
                    <a:pt x="4022570" y="1000228"/>
                  </a:lnTo>
                  <a:lnTo>
                    <a:pt x="4022570" y="989847"/>
                  </a:lnTo>
                  <a:lnTo>
                    <a:pt x="4028043" y="989847"/>
                  </a:lnTo>
                  <a:lnTo>
                    <a:pt x="4028043" y="989847"/>
                  </a:lnTo>
                  <a:lnTo>
                    <a:pt x="4033516" y="989847"/>
                  </a:lnTo>
                  <a:lnTo>
                    <a:pt x="4033516" y="989847"/>
                  </a:lnTo>
                  <a:lnTo>
                    <a:pt x="4038989" y="989847"/>
                  </a:lnTo>
                  <a:lnTo>
                    <a:pt x="4038989" y="989847"/>
                  </a:lnTo>
                  <a:lnTo>
                    <a:pt x="4044462" y="989847"/>
                  </a:lnTo>
                  <a:lnTo>
                    <a:pt x="4044462" y="989847"/>
                  </a:lnTo>
                  <a:lnTo>
                    <a:pt x="4049935" y="989847"/>
                  </a:lnTo>
                  <a:lnTo>
                    <a:pt x="4049935" y="989847"/>
                  </a:lnTo>
                  <a:lnTo>
                    <a:pt x="4055408" y="989847"/>
                  </a:lnTo>
                  <a:lnTo>
                    <a:pt x="4055408" y="989847"/>
                  </a:lnTo>
                  <a:lnTo>
                    <a:pt x="4060880" y="989847"/>
                  </a:lnTo>
                  <a:lnTo>
                    <a:pt x="4060880" y="989847"/>
                  </a:lnTo>
                  <a:lnTo>
                    <a:pt x="4066353" y="989847"/>
                  </a:lnTo>
                  <a:lnTo>
                    <a:pt x="4066353" y="989847"/>
                  </a:lnTo>
                  <a:lnTo>
                    <a:pt x="4071826" y="989847"/>
                  </a:lnTo>
                  <a:lnTo>
                    <a:pt x="4071826" y="989847"/>
                  </a:lnTo>
                  <a:lnTo>
                    <a:pt x="4077299" y="989847"/>
                  </a:lnTo>
                  <a:lnTo>
                    <a:pt x="4077299" y="989847"/>
                  </a:lnTo>
                  <a:lnTo>
                    <a:pt x="4082772" y="989847"/>
                  </a:lnTo>
                  <a:lnTo>
                    <a:pt x="4082772" y="989847"/>
                  </a:lnTo>
                  <a:lnTo>
                    <a:pt x="4088245" y="989847"/>
                  </a:lnTo>
                  <a:lnTo>
                    <a:pt x="4088245" y="989847"/>
                  </a:lnTo>
                  <a:lnTo>
                    <a:pt x="4093718" y="989847"/>
                  </a:lnTo>
                  <a:lnTo>
                    <a:pt x="4093718" y="989847"/>
                  </a:lnTo>
                  <a:lnTo>
                    <a:pt x="4099191" y="989847"/>
                  </a:lnTo>
                  <a:lnTo>
                    <a:pt x="4099191" y="989847"/>
                  </a:lnTo>
                  <a:lnTo>
                    <a:pt x="4104664" y="989847"/>
                  </a:lnTo>
                  <a:lnTo>
                    <a:pt x="4104664" y="989847"/>
                  </a:lnTo>
                  <a:lnTo>
                    <a:pt x="4110136" y="989847"/>
                  </a:lnTo>
                  <a:lnTo>
                    <a:pt x="4110136" y="989847"/>
                  </a:lnTo>
                  <a:lnTo>
                    <a:pt x="4115609" y="989847"/>
                  </a:lnTo>
                  <a:lnTo>
                    <a:pt x="4115609" y="989847"/>
                  </a:lnTo>
                  <a:lnTo>
                    <a:pt x="4121082" y="989847"/>
                  </a:lnTo>
                  <a:lnTo>
                    <a:pt x="4121082" y="989847"/>
                  </a:lnTo>
                  <a:lnTo>
                    <a:pt x="4126555" y="989847"/>
                  </a:lnTo>
                  <a:lnTo>
                    <a:pt x="4126555" y="989847"/>
                  </a:lnTo>
                  <a:lnTo>
                    <a:pt x="4132028" y="989847"/>
                  </a:lnTo>
                  <a:lnTo>
                    <a:pt x="4132028" y="979282"/>
                  </a:lnTo>
                  <a:lnTo>
                    <a:pt x="4137501" y="979282"/>
                  </a:lnTo>
                  <a:lnTo>
                    <a:pt x="4137501" y="968719"/>
                  </a:lnTo>
                  <a:lnTo>
                    <a:pt x="4142974" y="968719"/>
                  </a:lnTo>
                  <a:lnTo>
                    <a:pt x="4142974" y="968719"/>
                  </a:lnTo>
                  <a:lnTo>
                    <a:pt x="4148447" y="968719"/>
                  </a:lnTo>
                  <a:lnTo>
                    <a:pt x="4148447" y="968719"/>
                  </a:lnTo>
                  <a:lnTo>
                    <a:pt x="4153920" y="968719"/>
                  </a:lnTo>
                  <a:lnTo>
                    <a:pt x="4153920" y="968719"/>
                  </a:lnTo>
                  <a:lnTo>
                    <a:pt x="4159392" y="968719"/>
                  </a:lnTo>
                  <a:lnTo>
                    <a:pt x="4159392" y="968719"/>
                  </a:lnTo>
                  <a:lnTo>
                    <a:pt x="4164865" y="968719"/>
                  </a:lnTo>
                  <a:lnTo>
                    <a:pt x="4164865" y="968719"/>
                  </a:lnTo>
                  <a:lnTo>
                    <a:pt x="4170338" y="968719"/>
                  </a:lnTo>
                  <a:lnTo>
                    <a:pt x="4170338" y="968719"/>
                  </a:lnTo>
                  <a:lnTo>
                    <a:pt x="4175811" y="968719"/>
                  </a:lnTo>
                  <a:lnTo>
                    <a:pt x="4175811" y="968719"/>
                  </a:lnTo>
                  <a:lnTo>
                    <a:pt x="4181284" y="968719"/>
                  </a:lnTo>
                  <a:lnTo>
                    <a:pt x="4181284" y="968719"/>
                  </a:lnTo>
                  <a:lnTo>
                    <a:pt x="4186757" y="968719"/>
                  </a:lnTo>
                  <a:lnTo>
                    <a:pt x="4186757" y="968719"/>
                  </a:lnTo>
                  <a:lnTo>
                    <a:pt x="4192230" y="968719"/>
                  </a:lnTo>
                  <a:lnTo>
                    <a:pt x="4192230" y="968719"/>
                  </a:lnTo>
                  <a:lnTo>
                    <a:pt x="4197703" y="968719"/>
                  </a:lnTo>
                  <a:lnTo>
                    <a:pt x="4197703" y="968719"/>
                  </a:lnTo>
                  <a:lnTo>
                    <a:pt x="4203176" y="968719"/>
                  </a:lnTo>
                  <a:lnTo>
                    <a:pt x="4203176" y="968719"/>
                  </a:lnTo>
                  <a:lnTo>
                    <a:pt x="4208648" y="968719"/>
                  </a:lnTo>
                  <a:lnTo>
                    <a:pt x="4208648" y="968719"/>
                  </a:lnTo>
                  <a:lnTo>
                    <a:pt x="4214121" y="968719"/>
                  </a:lnTo>
                  <a:lnTo>
                    <a:pt x="4214121" y="958037"/>
                  </a:lnTo>
                  <a:lnTo>
                    <a:pt x="4219594" y="958037"/>
                  </a:lnTo>
                  <a:lnTo>
                    <a:pt x="4219594" y="958037"/>
                  </a:lnTo>
                  <a:lnTo>
                    <a:pt x="4225067" y="958037"/>
                  </a:lnTo>
                  <a:lnTo>
                    <a:pt x="4225067" y="958037"/>
                  </a:lnTo>
                  <a:lnTo>
                    <a:pt x="4230540" y="958037"/>
                  </a:lnTo>
                  <a:lnTo>
                    <a:pt x="4230540" y="947319"/>
                  </a:lnTo>
                  <a:lnTo>
                    <a:pt x="4236013" y="947319"/>
                  </a:lnTo>
                  <a:lnTo>
                    <a:pt x="4236013" y="947319"/>
                  </a:lnTo>
                  <a:lnTo>
                    <a:pt x="4241486" y="947319"/>
                  </a:lnTo>
                  <a:lnTo>
                    <a:pt x="4241486" y="936594"/>
                  </a:lnTo>
                  <a:lnTo>
                    <a:pt x="4246959" y="936594"/>
                  </a:lnTo>
                  <a:lnTo>
                    <a:pt x="4246959" y="936594"/>
                  </a:lnTo>
                  <a:lnTo>
                    <a:pt x="4252431" y="936594"/>
                  </a:lnTo>
                  <a:lnTo>
                    <a:pt x="4252431" y="936594"/>
                  </a:lnTo>
                  <a:lnTo>
                    <a:pt x="4257904" y="936594"/>
                  </a:lnTo>
                  <a:lnTo>
                    <a:pt x="4257904" y="925842"/>
                  </a:lnTo>
                  <a:lnTo>
                    <a:pt x="4263377" y="925842"/>
                  </a:lnTo>
                  <a:lnTo>
                    <a:pt x="4263377" y="925842"/>
                  </a:lnTo>
                  <a:lnTo>
                    <a:pt x="4268850" y="925842"/>
                  </a:lnTo>
                  <a:lnTo>
                    <a:pt x="4268850" y="925842"/>
                  </a:lnTo>
                  <a:lnTo>
                    <a:pt x="4274323" y="925842"/>
                  </a:lnTo>
                  <a:lnTo>
                    <a:pt x="4274323" y="925842"/>
                  </a:lnTo>
                  <a:lnTo>
                    <a:pt x="4279796" y="925842"/>
                  </a:lnTo>
                  <a:lnTo>
                    <a:pt x="4279796" y="915082"/>
                  </a:lnTo>
                  <a:lnTo>
                    <a:pt x="4285269" y="915082"/>
                  </a:lnTo>
                  <a:lnTo>
                    <a:pt x="4285269" y="915082"/>
                  </a:lnTo>
                  <a:lnTo>
                    <a:pt x="4290742" y="915082"/>
                  </a:lnTo>
                  <a:lnTo>
                    <a:pt x="4290742" y="904325"/>
                  </a:lnTo>
                  <a:lnTo>
                    <a:pt x="4296215" y="904325"/>
                  </a:lnTo>
                  <a:lnTo>
                    <a:pt x="4296215" y="904325"/>
                  </a:lnTo>
                  <a:lnTo>
                    <a:pt x="4301687" y="904325"/>
                  </a:lnTo>
                  <a:lnTo>
                    <a:pt x="4301687" y="893540"/>
                  </a:lnTo>
                  <a:lnTo>
                    <a:pt x="4307160" y="893540"/>
                  </a:lnTo>
                  <a:lnTo>
                    <a:pt x="4307160" y="893540"/>
                  </a:lnTo>
                  <a:lnTo>
                    <a:pt x="4312633" y="893540"/>
                  </a:lnTo>
                  <a:lnTo>
                    <a:pt x="4312633" y="893540"/>
                  </a:lnTo>
                  <a:lnTo>
                    <a:pt x="4318106" y="893540"/>
                  </a:lnTo>
                  <a:lnTo>
                    <a:pt x="4318106" y="893540"/>
                  </a:lnTo>
                  <a:lnTo>
                    <a:pt x="4323579" y="893540"/>
                  </a:lnTo>
                  <a:lnTo>
                    <a:pt x="4323579" y="893540"/>
                  </a:lnTo>
                  <a:lnTo>
                    <a:pt x="4329052" y="893540"/>
                  </a:lnTo>
                  <a:lnTo>
                    <a:pt x="4329052" y="893540"/>
                  </a:lnTo>
                  <a:lnTo>
                    <a:pt x="4334525" y="893540"/>
                  </a:lnTo>
                  <a:lnTo>
                    <a:pt x="4334525" y="893540"/>
                  </a:lnTo>
                  <a:lnTo>
                    <a:pt x="4339998" y="893540"/>
                  </a:lnTo>
                  <a:lnTo>
                    <a:pt x="4339998" y="893540"/>
                  </a:lnTo>
                  <a:lnTo>
                    <a:pt x="4345471" y="893540"/>
                  </a:lnTo>
                  <a:lnTo>
                    <a:pt x="4345471" y="893540"/>
                  </a:lnTo>
                  <a:lnTo>
                    <a:pt x="4350943" y="893540"/>
                  </a:lnTo>
                  <a:lnTo>
                    <a:pt x="4350943" y="893540"/>
                  </a:lnTo>
                  <a:lnTo>
                    <a:pt x="4356416" y="893540"/>
                  </a:lnTo>
                  <a:lnTo>
                    <a:pt x="4356416" y="893540"/>
                  </a:lnTo>
                  <a:lnTo>
                    <a:pt x="4361889" y="893540"/>
                  </a:lnTo>
                  <a:lnTo>
                    <a:pt x="4361889" y="893540"/>
                  </a:lnTo>
                  <a:lnTo>
                    <a:pt x="4367362" y="893540"/>
                  </a:lnTo>
                  <a:lnTo>
                    <a:pt x="4367362" y="893540"/>
                  </a:lnTo>
                  <a:lnTo>
                    <a:pt x="4372835" y="893540"/>
                  </a:lnTo>
                  <a:lnTo>
                    <a:pt x="4372835" y="882687"/>
                  </a:lnTo>
                  <a:lnTo>
                    <a:pt x="4378308" y="882687"/>
                  </a:lnTo>
                  <a:lnTo>
                    <a:pt x="4378308" y="882687"/>
                  </a:lnTo>
                  <a:lnTo>
                    <a:pt x="4383781" y="882687"/>
                  </a:lnTo>
                  <a:lnTo>
                    <a:pt x="4383781" y="882687"/>
                  </a:lnTo>
                  <a:lnTo>
                    <a:pt x="4389254" y="882687"/>
                  </a:lnTo>
                  <a:lnTo>
                    <a:pt x="4389254" y="882687"/>
                  </a:lnTo>
                  <a:lnTo>
                    <a:pt x="4394726" y="882687"/>
                  </a:lnTo>
                  <a:lnTo>
                    <a:pt x="4394726" y="882687"/>
                  </a:lnTo>
                  <a:lnTo>
                    <a:pt x="4400199" y="882687"/>
                  </a:lnTo>
                  <a:lnTo>
                    <a:pt x="4400199" y="871795"/>
                  </a:lnTo>
                  <a:lnTo>
                    <a:pt x="4405672" y="871795"/>
                  </a:lnTo>
                  <a:lnTo>
                    <a:pt x="4405672" y="860875"/>
                  </a:lnTo>
                  <a:lnTo>
                    <a:pt x="4411145" y="860875"/>
                  </a:lnTo>
                  <a:lnTo>
                    <a:pt x="4411145" y="860875"/>
                  </a:lnTo>
                  <a:lnTo>
                    <a:pt x="4416618" y="860875"/>
                  </a:lnTo>
                  <a:lnTo>
                    <a:pt x="4416618" y="860875"/>
                  </a:lnTo>
                  <a:lnTo>
                    <a:pt x="4422091" y="860875"/>
                  </a:lnTo>
                  <a:lnTo>
                    <a:pt x="4422091" y="860875"/>
                  </a:lnTo>
                  <a:lnTo>
                    <a:pt x="4427564" y="860875"/>
                  </a:lnTo>
                  <a:lnTo>
                    <a:pt x="4427564" y="860875"/>
                  </a:lnTo>
                  <a:lnTo>
                    <a:pt x="4433037" y="860875"/>
                  </a:lnTo>
                  <a:lnTo>
                    <a:pt x="4433037" y="860875"/>
                  </a:lnTo>
                  <a:lnTo>
                    <a:pt x="4438510" y="860875"/>
                  </a:lnTo>
                  <a:lnTo>
                    <a:pt x="4438510" y="860875"/>
                  </a:lnTo>
                  <a:lnTo>
                    <a:pt x="4443982" y="860875"/>
                  </a:lnTo>
                  <a:lnTo>
                    <a:pt x="4443982" y="849937"/>
                  </a:lnTo>
                  <a:lnTo>
                    <a:pt x="4449455" y="849937"/>
                  </a:lnTo>
                  <a:lnTo>
                    <a:pt x="4449455" y="849937"/>
                  </a:lnTo>
                  <a:lnTo>
                    <a:pt x="4454928" y="849937"/>
                  </a:lnTo>
                  <a:lnTo>
                    <a:pt x="4454928" y="849937"/>
                  </a:lnTo>
                  <a:lnTo>
                    <a:pt x="4460401" y="849937"/>
                  </a:lnTo>
                  <a:lnTo>
                    <a:pt x="4460401" y="849937"/>
                  </a:lnTo>
                  <a:lnTo>
                    <a:pt x="4465874" y="849937"/>
                  </a:lnTo>
                  <a:lnTo>
                    <a:pt x="4465874" y="849937"/>
                  </a:lnTo>
                  <a:lnTo>
                    <a:pt x="4471347" y="849937"/>
                  </a:lnTo>
                  <a:lnTo>
                    <a:pt x="4471347" y="849937"/>
                  </a:lnTo>
                  <a:lnTo>
                    <a:pt x="4476820" y="849937"/>
                  </a:lnTo>
                  <a:lnTo>
                    <a:pt x="4476820" y="849937"/>
                  </a:lnTo>
                  <a:lnTo>
                    <a:pt x="4482293" y="849937"/>
                  </a:lnTo>
                  <a:lnTo>
                    <a:pt x="4482293" y="838969"/>
                  </a:lnTo>
                  <a:lnTo>
                    <a:pt x="4487766" y="838969"/>
                  </a:lnTo>
                  <a:lnTo>
                    <a:pt x="4487766" y="838969"/>
                  </a:lnTo>
                  <a:lnTo>
                    <a:pt x="4493238" y="838969"/>
                  </a:lnTo>
                  <a:lnTo>
                    <a:pt x="4493238" y="838969"/>
                  </a:lnTo>
                  <a:lnTo>
                    <a:pt x="4498711" y="838969"/>
                  </a:lnTo>
                  <a:lnTo>
                    <a:pt x="4498711" y="827972"/>
                  </a:lnTo>
                  <a:lnTo>
                    <a:pt x="4504184" y="827972"/>
                  </a:lnTo>
                  <a:lnTo>
                    <a:pt x="4504184" y="827972"/>
                  </a:lnTo>
                  <a:lnTo>
                    <a:pt x="4509657" y="827972"/>
                  </a:lnTo>
                  <a:lnTo>
                    <a:pt x="4509657" y="827972"/>
                  </a:lnTo>
                  <a:lnTo>
                    <a:pt x="4515130" y="827972"/>
                  </a:lnTo>
                  <a:lnTo>
                    <a:pt x="4515130" y="827972"/>
                  </a:lnTo>
                  <a:lnTo>
                    <a:pt x="4520603" y="827972"/>
                  </a:lnTo>
                  <a:lnTo>
                    <a:pt x="4520603" y="827972"/>
                  </a:lnTo>
                  <a:lnTo>
                    <a:pt x="4526076" y="827972"/>
                  </a:lnTo>
                  <a:lnTo>
                    <a:pt x="4526076" y="827972"/>
                  </a:lnTo>
                  <a:lnTo>
                    <a:pt x="4531549" y="827972"/>
                  </a:lnTo>
                  <a:lnTo>
                    <a:pt x="4531549" y="816944"/>
                  </a:lnTo>
                  <a:lnTo>
                    <a:pt x="4537022" y="816944"/>
                  </a:lnTo>
                  <a:lnTo>
                    <a:pt x="4537022" y="816944"/>
                  </a:lnTo>
                  <a:lnTo>
                    <a:pt x="4542494" y="816944"/>
                  </a:lnTo>
                  <a:lnTo>
                    <a:pt x="4542494" y="816944"/>
                  </a:lnTo>
                  <a:lnTo>
                    <a:pt x="4547967" y="816944"/>
                  </a:lnTo>
                  <a:lnTo>
                    <a:pt x="4547967" y="816944"/>
                  </a:lnTo>
                  <a:lnTo>
                    <a:pt x="4553440" y="816944"/>
                  </a:lnTo>
                  <a:lnTo>
                    <a:pt x="4553440" y="816944"/>
                  </a:lnTo>
                  <a:lnTo>
                    <a:pt x="4558913" y="816944"/>
                  </a:lnTo>
                  <a:lnTo>
                    <a:pt x="4558913" y="816944"/>
                  </a:lnTo>
                  <a:lnTo>
                    <a:pt x="4564386" y="816944"/>
                  </a:lnTo>
                  <a:lnTo>
                    <a:pt x="4564386" y="794875"/>
                  </a:lnTo>
                  <a:lnTo>
                    <a:pt x="4569859" y="794875"/>
                  </a:lnTo>
                  <a:lnTo>
                    <a:pt x="4569859" y="794875"/>
                  </a:lnTo>
                  <a:lnTo>
                    <a:pt x="4575332" y="794875"/>
                  </a:lnTo>
                  <a:lnTo>
                    <a:pt x="4575332" y="794875"/>
                  </a:lnTo>
                  <a:lnTo>
                    <a:pt x="4580805" y="794875"/>
                  </a:lnTo>
                  <a:lnTo>
                    <a:pt x="4580805" y="794875"/>
                  </a:lnTo>
                  <a:lnTo>
                    <a:pt x="4586277" y="794875"/>
                  </a:lnTo>
                  <a:lnTo>
                    <a:pt x="4586277" y="794875"/>
                  </a:lnTo>
                  <a:lnTo>
                    <a:pt x="4591750" y="794875"/>
                  </a:lnTo>
                  <a:lnTo>
                    <a:pt x="4591750" y="794875"/>
                  </a:lnTo>
                  <a:lnTo>
                    <a:pt x="4597223" y="794875"/>
                  </a:lnTo>
                  <a:lnTo>
                    <a:pt x="4597223" y="794875"/>
                  </a:lnTo>
                  <a:lnTo>
                    <a:pt x="4602696" y="794875"/>
                  </a:lnTo>
                  <a:lnTo>
                    <a:pt x="4602696" y="794875"/>
                  </a:lnTo>
                  <a:lnTo>
                    <a:pt x="4608169" y="794875"/>
                  </a:lnTo>
                  <a:lnTo>
                    <a:pt x="4608169" y="794875"/>
                  </a:lnTo>
                  <a:lnTo>
                    <a:pt x="4613642" y="794875"/>
                  </a:lnTo>
                  <a:lnTo>
                    <a:pt x="4613642" y="794875"/>
                  </a:lnTo>
                  <a:lnTo>
                    <a:pt x="4619115" y="794875"/>
                  </a:lnTo>
                  <a:lnTo>
                    <a:pt x="4619115" y="794875"/>
                  </a:lnTo>
                  <a:lnTo>
                    <a:pt x="4624588" y="794875"/>
                  </a:lnTo>
                  <a:lnTo>
                    <a:pt x="4624588" y="794875"/>
                  </a:lnTo>
                  <a:lnTo>
                    <a:pt x="4630061" y="794875"/>
                  </a:lnTo>
                  <a:lnTo>
                    <a:pt x="4630061" y="794875"/>
                  </a:lnTo>
                  <a:lnTo>
                    <a:pt x="4635533" y="794875"/>
                  </a:lnTo>
                  <a:lnTo>
                    <a:pt x="4635533" y="794875"/>
                  </a:lnTo>
                  <a:lnTo>
                    <a:pt x="4641006" y="794875"/>
                  </a:lnTo>
                  <a:lnTo>
                    <a:pt x="4641006" y="794875"/>
                  </a:lnTo>
                  <a:lnTo>
                    <a:pt x="4646479" y="794875"/>
                  </a:lnTo>
                  <a:lnTo>
                    <a:pt x="4646479" y="794875"/>
                  </a:lnTo>
                  <a:lnTo>
                    <a:pt x="4651952" y="794875"/>
                  </a:lnTo>
                  <a:lnTo>
                    <a:pt x="4651952" y="794875"/>
                  </a:lnTo>
                  <a:lnTo>
                    <a:pt x="4657425" y="794875"/>
                  </a:lnTo>
                  <a:lnTo>
                    <a:pt x="4657425" y="794875"/>
                  </a:lnTo>
                  <a:lnTo>
                    <a:pt x="4662898" y="794875"/>
                  </a:lnTo>
                  <a:lnTo>
                    <a:pt x="4662898" y="794875"/>
                  </a:lnTo>
                  <a:lnTo>
                    <a:pt x="4668371" y="794875"/>
                  </a:lnTo>
                  <a:lnTo>
                    <a:pt x="4668371" y="794875"/>
                  </a:lnTo>
                  <a:lnTo>
                    <a:pt x="4673844" y="794875"/>
                  </a:lnTo>
                  <a:lnTo>
                    <a:pt x="4673844" y="794875"/>
                  </a:lnTo>
                  <a:lnTo>
                    <a:pt x="4679317" y="794875"/>
                  </a:lnTo>
                  <a:lnTo>
                    <a:pt x="4679317" y="794875"/>
                  </a:lnTo>
                  <a:lnTo>
                    <a:pt x="4684789" y="794875"/>
                  </a:lnTo>
                  <a:lnTo>
                    <a:pt x="4684789" y="794875"/>
                  </a:lnTo>
                  <a:lnTo>
                    <a:pt x="4690262" y="794875"/>
                  </a:lnTo>
                  <a:lnTo>
                    <a:pt x="4690262" y="794875"/>
                  </a:lnTo>
                  <a:lnTo>
                    <a:pt x="4695735" y="794875"/>
                  </a:lnTo>
                  <a:lnTo>
                    <a:pt x="4695735" y="783621"/>
                  </a:lnTo>
                  <a:lnTo>
                    <a:pt x="4701208" y="783621"/>
                  </a:lnTo>
                  <a:lnTo>
                    <a:pt x="4701208" y="783621"/>
                  </a:lnTo>
                  <a:lnTo>
                    <a:pt x="4706681" y="783621"/>
                  </a:lnTo>
                  <a:lnTo>
                    <a:pt x="4706681" y="772346"/>
                  </a:lnTo>
                  <a:lnTo>
                    <a:pt x="4712154" y="772346"/>
                  </a:lnTo>
                  <a:lnTo>
                    <a:pt x="4712154" y="772346"/>
                  </a:lnTo>
                  <a:lnTo>
                    <a:pt x="4717627" y="772346"/>
                  </a:lnTo>
                  <a:lnTo>
                    <a:pt x="4717627" y="772346"/>
                  </a:lnTo>
                  <a:lnTo>
                    <a:pt x="4723100" y="772346"/>
                  </a:lnTo>
                  <a:lnTo>
                    <a:pt x="4723100" y="772346"/>
                  </a:lnTo>
                  <a:lnTo>
                    <a:pt x="4728573" y="772346"/>
                  </a:lnTo>
                  <a:lnTo>
                    <a:pt x="4728573" y="772346"/>
                  </a:lnTo>
                  <a:lnTo>
                    <a:pt x="4734045" y="772346"/>
                  </a:lnTo>
                  <a:lnTo>
                    <a:pt x="4734045" y="772346"/>
                  </a:lnTo>
                  <a:lnTo>
                    <a:pt x="4739518" y="772346"/>
                  </a:lnTo>
                  <a:lnTo>
                    <a:pt x="4739518" y="772346"/>
                  </a:lnTo>
                  <a:lnTo>
                    <a:pt x="4744991" y="772346"/>
                  </a:lnTo>
                  <a:lnTo>
                    <a:pt x="4744991" y="772346"/>
                  </a:lnTo>
                  <a:lnTo>
                    <a:pt x="4750464" y="772346"/>
                  </a:lnTo>
                  <a:lnTo>
                    <a:pt x="4750464" y="760968"/>
                  </a:lnTo>
                  <a:lnTo>
                    <a:pt x="4755937" y="760968"/>
                  </a:lnTo>
                  <a:lnTo>
                    <a:pt x="4755937" y="760968"/>
                  </a:lnTo>
                  <a:lnTo>
                    <a:pt x="4761410" y="760968"/>
                  </a:lnTo>
                  <a:lnTo>
                    <a:pt x="4761410" y="760968"/>
                  </a:lnTo>
                  <a:lnTo>
                    <a:pt x="4766883" y="760968"/>
                  </a:lnTo>
                  <a:lnTo>
                    <a:pt x="4766883" y="760968"/>
                  </a:lnTo>
                  <a:lnTo>
                    <a:pt x="4772356" y="760968"/>
                  </a:lnTo>
                  <a:lnTo>
                    <a:pt x="4772356" y="760968"/>
                  </a:lnTo>
                  <a:lnTo>
                    <a:pt x="4777828" y="760968"/>
                  </a:lnTo>
                  <a:lnTo>
                    <a:pt x="4777828" y="760968"/>
                  </a:lnTo>
                  <a:lnTo>
                    <a:pt x="4783301" y="760968"/>
                  </a:lnTo>
                  <a:lnTo>
                    <a:pt x="4783301" y="760968"/>
                  </a:lnTo>
                  <a:lnTo>
                    <a:pt x="4788774" y="760968"/>
                  </a:lnTo>
                  <a:lnTo>
                    <a:pt x="4788774" y="760968"/>
                  </a:lnTo>
                  <a:lnTo>
                    <a:pt x="4794247" y="760968"/>
                  </a:lnTo>
                  <a:lnTo>
                    <a:pt x="4794247" y="760968"/>
                  </a:lnTo>
                  <a:lnTo>
                    <a:pt x="4799720" y="760968"/>
                  </a:lnTo>
                  <a:lnTo>
                    <a:pt x="4799720" y="760968"/>
                  </a:lnTo>
                  <a:lnTo>
                    <a:pt x="4805193" y="760968"/>
                  </a:lnTo>
                  <a:lnTo>
                    <a:pt x="4805193" y="760968"/>
                  </a:lnTo>
                  <a:lnTo>
                    <a:pt x="4810666" y="760968"/>
                  </a:lnTo>
                  <a:lnTo>
                    <a:pt x="4810666" y="760968"/>
                  </a:lnTo>
                  <a:lnTo>
                    <a:pt x="4816139" y="760968"/>
                  </a:lnTo>
                  <a:lnTo>
                    <a:pt x="4816139" y="749496"/>
                  </a:lnTo>
                  <a:lnTo>
                    <a:pt x="4821612" y="749496"/>
                  </a:lnTo>
                  <a:lnTo>
                    <a:pt x="4821612" y="749496"/>
                  </a:lnTo>
                  <a:lnTo>
                    <a:pt x="4827084" y="749496"/>
                  </a:lnTo>
                  <a:lnTo>
                    <a:pt x="4827084" y="738003"/>
                  </a:lnTo>
                  <a:lnTo>
                    <a:pt x="4832557" y="738003"/>
                  </a:lnTo>
                  <a:lnTo>
                    <a:pt x="4832557" y="726487"/>
                  </a:lnTo>
                  <a:lnTo>
                    <a:pt x="4838030" y="726487"/>
                  </a:lnTo>
                  <a:lnTo>
                    <a:pt x="4838030" y="726487"/>
                  </a:lnTo>
                  <a:lnTo>
                    <a:pt x="4843503" y="726487"/>
                  </a:lnTo>
                  <a:lnTo>
                    <a:pt x="4843503" y="726487"/>
                  </a:lnTo>
                  <a:lnTo>
                    <a:pt x="4848976" y="726487"/>
                  </a:lnTo>
                  <a:lnTo>
                    <a:pt x="4848976" y="726487"/>
                  </a:lnTo>
                  <a:lnTo>
                    <a:pt x="4854449" y="726487"/>
                  </a:lnTo>
                  <a:lnTo>
                    <a:pt x="4854449" y="726487"/>
                  </a:lnTo>
                  <a:lnTo>
                    <a:pt x="4859922" y="726487"/>
                  </a:lnTo>
                  <a:lnTo>
                    <a:pt x="4859922" y="726487"/>
                  </a:lnTo>
                  <a:lnTo>
                    <a:pt x="4865395" y="726487"/>
                  </a:lnTo>
                  <a:lnTo>
                    <a:pt x="4865395" y="726487"/>
                  </a:lnTo>
                  <a:lnTo>
                    <a:pt x="4870868" y="726487"/>
                  </a:lnTo>
                  <a:lnTo>
                    <a:pt x="4870868" y="726487"/>
                  </a:lnTo>
                  <a:lnTo>
                    <a:pt x="4876340" y="726487"/>
                  </a:lnTo>
                  <a:lnTo>
                    <a:pt x="4876340" y="726487"/>
                  </a:lnTo>
                  <a:lnTo>
                    <a:pt x="4881813" y="726487"/>
                  </a:lnTo>
                  <a:lnTo>
                    <a:pt x="4881813" y="726487"/>
                  </a:lnTo>
                  <a:lnTo>
                    <a:pt x="4887286" y="726487"/>
                  </a:lnTo>
                  <a:lnTo>
                    <a:pt x="4887286" y="726487"/>
                  </a:lnTo>
                  <a:lnTo>
                    <a:pt x="4892759" y="726487"/>
                  </a:lnTo>
                  <a:lnTo>
                    <a:pt x="4892759" y="714861"/>
                  </a:lnTo>
                  <a:lnTo>
                    <a:pt x="4898232" y="714861"/>
                  </a:lnTo>
                  <a:lnTo>
                    <a:pt x="4898232" y="714861"/>
                  </a:lnTo>
                  <a:lnTo>
                    <a:pt x="4903705" y="714861"/>
                  </a:lnTo>
                  <a:lnTo>
                    <a:pt x="4903705" y="714861"/>
                  </a:lnTo>
                  <a:lnTo>
                    <a:pt x="4909178" y="714861"/>
                  </a:lnTo>
                  <a:lnTo>
                    <a:pt x="4909178" y="714861"/>
                  </a:lnTo>
                  <a:lnTo>
                    <a:pt x="4914651" y="714861"/>
                  </a:lnTo>
                  <a:lnTo>
                    <a:pt x="4914651" y="714861"/>
                  </a:lnTo>
                  <a:lnTo>
                    <a:pt x="4920123" y="714861"/>
                  </a:lnTo>
                  <a:lnTo>
                    <a:pt x="4920123" y="714861"/>
                  </a:lnTo>
                  <a:lnTo>
                    <a:pt x="4925596" y="714861"/>
                  </a:lnTo>
                  <a:lnTo>
                    <a:pt x="4925596" y="714861"/>
                  </a:lnTo>
                  <a:lnTo>
                    <a:pt x="4931069" y="714861"/>
                  </a:lnTo>
                  <a:lnTo>
                    <a:pt x="4931069" y="703123"/>
                  </a:lnTo>
                  <a:lnTo>
                    <a:pt x="4936542" y="703123"/>
                  </a:lnTo>
                  <a:lnTo>
                    <a:pt x="4936542" y="703123"/>
                  </a:lnTo>
                  <a:lnTo>
                    <a:pt x="4942015" y="703123"/>
                  </a:lnTo>
                  <a:lnTo>
                    <a:pt x="4942015" y="691309"/>
                  </a:lnTo>
                  <a:lnTo>
                    <a:pt x="4947488" y="691309"/>
                  </a:lnTo>
                  <a:lnTo>
                    <a:pt x="4947488" y="691309"/>
                  </a:lnTo>
                  <a:lnTo>
                    <a:pt x="4952961" y="691309"/>
                  </a:lnTo>
                  <a:lnTo>
                    <a:pt x="4952961" y="691309"/>
                  </a:lnTo>
                  <a:lnTo>
                    <a:pt x="4958434" y="691309"/>
                  </a:lnTo>
                  <a:lnTo>
                    <a:pt x="4958434" y="691309"/>
                  </a:lnTo>
                  <a:lnTo>
                    <a:pt x="4963907" y="691309"/>
                  </a:lnTo>
                  <a:lnTo>
                    <a:pt x="4963907" y="691309"/>
                  </a:lnTo>
                  <a:lnTo>
                    <a:pt x="4969379" y="691309"/>
                  </a:lnTo>
                  <a:lnTo>
                    <a:pt x="4969379" y="691309"/>
                  </a:lnTo>
                  <a:lnTo>
                    <a:pt x="4974852" y="691309"/>
                  </a:lnTo>
                  <a:lnTo>
                    <a:pt x="4974852" y="691309"/>
                  </a:lnTo>
                  <a:lnTo>
                    <a:pt x="4980325" y="691309"/>
                  </a:lnTo>
                  <a:lnTo>
                    <a:pt x="4980325" y="691309"/>
                  </a:lnTo>
                  <a:lnTo>
                    <a:pt x="4985798" y="691309"/>
                  </a:lnTo>
                  <a:lnTo>
                    <a:pt x="4985798" y="691309"/>
                  </a:lnTo>
                  <a:lnTo>
                    <a:pt x="4991271" y="691309"/>
                  </a:lnTo>
                  <a:lnTo>
                    <a:pt x="4991271" y="691309"/>
                  </a:lnTo>
                  <a:lnTo>
                    <a:pt x="4996744" y="691309"/>
                  </a:lnTo>
                  <a:lnTo>
                    <a:pt x="4996744" y="691309"/>
                  </a:lnTo>
                  <a:lnTo>
                    <a:pt x="5002217" y="691309"/>
                  </a:lnTo>
                  <a:lnTo>
                    <a:pt x="5002217" y="679364"/>
                  </a:lnTo>
                  <a:lnTo>
                    <a:pt x="5007690" y="679364"/>
                  </a:lnTo>
                  <a:lnTo>
                    <a:pt x="5007690" y="679364"/>
                  </a:lnTo>
                  <a:lnTo>
                    <a:pt x="5013163" y="679364"/>
                  </a:lnTo>
                  <a:lnTo>
                    <a:pt x="5013163" y="679364"/>
                  </a:lnTo>
                  <a:lnTo>
                    <a:pt x="5018635" y="679364"/>
                  </a:lnTo>
                  <a:lnTo>
                    <a:pt x="5018635" y="679364"/>
                  </a:lnTo>
                  <a:lnTo>
                    <a:pt x="5024108" y="679364"/>
                  </a:lnTo>
                  <a:lnTo>
                    <a:pt x="5024108" y="679364"/>
                  </a:lnTo>
                  <a:lnTo>
                    <a:pt x="5029581" y="679364"/>
                  </a:lnTo>
                  <a:lnTo>
                    <a:pt x="5029581" y="679364"/>
                  </a:lnTo>
                  <a:lnTo>
                    <a:pt x="5035054" y="679364"/>
                  </a:lnTo>
                  <a:lnTo>
                    <a:pt x="5035054" y="667367"/>
                  </a:lnTo>
                  <a:lnTo>
                    <a:pt x="5040527" y="667367"/>
                  </a:lnTo>
                  <a:lnTo>
                    <a:pt x="5040527" y="667367"/>
                  </a:lnTo>
                  <a:lnTo>
                    <a:pt x="5046000" y="667367"/>
                  </a:lnTo>
                  <a:lnTo>
                    <a:pt x="5046000" y="667367"/>
                  </a:lnTo>
                  <a:lnTo>
                    <a:pt x="5051473" y="667367"/>
                  </a:lnTo>
                  <a:lnTo>
                    <a:pt x="5051473" y="655346"/>
                  </a:lnTo>
                  <a:lnTo>
                    <a:pt x="5056946" y="655346"/>
                  </a:lnTo>
                  <a:lnTo>
                    <a:pt x="5056946" y="655346"/>
                  </a:lnTo>
                  <a:lnTo>
                    <a:pt x="5062419" y="655346"/>
                  </a:lnTo>
                  <a:lnTo>
                    <a:pt x="5062419" y="655346"/>
                  </a:lnTo>
                  <a:lnTo>
                    <a:pt x="5067891" y="655346"/>
                  </a:lnTo>
                  <a:lnTo>
                    <a:pt x="5067891" y="655346"/>
                  </a:lnTo>
                  <a:lnTo>
                    <a:pt x="5073364" y="655346"/>
                  </a:lnTo>
                  <a:lnTo>
                    <a:pt x="5073364" y="655346"/>
                  </a:lnTo>
                  <a:lnTo>
                    <a:pt x="5078837" y="655346"/>
                  </a:lnTo>
                  <a:lnTo>
                    <a:pt x="5078837" y="655346"/>
                  </a:lnTo>
                  <a:lnTo>
                    <a:pt x="5084310" y="655346"/>
                  </a:lnTo>
                  <a:lnTo>
                    <a:pt x="5084310" y="655346"/>
                  </a:lnTo>
                  <a:lnTo>
                    <a:pt x="5089783" y="655346"/>
                  </a:lnTo>
                  <a:lnTo>
                    <a:pt x="5089783" y="655346"/>
                  </a:lnTo>
                  <a:lnTo>
                    <a:pt x="5095256" y="655346"/>
                  </a:lnTo>
                  <a:lnTo>
                    <a:pt x="5095256" y="655346"/>
                  </a:lnTo>
                  <a:lnTo>
                    <a:pt x="5100729" y="655346"/>
                  </a:lnTo>
                  <a:lnTo>
                    <a:pt x="5100729" y="655346"/>
                  </a:lnTo>
                  <a:lnTo>
                    <a:pt x="5106202" y="655346"/>
                  </a:lnTo>
                  <a:lnTo>
                    <a:pt x="5106202" y="655346"/>
                  </a:lnTo>
                  <a:lnTo>
                    <a:pt x="5111674" y="655346"/>
                  </a:lnTo>
                  <a:lnTo>
                    <a:pt x="5111674" y="655346"/>
                  </a:lnTo>
                  <a:lnTo>
                    <a:pt x="5117147" y="655346"/>
                  </a:lnTo>
                  <a:lnTo>
                    <a:pt x="5117147" y="655346"/>
                  </a:lnTo>
                  <a:lnTo>
                    <a:pt x="5122620" y="655346"/>
                  </a:lnTo>
                  <a:lnTo>
                    <a:pt x="5122620" y="655346"/>
                  </a:lnTo>
                  <a:lnTo>
                    <a:pt x="5128093" y="655346"/>
                  </a:lnTo>
                  <a:lnTo>
                    <a:pt x="5128093" y="655346"/>
                  </a:lnTo>
                  <a:lnTo>
                    <a:pt x="5133566" y="655346"/>
                  </a:lnTo>
                  <a:lnTo>
                    <a:pt x="5133566" y="655346"/>
                  </a:lnTo>
                  <a:lnTo>
                    <a:pt x="5139039" y="655346"/>
                  </a:lnTo>
                  <a:lnTo>
                    <a:pt x="5139039" y="655346"/>
                  </a:lnTo>
                  <a:lnTo>
                    <a:pt x="5144512" y="655346"/>
                  </a:lnTo>
                  <a:lnTo>
                    <a:pt x="5144512" y="655346"/>
                  </a:lnTo>
                  <a:lnTo>
                    <a:pt x="5149985" y="655346"/>
                  </a:lnTo>
                  <a:lnTo>
                    <a:pt x="5149985" y="655346"/>
                  </a:lnTo>
                  <a:lnTo>
                    <a:pt x="5155458" y="655346"/>
                  </a:lnTo>
                  <a:lnTo>
                    <a:pt x="5155458" y="655346"/>
                  </a:lnTo>
                  <a:lnTo>
                    <a:pt x="5160930" y="655346"/>
                  </a:lnTo>
                  <a:lnTo>
                    <a:pt x="5160930" y="643199"/>
                  </a:lnTo>
                  <a:lnTo>
                    <a:pt x="5166403" y="643199"/>
                  </a:lnTo>
                  <a:lnTo>
                    <a:pt x="5166403" y="643199"/>
                  </a:lnTo>
                  <a:lnTo>
                    <a:pt x="5171876" y="643199"/>
                  </a:lnTo>
                  <a:lnTo>
                    <a:pt x="5171876" y="643199"/>
                  </a:lnTo>
                  <a:lnTo>
                    <a:pt x="5177349" y="643199"/>
                  </a:lnTo>
                  <a:lnTo>
                    <a:pt x="5177349" y="643199"/>
                  </a:lnTo>
                  <a:lnTo>
                    <a:pt x="5182822" y="643199"/>
                  </a:lnTo>
                  <a:lnTo>
                    <a:pt x="5182822" y="643199"/>
                  </a:lnTo>
                  <a:lnTo>
                    <a:pt x="5188295" y="643199"/>
                  </a:lnTo>
                  <a:lnTo>
                    <a:pt x="5188295" y="643199"/>
                  </a:lnTo>
                  <a:lnTo>
                    <a:pt x="5193768" y="643199"/>
                  </a:lnTo>
                  <a:lnTo>
                    <a:pt x="5193768" y="643199"/>
                  </a:lnTo>
                  <a:lnTo>
                    <a:pt x="5199241" y="643199"/>
                  </a:lnTo>
                  <a:lnTo>
                    <a:pt x="5199241" y="643199"/>
                  </a:lnTo>
                  <a:lnTo>
                    <a:pt x="5204714" y="643199"/>
                  </a:lnTo>
                  <a:lnTo>
                    <a:pt x="5204714" y="643199"/>
                  </a:lnTo>
                  <a:lnTo>
                    <a:pt x="5210186" y="643199"/>
                  </a:lnTo>
                  <a:lnTo>
                    <a:pt x="5210186" y="643199"/>
                  </a:lnTo>
                  <a:lnTo>
                    <a:pt x="5215659" y="643199"/>
                  </a:lnTo>
                  <a:lnTo>
                    <a:pt x="5215659" y="643199"/>
                  </a:lnTo>
                  <a:lnTo>
                    <a:pt x="5221132" y="643199"/>
                  </a:lnTo>
                  <a:lnTo>
                    <a:pt x="5221132" y="643199"/>
                  </a:lnTo>
                  <a:lnTo>
                    <a:pt x="5226605" y="643199"/>
                  </a:lnTo>
                  <a:lnTo>
                    <a:pt x="5226605" y="643199"/>
                  </a:lnTo>
                  <a:lnTo>
                    <a:pt x="5232078" y="643199"/>
                  </a:lnTo>
                  <a:lnTo>
                    <a:pt x="5232078" y="643199"/>
                  </a:lnTo>
                  <a:lnTo>
                    <a:pt x="5237551" y="643199"/>
                  </a:lnTo>
                  <a:lnTo>
                    <a:pt x="5237551" y="643199"/>
                  </a:lnTo>
                  <a:lnTo>
                    <a:pt x="5243024" y="643199"/>
                  </a:lnTo>
                  <a:lnTo>
                    <a:pt x="5243024" y="643199"/>
                  </a:lnTo>
                  <a:lnTo>
                    <a:pt x="5248497" y="643199"/>
                  </a:lnTo>
                  <a:lnTo>
                    <a:pt x="5248497" y="630909"/>
                  </a:lnTo>
                  <a:lnTo>
                    <a:pt x="5253970" y="630909"/>
                  </a:lnTo>
                  <a:lnTo>
                    <a:pt x="5253970" y="630909"/>
                  </a:lnTo>
                  <a:lnTo>
                    <a:pt x="5259442" y="630909"/>
                  </a:lnTo>
                  <a:lnTo>
                    <a:pt x="5259442" y="630909"/>
                  </a:lnTo>
                  <a:lnTo>
                    <a:pt x="5264915" y="630909"/>
                  </a:lnTo>
                  <a:lnTo>
                    <a:pt x="5264915" y="630909"/>
                  </a:lnTo>
                  <a:lnTo>
                    <a:pt x="5270388" y="630909"/>
                  </a:lnTo>
                  <a:lnTo>
                    <a:pt x="5270388" y="630909"/>
                  </a:lnTo>
                  <a:lnTo>
                    <a:pt x="5275861" y="630909"/>
                  </a:lnTo>
                  <a:lnTo>
                    <a:pt x="5275861" y="618578"/>
                  </a:lnTo>
                  <a:lnTo>
                    <a:pt x="5281334" y="618578"/>
                  </a:lnTo>
                  <a:lnTo>
                    <a:pt x="5281334" y="618578"/>
                  </a:lnTo>
                  <a:lnTo>
                    <a:pt x="5286807" y="618578"/>
                  </a:lnTo>
                  <a:lnTo>
                    <a:pt x="5286807" y="618578"/>
                  </a:lnTo>
                  <a:lnTo>
                    <a:pt x="5292280" y="618578"/>
                  </a:lnTo>
                  <a:lnTo>
                    <a:pt x="5292280" y="618578"/>
                  </a:lnTo>
                  <a:lnTo>
                    <a:pt x="5297753" y="618578"/>
                  </a:lnTo>
                  <a:lnTo>
                    <a:pt x="5297753" y="618578"/>
                  </a:lnTo>
                  <a:lnTo>
                    <a:pt x="5303225" y="618578"/>
                  </a:lnTo>
                  <a:lnTo>
                    <a:pt x="5303225" y="618578"/>
                  </a:lnTo>
                  <a:lnTo>
                    <a:pt x="5308698" y="618578"/>
                  </a:lnTo>
                  <a:lnTo>
                    <a:pt x="5308698" y="606234"/>
                  </a:lnTo>
                  <a:lnTo>
                    <a:pt x="5314171" y="606234"/>
                  </a:lnTo>
                  <a:lnTo>
                    <a:pt x="5314171" y="606234"/>
                  </a:lnTo>
                  <a:lnTo>
                    <a:pt x="5319644" y="606234"/>
                  </a:lnTo>
                  <a:lnTo>
                    <a:pt x="5319644" y="606234"/>
                  </a:lnTo>
                  <a:lnTo>
                    <a:pt x="5325117" y="606234"/>
                  </a:lnTo>
                  <a:lnTo>
                    <a:pt x="5325117" y="606234"/>
                  </a:lnTo>
                  <a:lnTo>
                    <a:pt x="5330590" y="606234"/>
                  </a:lnTo>
                  <a:lnTo>
                    <a:pt x="5330590" y="606234"/>
                  </a:lnTo>
                  <a:lnTo>
                    <a:pt x="5336063" y="606234"/>
                  </a:lnTo>
                  <a:lnTo>
                    <a:pt x="5336063" y="606234"/>
                  </a:lnTo>
                  <a:lnTo>
                    <a:pt x="5341536" y="606234"/>
                  </a:lnTo>
                  <a:lnTo>
                    <a:pt x="5341536" y="606234"/>
                  </a:lnTo>
                  <a:lnTo>
                    <a:pt x="5347009" y="606234"/>
                  </a:lnTo>
                  <a:lnTo>
                    <a:pt x="5347009" y="606234"/>
                  </a:lnTo>
                  <a:lnTo>
                    <a:pt x="5352481" y="606234"/>
                  </a:lnTo>
                  <a:lnTo>
                    <a:pt x="5352481" y="606234"/>
                  </a:lnTo>
                  <a:lnTo>
                    <a:pt x="5357954" y="606234"/>
                  </a:lnTo>
                  <a:lnTo>
                    <a:pt x="5357954" y="606234"/>
                  </a:lnTo>
                  <a:lnTo>
                    <a:pt x="5363427" y="606234"/>
                  </a:lnTo>
                  <a:lnTo>
                    <a:pt x="5363427" y="606234"/>
                  </a:lnTo>
                  <a:lnTo>
                    <a:pt x="5368900" y="606234"/>
                  </a:lnTo>
                  <a:lnTo>
                    <a:pt x="5368900" y="606234"/>
                  </a:lnTo>
                  <a:lnTo>
                    <a:pt x="5374373" y="606234"/>
                  </a:lnTo>
                  <a:lnTo>
                    <a:pt x="5374373" y="606234"/>
                  </a:lnTo>
                  <a:lnTo>
                    <a:pt x="5379846" y="606234"/>
                  </a:lnTo>
                  <a:lnTo>
                    <a:pt x="5379846" y="606234"/>
                  </a:lnTo>
                  <a:lnTo>
                    <a:pt x="5385319" y="606234"/>
                  </a:lnTo>
                  <a:lnTo>
                    <a:pt x="5385319" y="606234"/>
                  </a:lnTo>
                  <a:lnTo>
                    <a:pt x="5390792" y="606234"/>
                  </a:lnTo>
                  <a:lnTo>
                    <a:pt x="5390792" y="606234"/>
                  </a:lnTo>
                  <a:lnTo>
                    <a:pt x="5396265" y="606234"/>
                  </a:lnTo>
                  <a:lnTo>
                    <a:pt x="5396265" y="606234"/>
                  </a:lnTo>
                  <a:lnTo>
                    <a:pt x="5401737" y="606234"/>
                  </a:lnTo>
                  <a:lnTo>
                    <a:pt x="5401737" y="606234"/>
                  </a:lnTo>
                  <a:lnTo>
                    <a:pt x="5407210" y="606234"/>
                  </a:lnTo>
                  <a:lnTo>
                    <a:pt x="5407210" y="606234"/>
                  </a:lnTo>
                  <a:lnTo>
                    <a:pt x="5412683" y="606234"/>
                  </a:lnTo>
                  <a:lnTo>
                    <a:pt x="5412683" y="606234"/>
                  </a:lnTo>
                  <a:lnTo>
                    <a:pt x="5418156" y="606234"/>
                  </a:lnTo>
                  <a:lnTo>
                    <a:pt x="5418156" y="606234"/>
                  </a:lnTo>
                  <a:lnTo>
                    <a:pt x="5423629" y="606234"/>
                  </a:lnTo>
                  <a:lnTo>
                    <a:pt x="5423629" y="606234"/>
                  </a:lnTo>
                  <a:lnTo>
                    <a:pt x="5429102" y="606234"/>
                  </a:lnTo>
                  <a:lnTo>
                    <a:pt x="5429102" y="606234"/>
                  </a:lnTo>
                  <a:lnTo>
                    <a:pt x="5434575" y="606234"/>
                  </a:lnTo>
                  <a:lnTo>
                    <a:pt x="5434575" y="606234"/>
                  </a:lnTo>
                  <a:lnTo>
                    <a:pt x="5440048" y="606234"/>
                  </a:lnTo>
                  <a:lnTo>
                    <a:pt x="5440048" y="606234"/>
                  </a:lnTo>
                  <a:lnTo>
                    <a:pt x="5445520" y="606234"/>
                  </a:lnTo>
                  <a:lnTo>
                    <a:pt x="5445520" y="606234"/>
                  </a:lnTo>
                  <a:lnTo>
                    <a:pt x="5450993" y="606234"/>
                  </a:lnTo>
                  <a:lnTo>
                    <a:pt x="5450993" y="606234"/>
                  </a:lnTo>
                  <a:lnTo>
                    <a:pt x="5456466" y="606234"/>
                  </a:lnTo>
                  <a:lnTo>
                    <a:pt x="5456466" y="606234"/>
                  </a:lnTo>
                  <a:lnTo>
                    <a:pt x="5461939" y="606234"/>
                  </a:lnTo>
                  <a:lnTo>
                    <a:pt x="5461939" y="606234"/>
                  </a:lnTo>
                  <a:lnTo>
                    <a:pt x="5467412" y="606234"/>
                  </a:lnTo>
                  <a:lnTo>
                    <a:pt x="5467412" y="606234"/>
                  </a:lnTo>
                  <a:lnTo>
                    <a:pt x="5472885" y="606234"/>
                  </a:lnTo>
                  <a:lnTo>
                    <a:pt x="5472885" y="606234"/>
                  </a:lnTo>
                  <a:lnTo>
                    <a:pt x="5478358" y="606234"/>
                  </a:lnTo>
                  <a:lnTo>
                    <a:pt x="5478358" y="606234"/>
                  </a:lnTo>
                  <a:lnTo>
                    <a:pt x="5483831" y="606234"/>
                  </a:lnTo>
                  <a:lnTo>
                    <a:pt x="5483831" y="606234"/>
                  </a:lnTo>
                  <a:lnTo>
                    <a:pt x="5489304" y="606234"/>
                  </a:lnTo>
                  <a:lnTo>
                    <a:pt x="5489304" y="606234"/>
                  </a:lnTo>
                  <a:lnTo>
                    <a:pt x="5494776" y="606234"/>
                  </a:lnTo>
                  <a:lnTo>
                    <a:pt x="5494776" y="606234"/>
                  </a:lnTo>
                  <a:lnTo>
                    <a:pt x="5500249" y="606234"/>
                  </a:lnTo>
                  <a:lnTo>
                    <a:pt x="5500249" y="606234"/>
                  </a:lnTo>
                  <a:lnTo>
                    <a:pt x="5505722" y="606234"/>
                  </a:lnTo>
                  <a:lnTo>
                    <a:pt x="5505722" y="606234"/>
                  </a:lnTo>
                  <a:lnTo>
                    <a:pt x="5511195" y="606234"/>
                  </a:lnTo>
                  <a:lnTo>
                    <a:pt x="5511195" y="606234"/>
                  </a:lnTo>
                  <a:lnTo>
                    <a:pt x="5516668" y="606234"/>
                  </a:lnTo>
                  <a:lnTo>
                    <a:pt x="5516668" y="606234"/>
                  </a:lnTo>
                  <a:lnTo>
                    <a:pt x="5522141" y="606234"/>
                  </a:lnTo>
                  <a:lnTo>
                    <a:pt x="5522141" y="606234"/>
                  </a:lnTo>
                  <a:lnTo>
                    <a:pt x="5527614" y="606234"/>
                  </a:lnTo>
                  <a:lnTo>
                    <a:pt x="5527614" y="606234"/>
                  </a:lnTo>
                  <a:lnTo>
                    <a:pt x="5533087" y="606234"/>
                  </a:lnTo>
                  <a:lnTo>
                    <a:pt x="5533087" y="606234"/>
                  </a:lnTo>
                  <a:lnTo>
                    <a:pt x="5538560" y="606234"/>
                  </a:lnTo>
                  <a:lnTo>
                    <a:pt x="5538560" y="606234"/>
                  </a:lnTo>
                  <a:lnTo>
                    <a:pt x="5544032" y="606234"/>
                  </a:lnTo>
                  <a:lnTo>
                    <a:pt x="5544032" y="606234"/>
                  </a:lnTo>
                  <a:lnTo>
                    <a:pt x="5549505" y="606234"/>
                  </a:lnTo>
                  <a:lnTo>
                    <a:pt x="5549505" y="606234"/>
                  </a:lnTo>
                  <a:lnTo>
                    <a:pt x="5554978" y="606234"/>
                  </a:lnTo>
                  <a:lnTo>
                    <a:pt x="5554978" y="593462"/>
                  </a:lnTo>
                  <a:lnTo>
                    <a:pt x="5560451" y="593462"/>
                  </a:lnTo>
                  <a:lnTo>
                    <a:pt x="5560451" y="593462"/>
                  </a:lnTo>
                  <a:lnTo>
                    <a:pt x="5565924" y="593462"/>
                  </a:lnTo>
                  <a:lnTo>
                    <a:pt x="5565924" y="593462"/>
                  </a:lnTo>
                  <a:lnTo>
                    <a:pt x="5571397" y="593462"/>
                  </a:lnTo>
                  <a:lnTo>
                    <a:pt x="5571397" y="593462"/>
                  </a:lnTo>
                  <a:lnTo>
                    <a:pt x="5576870" y="593462"/>
                  </a:lnTo>
                  <a:lnTo>
                    <a:pt x="5576870" y="593462"/>
                  </a:lnTo>
                  <a:lnTo>
                    <a:pt x="5582343" y="593462"/>
                  </a:lnTo>
                  <a:lnTo>
                    <a:pt x="5582343" y="593462"/>
                  </a:lnTo>
                  <a:lnTo>
                    <a:pt x="5587816" y="593462"/>
                  </a:lnTo>
                  <a:lnTo>
                    <a:pt x="5587816" y="593462"/>
                  </a:lnTo>
                  <a:lnTo>
                    <a:pt x="5593288" y="593462"/>
                  </a:lnTo>
                  <a:lnTo>
                    <a:pt x="5593288" y="593462"/>
                  </a:lnTo>
                  <a:lnTo>
                    <a:pt x="5598761" y="593462"/>
                  </a:lnTo>
                  <a:lnTo>
                    <a:pt x="5598761" y="593462"/>
                  </a:lnTo>
                  <a:lnTo>
                    <a:pt x="5604234" y="593462"/>
                  </a:lnTo>
                  <a:lnTo>
                    <a:pt x="5604234" y="580525"/>
                  </a:lnTo>
                  <a:lnTo>
                    <a:pt x="5609707" y="580525"/>
                  </a:lnTo>
                  <a:lnTo>
                    <a:pt x="5609707" y="580525"/>
                  </a:lnTo>
                  <a:lnTo>
                    <a:pt x="5615180" y="580525"/>
                  </a:lnTo>
                  <a:lnTo>
                    <a:pt x="5615180" y="580525"/>
                  </a:lnTo>
                  <a:lnTo>
                    <a:pt x="5620653" y="580525"/>
                  </a:lnTo>
                  <a:lnTo>
                    <a:pt x="5620653" y="580525"/>
                  </a:lnTo>
                  <a:lnTo>
                    <a:pt x="5626126" y="580525"/>
                  </a:lnTo>
                  <a:lnTo>
                    <a:pt x="5626126" y="580525"/>
                  </a:lnTo>
                  <a:lnTo>
                    <a:pt x="5631599" y="580525"/>
                  </a:lnTo>
                  <a:lnTo>
                    <a:pt x="5631599" y="554625"/>
                  </a:lnTo>
                  <a:lnTo>
                    <a:pt x="5637071" y="554625"/>
                  </a:lnTo>
                  <a:lnTo>
                    <a:pt x="5637071" y="554625"/>
                  </a:lnTo>
                  <a:lnTo>
                    <a:pt x="5642544" y="554625"/>
                  </a:lnTo>
                  <a:lnTo>
                    <a:pt x="5642544" y="554625"/>
                  </a:lnTo>
                  <a:lnTo>
                    <a:pt x="5648017" y="554625"/>
                  </a:lnTo>
                  <a:lnTo>
                    <a:pt x="5648017" y="554625"/>
                  </a:lnTo>
                  <a:lnTo>
                    <a:pt x="5653490" y="554625"/>
                  </a:lnTo>
                  <a:lnTo>
                    <a:pt x="5653490" y="554625"/>
                  </a:lnTo>
                  <a:lnTo>
                    <a:pt x="5658963" y="554625"/>
                  </a:lnTo>
                  <a:lnTo>
                    <a:pt x="5658963" y="554625"/>
                  </a:lnTo>
                  <a:lnTo>
                    <a:pt x="5664436" y="554625"/>
                  </a:lnTo>
                  <a:lnTo>
                    <a:pt x="5664436" y="554625"/>
                  </a:lnTo>
                  <a:lnTo>
                    <a:pt x="5669909" y="554625"/>
                  </a:lnTo>
                  <a:lnTo>
                    <a:pt x="5669909" y="554625"/>
                  </a:lnTo>
                  <a:lnTo>
                    <a:pt x="5675382" y="554625"/>
                  </a:lnTo>
                  <a:lnTo>
                    <a:pt x="5675382" y="554625"/>
                  </a:lnTo>
                  <a:lnTo>
                    <a:pt x="5680855" y="554625"/>
                  </a:lnTo>
                  <a:lnTo>
                    <a:pt x="5680855" y="554625"/>
                  </a:lnTo>
                  <a:lnTo>
                    <a:pt x="5686327" y="554625"/>
                  </a:lnTo>
                  <a:lnTo>
                    <a:pt x="5686327" y="554625"/>
                  </a:lnTo>
                  <a:lnTo>
                    <a:pt x="5691800" y="554625"/>
                  </a:lnTo>
                  <a:lnTo>
                    <a:pt x="5691800" y="554625"/>
                  </a:lnTo>
                  <a:lnTo>
                    <a:pt x="5697273" y="554625"/>
                  </a:lnTo>
                  <a:lnTo>
                    <a:pt x="5697273" y="554625"/>
                  </a:lnTo>
                  <a:lnTo>
                    <a:pt x="5702746" y="554625"/>
                  </a:lnTo>
                  <a:lnTo>
                    <a:pt x="5702746" y="554625"/>
                  </a:lnTo>
                  <a:lnTo>
                    <a:pt x="5708219" y="554625"/>
                  </a:lnTo>
                  <a:lnTo>
                    <a:pt x="5708219" y="554625"/>
                  </a:lnTo>
                  <a:lnTo>
                    <a:pt x="5713692" y="554625"/>
                  </a:lnTo>
                  <a:lnTo>
                    <a:pt x="5713692" y="554625"/>
                  </a:lnTo>
                  <a:lnTo>
                    <a:pt x="5719165" y="554625"/>
                  </a:lnTo>
                  <a:lnTo>
                    <a:pt x="5719165" y="554625"/>
                  </a:lnTo>
                  <a:lnTo>
                    <a:pt x="5724638" y="554625"/>
                  </a:lnTo>
                  <a:lnTo>
                    <a:pt x="5724638" y="554625"/>
                  </a:lnTo>
                  <a:lnTo>
                    <a:pt x="5730111" y="554625"/>
                  </a:lnTo>
                  <a:lnTo>
                    <a:pt x="5730111" y="554625"/>
                  </a:lnTo>
                  <a:lnTo>
                    <a:pt x="5735583" y="554625"/>
                  </a:lnTo>
                  <a:lnTo>
                    <a:pt x="5735583" y="554625"/>
                  </a:lnTo>
                  <a:lnTo>
                    <a:pt x="5741056" y="554625"/>
                  </a:lnTo>
                  <a:lnTo>
                    <a:pt x="5741056" y="554625"/>
                  </a:lnTo>
                  <a:lnTo>
                    <a:pt x="5746529" y="554625"/>
                  </a:lnTo>
                  <a:lnTo>
                    <a:pt x="5746529" y="554625"/>
                  </a:lnTo>
                  <a:lnTo>
                    <a:pt x="5752002" y="554625"/>
                  </a:lnTo>
                  <a:lnTo>
                    <a:pt x="5752002" y="554625"/>
                  </a:lnTo>
                  <a:lnTo>
                    <a:pt x="5757475" y="554625"/>
                  </a:lnTo>
                  <a:lnTo>
                    <a:pt x="5757475" y="554625"/>
                  </a:lnTo>
                  <a:lnTo>
                    <a:pt x="5762948" y="554625"/>
                  </a:lnTo>
                  <a:lnTo>
                    <a:pt x="5762948" y="554625"/>
                  </a:lnTo>
                  <a:lnTo>
                    <a:pt x="5768421" y="554625"/>
                  </a:lnTo>
                  <a:lnTo>
                    <a:pt x="5768421" y="541486"/>
                  </a:lnTo>
                  <a:lnTo>
                    <a:pt x="5773894" y="541486"/>
                  </a:lnTo>
                  <a:lnTo>
                    <a:pt x="5773894" y="541486"/>
                  </a:lnTo>
                  <a:lnTo>
                    <a:pt x="5779367" y="541486"/>
                  </a:lnTo>
                  <a:lnTo>
                    <a:pt x="5779367" y="541486"/>
                  </a:lnTo>
                  <a:lnTo>
                    <a:pt x="5784839" y="541486"/>
                  </a:lnTo>
                  <a:lnTo>
                    <a:pt x="5784839" y="541486"/>
                  </a:lnTo>
                  <a:lnTo>
                    <a:pt x="5790312" y="541486"/>
                  </a:lnTo>
                  <a:lnTo>
                    <a:pt x="5790312" y="541486"/>
                  </a:lnTo>
                  <a:lnTo>
                    <a:pt x="5795785" y="541486"/>
                  </a:lnTo>
                  <a:lnTo>
                    <a:pt x="5795785" y="528295"/>
                  </a:lnTo>
                  <a:lnTo>
                    <a:pt x="5801258" y="528295"/>
                  </a:lnTo>
                  <a:lnTo>
                    <a:pt x="5801258" y="528295"/>
                  </a:lnTo>
                  <a:lnTo>
                    <a:pt x="5806731" y="528295"/>
                  </a:lnTo>
                  <a:lnTo>
                    <a:pt x="5806731" y="528295"/>
                  </a:lnTo>
                  <a:lnTo>
                    <a:pt x="5812204" y="528295"/>
                  </a:lnTo>
                  <a:lnTo>
                    <a:pt x="5812204" y="528295"/>
                  </a:lnTo>
                  <a:lnTo>
                    <a:pt x="5817677" y="528295"/>
                  </a:lnTo>
                  <a:lnTo>
                    <a:pt x="5817677" y="528295"/>
                  </a:lnTo>
                  <a:lnTo>
                    <a:pt x="5823150" y="528295"/>
                  </a:lnTo>
                  <a:lnTo>
                    <a:pt x="5823150" y="528295"/>
                  </a:lnTo>
                  <a:lnTo>
                    <a:pt x="5828622" y="528295"/>
                  </a:lnTo>
                  <a:lnTo>
                    <a:pt x="5828622" y="528295"/>
                  </a:lnTo>
                  <a:lnTo>
                    <a:pt x="5834095" y="528295"/>
                  </a:lnTo>
                  <a:lnTo>
                    <a:pt x="5834095" y="528295"/>
                  </a:lnTo>
                  <a:lnTo>
                    <a:pt x="5839568" y="528295"/>
                  </a:lnTo>
                  <a:lnTo>
                    <a:pt x="5839568" y="528295"/>
                  </a:lnTo>
                  <a:lnTo>
                    <a:pt x="5845041" y="528295"/>
                  </a:lnTo>
                  <a:lnTo>
                    <a:pt x="5845041" y="528295"/>
                  </a:lnTo>
                  <a:lnTo>
                    <a:pt x="5850514" y="528295"/>
                  </a:lnTo>
                  <a:lnTo>
                    <a:pt x="5850514" y="528295"/>
                  </a:lnTo>
                  <a:lnTo>
                    <a:pt x="5855987" y="528295"/>
                  </a:lnTo>
                  <a:lnTo>
                    <a:pt x="5855987" y="528295"/>
                  </a:lnTo>
                  <a:lnTo>
                    <a:pt x="5861460" y="528295"/>
                  </a:lnTo>
                  <a:lnTo>
                    <a:pt x="5861460" y="528295"/>
                  </a:lnTo>
                  <a:lnTo>
                    <a:pt x="5866933" y="528295"/>
                  </a:lnTo>
                  <a:lnTo>
                    <a:pt x="5866933" y="528295"/>
                  </a:lnTo>
                  <a:lnTo>
                    <a:pt x="5872406" y="528295"/>
                  </a:lnTo>
                  <a:lnTo>
                    <a:pt x="5872406" y="528295"/>
                  </a:lnTo>
                  <a:lnTo>
                    <a:pt x="5877878" y="528295"/>
                  </a:lnTo>
                  <a:lnTo>
                    <a:pt x="5877878" y="528295"/>
                  </a:lnTo>
                  <a:lnTo>
                    <a:pt x="5883351" y="528295"/>
                  </a:lnTo>
                  <a:lnTo>
                    <a:pt x="5883351" y="528295"/>
                  </a:lnTo>
                  <a:lnTo>
                    <a:pt x="5888824" y="528295"/>
                  </a:lnTo>
                  <a:lnTo>
                    <a:pt x="5888824" y="528295"/>
                  </a:lnTo>
                  <a:lnTo>
                    <a:pt x="5894297" y="528295"/>
                  </a:lnTo>
                  <a:lnTo>
                    <a:pt x="5894297" y="528295"/>
                  </a:lnTo>
                  <a:lnTo>
                    <a:pt x="5899770" y="528295"/>
                  </a:lnTo>
                  <a:lnTo>
                    <a:pt x="5899770" y="528295"/>
                  </a:lnTo>
                  <a:lnTo>
                    <a:pt x="5905243" y="528295"/>
                  </a:lnTo>
                  <a:lnTo>
                    <a:pt x="5905243" y="528295"/>
                  </a:lnTo>
                  <a:lnTo>
                    <a:pt x="5910716" y="528295"/>
                  </a:lnTo>
                  <a:lnTo>
                    <a:pt x="5910716" y="528295"/>
                  </a:lnTo>
                  <a:lnTo>
                    <a:pt x="5916189" y="528295"/>
                  </a:lnTo>
                  <a:lnTo>
                    <a:pt x="5916189" y="528295"/>
                  </a:lnTo>
                  <a:lnTo>
                    <a:pt x="5921662" y="528295"/>
                  </a:lnTo>
                  <a:lnTo>
                    <a:pt x="5921662" y="528295"/>
                  </a:lnTo>
                  <a:lnTo>
                    <a:pt x="5927134" y="528295"/>
                  </a:lnTo>
                  <a:lnTo>
                    <a:pt x="5927134" y="528295"/>
                  </a:lnTo>
                  <a:lnTo>
                    <a:pt x="5932607" y="528295"/>
                  </a:lnTo>
                  <a:lnTo>
                    <a:pt x="5932607" y="514920"/>
                  </a:lnTo>
                  <a:lnTo>
                    <a:pt x="5938080" y="514920"/>
                  </a:lnTo>
                  <a:lnTo>
                    <a:pt x="5938080" y="514920"/>
                  </a:lnTo>
                  <a:lnTo>
                    <a:pt x="5943553" y="514920"/>
                  </a:lnTo>
                  <a:lnTo>
                    <a:pt x="5943553" y="514920"/>
                  </a:lnTo>
                  <a:lnTo>
                    <a:pt x="5949026" y="514920"/>
                  </a:lnTo>
                  <a:lnTo>
                    <a:pt x="5949026" y="514920"/>
                  </a:lnTo>
                  <a:lnTo>
                    <a:pt x="5954499" y="514920"/>
                  </a:lnTo>
                  <a:lnTo>
                    <a:pt x="5954499" y="514920"/>
                  </a:lnTo>
                  <a:lnTo>
                    <a:pt x="5959972" y="514920"/>
                  </a:lnTo>
                  <a:lnTo>
                    <a:pt x="5959972" y="514920"/>
                  </a:lnTo>
                  <a:lnTo>
                    <a:pt x="5965445" y="514920"/>
                  </a:lnTo>
                  <a:lnTo>
                    <a:pt x="5965445" y="514920"/>
                  </a:lnTo>
                  <a:lnTo>
                    <a:pt x="5970918" y="514920"/>
                  </a:lnTo>
                  <a:lnTo>
                    <a:pt x="5970918" y="514920"/>
                  </a:lnTo>
                  <a:lnTo>
                    <a:pt x="5976390" y="514920"/>
                  </a:lnTo>
                  <a:lnTo>
                    <a:pt x="5976390" y="514920"/>
                  </a:lnTo>
                  <a:lnTo>
                    <a:pt x="5981863" y="514920"/>
                  </a:lnTo>
                  <a:lnTo>
                    <a:pt x="5981863" y="514920"/>
                  </a:lnTo>
                  <a:lnTo>
                    <a:pt x="5987336" y="514920"/>
                  </a:lnTo>
                  <a:lnTo>
                    <a:pt x="5987336" y="514920"/>
                  </a:lnTo>
                  <a:lnTo>
                    <a:pt x="5992809" y="514920"/>
                  </a:lnTo>
                  <a:lnTo>
                    <a:pt x="5992809" y="514920"/>
                  </a:lnTo>
                  <a:lnTo>
                    <a:pt x="5998282" y="514920"/>
                  </a:lnTo>
                  <a:lnTo>
                    <a:pt x="5998282" y="514920"/>
                  </a:lnTo>
                  <a:lnTo>
                    <a:pt x="6003755" y="514920"/>
                  </a:lnTo>
                  <a:lnTo>
                    <a:pt x="6003755" y="501411"/>
                  </a:lnTo>
                  <a:lnTo>
                    <a:pt x="6009228" y="501411"/>
                  </a:lnTo>
                  <a:lnTo>
                    <a:pt x="6009228" y="501411"/>
                  </a:lnTo>
                  <a:lnTo>
                    <a:pt x="6014701" y="501411"/>
                  </a:lnTo>
                  <a:lnTo>
                    <a:pt x="6014701" y="501411"/>
                  </a:lnTo>
                  <a:lnTo>
                    <a:pt x="6020173" y="501411"/>
                  </a:lnTo>
                  <a:lnTo>
                    <a:pt x="6020173" y="501411"/>
                  </a:lnTo>
                  <a:lnTo>
                    <a:pt x="6025646" y="501411"/>
                  </a:lnTo>
                  <a:lnTo>
                    <a:pt x="6025646" y="501411"/>
                  </a:lnTo>
                  <a:lnTo>
                    <a:pt x="6031119" y="501411"/>
                  </a:lnTo>
                  <a:lnTo>
                    <a:pt x="6031119" y="501411"/>
                  </a:lnTo>
                  <a:lnTo>
                    <a:pt x="6036592" y="501411"/>
                  </a:lnTo>
                  <a:lnTo>
                    <a:pt x="6036592" y="501411"/>
                  </a:lnTo>
                  <a:lnTo>
                    <a:pt x="6042065" y="501411"/>
                  </a:lnTo>
                  <a:lnTo>
                    <a:pt x="6042065" y="501411"/>
                  </a:lnTo>
                  <a:lnTo>
                    <a:pt x="6047538" y="501411"/>
                  </a:lnTo>
                  <a:lnTo>
                    <a:pt x="6047538" y="501411"/>
                  </a:lnTo>
                  <a:lnTo>
                    <a:pt x="6053011" y="501411"/>
                  </a:lnTo>
                  <a:lnTo>
                    <a:pt x="6053011" y="501411"/>
                  </a:lnTo>
                  <a:lnTo>
                    <a:pt x="6058484" y="501411"/>
                  </a:lnTo>
                  <a:lnTo>
                    <a:pt x="6058484" y="501411"/>
                  </a:lnTo>
                  <a:lnTo>
                    <a:pt x="6063957" y="501411"/>
                  </a:lnTo>
                  <a:lnTo>
                    <a:pt x="6063957" y="501411"/>
                  </a:lnTo>
                  <a:lnTo>
                    <a:pt x="6069429" y="501411"/>
                  </a:lnTo>
                  <a:lnTo>
                    <a:pt x="6069429" y="501411"/>
                  </a:lnTo>
                  <a:lnTo>
                    <a:pt x="6074902" y="501411"/>
                  </a:lnTo>
                  <a:lnTo>
                    <a:pt x="6074902" y="501411"/>
                  </a:lnTo>
                  <a:lnTo>
                    <a:pt x="6080375" y="501411"/>
                  </a:lnTo>
                  <a:lnTo>
                    <a:pt x="6080375" y="501411"/>
                  </a:lnTo>
                  <a:lnTo>
                    <a:pt x="6085848" y="501411"/>
                  </a:lnTo>
                  <a:lnTo>
                    <a:pt x="6085848" y="501411"/>
                  </a:lnTo>
                  <a:lnTo>
                    <a:pt x="6091321" y="501411"/>
                  </a:lnTo>
                  <a:lnTo>
                    <a:pt x="6091321" y="501411"/>
                  </a:lnTo>
                  <a:lnTo>
                    <a:pt x="6096794" y="501411"/>
                  </a:lnTo>
                  <a:lnTo>
                    <a:pt x="6096794" y="501411"/>
                  </a:lnTo>
                  <a:lnTo>
                    <a:pt x="6102267" y="501411"/>
                  </a:lnTo>
                  <a:lnTo>
                    <a:pt x="6102267" y="501411"/>
                  </a:lnTo>
                  <a:lnTo>
                    <a:pt x="6107740" y="501411"/>
                  </a:lnTo>
                  <a:lnTo>
                    <a:pt x="6107740" y="501411"/>
                  </a:lnTo>
                  <a:lnTo>
                    <a:pt x="6113213" y="501411"/>
                  </a:lnTo>
                  <a:lnTo>
                    <a:pt x="6113213" y="501411"/>
                  </a:lnTo>
                  <a:lnTo>
                    <a:pt x="6118685" y="501411"/>
                  </a:lnTo>
                  <a:lnTo>
                    <a:pt x="6118685" y="501411"/>
                  </a:lnTo>
                  <a:lnTo>
                    <a:pt x="6124158" y="501411"/>
                  </a:lnTo>
                  <a:lnTo>
                    <a:pt x="6124158" y="501411"/>
                  </a:lnTo>
                  <a:lnTo>
                    <a:pt x="6129631" y="501411"/>
                  </a:lnTo>
                  <a:lnTo>
                    <a:pt x="6129631" y="501411"/>
                  </a:lnTo>
                  <a:lnTo>
                    <a:pt x="6135104" y="501411"/>
                  </a:lnTo>
                  <a:lnTo>
                    <a:pt x="6135104" y="501411"/>
                  </a:lnTo>
                  <a:lnTo>
                    <a:pt x="6140577" y="501411"/>
                  </a:lnTo>
                  <a:lnTo>
                    <a:pt x="6140577" y="501411"/>
                  </a:lnTo>
                  <a:lnTo>
                    <a:pt x="6146050" y="501411"/>
                  </a:lnTo>
                  <a:lnTo>
                    <a:pt x="6146050" y="501411"/>
                  </a:lnTo>
                  <a:lnTo>
                    <a:pt x="6151523" y="501411"/>
                  </a:lnTo>
                  <a:lnTo>
                    <a:pt x="6151523" y="501411"/>
                  </a:lnTo>
                  <a:lnTo>
                    <a:pt x="6156996" y="501411"/>
                  </a:lnTo>
                  <a:lnTo>
                    <a:pt x="6156996" y="501411"/>
                  </a:lnTo>
                  <a:lnTo>
                    <a:pt x="6162468" y="501411"/>
                  </a:lnTo>
                  <a:lnTo>
                    <a:pt x="6162468" y="501411"/>
                  </a:lnTo>
                  <a:lnTo>
                    <a:pt x="6167941" y="501411"/>
                  </a:lnTo>
                  <a:lnTo>
                    <a:pt x="6167941" y="501411"/>
                  </a:lnTo>
                  <a:lnTo>
                    <a:pt x="6173414" y="501411"/>
                  </a:lnTo>
                  <a:lnTo>
                    <a:pt x="6173414" y="501411"/>
                  </a:lnTo>
                  <a:lnTo>
                    <a:pt x="6178887" y="501411"/>
                  </a:lnTo>
                  <a:lnTo>
                    <a:pt x="6178887" y="501411"/>
                  </a:lnTo>
                  <a:lnTo>
                    <a:pt x="6184360" y="501411"/>
                  </a:lnTo>
                  <a:lnTo>
                    <a:pt x="6184360" y="487620"/>
                  </a:lnTo>
                  <a:lnTo>
                    <a:pt x="6189833" y="487620"/>
                  </a:lnTo>
                  <a:lnTo>
                    <a:pt x="6189833" y="487620"/>
                  </a:lnTo>
                  <a:lnTo>
                    <a:pt x="6195306" y="487620"/>
                  </a:lnTo>
                  <a:lnTo>
                    <a:pt x="6195306" y="487620"/>
                  </a:lnTo>
                  <a:lnTo>
                    <a:pt x="6200779" y="487620"/>
                  </a:lnTo>
                  <a:lnTo>
                    <a:pt x="6200779" y="487620"/>
                  </a:lnTo>
                  <a:lnTo>
                    <a:pt x="6206252" y="487620"/>
                  </a:lnTo>
                  <a:lnTo>
                    <a:pt x="6206252" y="473833"/>
                  </a:lnTo>
                  <a:lnTo>
                    <a:pt x="6211724" y="473833"/>
                  </a:lnTo>
                  <a:lnTo>
                    <a:pt x="6211724" y="473833"/>
                  </a:lnTo>
                  <a:lnTo>
                    <a:pt x="6217197" y="473833"/>
                  </a:lnTo>
                  <a:lnTo>
                    <a:pt x="6217197" y="473833"/>
                  </a:lnTo>
                  <a:lnTo>
                    <a:pt x="6222670" y="473833"/>
                  </a:lnTo>
                  <a:lnTo>
                    <a:pt x="6222670" y="473833"/>
                  </a:lnTo>
                  <a:lnTo>
                    <a:pt x="6228143" y="473833"/>
                  </a:lnTo>
                  <a:lnTo>
                    <a:pt x="6228143" y="473833"/>
                  </a:lnTo>
                  <a:lnTo>
                    <a:pt x="6233616" y="473833"/>
                  </a:lnTo>
                  <a:lnTo>
                    <a:pt x="6233616" y="473833"/>
                  </a:lnTo>
                  <a:lnTo>
                    <a:pt x="6239089" y="473833"/>
                  </a:lnTo>
                  <a:lnTo>
                    <a:pt x="6239089" y="473833"/>
                  </a:lnTo>
                  <a:lnTo>
                    <a:pt x="6244562" y="473833"/>
                  </a:lnTo>
                  <a:lnTo>
                    <a:pt x="6244562" y="473833"/>
                  </a:lnTo>
                  <a:lnTo>
                    <a:pt x="6250035" y="473833"/>
                  </a:lnTo>
                  <a:lnTo>
                    <a:pt x="6250035" y="473833"/>
                  </a:lnTo>
                  <a:lnTo>
                    <a:pt x="6260980" y="473833"/>
                  </a:lnTo>
                  <a:lnTo>
                    <a:pt x="6260980" y="473833"/>
                  </a:lnTo>
                  <a:lnTo>
                    <a:pt x="6266453" y="473833"/>
                  </a:lnTo>
                  <a:lnTo>
                    <a:pt x="6266453" y="473833"/>
                  </a:lnTo>
                  <a:lnTo>
                    <a:pt x="6271926" y="473833"/>
                  </a:lnTo>
                  <a:lnTo>
                    <a:pt x="6271926" y="473833"/>
                  </a:lnTo>
                  <a:lnTo>
                    <a:pt x="6277399" y="473833"/>
                  </a:lnTo>
                  <a:lnTo>
                    <a:pt x="6277399" y="473833"/>
                  </a:lnTo>
                  <a:lnTo>
                    <a:pt x="6282872" y="473833"/>
                  </a:lnTo>
                  <a:lnTo>
                    <a:pt x="6282872" y="473833"/>
                  </a:lnTo>
                  <a:lnTo>
                    <a:pt x="6288345" y="473833"/>
                  </a:lnTo>
                  <a:lnTo>
                    <a:pt x="6288345" y="473833"/>
                  </a:lnTo>
                  <a:lnTo>
                    <a:pt x="6293818" y="473833"/>
                  </a:lnTo>
                  <a:lnTo>
                    <a:pt x="6293818" y="473833"/>
                  </a:lnTo>
                  <a:lnTo>
                    <a:pt x="6299291" y="473833"/>
                  </a:lnTo>
                  <a:lnTo>
                    <a:pt x="6299291" y="473833"/>
                  </a:lnTo>
                  <a:lnTo>
                    <a:pt x="6304764" y="473833"/>
                  </a:lnTo>
                  <a:lnTo>
                    <a:pt x="6304764" y="473833"/>
                  </a:lnTo>
                  <a:lnTo>
                    <a:pt x="6310236" y="473833"/>
                  </a:lnTo>
                  <a:lnTo>
                    <a:pt x="6310236" y="473833"/>
                  </a:lnTo>
                  <a:lnTo>
                    <a:pt x="6315709" y="473833"/>
                  </a:lnTo>
                  <a:lnTo>
                    <a:pt x="6315709" y="473833"/>
                  </a:lnTo>
                  <a:lnTo>
                    <a:pt x="6321182" y="473833"/>
                  </a:lnTo>
                  <a:lnTo>
                    <a:pt x="6321182" y="459877"/>
                  </a:lnTo>
                  <a:lnTo>
                    <a:pt x="6326655" y="459877"/>
                  </a:lnTo>
                  <a:lnTo>
                    <a:pt x="6326655" y="459877"/>
                  </a:lnTo>
                  <a:lnTo>
                    <a:pt x="6332128" y="459877"/>
                  </a:lnTo>
                  <a:lnTo>
                    <a:pt x="6332128" y="445926"/>
                  </a:lnTo>
                  <a:lnTo>
                    <a:pt x="6337601" y="445926"/>
                  </a:lnTo>
                  <a:lnTo>
                    <a:pt x="6337601" y="445926"/>
                  </a:lnTo>
                  <a:lnTo>
                    <a:pt x="6343074" y="445926"/>
                  </a:lnTo>
                  <a:lnTo>
                    <a:pt x="6343074" y="445926"/>
                  </a:lnTo>
                  <a:lnTo>
                    <a:pt x="6354019" y="445926"/>
                  </a:lnTo>
                  <a:lnTo>
                    <a:pt x="6354019" y="445926"/>
                  </a:lnTo>
                  <a:lnTo>
                    <a:pt x="6359492" y="445926"/>
                  </a:lnTo>
                  <a:lnTo>
                    <a:pt x="6359492" y="445926"/>
                  </a:lnTo>
                  <a:lnTo>
                    <a:pt x="6364965" y="445926"/>
                  </a:lnTo>
                  <a:lnTo>
                    <a:pt x="6364965" y="445926"/>
                  </a:lnTo>
                  <a:lnTo>
                    <a:pt x="6370438" y="445926"/>
                  </a:lnTo>
                  <a:lnTo>
                    <a:pt x="6370438" y="445926"/>
                  </a:lnTo>
                  <a:lnTo>
                    <a:pt x="6375911" y="445926"/>
                  </a:lnTo>
                  <a:lnTo>
                    <a:pt x="6375911" y="445926"/>
                  </a:lnTo>
                  <a:lnTo>
                    <a:pt x="6381384" y="445926"/>
                  </a:lnTo>
                  <a:lnTo>
                    <a:pt x="6381384" y="445926"/>
                  </a:lnTo>
                  <a:lnTo>
                    <a:pt x="6386857" y="445926"/>
                  </a:lnTo>
                  <a:lnTo>
                    <a:pt x="6386857" y="445926"/>
                  </a:lnTo>
                  <a:lnTo>
                    <a:pt x="6392330" y="445926"/>
                  </a:lnTo>
                  <a:lnTo>
                    <a:pt x="6392330" y="445926"/>
                  </a:lnTo>
                  <a:lnTo>
                    <a:pt x="6397803" y="445926"/>
                  </a:lnTo>
                  <a:lnTo>
                    <a:pt x="6397803" y="445926"/>
                  </a:lnTo>
                  <a:lnTo>
                    <a:pt x="6403275" y="445926"/>
                  </a:lnTo>
                  <a:lnTo>
                    <a:pt x="6403275" y="445926"/>
                  </a:lnTo>
                  <a:lnTo>
                    <a:pt x="6408748" y="445926"/>
                  </a:lnTo>
                  <a:lnTo>
                    <a:pt x="6408748" y="445926"/>
                  </a:lnTo>
                  <a:lnTo>
                    <a:pt x="6414221" y="445926"/>
                  </a:lnTo>
                  <a:lnTo>
                    <a:pt x="6414221" y="445926"/>
                  </a:lnTo>
                  <a:lnTo>
                    <a:pt x="6419694" y="445926"/>
                  </a:lnTo>
                  <a:lnTo>
                    <a:pt x="6419694" y="445926"/>
                  </a:lnTo>
                  <a:lnTo>
                    <a:pt x="6425167" y="445926"/>
                  </a:lnTo>
                  <a:lnTo>
                    <a:pt x="6425167" y="445926"/>
                  </a:lnTo>
                  <a:lnTo>
                    <a:pt x="6430640" y="445926"/>
                  </a:lnTo>
                  <a:lnTo>
                    <a:pt x="6430640" y="445926"/>
                  </a:lnTo>
                  <a:lnTo>
                    <a:pt x="6436113" y="445926"/>
                  </a:lnTo>
                  <a:lnTo>
                    <a:pt x="6436113" y="445926"/>
                  </a:lnTo>
                  <a:lnTo>
                    <a:pt x="6441586" y="445926"/>
                  </a:lnTo>
                  <a:lnTo>
                    <a:pt x="6441586" y="445926"/>
                  </a:lnTo>
                  <a:lnTo>
                    <a:pt x="6447059" y="445926"/>
                  </a:lnTo>
                  <a:lnTo>
                    <a:pt x="6447059" y="445926"/>
                  </a:lnTo>
                  <a:lnTo>
                    <a:pt x="6452531" y="445926"/>
                  </a:lnTo>
                  <a:lnTo>
                    <a:pt x="6452531" y="431890"/>
                  </a:lnTo>
                  <a:lnTo>
                    <a:pt x="6458004" y="431890"/>
                  </a:lnTo>
                  <a:lnTo>
                    <a:pt x="6458004" y="431890"/>
                  </a:lnTo>
                  <a:lnTo>
                    <a:pt x="6463477" y="431890"/>
                  </a:lnTo>
                  <a:lnTo>
                    <a:pt x="6463477" y="431890"/>
                  </a:lnTo>
                  <a:lnTo>
                    <a:pt x="6468950" y="431890"/>
                  </a:lnTo>
                  <a:lnTo>
                    <a:pt x="6468950" y="431890"/>
                  </a:lnTo>
                  <a:lnTo>
                    <a:pt x="6474423" y="431890"/>
                  </a:lnTo>
                  <a:lnTo>
                    <a:pt x="6474423" y="431890"/>
                  </a:lnTo>
                  <a:lnTo>
                    <a:pt x="6479896" y="431890"/>
                  </a:lnTo>
                  <a:lnTo>
                    <a:pt x="6479896" y="417790"/>
                  </a:lnTo>
                  <a:lnTo>
                    <a:pt x="6485369" y="417790"/>
                  </a:lnTo>
                  <a:lnTo>
                    <a:pt x="6485369" y="417790"/>
                  </a:lnTo>
                  <a:lnTo>
                    <a:pt x="6490842" y="417790"/>
                  </a:lnTo>
                  <a:lnTo>
                    <a:pt x="6490842" y="417790"/>
                  </a:lnTo>
                  <a:lnTo>
                    <a:pt x="6496315" y="417790"/>
                  </a:lnTo>
                  <a:lnTo>
                    <a:pt x="6496315" y="417790"/>
                  </a:lnTo>
                  <a:lnTo>
                    <a:pt x="6501787" y="417790"/>
                  </a:lnTo>
                  <a:lnTo>
                    <a:pt x="6501787" y="417790"/>
                  </a:lnTo>
                  <a:lnTo>
                    <a:pt x="6507260" y="417790"/>
                  </a:lnTo>
                  <a:lnTo>
                    <a:pt x="6507260" y="417790"/>
                  </a:lnTo>
                  <a:lnTo>
                    <a:pt x="6512733" y="417790"/>
                  </a:lnTo>
                  <a:lnTo>
                    <a:pt x="6512733" y="417790"/>
                  </a:lnTo>
                  <a:lnTo>
                    <a:pt x="6518206" y="417790"/>
                  </a:lnTo>
                  <a:lnTo>
                    <a:pt x="6518206" y="417790"/>
                  </a:lnTo>
                  <a:lnTo>
                    <a:pt x="6523679" y="417790"/>
                  </a:lnTo>
                  <a:lnTo>
                    <a:pt x="6523679" y="417790"/>
                  </a:lnTo>
                  <a:lnTo>
                    <a:pt x="6529152" y="417790"/>
                  </a:lnTo>
                  <a:lnTo>
                    <a:pt x="6529152" y="417790"/>
                  </a:lnTo>
                  <a:lnTo>
                    <a:pt x="6540098" y="417790"/>
                  </a:lnTo>
                  <a:lnTo>
                    <a:pt x="6540098" y="417790"/>
                  </a:lnTo>
                  <a:lnTo>
                    <a:pt x="6551043" y="417790"/>
                  </a:lnTo>
                  <a:lnTo>
                    <a:pt x="6551043" y="417790"/>
                  </a:lnTo>
                  <a:lnTo>
                    <a:pt x="6556516" y="417790"/>
                  </a:lnTo>
                  <a:lnTo>
                    <a:pt x="6556516" y="417790"/>
                  </a:lnTo>
                  <a:lnTo>
                    <a:pt x="6561989" y="417790"/>
                  </a:lnTo>
                  <a:lnTo>
                    <a:pt x="6561989" y="417790"/>
                  </a:lnTo>
                  <a:lnTo>
                    <a:pt x="6567462" y="417790"/>
                  </a:lnTo>
                  <a:lnTo>
                    <a:pt x="6567462" y="417790"/>
                  </a:lnTo>
                  <a:lnTo>
                    <a:pt x="6572935" y="417790"/>
                  </a:lnTo>
                  <a:lnTo>
                    <a:pt x="6572935" y="403578"/>
                  </a:lnTo>
                  <a:lnTo>
                    <a:pt x="6578408" y="403578"/>
                  </a:lnTo>
                  <a:lnTo>
                    <a:pt x="6578408" y="403578"/>
                  </a:lnTo>
                  <a:lnTo>
                    <a:pt x="6583881" y="403578"/>
                  </a:lnTo>
                  <a:lnTo>
                    <a:pt x="6583881" y="403578"/>
                  </a:lnTo>
                  <a:lnTo>
                    <a:pt x="6589354" y="403578"/>
                  </a:lnTo>
                  <a:lnTo>
                    <a:pt x="6589354" y="403578"/>
                  </a:lnTo>
                  <a:lnTo>
                    <a:pt x="6594826" y="403578"/>
                  </a:lnTo>
                  <a:lnTo>
                    <a:pt x="6594826" y="403578"/>
                  </a:lnTo>
                  <a:lnTo>
                    <a:pt x="6600299" y="403578"/>
                  </a:lnTo>
                  <a:lnTo>
                    <a:pt x="6600299" y="403578"/>
                  </a:lnTo>
                  <a:lnTo>
                    <a:pt x="6605772" y="403578"/>
                  </a:lnTo>
                  <a:lnTo>
                    <a:pt x="6605772" y="403578"/>
                  </a:lnTo>
                  <a:lnTo>
                    <a:pt x="6611245" y="403578"/>
                  </a:lnTo>
                  <a:lnTo>
                    <a:pt x="6611245" y="403578"/>
                  </a:lnTo>
                  <a:lnTo>
                    <a:pt x="6616718" y="403578"/>
                  </a:lnTo>
                  <a:lnTo>
                    <a:pt x="6616718" y="403578"/>
                  </a:lnTo>
                  <a:lnTo>
                    <a:pt x="6622191" y="403578"/>
                  </a:lnTo>
                  <a:lnTo>
                    <a:pt x="6622191" y="403578"/>
                  </a:lnTo>
                  <a:lnTo>
                    <a:pt x="6627664" y="403578"/>
                  </a:lnTo>
                  <a:lnTo>
                    <a:pt x="6627664" y="403578"/>
                  </a:lnTo>
                  <a:lnTo>
                    <a:pt x="6633137" y="403578"/>
                  </a:lnTo>
                  <a:lnTo>
                    <a:pt x="6633137" y="403578"/>
                  </a:lnTo>
                  <a:lnTo>
                    <a:pt x="6638610" y="403578"/>
                  </a:lnTo>
                  <a:lnTo>
                    <a:pt x="6638610" y="403578"/>
                  </a:lnTo>
                  <a:lnTo>
                    <a:pt x="6644082" y="403578"/>
                  </a:lnTo>
                  <a:lnTo>
                    <a:pt x="6644082" y="403578"/>
                  </a:lnTo>
                  <a:lnTo>
                    <a:pt x="6649555" y="403578"/>
                  </a:lnTo>
                  <a:lnTo>
                    <a:pt x="6649555" y="403578"/>
                  </a:lnTo>
                  <a:lnTo>
                    <a:pt x="6655028" y="403578"/>
                  </a:lnTo>
                  <a:lnTo>
                    <a:pt x="6655028" y="403578"/>
                  </a:lnTo>
                  <a:lnTo>
                    <a:pt x="6660501" y="403578"/>
                  </a:lnTo>
                  <a:lnTo>
                    <a:pt x="6660501" y="403578"/>
                  </a:lnTo>
                  <a:lnTo>
                    <a:pt x="6665974" y="403578"/>
                  </a:lnTo>
                  <a:lnTo>
                    <a:pt x="6665974" y="403578"/>
                  </a:lnTo>
                  <a:lnTo>
                    <a:pt x="6671447" y="403578"/>
                  </a:lnTo>
                  <a:lnTo>
                    <a:pt x="6671447" y="403578"/>
                  </a:lnTo>
                  <a:lnTo>
                    <a:pt x="6676920" y="403578"/>
                  </a:lnTo>
                  <a:lnTo>
                    <a:pt x="6676920" y="403578"/>
                  </a:lnTo>
                  <a:lnTo>
                    <a:pt x="6682393" y="403578"/>
                  </a:lnTo>
                  <a:lnTo>
                    <a:pt x="6682393" y="403578"/>
                  </a:lnTo>
                  <a:lnTo>
                    <a:pt x="6687865" y="403578"/>
                  </a:lnTo>
                  <a:lnTo>
                    <a:pt x="6687865" y="403578"/>
                  </a:lnTo>
                  <a:lnTo>
                    <a:pt x="6693338" y="403578"/>
                  </a:lnTo>
                  <a:lnTo>
                    <a:pt x="6693338" y="403578"/>
                  </a:lnTo>
                  <a:lnTo>
                    <a:pt x="6698811" y="403578"/>
                  </a:lnTo>
                  <a:lnTo>
                    <a:pt x="6698811" y="403578"/>
                  </a:lnTo>
                  <a:lnTo>
                    <a:pt x="6704284" y="403578"/>
                  </a:lnTo>
                  <a:lnTo>
                    <a:pt x="6704284" y="389129"/>
                  </a:lnTo>
                  <a:lnTo>
                    <a:pt x="6709757" y="389129"/>
                  </a:lnTo>
                  <a:lnTo>
                    <a:pt x="6709757" y="389129"/>
                  </a:lnTo>
                  <a:lnTo>
                    <a:pt x="6715230" y="389129"/>
                  </a:lnTo>
                  <a:lnTo>
                    <a:pt x="6715230" y="389129"/>
                  </a:lnTo>
                  <a:lnTo>
                    <a:pt x="6720703" y="389129"/>
                  </a:lnTo>
                  <a:lnTo>
                    <a:pt x="6720703" y="389129"/>
                  </a:lnTo>
                  <a:lnTo>
                    <a:pt x="6726176" y="389129"/>
                  </a:lnTo>
                  <a:lnTo>
                    <a:pt x="6726176" y="389129"/>
                  </a:lnTo>
                  <a:lnTo>
                    <a:pt x="6731649" y="389129"/>
                  </a:lnTo>
                  <a:lnTo>
                    <a:pt x="6731649" y="389129"/>
                  </a:lnTo>
                  <a:lnTo>
                    <a:pt x="6737121" y="389129"/>
                  </a:lnTo>
                  <a:lnTo>
                    <a:pt x="6737121" y="389129"/>
                  </a:lnTo>
                  <a:lnTo>
                    <a:pt x="6742594" y="389129"/>
                  </a:lnTo>
                  <a:lnTo>
                    <a:pt x="6742594" y="389129"/>
                  </a:lnTo>
                  <a:lnTo>
                    <a:pt x="6748067" y="389129"/>
                  </a:lnTo>
                  <a:lnTo>
                    <a:pt x="6748067" y="389129"/>
                  </a:lnTo>
                  <a:lnTo>
                    <a:pt x="6753540" y="389129"/>
                  </a:lnTo>
                  <a:lnTo>
                    <a:pt x="6753540" y="389129"/>
                  </a:lnTo>
                  <a:lnTo>
                    <a:pt x="6759013" y="389129"/>
                  </a:lnTo>
                  <a:lnTo>
                    <a:pt x="6759013" y="389129"/>
                  </a:lnTo>
                  <a:lnTo>
                    <a:pt x="6764486" y="389129"/>
                  </a:lnTo>
                  <a:lnTo>
                    <a:pt x="6764486" y="374483"/>
                  </a:lnTo>
                  <a:lnTo>
                    <a:pt x="6769959" y="374483"/>
                  </a:lnTo>
                  <a:lnTo>
                    <a:pt x="6769959" y="374483"/>
                  </a:lnTo>
                  <a:lnTo>
                    <a:pt x="6775432" y="374483"/>
                  </a:lnTo>
                  <a:lnTo>
                    <a:pt x="6775432" y="374483"/>
                  </a:lnTo>
                  <a:lnTo>
                    <a:pt x="6780905" y="374483"/>
                  </a:lnTo>
                  <a:lnTo>
                    <a:pt x="6780905" y="374483"/>
                  </a:lnTo>
                  <a:lnTo>
                    <a:pt x="6786377" y="374483"/>
                  </a:lnTo>
                  <a:lnTo>
                    <a:pt x="6786377" y="374483"/>
                  </a:lnTo>
                  <a:lnTo>
                    <a:pt x="6791850" y="374483"/>
                  </a:lnTo>
                  <a:lnTo>
                    <a:pt x="6791850" y="374483"/>
                  </a:lnTo>
                  <a:lnTo>
                    <a:pt x="6797323" y="374483"/>
                  </a:lnTo>
                  <a:lnTo>
                    <a:pt x="6797323" y="374483"/>
                  </a:lnTo>
                  <a:lnTo>
                    <a:pt x="6808269" y="374483"/>
                  </a:lnTo>
                  <a:lnTo>
                    <a:pt x="6808269" y="374483"/>
                  </a:lnTo>
                  <a:lnTo>
                    <a:pt x="6813742" y="374483"/>
                  </a:lnTo>
                  <a:lnTo>
                    <a:pt x="6813742" y="374483"/>
                  </a:lnTo>
                  <a:lnTo>
                    <a:pt x="6819215" y="374483"/>
                  </a:lnTo>
                  <a:lnTo>
                    <a:pt x="6819215" y="374483"/>
                  </a:lnTo>
                  <a:lnTo>
                    <a:pt x="6824688" y="374483"/>
                  </a:lnTo>
                  <a:lnTo>
                    <a:pt x="6824688" y="374483"/>
                  </a:lnTo>
                  <a:lnTo>
                    <a:pt x="6830161" y="374483"/>
                  </a:lnTo>
                  <a:lnTo>
                    <a:pt x="6830161" y="374483"/>
                  </a:lnTo>
                  <a:lnTo>
                    <a:pt x="6835633" y="374483"/>
                  </a:lnTo>
                  <a:lnTo>
                    <a:pt x="6835633" y="374483"/>
                  </a:lnTo>
                  <a:lnTo>
                    <a:pt x="6841106" y="374483"/>
                  </a:lnTo>
                  <a:lnTo>
                    <a:pt x="6841106" y="374483"/>
                  </a:lnTo>
                  <a:lnTo>
                    <a:pt x="6846579" y="374483"/>
                  </a:lnTo>
                  <a:lnTo>
                    <a:pt x="6846579" y="374483"/>
                  </a:lnTo>
                  <a:lnTo>
                    <a:pt x="6852052" y="374483"/>
                  </a:lnTo>
                  <a:lnTo>
                    <a:pt x="6852052" y="359634"/>
                  </a:lnTo>
                  <a:lnTo>
                    <a:pt x="6857525" y="359634"/>
                  </a:lnTo>
                  <a:lnTo>
                    <a:pt x="6857525" y="359634"/>
                  </a:lnTo>
                  <a:lnTo>
                    <a:pt x="6862998" y="359634"/>
                  </a:lnTo>
                  <a:lnTo>
                    <a:pt x="6862998" y="359634"/>
                  </a:lnTo>
                  <a:lnTo>
                    <a:pt x="6868471" y="359634"/>
                  </a:lnTo>
                  <a:lnTo>
                    <a:pt x="6868471" y="359634"/>
                  </a:lnTo>
                  <a:lnTo>
                    <a:pt x="6873944" y="359634"/>
                  </a:lnTo>
                  <a:lnTo>
                    <a:pt x="6873944" y="359634"/>
                  </a:lnTo>
                  <a:lnTo>
                    <a:pt x="6879416" y="359634"/>
                  </a:lnTo>
                  <a:lnTo>
                    <a:pt x="6879416" y="359634"/>
                  </a:lnTo>
                  <a:lnTo>
                    <a:pt x="6884889" y="359634"/>
                  </a:lnTo>
                  <a:lnTo>
                    <a:pt x="6884889" y="359634"/>
                  </a:lnTo>
                  <a:lnTo>
                    <a:pt x="6890362" y="359634"/>
                  </a:lnTo>
                  <a:lnTo>
                    <a:pt x="6890362" y="359634"/>
                  </a:lnTo>
                  <a:lnTo>
                    <a:pt x="6895835" y="359634"/>
                  </a:lnTo>
                  <a:lnTo>
                    <a:pt x="6895835" y="359634"/>
                  </a:lnTo>
                  <a:lnTo>
                    <a:pt x="6901308" y="359634"/>
                  </a:lnTo>
                  <a:lnTo>
                    <a:pt x="6901308" y="359634"/>
                  </a:lnTo>
                  <a:lnTo>
                    <a:pt x="6906781" y="359634"/>
                  </a:lnTo>
                  <a:lnTo>
                    <a:pt x="6906781" y="344655"/>
                  </a:lnTo>
                  <a:lnTo>
                    <a:pt x="6912254" y="344655"/>
                  </a:lnTo>
                  <a:lnTo>
                    <a:pt x="6912254" y="344655"/>
                  </a:lnTo>
                  <a:lnTo>
                    <a:pt x="6917727" y="344655"/>
                  </a:lnTo>
                  <a:lnTo>
                    <a:pt x="6917727" y="344655"/>
                  </a:lnTo>
                  <a:lnTo>
                    <a:pt x="6923200" y="344655"/>
                  </a:lnTo>
                  <a:lnTo>
                    <a:pt x="6923200" y="344655"/>
                  </a:lnTo>
                  <a:lnTo>
                    <a:pt x="6928672" y="344655"/>
                  </a:lnTo>
                  <a:lnTo>
                    <a:pt x="6928672" y="344655"/>
                  </a:lnTo>
                  <a:lnTo>
                    <a:pt x="6934145" y="344655"/>
                  </a:lnTo>
                  <a:lnTo>
                    <a:pt x="6934145" y="344655"/>
                  </a:lnTo>
                  <a:lnTo>
                    <a:pt x="6939618" y="344655"/>
                  </a:lnTo>
                  <a:lnTo>
                    <a:pt x="6939618" y="344655"/>
                  </a:lnTo>
                  <a:lnTo>
                    <a:pt x="6945091" y="344655"/>
                  </a:lnTo>
                  <a:lnTo>
                    <a:pt x="6945091" y="344655"/>
                  </a:lnTo>
                  <a:lnTo>
                    <a:pt x="6950564" y="344655"/>
                  </a:lnTo>
                  <a:lnTo>
                    <a:pt x="6950564" y="344655"/>
                  </a:lnTo>
                  <a:lnTo>
                    <a:pt x="6956037" y="344655"/>
                  </a:lnTo>
                  <a:lnTo>
                    <a:pt x="6956037" y="344655"/>
                  </a:lnTo>
                  <a:lnTo>
                    <a:pt x="6961510" y="344655"/>
                  </a:lnTo>
                  <a:lnTo>
                    <a:pt x="6961510" y="344655"/>
                  </a:lnTo>
                  <a:lnTo>
                    <a:pt x="6966983" y="344655"/>
                  </a:lnTo>
                  <a:lnTo>
                    <a:pt x="6966983" y="344655"/>
                  </a:lnTo>
                  <a:lnTo>
                    <a:pt x="6972456" y="344655"/>
                  </a:lnTo>
                  <a:lnTo>
                    <a:pt x="6972456" y="344655"/>
                  </a:lnTo>
                  <a:lnTo>
                    <a:pt x="6977928" y="344655"/>
                  </a:lnTo>
                  <a:lnTo>
                    <a:pt x="6977928" y="344655"/>
                  </a:lnTo>
                  <a:lnTo>
                    <a:pt x="6983401" y="344655"/>
                  </a:lnTo>
                  <a:lnTo>
                    <a:pt x="6983401" y="344655"/>
                  </a:lnTo>
                  <a:lnTo>
                    <a:pt x="6988874" y="344655"/>
                  </a:lnTo>
                  <a:lnTo>
                    <a:pt x="6988874" y="344655"/>
                  </a:lnTo>
                  <a:lnTo>
                    <a:pt x="6994347" y="344655"/>
                  </a:lnTo>
                  <a:lnTo>
                    <a:pt x="6994347" y="344655"/>
                  </a:lnTo>
                  <a:lnTo>
                    <a:pt x="6999820" y="344655"/>
                  </a:lnTo>
                  <a:lnTo>
                    <a:pt x="6999820" y="344655"/>
                  </a:lnTo>
                  <a:lnTo>
                    <a:pt x="7005293" y="344655"/>
                  </a:lnTo>
                  <a:lnTo>
                    <a:pt x="7005293" y="344655"/>
                  </a:lnTo>
                  <a:lnTo>
                    <a:pt x="7010766" y="344655"/>
                  </a:lnTo>
                  <a:lnTo>
                    <a:pt x="7010766" y="344655"/>
                  </a:lnTo>
                  <a:lnTo>
                    <a:pt x="7016239" y="344655"/>
                  </a:lnTo>
                  <a:lnTo>
                    <a:pt x="7016239" y="344655"/>
                  </a:lnTo>
                  <a:lnTo>
                    <a:pt x="7021712" y="344655"/>
                  </a:lnTo>
                  <a:lnTo>
                    <a:pt x="7021712" y="344655"/>
                  </a:lnTo>
                  <a:lnTo>
                    <a:pt x="7027184" y="344655"/>
                  </a:lnTo>
                  <a:lnTo>
                    <a:pt x="7027184" y="344655"/>
                  </a:lnTo>
                  <a:lnTo>
                    <a:pt x="7032657" y="344655"/>
                  </a:lnTo>
                  <a:lnTo>
                    <a:pt x="7032657" y="344655"/>
                  </a:lnTo>
                  <a:lnTo>
                    <a:pt x="7038130" y="344655"/>
                  </a:lnTo>
                  <a:lnTo>
                    <a:pt x="7038130" y="344655"/>
                  </a:lnTo>
                  <a:lnTo>
                    <a:pt x="7043603" y="344655"/>
                  </a:lnTo>
                  <a:lnTo>
                    <a:pt x="7043603" y="344655"/>
                  </a:lnTo>
                  <a:lnTo>
                    <a:pt x="7049076" y="344655"/>
                  </a:lnTo>
                  <a:lnTo>
                    <a:pt x="7049076" y="344655"/>
                  </a:lnTo>
                  <a:lnTo>
                    <a:pt x="7054549" y="344655"/>
                  </a:lnTo>
                  <a:lnTo>
                    <a:pt x="7054549" y="329372"/>
                  </a:lnTo>
                  <a:lnTo>
                    <a:pt x="7060022" y="329372"/>
                  </a:lnTo>
                  <a:lnTo>
                    <a:pt x="7060022" y="329372"/>
                  </a:lnTo>
                  <a:lnTo>
                    <a:pt x="7065495" y="329372"/>
                  </a:lnTo>
                  <a:lnTo>
                    <a:pt x="7065495" y="329372"/>
                  </a:lnTo>
                  <a:lnTo>
                    <a:pt x="7070967" y="329372"/>
                  </a:lnTo>
                  <a:lnTo>
                    <a:pt x="7070967" y="329372"/>
                  </a:lnTo>
                  <a:lnTo>
                    <a:pt x="7081913" y="329372"/>
                  </a:lnTo>
                  <a:lnTo>
                    <a:pt x="7081913" y="329372"/>
                  </a:lnTo>
                  <a:lnTo>
                    <a:pt x="7087386" y="329372"/>
                  </a:lnTo>
                  <a:lnTo>
                    <a:pt x="7087386" y="329372"/>
                  </a:lnTo>
                  <a:lnTo>
                    <a:pt x="7092859" y="329372"/>
                  </a:lnTo>
                  <a:lnTo>
                    <a:pt x="7092859" y="329372"/>
                  </a:lnTo>
                  <a:lnTo>
                    <a:pt x="7098332" y="329372"/>
                  </a:lnTo>
                  <a:lnTo>
                    <a:pt x="7098332" y="329372"/>
                  </a:lnTo>
                  <a:lnTo>
                    <a:pt x="7103805" y="329372"/>
                  </a:lnTo>
                  <a:lnTo>
                    <a:pt x="7103805" y="329372"/>
                  </a:lnTo>
                  <a:lnTo>
                    <a:pt x="7109278" y="329372"/>
                  </a:lnTo>
                  <a:lnTo>
                    <a:pt x="7109278" y="329372"/>
                  </a:lnTo>
                  <a:lnTo>
                    <a:pt x="7114751" y="329372"/>
                  </a:lnTo>
                  <a:lnTo>
                    <a:pt x="7114751" y="329372"/>
                  </a:lnTo>
                  <a:lnTo>
                    <a:pt x="7120223" y="329372"/>
                  </a:lnTo>
                  <a:lnTo>
                    <a:pt x="7120223" y="329372"/>
                  </a:lnTo>
                  <a:lnTo>
                    <a:pt x="7125696" y="329372"/>
                  </a:lnTo>
                  <a:lnTo>
                    <a:pt x="7125696" y="329372"/>
                  </a:lnTo>
                  <a:lnTo>
                    <a:pt x="7131169" y="329372"/>
                  </a:lnTo>
                  <a:lnTo>
                    <a:pt x="7131169" y="329372"/>
                  </a:lnTo>
                  <a:lnTo>
                    <a:pt x="7136642" y="329372"/>
                  </a:lnTo>
                  <a:lnTo>
                    <a:pt x="7136642" y="329372"/>
                  </a:lnTo>
                  <a:lnTo>
                    <a:pt x="7142115" y="329372"/>
                  </a:lnTo>
                  <a:lnTo>
                    <a:pt x="7142115" y="329372"/>
                  </a:lnTo>
                  <a:lnTo>
                    <a:pt x="7147588" y="329372"/>
                  </a:lnTo>
                  <a:lnTo>
                    <a:pt x="7147588" y="329372"/>
                  </a:lnTo>
                  <a:lnTo>
                    <a:pt x="7153061" y="329372"/>
                  </a:lnTo>
                  <a:lnTo>
                    <a:pt x="7153061" y="313919"/>
                  </a:lnTo>
                  <a:lnTo>
                    <a:pt x="7158534" y="313919"/>
                  </a:lnTo>
                  <a:lnTo>
                    <a:pt x="7158534" y="313919"/>
                  </a:lnTo>
                  <a:lnTo>
                    <a:pt x="7164007" y="313919"/>
                  </a:lnTo>
                  <a:lnTo>
                    <a:pt x="7164007" y="313919"/>
                  </a:lnTo>
                  <a:lnTo>
                    <a:pt x="7169479" y="313919"/>
                  </a:lnTo>
                  <a:lnTo>
                    <a:pt x="7169479" y="313919"/>
                  </a:lnTo>
                  <a:lnTo>
                    <a:pt x="7174952" y="313919"/>
                  </a:lnTo>
                  <a:lnTo>
                    <a:pt x="7174952" y="313919"/>
                  </a:lnTo>
                  <a:lnTo>
                    <a:pt x="7180425" y="313919"/>
                  </a:lnTo>
                  <a:lnTo>
                    <a:pt x="7180425" y="313919"/>
                  </a:lnTo>
                  <a:lnTo>
                    <a:pt x="7185898" y="313919"/>
                  </a:lnTo>
                  <a:lnTo>
                    <a:pt x="7185898" y="313919"/>
                  </a:lnTo>
                  <a:lnTo>
                    <a:pt x="7191371" y="313919"/>
                  </a:lnTo>
                  <a:lnTo>
                    <a:pt x="7191371" y="313919"/>
                  </a:lnTo>
                  <a:lnTo>
                    <a:pt x="7196844" y="313919"/>
                  </a:lnTo>
                  <a:lnTo>
                    <a:pt x="7196844" y="298321"/>
                  </a:lnTo>
                  <a:lnTo>
                    <a:pt x="7202317" y="298321"/>
                  </a:lnTo>
                  <a:lnTo>
                    <a:pt x="7202317" y="282730"/>
                  </a:lnTo>
                  <a:lnTo>
                    <a:pt x="7207790" y="282730"/>
                  </a:lnTo>
                  <a:lnTo>
                    <a:pt x="7207790" y="282730"/>
                  </a:lnTo>
                  <a:lnTo>
                    <a:pt x="7213262" y="282730"/>
                  </a:lnTo>
                  <a:lnTo>
                    <a:pt x="7213262" y="282730"/>
                  </a:lnTo>
                  <a:lnTo>
                    <a:pt x="7218735" y="282730"/>
                  </a:lnTo>
                  <a:lnTo>
                    <a:pt x="7218735" y="282730"/>
                  </a:lnTo>
                  <a:lnTo>
                    <a:pt x="7224208" y="282730"/>
                  </a:lnTo>
                  <a:lnTo>
                    <a:pt x="7224208" y="282730"/>
                  </a:lnTo>
                  <a:lnTo>
                    <a:pt x="7229681" y="282730"/>
                  </a:lnTo>
                  <a:lnTo>
                    <a:pt x="7229681" y="282730"/>
                  </a:lnTo>
                  <a:lnTo>
                    <a:pt x="7240627" y="282730"/>
                  </a:lnTo>
                  <a:lnTo>
                    <a:pt x="7240627" y="282730"/>
                  </a:lnTo>
                  <a:lnTo>
                    <a:pt x="7246100" y="282730"/>
                  </a:lnTo>
                  <a:lnTo>
                    <a:pt x="7246100" y="282730"/>
                  </a:lnTo>
                  <a:lnTo>
                    <a:pt x="7251573" y="282730"/>
                  </a:lnTo>
                  <a:lnTo>
                    <a:pt x="7251573" y="282730"/>
                  </a:lnTo>
                  <a:lnTo>
                    <a:pt x="7257046" y="282730"/>
                  </a:lnTo>
                  <a:lnTo>
                    <a:pt x="7257046" y="282730"/>
                  </a:lnTo>
                  <a:lnTo>
                    <a:pt x="7262518" y="282730"/>
                  </a:lnTo>
                  <a:lnTo>
                    <a:pt x="7262518" y="282730"/>
                  </a:lnTo>
                  <a:lnTo>
                    <a:pt x="7267991" y="282730"/>
                  </a:lnTo>
                  <a:lnTo>
                    <a:pt x="7267991" y="282730"/>
                  </a:lnTo>
                  <a:lnTo>
                    <a:pt x="7273464" y="282730"/>
                  </a:lnTo>
                  <a:lnTo>
                    <a:pt x="7273464" y="282730"/>
                  </a:lnTo>
                  <a:lnTo>
                    <a:pt x="7278937" y="282730"/>
                  </a:lnTo>
                  <a:lnTo>
                    <a:pt x="7278937" y="282730"/>
                  </a:lnTo>
                  <a:lnTo>
                    <a:pt x="7284410" y="282730"/>
                  </a:lnTo>
                  <a:lnTo>
                    <a:pt x="7284410" y="282730"/>
                  </a:lnTo>
                  <a:lnTo>
                    <a:pt x="7289883" y="282730"/>
                  </a:lnTo>
                  <a:lnTo>
                    <a:pt x="7289883" y="282730"/>
                  </a:lnTo>
                  <a:lnTo>
                    <a:pt x="7295356" y="282730"/>
                  </a:lnTo>
                  <a:lnTo>
                    <a:pt x="7295356" y="282730"/>
                  </a:lnTo>
                  <a:lnTo>
                    <a:pt x="7300829" y="282730"/>
                  </a:lnTo>
                  <a:lnTo>
                    <a:pt x="7300829" y="282730"/>
                  </a:lnTo>
                  <a:lnTo>
                    <a:pt x="7306302" y="282730"/>
                  </a:lnTo>
                  <a:lnTo>
                    <a:pt x="7306302" y="282730"/>
                  </a:lnTo>
                  <a:lnTo>
                    <a:pt x="7311774" y="282730"/>
                  </a:lnTo>
                  <a:lnTo>
                    <a:pt x="7311774" y="282730"/>
                  </a:lnTo>
                  <a:lnTo>
                    <a:pt x="7317247" y="282730"/>
                  </a:lnTo>
                  <a:lnTo>
                    <a:pt x="7317247" y="282730"/>
                  </a:lnTo>
                  <a:lnTo>
                    <a:pt x="7322720" y="282730"/>
                  </a:lnTo>
                  <a:lnTo>
                    <a:pt x="7322720" y="282730"/>
                  </a:lnTo>
                  <a:lnTo>
                    <a:pt x="7328193" y="282730"/>
                  </a:lnTo>
                  <a:lnTo>
                    <a:pt x="7328193" y="282730"/>
                  </a:lnTo>
                  <a:lnTo>
                    <a:pt x="7333666" y="282730"/>
                  </a:lnTo>
                  <a:lnTo>
                    <a:pt x="7333666" y="282730"/>
                  </a:lnTo>
                  <a:lnTo>
                    <a:pt x="7339139" y="282730"/>
                  </a:lnTo>
                  <a:lnTo>
                    <a:pt x="7339139" y="282730"/>
                  </a:lnTo>
                  <a:lnTo>
                    <a:pt x="7344612" y="282730"/>
                  </a:lnTo>
                  <a:lnTo>
                    <a:pt x="7344612" y="282730"/>
                  </a:lnTo>
                  <a:lnTo>
                    <a:pt x="7350085" y="282730"/>
                  </a:lnTo>
                  <a:lnTo>
                    <a:pt x="7350085" y="282730"/>
                  </a:lnTo>
                  <a:lnTo>
                    <a:pt x="7355558" y="282730"/>
                  </a:lnTo>
                  <a:lnTo>
                    <a:pt x="7355558" y="282730"/>
                  </a:lnTo>
                  <a:lnTo>
                    <a:pt x="7361030" y="282730"/>
                  </a:lnTo>
                  <a:lnTo>
                    <a:pt x="7361030" y="282730"/>
                  </a:lnTo>
                  <a:lnTo>
                    <a:pt x="7366503" y="282730"/>
                  </a:lnTo>
                  <a:lnTo>
                    <a:pt x="7366503" y="282730"/>
                  </a:lnTo>
                  <a:lnTo>
                    <a:pt x="7371976" y="282730"/>
                  </a:lnTo>
                  <a:lnTo>
                    <a:pt x="7371976" y="282730"/>
                  </a:lnTo>
                  <a:lnTo>
                    <a:pt x="7377449" y="282730"/>
                  </a:lnTo>
                  <a:lnTo>
                    <a:pt x="7377449" y="282730"/>
                  </a:lnTo>
                  <a:lnTo>
                    <a:pt x="7382922" y="282730"/>
                  </a:lnTo>
                  <a:lnTo>
                    <a:pt x="7382922" y="282730"/>
                  </a:lnTo>
                  <a:lnTo>
                    <a:pt x="7388395" y="282730"/>
                  </a:lnTo>
                  <a:lnTo>
                    <a:pt x="7388395" y="282730"/>
                  </a:lnTo>
                  <a:lnTo>
                    <a:pt x="7393868" y="282730"/>
                  </a:lnTo>
                  <a:lnTo>
                    <a:pt x="7393868" y="282730"/>
                  </a:lnTo>
                  <a:lnTo>
                    <a:pt x="7399341" y="282730"/>
                  </a:lnTo>
                  <a:lnTo>
                    <a:pt x="7399341" y="282730"/>
                  </a:lnTo>
                  <a:lnTo>
                    <a:pt x="7404813" y="282730"/>
                  </a:lnTo>
                  <a:lnTo>
                    <a:pt x="7404813" y="282730"/>
                  </a:lnTo>
                  <a:lnTo>
                    <a:pt x="7410286" y="282730"/>
                  </a:lnTo>
                  <a:lnTo>
                    <a:pt x="7410286" y="282730"/>
                  </a:lnTo>
                  <a:lnTo>
                    <a:pt x="7415759" y="282730"/>
                  </a:lnTo>
                  <a:lnTo>
                    <a:pt x="7415759" y="282730"/>
                  </a:lnTo>
                  <a:lnTo>
                    <a:pt x="7421232" y="282730"/>
                  </a:lnTo>
                  <a:lnTo>
                    <a:pt x="7421232" y="282730"/>
                  </a:lnTo>
                  <a:lnTo>
                    <a:pt x="7426705" y="282730"/>
                  </a:lnTo>
                  <a:lnTo>
                    <a:pt x="7426705" y="282730"/>
                  </a:lnTo>
                  <a:lnTo>
                    <a:pt x="7432178" y="282730"/>
                  </a:lnTo>
                  <a:lnTo>
                    <a:pt x="7432178" y="282730"/>
                  </a:lnTo>
                  <a:lnTo>
                    <a:pt x="7437651" y="282730"/>
                  </a:lnTo>
                  <a:lnTo>
                    <a:pt x="7437651" y="282730"/>
                  </a:lnTo>
                  <a:lnTo>
                    <a:pt x="7443124" y="282730"/>
                  </a:lnTo>
                  <a:lnTo>
                    <a:pt x="7443124" y="282730"/>
                  </a:lnTo>
                  <a:lnTo>
                    <a:pt x="7448597" y="282730"/>
                  </a:lnTo>
                  <a:lnTo>
                    <a:pt x="7448597" y="282730"/>
                  </a:lnTo>
                  <a:lnTo>
                    <a:pt x="7454069" y="282730"/>
                  </a:lnTo>
                  <a:lnTo>
                    <a:pt x="7454069" y="282730"/>
                  </a:lnTo>
                  <a:lnTo>
                    <a:pt x="7459542" y="282730"/>
                  </a:lnTo>
                  <a:lnTo>
                    <a:pt x="7459542" y="282730"/>
                  </a:lnTo>
                  <a:lnTo>
                    <a:pt x="7465015" y="282730"/>
                  </a:lnTo>
                  <a:lnTo>
                    <a:pt x="7465015" y="282730"/>
                  </a:lnTo>
                  <a:lnTo>
                    <a:pt x="7470488" y="282730"/>
                  </a:lnTo>
                  <a:lnTo>
                    <a:pt x="7470488" y="282730"/>
                  </a:lnTo>
                  <a:lnTo>
                    <a:pt x="7475961" y="282730"/>
                  </a:lnTo>
                  <a:lnTo>
                    <a:pt x="7475961" y="282730"/>
                  </a:lnTo>
                  <a:lnTo>
                    <a:pt x="7481434" y="282730"/>
                  </a:lnTo>
                  <a:lnTo>
                    <a:pt x="7481434" y="282730"/>
                  </a:lnTo>
                  <a:lnTo>
                    <a:pt x="7486907" y="282730"/>
                  </a:lnTo>
                  <a:lnTo>
                    <a:pt x="7486907" y="282730"/>
                  </a:lnTo>
                  <a:lnTo>
                    <a:pt x="7492380" y="282730"/>
                  </a:lnTo>
                  <a:lnTo>
                    <a:pt x="7492380" y="282730"/>
                  </a:lnTo>
                  <a:lnTo>
                    <a:pt x="7503325" y="282730"/>
                  </a:lnTo>
                  <a:lnTo>
                    <a:pt x="7503325" y="282730"/>
                  </a:lnTo>
                  <a:lnTo>
                    <a:pt x="7508798" y="282730"/>
                  </a:lnTo>
                  <a:lnTo>
                    <a:pt x="7508798" y="282730"/>
                  </a:lnTo>
                  <a:lnTo>
                    <a:pt x="7514271" y="282730"/>
                  </a:lnTo>
                  <a:lnTo>
                    <a:pt x="7514271" y="282730"/>
                  </a:lnTo>
                  <a:lnTo>
                    <a:pt x="7519744" y="282730"/>
                  </a:lnTo>
                  <a:lnTo>
                    <a:pt x="7519744" y="282730"/>
                  </a:lnTo>
                  <a:lnTo>
                    <a:pt x="7525217" y="282730"/>
                  </a:lnTo>
                  <a:lnTo>
                    <a:pt x="7525217" y="282730"/>
                  </a:lnTo>
                  <a:lnTo>
                    <a:pt x="7530690" y="282730"/>
                  </a:lnTo>
                  <a:lnTo>
                    <a:pt x="7530690" y="282730"/>
                  </a:lnTo>
                  <a:lnTo>
                    <a:pt x="7536163" y="282730"/>
                  </a:lnTo>
                  <a:lnTo>
                    <a:pt x="7536163" y="266393"/>
                  </a:lnTo>
                  <a:lnTo>
                    <a:pt x="7541636" y="266393"/>
                  </a:lnTo>
                  <a:lnTo>
                    <a:pt x="7541636" y="266393"/>
                  </a:lnTo>
                  <a:lnTo>
                    <a:pt x="7547109" y="266393"/>
                  </a:lnTo>
                  <a:lnTo>
                    <a:pt x="7547109" y="266393"/>
                  </a:lnTo>
                  <a:lnTo>
                    <a:pt x="7558054" y="266393"/>
                  </a:lnTo>
                  <a:lnTo>
                    <a:pt x="7558054" y="266393"/>
                  </a:lnTo>
                  <a:lnTo>
                    <a:pt x="7563527" y="266393"/>
                  </a:lnTo>
                  <a:lnTo>
                    <a:pt x="7563527" y="266393"/>
                  </a:lnTo>
                  <a:lnTo>
                    <a:pt x="7569000" y="266393"/>
                  </a:lnTo>
                  <a:lnTo>
                    <a:pt x="7569000" y="266393"/>
                  </a:lnTo>
                  <a:lnTo>
                    <a:pt x="7579946" y="266393"/>
                  </a:lnTo>
                  <a:lnTo>
                    <a:pt x="7579946" y="266393"/>
                  </a:lnTo>
                  <a:lnTo>
                    <a:pt x="7585419" y="266393"/>
                  </a:lnTo>
                  <a:lnTo>
                    <a:pt x="7585419" y="266393"/>
                  </a:lnTo>
                  <a:lnTo>
                    <a:pt x="7590892" y="266393"/>
                  </a:lnTo>
                  <a:lnTo>
                    <a:pt x="7590892" y="266393"/>
                  </a:lnTo>
                  <a:lnTo>
                    <a:pt x="7601837" y="266393"/>
                  </a:lnTo>
                  <a:lnTo>
                    <a:pt x="7601837" y="266393"/>
                  </a:lnTo>
                  <a:lnTo>
                    <a:pt x="7607310" y="266393"/>
                  </a:lnTo>
                  <a:lnTo>
                    <a:pt x="7607310" y="266393"/>
                  </a:lnTo>
                  <a:lnTo>
                    <a:pt x="7612783" y="266393"/>
                  </a:lnTo>
                  <a:lnTo>
                    <a:pt x="7612783" y="266393"/>
                  </a:lnTo>
                  <a:lnTo>
                    <a:pt x="7618256" y="266393"/>
                  </a:lnTo>
                  <a:lnTo>
                    <a:pt x="7618256" y="266393"/>
                  </a:lnTo>
                  <a:lnTo>
                    <a:pt x="7623729" y="266393"/>
                  </a:lnTo>
                  <a:lnTo>
                    <a:pt x="7623729" y="266393"/>
                  </a:lnTo>
                  <a:lnTo>
                    <a:pt x="7629202" y="266393"/>
                  </a:lnTo>
                  <a:lnTo>
                    <a:pt x="7629202" y="266393"/>
                  </a:lnTo>
                  <a:lnTo>
                    <a:pt x="7634675" y="266393"/>
                  </a:lnTo>
                  <a:lnTo>
                    <a:pt x="7634675" y="266393"/>
                  </a:lnTo>
                  <a:lnTo>
                    <a:pt x="7640148" y="266393"/>
                  </a:lnTo>
                  <a:lnTo>
                    <a:pt x="7640148" y="266393"/>
                  </a:lnTo>
                  <a:lnTo>
                    <a:pt x="7645620" y="266393"/>
                  </a:lnTo>
                  <a:lnTo>
                    <a:pt x="7645620" y="266393"/>
                  </a:lnTo>
                  <a:lnTo>
                    <a:pt x="7651093" y="266393"/>
                  </a:lnTo>
                  <a:lnTo>
                    <a:pt x="7651093" y="266393"/>
                  </a:lnTo>
                  <a:lnTo>
                    <a:pt x="7656566" y="266393"/>
                  </a:lnTo>
                  <a:lnTo>
                    <a:pt x="7656566" y="266393"/>
                  </a:lnTo>
                  <a:lnTo>
                    <a:pt x="7662039" y="266393"/>
                  </a:lnTo>
                  <a:lnTo>
                    <a:pt x="7662039" y="266393"/>
                  </a:lnTo>
                  <a:lnTo>
                    <a:pt x="7667512" y="266393"/>
                  </a:lnTo>
                  <a:lnTo>
                    <a:pt x="7667512" y="266393"/>
                  </a:lnTo>
                  <a:lnTo>
                    <a:pt x="7672985" y="266393"/>
                  </a:lnTo>
                  <a:lnTo>
                    <a:pt x="7672985" y="266393"/>
                  </a:lnTo>
                  <a:lnTo>
                    <a:pt x="7678458" y="266393"/>
                  </a:lnTo>
                  <a:lnTo>
                    <a:pt x="7678458" y="266393"/>
                  </a:lnTo>
                  <a:lnTo>
                    <a:pt x="7683931" y="266393"/>
                  </a:lnTo>
                  <a:lnTo>
                    <a:pt x="7683931" y="266393"/>
                  </a:lnTo>
                  <a:lnTo>
                    <a:pt x="7689404" y="266393"/>
                  </a:lnTo>
                  <a:lnTo>
                    <a:pt x="7689404" y="266393"/>
                  </a:lnTo>
                  <a:lnTo>
                    <a:pt x="7694876" y="266393"/>
                  </a:lnTo>
                  <a:lnTo>
                    <a:pt x="7694876" y="266393"/>
                  </a:lnTo>
                  <a:lnTo>
                    <a:pt x="7700349" y="266393"/>
                  </a:lnTo>
                  <a:lnTo>
                    <a:pt x="7700349" y="266393"/>
                  </a:lnTo>
                  <a:lnTo>
                    <a:pt x="7705822" y="266393"/>
                  </a:lnTo>
                  <a:lnTo>
                    <a:pt x="7705822" y="266393"/>
                  </a:lnTo>
                  <a:lnTo>
                    <a:pt x="7711295" y="266393"/>
                  </a:lnTo>
                  <a:lnTo>
                    <a:pt x="7711295" y="266393"/>
                  </a:lnTo>
                  <a:lnTo>
                    <a:pt x="7716768" y="266393"/>
                  </a:lnTo>
                  <a:lnTo>
                    <a:pt x="7716768" y="266393"/>
                  </a:lnTo>
                  <a:lnTo>
                    <a:pt x="7722241" y="266393"/>
                  </a:lnTo>
                  <a:lnTo>
                    <a:pt x="7722241" y="266393"/>
                  </a:lnTo>
                  <a:lnTo>
                    <a:pt x="7727714" y="266393"/>
                  </a:lnTo>
                  <a:lnTo>
                    <a:pt x="7727714" y="266393"/>
                  </a:lnTo>
                  <a:lnTo>
                    <a:pt x="7733187" y="266393"/>
                  </a:lnTo>
                  <a:lnTo>
                    <a:pt x="7733187" y="266393"/>
                  </a:lnTo>
                  <a:lnTo>
                    <a:pt x="7738659" y="266393"/>
                  </a:lnTo>
                  <a:lnTo>
                    <a:pt x="7738659" y="266393"/>
                  </a:lnTo>
                  <a:lnTo>
                    <a:pt x="7744132" y="266393"/>
                  </a:lnTo>
                  <a:lnTo>
                    <a:pt x="7744132" y="266393"/>
                  </a:lnTo>
                  <a:lnTo>
                    <a:pt x="7749605" y="266393"/>
                  </a:lnTo>
                  <a:lnTo>
                    <a:pt x="7749605" y="266393"/>
                  </a:lnTo>
                  <a:lnTo>
                    <a:pt x="7755078" y="266393"/>
                  </a:lnTo>
                  <a:lnTo>
                    <a:pt x="7755078" y="266393"/>
                  </a:lnTo>
                  <a:lnTo>
                    <a:pt x="7760551" y="266393"/>
                  </a:lnTo>
                  <a:lnTo>
                    <a:pt x="7760551" y="266393"/>
                  </a:lnTo>
                  <a:lnTo>
                    <a:pt x="7766024" y="266393"/>
                  </a:lnTo>
                  <a:lnTo>
                    <a:pt x="7766024" y="266393"/>
                  </a:lnTo>
                  <a:lnTo>
                    <a:pt x="7771497" y="266393"/>
                  </a:lnTo>
                  <a:lnTo>
                    <a:pt x="7771497" y="266393"/>
                  </a:lnTo>
                  <a:lnTo>
                    <a:pt x="7787915" y="266393"/>
                  </a:lnTo>
                  <a:lnTo>
                    <a:pt x="7787915" y="266393"/>
                  </a:lnTo>
                  <a:lnTo>
                    <a:pt x="7793388" y="266393"/>
                  </a:lnTo>
                  <a:lnTo>
                    <a:pt x="7793388" y="266393"/>
                  </a:lnTo>
                  <a:lnTo>
                    <a:pt x="7798861" y="266393"/>
                  </a:lnTo>
                  <a:lnTo>
                    <a:pt x="7798861" y="266393"/>
                  </a:lnTo>
                  <a:lnTo>
                    <a:pt x="7804334" y="266393"/>
                  </a:lnTo>
                  <a:lnTo>
                    <a:pt x="7804334" y="266393"/>
                  </a:lnTo>
                  <a:lnTo>
                    <a:pt x="7809807" y="266393"/>
                  </a:lnTo>
                  <a:lnTo>
                    <a:pt x="7809807" y="266393"/>
                  </a:lnTo>
                  <a:lnTo>
                    <a:pt x="7815280" y="266393"/>
                  </a:lnTo>
                  <a:lnTo>
                    <a:pt x="7815280" y="266393"/>
                  </a:lnTo>
                  <a:lnTo>
                    <a:pt x="7820753" y="266393"/>
                  </a:lnTo>
                  <a:lnTo>
                    <a:pt x="7820753" y="232431"/>
                  </a:lnTo>
                  <a:lnTo>
                    <a:pt x="7826226" y="232431"/>
                  </a:lnTo>
                  <a:lnTo>
                    <a:pt x="7826226" y="232431"/>
                  </a:lnTo>
                  <a:lnTo>
                    <a:pt x="7831699" y="232431"/>
                  </a:lnTo>
                  <a:lnTo>
                    <a:pt x="7831699" y="232431"/>
                  </a:lnTo>
                  <a:lnTo>
                    <a:pt x="7842644" y="232431"/>
                  </a:lnTo>
                  <a:lnTo>
                    <a:pt x="7842644" y="232431"/>
                  </a:lnTo>
                  <a:lnTo>
                    <a:pt x="7848117" y="232431"/>
                  </a:lnTo>
                  <a:lnTo>
                    <a:pt x="7848117" y="232431"/>
                  </a:lnTo>
                  <a:lnTo>
                    <a:pt x="7853590" y="232431"/>
                  </a:lnTo>
                  <a:lnTo>
                    <a:pt x="7853590" y="232431"/>
                  </a:lnTo>
                  <a:lnTo>
                    <a:pt x="7859063" y="232431"/>
                  </a:lnTo>
                  <a:lnTo>
                    <a:pt x="7859063" y="232431"/>
                  </a:lnTo>
                  <a:lnTo>
                    <a:pt x="7864536" y="232431"/>
                  </a:lnTo>
                  <a:lnTo>
                    <a:pt x="7864536" y="232431"/>
                  </a:lnTo>
                  <a:lnTo>
                    <a:pt x="7870009" y="232431"/>
                  </a:lnTo>
                  <a:lnTo>
                    <a:pt x="7870009" y="232431"/>
                  </a:lnTo>
                  <a:lnTo>
                    <a:pt x="7875482" y="232431"/>
                  </a:lnTo>
                  <a:lnTo>
                    <a:pt x="7875482" y="232431"/>
                  </a:lnTo>
                  <a:lnTo>
                    <a:pt x="7880955" y="232431"/>
                  </a:lnTo>
                  <a:lnTo>
                    <a:pt x="7880955" y="232431"/>
                  </a:lnTo>
                  <a:lnTo>
                    <a:pt x="7886427" y="232431"/>
                  </a:lnTo>
                  <a:lnTo>
                    <a:pt x="7886427" y="232431"/>
                  </a:lnTo>
                  <a:lnTo>
                    <a:pt x="7891900" y="232431"/>
                  </a:lnTo>
                  <a:lnTo>
                    <a:pt x="7891900" y="232431"/>
                  </a:lnTo>
                  <a:lnTo>
                    <a:pt x="7897373" y="232431"/>
                  </a:lnTo>
                  <a:lnTo>
                    <a:pt x="7897373" y="232431"/>
                  </a:lnTo>
                  <a:lnTo>
                    <a:pt x="7902846" y="232431"/>
                  </a:lnTo>
                  <a:lnTo>
                    <a:pt x="7902846" y="232431"/>
                  </a:lnTo>
                  <a:lnTo>
                    <a:pt x="7908319" y="232431"/>
                  </a:lnTo>
                  <a:lnTo>
                    <a:pt x="7908319" y="232431"/>
                  </a:lnTo>
                  <a:lnTo>
                    <a:pt x="7913792" y="232431"/>
                  </a:lnTo>
                  <a:lnTo>
                    <a:pt x="7913792" y="232431"/>
                  </a:lnTo>
                  <a:lnTo>
                    <a:pt x="7919265" y="232431"/>
                  </a:lnTo>
                  <a:lnTo>
                    <a:pt x="7919265" y="232431"/>
                  </a:lnTo>
                  <a:lnTo>
                    <a:pt x="7924738" y="232431"/>
                  </a:lnTo>
                  <a:lnTo>
                    <a:pt x="7924738" y="232431"/>
                  </a:lnTo>
                  <a:lnTo>
                    <a:pt x="7930210" y="232431"/>
                  </a:lnTo>
                  <a:lnTo>
                    <a:pt x="7930210" y="232431"/>
                  </a:lnTo>
                  <a:lnTo>
                    <a:pt x="7935683" y="232431"/>
                  </a:lnTo>
                  <a:lnTo>
                    <a:pt x="7935683" y="232431"/>
                  </a:lnTo>
                  <a:lnTo>
                    <a:pt x="7941156" y="232431"/>
                  </a:lnTo>
                  <a:lnTo>
                    <a:pt x="7941156" y="232431"/>
                  </a:lnTo>
                  <a:lnTo>
                    <a:pt x="7946629" y="232431"/>
                  </a:lnTo>
                  <a:lnTo>
                    <a:pt x="7946629" y="232431"/>
                  </a:lnTo>
                  <a:lnTo>
                    <a:pt x="7952102" y="232431"/>
                  </a:lnTo>
                  <a:lnTo>
                    <a:pt x="7952102" y="232431"/>
                  </a:lnTo>
                  <a:lnTo>
                    <a:pt x="7957575" y="232431"/>
                  </a:lnTo>
                  <a:lnTo>
                    <a:pt x="7957575" y="214986"/>
                  </a:lnTo>
                  <a:lnTo>
                    <a:pt x="7968521" y="214986"/>
                  </a:lnTo>
                  <a:lnTo>
                    <a:pt x="7968521" y="214986"/>
                  </a:lnTo>
                  <a:lnTo>
                    <a:pt x="7973994" y="214986"/>
                  </a:lnTo>
                  <a:lnTo>
                    <a:pt x="7973994" y="214986"/>
                  </a:lnTo>
                  <a:lnTo>
                    <a:pt x="7979466" y="214986"/>
                  </a:lnTo>
                  <a:lnTo>
                    <a:pt x="7979466" y="214986"/>
                  </a:lnTo>
                  <a:lnTo>
                    <a:pt x="7984939" y="214986"/>
                  </a:lnTo>
                  <a:lnTo>
                    <a:pt x="7984939" y="214986"/>
                  </a:lnTo>
                  <a:lnTo>
                    <a:pt x="7995885" y="214986"/>
                  </a:lnTo>
                  <a:lnTo>
                    <a:pt x="7995885" y="214986"/>
                  </a:lnTo>
                  <a:lnTo>
                    <a:pt x="8001358" y="214986"/>
                  </a:lnTo>
                  <a:lnTo>
                    <a:pt x="8001358" y="214986"/>
                  </a:lnTo>
                  <a:lnTo>
                    <a:pt x="8006831" y="214986"/>
                  </a:lnTo>
                  <a:lnTo>
                    <a:pt x="8006831" y="214986"/>
                  </a:lnTo>
                  <a:lnTo>
                    <a:pt x="8012304" y="214986"/>
                  </a:lnTo>
                  <a:lnTo>
                    <a:pt x="8012304" y="214986"/>
                  </a:lnTo>
                  <a:lnTo>
                    <a:pt x="8017777" y="214986"/>
                  </a:lnTo>
                  <a:lnTo>
                    <a:pt x="8017777" y="214986"/>
                  </a:lnTo>
                  <a:lnTo>
                    <a:pt x="8023250" y="214986"/>
                  </a:lnTo>
                  <a:lnTo>
                    <a:pt x="8023250" y="214986"/>
                  </a:lnTo>
                  <a:lnTo>
                    <a:pt x="8034195" y="214986"/>
                  </a:lnTo>
                  <a:lnTo>
                    <a:pt x="8034195" y="214986"/>
                  </a:lnTo>
                  <a:lnTo>
                    <a:pt x="8039668" y="214986"/>
                  </a:lnTo>
                  <a:lnTo>
                    <a:pt x="8039668" y="197383"/>
                  </a:lnTo>
                  <a:lnTo>
                    <a:pt x="8045141" y="197383"/>
                  </a:lnTo>
                  <a:lnTo>
                    <a:pt x="8045141" y="197383"/>
                  </a:lnTo>
                  <a:lnTo>
                    <a:pt x="8050614" y="197383"/>
                  </a:lnTo>
                  <a:lnTo>
                    <a:pt x="8050614" y="197383"/>
                  </a:lnTo>
                  <a:lnTo>
                    <a:pt x="8056087" y="197383"/>
                  </a:lnTo>
                  <a:lnTo>
                    <a:pt x="8056087" y="197383"/>
                  </a:lnTo>
                  <a:lnTo>
                    <a:pt x="8061560" y="197383"/>
                  </a:lnTo>
                  <a:lnTo>
                    <a:pt x="8061560" y="197383"/>
                  </a:lnTo>
                  <a:lnTo>
                    <a:pt x="8067033" y="197383"/>
                  </a:lnTo>
                  <a:lnTo>
                    <a:pt x="8067033" y="197383"/>
                  </a:lnTo>
                  <a:lnTo>
                    <a:pt x="8072506" y="197383"/>
                  </a:lnTo>
                  <a:lnTo>
                    <a:pt x="8072506" y="197383"/>
                  </a:lnTo>
                  <a:lnTo>
                    <a:pt x="8077978" y="197383"/>
                  </a:lnTo>
                  <a:lnTo>
                    <a:pt x="8077978" y="197383"/>
                  </a:lnTo>
                  <a:lnTo>
                    <a:pt x="8083451" y="197383"/>
                  </a:lnTo>
                  <a:lnTo>
                    <a:pt x="8083451" y="197383"/>
                  </a:lnTo>
                  <a:lnTo>
                    <a:pt x="8088924" y="197383"/>
                  </a:lnTo>
                  <a:lnTo>
                    <a:pt x="8088924" y="197383"/>
                  </a:lnTo>
                  <a:lnTo>
                    <a:pt x="8094397" y="197383"/>
                  </a:lnTo>
                  <a:lnTo>
                    <a:pt x="8094397" y="197383"/>
                  </a:lnTo>
                  <a:lnTo>
                    <a:pt x="8099870" y="197383"/>
                  </a:lnTo>
                  <a:lnTo>
                    <a:pt x="8099870" y="197383"/>
                  </a:lnTo>
                  <a:lnTo>
                    <a:pt x="8116289" y="197383"/>
                  </a:lnTo>
                  <a:lnTo>
                    <a:pt x="8116289" y="197383"/>
                  </a:lnTo>
                  <a:lnTo>
                    <a:pt x="8121761" y="197383"/>
                  </a:lnTo>
                  <a:lnTo>
                    <a:pt x="8121761" y="197383"/>
                  </a:lnTo>
                  <a:lnTo>
                    <a:pt x="8132707" y="197383"/>
                  </a:lnTo>
                  <a:lnTo>
                    <a:pt x="8132707" y="197383"/>
                  </a:lnTo>
                  <a:lnTo>
                    <a:pt x="8138180" y="197383"/>
                  </a:lnTo>
                  <a:lnTo>
                    <a:pt x="8138180" y="197383"/>
                  </a:lnTo>
                  <a:lnTo>
                    <a:pt x="8143653" y="197383"/>
                  </a:lnTo>
                  <a:lnTo>
                    <a:pt x="8143653" y="197383"/>
                  </a:lnTo>
                  <a:lnTo>
                    <a:pt x="8149126" y="197383"/>
                  </a:lnTo>
                  <a:lnTo>
                    <a:pt x="8149126" y="197383"/>
                  </a:lnTo>
                  <a:lnTo>
                    <a:pt x="8154599" y="197383"/>
                  </a:lnTo>
                  <a:lnTo>
                    <a:pt x="8154599" y="197383"/>
                  </a:lnTo>
                  <a:lnTo>
                    <a:pt x="8160072" y="197383"/>
                  </a:lnTo>
                  <a:lnTo>
                    <a:pt x="8160072" y="197383"/>
                  </a:lnTo>
                  <a:lnTo>
                    <a:pt x="8165545" y="197383"/>
                  </a:lnTo>
                  <a:lnTo>
                    <a:pt x="8165545" y="197383"/>
                  </a:lnTo>
                  <a:lnTo>
                    <a:pt x="8171017" y="197383"/>
                  </a:lnTo>
                  <a:lnTo>
                    <a:pt x="8171017" y="197383"/>
                  </a:lnTo>
                  <a:lnTo>
                    <a:pt x="8176490" y="197383"/>
                  </a:lnTo>
                  <a:lnTo>
                    <a:pt x="8176490" y="197383"/>
                  </a:lnTo>
                  <a:lnTo>
                    <a:pt x="8181963" y="197383"/>
                  </a:lnTo>
                  <a:lnTo>
                    <a:pt x="8181963" y="197383"/>
                  </a:lnTo>
                  <a:lnTo>
                    <a:pt x="8187436" y="197383"/>
                  </a:lnTo>
                  <a:lnTo>
                    <a:pt x="8187436" y="197383"/>
                  </a:lnTo>
                  <a:lnTo>
                    <a:pt x="8192909" y="197383"/>
                  </a:lnTo>
                  <a:lnTo>
                    <a:pt x="8192909" y="197383"/>
                  </a:lnTo>
                  <a:lnTo>
                    <a:pt x="8198382" y="197383"/>
                  </a:lnTo>
                  <a:lnTo>
                    <a:pt x="8198382" y="179309"/>
                  </a:lnTo>
                  <a:lnTo>
                    <a:pt x="8203855" y="179309"/>
                  </a:lnTo>
                  <a:lnTo>
                    <a:pt x="8203855" y="179309"/>
                  </a:lnTo>
                  <a:lnTo>
                    <a:pt x="8209328" y="179309"/>
                  </a:lnTo>
                  <a:lnTo>
                    <a:pt x="8209328" y="179309"/>
                  </a:lnTo>
                  <a:lnTo>
                    <a:pt x="8214801" y="179309"/>
                  </a:lnTo>
                  <a:lnTo>
                    <a:pt x="8214801" y="179309"/>
                  </a:lnTo>
                  <a:lnTo>
                    <a:pt x="8220273" y="179309"/>
                  </a:lnTo>
                  <a:lnTo>
                    <a:pt x="8220273" y="179309"/>
                  </a:lnTo>
                  <a:lnTo>
                    <a:pt x="8225746" y="179309"/>
                  </a:lnTo>
                  <a:lnTo>
                    <a:pt x="8225746" y="161063"/>
                  </a:lnTo>
                  <a:lnTo>
                    <a:pt x="8231219" y="161063"/>
                  </a:lnTo>
                  <a:lnTo>
                    <a:pt x="8231219" y="161063"/>
                  </a:lnTo>
                  <a:lnTo>
                    <a:pt x="8236692" y="161063"/>
                  </a:lnTo>
                  <a:lnTo>
                    <a:pt x="8236692" y="161063"/>
                  </a:lnTo>
                  <a:lnTo>
                    <a:pt x="8242165" y="161063"/>
                  </a:lnTo>
                  <a:lnTo>
                    <a:pt x="8242165" y="161063"/>
                  </a:lnTo>
                  <a:lnTo>
                    <a:pt x="8247638" y="161063"/>
                  </a:lnTo>
                  <a:lnTo>
                    <a:pt x="8247638" y="161063"/>
                  </a:lnTo>
                  <a:lnTo>
                    <a:pt x="8253111" y="161063"/>
                  </a:lnTo>
                  <a:lnTo>
                    <a:pt x="8253111" y="161063"/>
                  </a:lnTo>
                  <a:lnTo>
                    <a:pt x="8258584" y="161063"/>
                  </a:lnTo>
                  <a:lnTo>
                    <a:pt x="8258584" y="161063"/>
                  </a:lnTo>
                  <a:lnTo>
                    <a:pt x="8269529" y="161063"/>
                  </a:lnTo>
                  <a:lnTo>
                    <a:pt x="8269529" y="161063"/>
                  </a:lnTo>
                  <a:lnTo>
                    <a:pt x="8275002" y="161063"/>
                  </a:lnTo>
                  <a:lnTo>
                    <a:pt x="8275002" y="161063"/>
                  </a:lnTo>
                  <a:lnTo>
                    <a:pt x="8280475" y="161063"/>
                  </a:lnTo>
                  <a:lnTo>
                    <a:pt x="8280475" y="161063"/>
                  </a:lnTo>
                  <a:lnTo>
                    <a:pt x="8285948" y="161063"/>
                  </a:lnTo>
                  <a:lnTo>
                    <a:pt x="8285948" y="161063"/>
                  </a:lnTo>
                  <a:lnTo>
                    <a:pt x="8291421" y="161063"/>
                  </a:lnTo>
                  <a:lnTo>
                    <a:pt x="8291421" y="161063"/>
                  </a:lnTo>
                  <a:lnTo>
                    <a:pt x="8296894" y="161063"/>
                  </a:lnTo>
                  <a:lnTo>
                    <a:pt x="8296894" y="161063"/>
                  </a:lnTo>
                  <a:lnTo>
                    <a:pt x="8302367" y="161063"/>
                  </a:lnTo>
                  <a:lnTo>
                    <a:pt x="8302367" y="161063"/>
                  </a:lnTo>
                  <a:lnTo>
                    <a:pt x="8307840" y="161063"/>
                  </a:lnTo>
                  <a:lnTo>
                    <a:pt x="8307840" y="161063"/>
                  </a:lnTo>
                  <a:lnTo>
                    <a:pt x="8313312" y="161063"/>
                  </a:lnTo>
                  <a:lnTo>
                    <a:pt x="8313312" y="161063"/>
                  </a:lnTo>
                  <a:lnTo>
                    <a:pt x="8318785" y="161063"/>
                  </a:lnTo>
                  <a:lnTo>
                    <a:pt x="8318785" y="161063"/>
                  </a:lnTo>
                  <a:lnTo>
                    <a:pt x="8324258" y="161063"/>
                  </a:lnTo>
                  <a:lnTo>
                    <a:pt x="8324258" y="161063"/>
                  </a:lnTo>
                  <a:lnTo>
                    <a:pt x="8329731" y="161063"/>
                  </a:lnTo>
                  <a:lnTo>
                    <a:pt x="8329731" y="161063"/>
                  </a:lnTo>
                  <a:lnTo>
                    <a:pt x="8335204" y="161063"/>
                  </a:lnTo>
                  <a:lnTo>
                    <a:pt x="8335204" y="161063"/>
                  </a:lnTo>
                  <a:lnTo>
                    <a:pt x="8340677" y="161063"/>
                  </a:lnTo>
                  <a:lnTo>
                    <a:pt x="8340677" y="161063"/>
                  </a:lnTo>
                  <a:lnTo>
                    <a:pt x="8346150" y="161063"/>
                  </a:lnTo>
                  <a:lnTo>
                    <a:pt x="8346150" y="161063"/>
                  </a:lnTo>
                  <a:lnTo>
                    <a:pt x="8351623" y="161063"/>
                  </a:lnTo>
                  <a:lnTo>
                    <a:pt x="8351623" y="161063"/>
                  </a:lnTo>
                  <a:lnTo>
                    <a:pt x="8362568" y="161063"/>
                  </a:lnTo>
                  <a:lnTo>
                    <a:pt x="8362568" y="161063"/>
                  </a:lnTo>
                  <a:lnTo>
                    <a:pt x="8368041" y="161063"/>
                  </a:lnTo>
                  <a:lnTo>
                    <a:pt x="8368041" y="161063"/>
                  </a:lnTo>
                  <a:lnTo>
                    <a:pt x="8373514" y="161063"/>
                  </a:lnTo>
                  <a:lnTo>
                    <a:pt x="8373514" y="161063"/>
                  </a:lnTo>
                  <a:lnTo>
                    <a:pt x="8378987" y="161063"/>
                  </a:lnTo>
                  <a:lnTo>
                    <a:pt x="8378987" y="161063"/>
                  </a:lnTo>
                  <a:lnTo>
                    <a:pt x="8384460" y="161063"/>
                  </a:lnTo>
                  <a:lnTo>
                    <a:pt x="8384460" y="161063"/>
                  </a:lnTo>
                  <a:lnTo>
                    <a:pt x="8389933" y="161063"/>
                  </a:lnTo>
                  <a:lnTo>
                    <a:pt x="8389933" y="142349"/>
                  </a:lnTo>
                  <a:lnTo>
                    <a:pt x="8395406" y="142349"/>
                  </a:lnTo>
                  <a:lnTo>
                    <a:pt x="8395406" y="142349"/>
                  </a:lnTo>
                  <a:lnTo>
                    <a:pt x="8400879" y="142349"/>
                  </a:lnTo>
                  <a:lnTo>
                    <a:pt x="8400879" y="142349"/>
                  </a:lnTo>
                  <a:lnTo>
                    <a:pt x="8406352" y="142349"/>
                  </a:lnTo>
                  <a:lnTo>
                    <a:pt x="8406352" y="142349"/>
                  </a:lnTo>
                  <a:lnTo>
                    <a:pt x="8411824" y="142349"/>
                  </a:lnTo>
                  <a:lnTo>
                    <a:pt x="8411824" y="142349"/>
                  </a:lnTo>
                  <a:lnTo>
                    <a:pt x="8417297" y="142349"/>
                  </a:lnTo>
                  <a:lnTo>
                    <a:pt x="8417297" y="142349"/>
                  </a:lnTo>
                  <a:lnTo>
                    <a:pt x="8422770" y="142349"/>
                  </a:lnTo>
                  <a:lnTo>
                    <a:pt x="8422770" y="142349"/>
                  </a:lnTo>
                  <a:lnTo>
                    <a:pt x="8428243" y="142349"/>
                  </a:lnTo>
                  <a:lnTo>
                    <a:pt x="8428243" y="142349"/>
                  </a:lnTo>
                  <a:lnTo>
                    <a:pt x="8433716" y="142349"/>
                  </a:lnTo>
                  <a:lnTo>
                    <a:pt x="8433716" y="142349"/>
                  </a:lnTo>
                  <a:lnTo>
                    <a:pt x="8444662" y="142349"/>
                  </a:lnTo>
                  <a:lnTo>
                    <a:pt x="8444662" y="142349"/>
                  </a:lnTo>
                  <a:lnTo>
                    <a:pt x="8450135" y="142349"/>
                  </a:lnTo>
                  <a:lnTo>
                    <a:pt x="8450135" y="142349"/>
                  </a:lnTo>
                  <a:lnTo>
                    <a:pt x="8455607" y="142349"/>
                  </a:lnTo>
                  <a:lnTo>
                    <a:pt x="8455607" y="142349"/>
                  </a:lnTo>
                  <a:lnTo>
                    <a:pt x="8461080" y="142349"/>
                  </a:lnTo>
                  <a:lnTo>
                    <a:pt x="8461080" y="142349"/>
                  </a:lnTo>
                  <a:lnTo>
                    <a:pt x="8466553" y="142349"/>
                  </a:lnTo>
                  <a:lnTo>
                    <a:pt x="8466553" y="123447"/>
                  </a:lnTo>
                  <a:lnTo>
                    <a:pt x="8472026" y="123447"/>
                  </a:lnTo>
                  <a:lnTo>
                    <a:pt x="8472026" y="123447"/>
                  </a:lnTo>
                  <a:lnTo>
                    <a:pt x="8477499" y="123447"/>
                  </a:lnTo>
                  <a:lnTo>
                    <a:pt x="8477499" y="123447"/>
                  </a:lnTo>
                  <a:lnTo>
                    <a:pt x="8488445" y="123447"/>
                  </a:lnTo>
                  <a:lnTo>
                    <a:pt x="8488445" y="123447"/>
                  </a:lnTo>
                  <a:lnTo>
                    <a:pt x="8493918" y="123447"/>
                  </a:lnTo>
                  <a:lnTo>
                    <a:pt x="8493918" y="123447"/>
                  </a:lnTo>
                  <a:lnTo>
                    <a:pt x="8499391" y="123447"/>
                  </a:lnTo>
                  <a:lnTo>
                    <a:pt x="8499391" y="123447"/>
                  </a:lnTo>
                  <a:lnTo>
                    <a:pt x="8504863" y="123447"/>
                  </a:lnTo>
                  <a:lnTo>
                    <a:pt x="8504863" y="123447"/>
                  </a:lnTo>
                  <a:lnTo>
                    <a:pt x="8510336" y="123447"/>
                  </a:lnTo>
                  <a:lnTo>
                    <a:pt x="8510336" y="123447"/>
                  </a:lnTo>
                  <a:lnTo>
                    <a:pt x="8515809" y="123447"/>
                  </a:lnTo>
                  <a:lnTo>
                    <a:pt x="8515809" y="123447"/>
                  </a:lnTo>
                  <a:lnTo>
                    <a:pt x="8521282" y="123447"/>
                  </a:lnTo>
                  <a:lnTo>
                    <a:pt x="8521282" y="123447"/>
                  </a:lnTo>
                  <a:lnTo>
                    <a:pt x="8526755" y="123447"/>
                  </a:lnTo>
                  <a:lnTo>
                    <a:pt x="8526755" y="123447"/>
                  </a:lnTo>
                  <a:lnTo>
                    <a:pt x="8532228" y="123447"/>
                  </a:lnTo>
                  <a:lnTo>
                    <a:pt x="8532228" y="123447"/>
                  </a:lnTo>
                  <a:lnTo>
                    <a:pt x="8537701" y="123447"/>
                  </a:lnTo>
                  <a:lnTo>
                    <a:pt x="8537701" y="123447"/>
                  </a:lnTo>
                  <a:lnTo>
                    <a:pt x="8543174" y="123447"/>
                  </a:lnTo>
                  <a:lnTo>
                    <a:pt x="8543174" y="123447"/>
                  </a:lnTo>
                  <a:lnTo>
                    <a:pt x="8548647" y="123447"/>
                  </a:lnTo>
                  <a:lnTo>
                    <a:pt x="8548647" y="123447"/>
                  </a:lnTo>
                  <a:lnTo>
                    <a:pt x="8554119" y="123447"/>
                  </a:lnTo>
                  <a:lnTo>
                    <a:pt x="8554119" y="123447"/>
                  </a:lnTo>
                  <a:lnTo>
                    <a:pt x="8559592" y="123447"/>
                  </a:lnTo>
                  <a:lnTo>
                    <a:pt x="8559592" y="123447"/>
                  </a:lnTo>
                  <a:lnTo>
                    <a:pt x="8565065" y="123447"/>
                  </a:lnTo>
                  <a:lnTo>
                    <a:pt x="8565065" y="123447"/>
                  </a:lnTo>
                  <a:lnTo>
                    <a:pt x="8576011" y="123447"/>
                  </a:lnTo>
                  <a:lnTo>
                    <a:pt x="8576011" y="123447"/>
                  </a:lnTo>
                  <a:lnTo>
                    <a:pt x="8581484" y="123447"/>
                  </a:lnTo>
                  <a:lnTo>
                    <a:pt x="8581484" y="123447"/>
                  </a:lnTo>
                  <a:lnTo>
                    <a:pt x="8586957" y="123447"/>
                  </a:lnTo>
                  <a:lnTo>
                    <a:pt x="8586957" y="123447"/>
                  </a:lnTo>
                  <a:lnTo>
                    <a:pt x="8592430" y="123447"/>
                  </a:lnTo>
                  <a:lnTo>
                    <a:pt x="8592430" y="123447"/>
                  </a:lnTo>
                  <a:lnTo>
                    <a:pt x="8603375" y="123447"/>
                  </a:lnTo>
                  <a:lnTo>
                    <a:pt x="8603375" y="123447"/>
                  </a:lnTo>
                  <a:lnTo>
                    <a:pt x="8608848" y="123447"/>
                  </a:lnTo>
                  <a:lnTo>
                    <a:pt x="8608848" y="123447"/>
                  </a:lnTo>
                  <a:lnTo>
                    <a:pt x="8614321" y="123447"/>
                  </a:lnTo>
                  <a:lnTo>
                    <a:pt x="8614321" y="104086"/>
                  </a:lnTo>
                  <a:lnTo>
                    <a:pt x="8619794" y="104086"/>
                  </a:lnTo>
                  <a:lnTo>
                    <a:pt x="8619794" y="104086"/>
                  </a:lnTo>
                  <a:lnTo>
                    <a:pt x="8630740" y="104086"/>
                  </a:lnTo>
                  <a:lnTo>
                    <a:pt x="8630740" y="104086"/>
                  </a:lnTo>
                  <a:lnTo>
                    <a:pt x="8636213" y="104086"/>
                  </a:lnTo>
                  <a:lnTo>
                    <a:pt x="8636213" y="104086"/>
                  </a:lnTo>
                  <a:lnTo>
                    <a:pt x="8641686" y="104086"/>
                  </a:lnTo>
                  <a:lnTo>
                    <a:pt x="8641686" y="104086"/>
                  </a:lnTo>
                  <a:lnTo>
                    <a:pt x="8647158" y="104086"/>
                  </a:lnTo>
                  <a:lnTo>
                    <a:pt x="8647158" y="104086"/>
                  </a:lnTo>
                  <a:lnTo>
                    <a:pt x="8652631" y="104086"/>
                  </a:lnTo>
                  <a:lnTo>
                    <a:pt x="8652631" y="104086"/>
                  </a:lnTo>
                  <a:lnTo>
                    <a:pt x="8658104" y="104086"/>
                  </a:lnTo>
                  <a:lnTo>
                    <a:pt x="8658104" y="104086"/>
                  </a:lnTo>
                  <a:lnTo>
                    <a:pt x="8669050" y="104086"/>
                  </a:lnTo>
                  <a:lnTo>
                    <a:pt x="8669050" y="104086"/>
                  </a:lnTo>
                  <a:lnTo>
                    <a:pt x="8674523" y="104086"/>
                  </a:lnTo>
                  <a:lnTo>
                    <a:pt x="8674523" y="104086"/>
                  </a:lnTo>
                  <a:lnTo>
                    <a:pt x="8685469" y="104086"/>
                  </a:lnTo>
                  <a:lnTo>
                    <a:pt x="8685469" y="104086"/>
                  </a:lnTo>
                  <a:lnTo>
                    <a:pt x="8690942" y="104086"/>
                  </a:lnTo>
                  <a:lnTo>
                    <a:pt x="8690942" y="104086"/>
                  </a:lnTo>
                  <a:lnTo>
                    <a:pt x="8696414" y="104086"/>
                  </a:lnTo>
                  <a:lnTo>
                    <a:pt x="8696414" y="104086"/>
                  </a:lnTo>
                  <a:lnTo>
                    <a:pt x="8701887" y="104086"/>
                  </a:lnTo>
                  <a:lnTo>
                    <a:pt x="8701887" y="104086"/>
                  </a:lnTo>
                  <a:lnTo>
                    <a:pt x="8707360" y="104086"/>
                  </a:lnTo>
                  <a:lnTo>
                    <a:pt x="8707360" y="104086"/>
                  </a:lnTo>
                  <a:lnTo>
                    <a:pt x="8712833" y="104086"/>
                  </a:lnTo>
                  <a:lnTo>
                    <a:pt x="8712833" y="104086"/>
                  </a:lnTo>
                  <a:lnTo>
                    <a:pt x="8718306" y="104086"/>
                  </a:lnTo>
                  <a:lnTo>
                    <a:pt x="8718306" y="104086"/>
                  </a:lnTo>
                  <a:lnTo>
                    <a:pt x="8729252" y="104086"/>
                  </a:lnTo>
                  <a:lnTo>
                    <a:pt x="8729252" y="104086"/>
                  </a:lnTo>
                  <a:lnTo>
                    <a:pt x="8734725" y="104086"/>
                  </a:lnTo>
                  <a:lnTo>
                    <a:pt x="8734725" y="104086"/>
                  </a:lnTo>
                  <a:lnTo>
                    <a:pt x="8740198" y="104086"/>
                  </a:lnTo>
                  <a:lnTo>
                    <a:pt x="8740198" y="84461"/>
                  </a:lnTo>
                  <a:lnTo>
                    <a:pt x="8745670" y="84461"/>
                  </a:lnTo>
                  <a:lnTo>
                    <a:pt x="8745670" y="84461"/>
                  </a:lnTo>
                  <a:lnTo>
                    <a:pt x="8751143" y="84461"/>
                  </a:lnTo>
                  <a:lnTo>
                    <a:pt x="8751143" y="84461"/>
                  </a:lnTo>
                  <a:lnTo>
                    <a:pt x="8756616" y="84461"/>
                  </a:lnTo>
                  <a:lnTo>
                    <a:pt x="8756616" y="84461"/>
                  </a:lnTo>
                  <a:lnTo>
                    <a:pt x="8762089" y="84461"/>
                  </a:lnTo>
                  <a:lnTo>
                    <a:pt x="8762089" y="84461"/>
                  </a:lnTo>
                  <a:lnTo>
                    <a:pt x="8767562" y="84461"/>
                  </a:lnTo>
                  <a:lnTo>
                    <a:pt x="8767562" y="84461"/>
                  </a:lnTo>
                  <a:lnTo>
                    <a:pt x="8773035" y="84461"/>
                  </a:lnTo>
                  <a:lnTo>
                    <a:pt x="8773035" y="84461"/>
                  </a:lnTo>
                  <a:lnTo>
                    <a:pt x="8778508" y="84461"/>
                  </a:lnTo>
                  <a:lnTo>
                    <a:pt x="8778508" y="84461"/>
                  </a:lnTo>
                  <a:lnTo>
                    <a:pt x="8783981" y="84461"/>
                  </a:lnTo>
                  <a:lnTo>
                    <a:pt x="8783981" y="84461"/>
                  </a:lnTo>
                  <a:lnTo>
                    <a:pt x="8789453" y="84461"/>
                  </a:lnTo>
                  <a:lnTo>
                    <a:pt x="8789453" y="84461"/>
                  </a:lnTo>
                  <a:lnTo>
                    <a:pt x="8794926" y="84461"/>
                  </a:lnTo>
                  <a:lnTo>
                    <a:pt x="8794926" y="84461"/>
                  </a:lnTo>
                  <a:lnTo>
                    <a:pt x="8800399" y="84461"/>
                  </a:lnTo>
                  <a:lnTo>
                    <a:pt x="8800399" y="84461"/>
                  </a:lnTo>
                  <a:lnTo>
                    <a:pt x="8811345" y="84461"/>
                  </a:lnTo>
                  <a:lnTo>
                    <a:pt x="8811345" y="84461"/>
                  </a:lnTo>
                  <a:lnTo>
                    <a:pt x="8816818" y="84461"/>
                  </a:lnTo>
                  <a:lnTo>
                    <a:pt x="8816818" y="84461"/>
                  </a:lnTo>
                  <a:lnTo>
                    <a:pt x="8827764" y="84461"/>
                  </a:lnTo>
                  <a:lnTo>
                    <a:pt x="8827764" y="84461"/>
                  </a:lnTo>
                  <a:lnTo>
                    <a:pt x="8833237" y="84461"/>
                  </a:lnTo>
                  <a:lnTo>
                    <a:pt x="8833237" y="84461"/>
                  </a:lnTo>
                  <a:lnTo>
                    <a:pt x="8838709" y="84461"/>
                  </a:lnTo>
                  <a:lnTo>
                    <a:pt x="8838709" y="84461"/>
                  </a:lnTo>
                  <a:lnTo>
                    <a:pt x="8844182" y="84461"/>
                  </a:lnTo>
                  <a:lnTo>
                    <a:pt x="8844182" y="84461"/>
                  </a:lnTo>
                  <a:lnTo>
                    <a:pt x="8849655" y="84461"/>
                  </a:lnTo>
                  <a:lnTo>
                    <a:pt x="8849655" y="84461"/>
                  </a:lnTo>
                  <a:lnTo>
                    <a:pt x="8855128" y="84461"/>
                  </a:lnTo>
                  <a:lnTo>
                    <a:pt x="8855128" y="64736"/>
                  </a:lnTo>
                  <a:lnTo>
                    <a:pt x="8866074" y="64736"/>
                  </a:lnTo>
                  <a:lnTo>
                    <a:pt x="8866074" y="64736"/>
                  </a:lnTo>
                  <a:lnTo>
                    <a:pt x="8871547" y="64736"/>
                  </a:lnTo>
                  <a:lnTo>
                    <a:pt x="8871547" y="64736"/>
                  </a:lnTo>
                  <a:lnTo>
                    <a:pt x="8877020" y="64736"/>
                  </a:lnTo>
                  <a:lnTo>
                    <a:pt x="8877020" y="64736"/>
                  </a:lnTo>
                  <a:lnTo>
                    <a:pt x="8887965" y="64736"/>
                  </a:lnTo>
                  <a:lnTo>
                    <a:pt x="8887965" y="64736"/>
                  </a:lnTo>
                  <a:lnTo>
                    <a:pt x="8893438" y="64736"/>
                  </a:lnTo>
                  <a:lnTo>
                    <a:pt x="8893438" y="44790"/>
                  </a:lnTo>
                  <a:lnTo>
                    <a:pt x="8898911" y="44790"/>
                  </a:lnTo>
                  <a:lnTo>
                    <a:pt x="8898911" y="44790"/>
                  </a:lnTo>
                  <a:lnTo>
                    <a:pt x="8904384" y="44790"/>
                  </a:lnTo>
                  <a:lnTo>
                    <a:pt x="8904384" y="44790"/>
                  </a:lnTo>
                  <a:lnTo>
                    <a:pt x="8909857" y="44790"/>
                  </a:lnTo>
                  <a:lnTo>
                    <a:pt x="8909857" y="44790"/>
                  </a:lnTo>
                  <a:lnTo>
                    <a:pt x="8920803" y="44790"/>
                  </a:lnTo>
                  <a:lnTo>
                    <a:pt x="8920803" y="44790"/>
                  </a:lnTo>
                  <a:lnTo>
                    <a:pt x="8926276" y="44790"/>
                  </a:lnTo>
                  <a:lnTo>
                    <a:pt x="8926276" y="44790"/>
                  </a:lnTo>
                  <a:lnTo>
                    <a:pt x="8931749" y="44790"/>
                  </a:lnTo>
                  <a:lnTo>
                    <a:pt x="8931749" y="44790"/>
                  </a:lnTo>
                  <a:lnTo>
                    <a:pt x="8942694" y="44790"/>
                  </a:lnTo>
                  <a:lnTo>
                    <a:pt x="8942694" y="44790"/>
                  </a:lnTo>
                  <a:lnTo>
                    <a:pt x="8948167" y="44790"/>
                  </a:lnTo>
                  <a:lnTo>
                    <a:pt x="8948167" y="44790"/>
                  </a:lnTo>
                  <a:lnTo>
                    <a:pt x="8959113" y="44790"/>
                  </a:lnTo>
                  <a:lnTo>
                    <a:pt x="8959113" y="44790"/>
                  </a:lnTo>
                  <a:lnTo>
                    <a:pt x="8964586" y="44790"/>
                  </a:lnTo>
                  <a:lnTo>
                    <a:pt x="8964586" y="44790"/>
                  </a:lnTo>
                  <a:lnTo>
                    <a:pt x="8970059" y="44790"/>
                  </a:lnTo>
                  <a:lnTo>
                    <a:pt x="8970059" y="44790"/>
                  </a:lnTo>
                  <a:lnTo>
                    <a:pt x="8975532" y="44790"/>
                  </a:lnTo>
                  <a:lnTo>
                    <a:pt x="8975532" y="44790"/>
                  </a:lnTo>
                  <a:lnTo>
                    <a:pt x="8986477" y="44790"/>
                  </a:lnTo>
                  <a:lnTo>
                    <a:pt x="8986477" y="44790"/>
                  </a:lnTo>
                  <a:lnTo>
                    <a:pt x="8991950" y="44790"/>
                  </a:lnTo>
                  <a:lnTo>
                    <a:pt x="8991950" y="44790"/>
                  </a:lnTo>
                  <a:lnTo>
                    <a:pt x="8997423" y="44790"/>
                  </a:lnTo>
                  <a:lnTo>
                    <a:pt x="8997423" y="44790"/>
                  </a:lnTo>
                  <a:lnTo>
                    <a:pt x="9002896" y="44790"/>
                  </a:lnTo>
                  <a:lnTo>
                    <a:pt x="9002896" y="44790"/>
                  </a:lnTo>
                  <a:lnTo>
                    <a:pt x="9008369" y="44790"/>
                  </a:lnTo>
                  <a:lnTo>
                    <a:pt x="9008369" y="44790"/>
                  </a:lnTo>
                  <a:lnTo>
                    <a:pt x="9013842" y="44790"/>
                  </a:lnTo>
                  <a:lnTo>
                    <a:pt x="9013842" y="44790"/>
                  </a:lnTo>
                  <a:lnTo>
                    <a:pt x="9019315" y="44790"/>
                  </a:lnTo>
                  <a:lnTo>
                    <a:pt x="9019315" y="44790"/>
                  </a:lnTo>
                  <a:lnTo>
                    <a:pt x="9024788" y="44790"/>
                  </a:lnTo>
                  <a:lnTo>
                    <a:pt x="9024788" y="44790"/>
                  </a:lnTo>
                  <a:lnTo>
                    <a:pt x="9035733" y="44790"/>
                  </a:lnTo>
                  <a:lnTo>
                    <a:pt x="9035733" y="44790"/>
                  </a:lnTo>
                  <a:lnTo>
                    <a:pt x="9041206" y="44790"/>
                  </a:lnTo>
                  <a:lnTo>
                    <a:pt x="9041206" y="44790"/>
                  </a:lnTo>
                  <a:lnTo>
                    <a:pt x="9046679" y="44790"/>
                  </a:lnTo>
                  <a:lnTo>
                    <a:pt x="9046679" y="44790"/>
                  </a:lnTo>
                  <a:lnTo>
                    <a:pt x="9052152" y="44790"/>
                  </a:lnTo>
                  <a:lnTo>
                    <a:pt x="9052152" y="44790"/>
                  </a:lnTo>
                  <a:lnTo>
                    <a:pt x="9057625" y="44790"/>
                  </a:lnTo>
                  <a:lnTo>
                    <a:pt x="9057625" y="44790"/>
                  </a:lnTo>
                  <a:lnTo>
                    <a:pt x="9063098" y="44790"/>
                  </a:lnTo>
                  <a:lnTo>
                    <a:pt x="9063098" y="44790"/>
                  </a:lnTo>
                  <a:lnTo>
                    <a:pt x="9068571" y="44790"/>
                  </a:lnTo>
                  <a:lnTo>
                    <a:pt x="9068571" y="44790"/>
                  </a:lnTo>
                  <a:lnTo>
                    <a:pt x="9079516" y="44790"/>
                  </a:lnTo>
                  <a:lnTo>
                    <a:pt x="9079516" y="44790"/>
                  </a:lnTo>
                  <a:lnTo>
                    <a:pt x="9084989" y="44790"/>
                  </a:lnTo>
                  <a:lnTo>
                    <a:pt x="9084989" y="44790"/>
                  </a:lnTo>
                  <a:lnTo>
                    <a:pt x="9090462" y="44790"/>
                  </a:lnTo>
                  <a:lnTo>
                    <a:pt x="9090462" y="44790"/>
                  </a:lnTo>
                  <a:lnTo>
                    <a:pt x="9095935" y="44790"/>
                  </a:lnTo>
                  <a:lnTo>
                    <a:pt x="9095935" y="44790"/>
                  </a:lnTo>
                  <a:lnTo>
                    <a:pt x="9101408" y="44790"/>
                  </a:lnTo>
                  <a:lnTo>
                    <a:pt x="9101408" y="44790"/>
                  </a:lnTo>
                  <a:lnTo>
                    <a:pt x="9106881" y="44790"/>
                  </a:lnTo>
                  <a:lnTo>
                    <a:pt x="9106881" y="44790"/>
                  </a:lnTo>
                  <a:lnTo>
                    <a:pt x="9117827" y="44790"/>
                  </a:lnTo>
                  <a:lnTo>
                    <a:pt x="9117827" y="44790"/>
                  </a:lnTo>
                  <a:lnTo>
                    <a:pt x="9123300" y="44790"/>
                  </a:lnTo>
                  <a:lnTo>
                    <a:pt x="9123300" y="44790"/>
                  </a:lnTo>
                  <a:lnTo>
                    <a:pt x="9128772" y="44790"/>
                  </a:lnTo>
                  <a:lnTo>
                    <a:pt x="9128772" y="44790"/>
                  </a:lnTo>
                  <a:lnTo>
                    <a:pt x="9134245" y="44790"/>
                  </a:lnTo>
                  <a:lnTo>
                    <a:pt x="9134245" y="44790"/>
                  </a:lnTo>
                  <a:lnTo>
                    <a:pt x="9139718" y="44790"/>
                  </a:lnTo>
                  <a:lnTo>
                    <a:pt x="9139718" y="44790"/>
                  </a:lnTo>
                  <a:lnTo>
                    <a:pt x="9145191" y="44790"/>
                  </a:lnTo>
                  <a:lnTo>
                    <a:pt x="9145191" y="44790"/>
                  </a:lnTo>
                  <a:lnTo>
                    <a:pt x="9150664" y="44790"/>
                  </a:lnTo>
                  <a:lnTo>
                    <a:pt x="9150664" y="44790"/>
                  </a:lnTo>
                  <a:lnTo>
                    <a:pt x="9156137" y="44790"/>
                  </a:lnTo>
                  <a:lnTo>
                    <a:pt x="9156137" y="44790"/>
                  </a:lnTo>
                  <a:lnTo>
                    <a:pt x="9161610" y="44790"/>
                  </a:lnTo>
                  <a:lnTo>
                    <a:pt x="9161610" y="44790"/>
                  </a:lnTo>
                  <a:lnTo>
                    <a:pt x="9167083" y="44790"/>
                  </a:lnTo>
                  <a:lnTo>
                    <a:pt x="9167083" y="44790"/>
                  </a:lnTo>
                  <a:lnTo>
                    <a:pt x="9178028" y="44790"/>
                  </a:lnTo>
                  <a:lnTo>
                    <a:pt x="9178028" y="44790"/>
                  </a:lnTo>
                  <a:lnTo>
                    <a:pt x="9183501" y="44790"/>
                  </a:lnTo>
                  <a:lnTo>
                    <a:pt x="9183501" y="44790"/>
                  </a:lnTo>
                  <a:lnTo>
                    <a:pt x="9194447" y="44790"/>
                  </a:lnTo>
                  <a:lnTo>
                    <a:pt x="9194447" y="44790"/>
                  </a:lnTo>
                  <a:lnTo>
                    <a:pt x="9199920" y="44790"/>
                  </a:lnTo>
                  <a:lnTo>
                    <a:pt x="9199920" y="44790"/>
                  </a:lnTo>
                  <a:lnTo>
                    <a:pt x="9205393" y="44790"/>
                  </a:lnTo>
                  <a:lnTo>
                    <a:pt x="9205393" y="44790"/>
                  </a:lnTo>
                  <a:lnTo>
                    <a:pt x="9210866" y="44790"/>
                  </a:lnTo>
                  <a:lnTo>
                    <a:pt x="9210866" y="44790"/>
                  </a:lnTo>
                  <a:lnTo>
                    <a:pt x="9216339" y="44790"/>
                  </a:lnTo>
                  <a:lnTo>
                    <a:pt x="9216339" y="44790"/>
                  </a:lnTo>
                  <a:lnTo>
                    <a:pt x="9221811" y="44790"/>
                  </a:lnTo>
                  <a:lnTo>
                    <a:pt x="9221811" y="44790"/>
                  </a:lnTo>
                  <a:lnTo>
                    <a:pt x="9227284" y="44790"/>
                  </a:lnTo>
                  <a:lnTo>
                    <a:pt x="9227284" y="44790"/>
                  </a:lnTo>
                  <a:lnTo>
                    <a:pt x="9232757" y="44790"/>
                  </a:lnTo>
                  <a:lnTo>
                    <a:pt x="9232757" y="44790"/>
                  </a:lnTo>
                  <a:lnTo>
                    <a:pt x="9238230" y="44790"/>
                  </a:lnTo>
                  <a:lnTo>
                    <a:pt x="9238230" y="44790"/>
                  </a:lnTo>
                  <a:lnTo>
                    <a:pt x="9249176" y="44790"/>
                  </a:lnTo>
                  <a:lnTo>
                    <a:pt x="9249176" y="44790"/>
                  </a:lnTo>
                  <a:lnTo>
                    <a:pt x="9254649" y="44790"/>
                  </a:lnTo>
                  <a:lnTo>
                    <a:pt x="9254649" y="44790"/>
                  </a:lnTo>
                  <a:lnTo>
                    <a:pt x="9260122" y="44790"/>
                  </a:lnTo>
                  <a:lnTo>
                    <a:pt x="9260122" y="44790"/>
                  </a:lnTo>
                  <a:lnTo>
                    <a:pt x="9265595" y="44790"/>
                  </a:lnTo>
                  <a:lnTo>
                    <a:pt x="9265595" y="44790"/>
                  </a:lnTo>
                  <a:lnTo>
                    <a:pt x="9271067" y="44790"/>
                  </a:lnTo>
                  <a:lnTo>
                    <a:pt x="9271067" y="44790"/>
                  </a:lnTo>
                  <a:lnTo>
                    <a:pt x="9276540" y="44790"/>
                  </a:lnTo>
                  <a:lnTo>
                    <a:pt x="9276540" y="44790"/>
                  </a:lnTo>
                  <a:lnTo>
                    <a:pt x="9282013" y="44790"/>
                  </a:lnTo>
                  <a:lnTo>
                    <a:pt x="9282013" y="44790"/>
                  </a:lnTo>
                  <a:lnTo>
                    <a:pt x="9287486" y="44790"/>
                  </a:lnTo>
                  <a:lnTo>
                    <a:pt x="9287486" y="44790"/>
                  </a:lnTo>
                  <a:lnTo>
                    <a:pt x="9298432" y="44790"/>
                  </a:lnTo>
                  <a:lnTo>
                    <a:pt x="9298432" y="44790"/>
                  </a:lnTo>
                  <a:lnTo>
                    <a:pt x="9303905" y="44790"/>
                  </a:lnTo>
                  <a:lnTo>
                    <a:pt x="9303905" y="44790"/>
                  </a:lnTo>
                  <a:lnTo>
                    <a:pt x="9309378" y="44790"/>
                  </a:lnTo>
                  <a:lnTo>
                    <a:pt x="9309378" y="44790"/>
                  </a:lnTo>
                  <a:lnTo>
                    <a:pt x="9314850" y="44790"/>
                  </a:lnTo>
                  <a:lnTo>
                    <a:pt x="9314850" y="44790"/>
                  </a:lnTo>
                  <a:lnTo>
                    <a:pt x="9325796" y="44790"/>
                  </a:lnTo>
                  <a:lnTo>
                    <a:pt x="9325796" y="44790"/>
                  </a:lnTo>
                  <a:lnTo>
                    <a:pt x="9336742" y="44790"/>
                  </a:lnTo>
                  <a:lnTo>
                    <a:pt x="9336742" y="44790"/>
                  </a:lnTo>
                  <a:lnTo>
                    <a:pt x="9342215" y="44790"/>
                  </a:lnTo>
                  <a:lnTo>
                    <a:pt x="9342215" y="44790"/>
                  </a:lnTo>
                  <a:lnTo>
                    <a:pt x="9347688" y="44790"/>
                  </a:lnTo>
                  <a:lnTo>
                    <a:pt x="9347688" y="44790"/>
                  </a:lnTo>
                  <a:lnTo>
                    <a:pt x="9353161" y="44790"/>
                  </a:lnTo>
                  <a:lnTo>
                    <a:pt x="9353161" y="44790"/>
                  </a:lnTo>
                  <a:lnTo>
                    <a:pt x="9358634" y="44790"/>
                  </a:lnTo>
                  <a:lnTo>
                    <a:pt x="9358634" y="44790"/>
                  </a:lnTo>
                  <a:lnTo>
                    <a:pt x="9364106" y="44790"/>
                  </a:lnTo>
                  <a:lnTo>
                    <a:pt x="9364106" y="44790"/>
                  </a:lnTo>
                  <a:lnTo>
                    <a:pt x="9369579" y="44790"/>
                  </a:lnTo>
                  <a:lnTo>
                    <a:pt x="9369579" y="44790"/>
                  </a:lnTo>
                  <a:lnTo>
                    <a:pt x="9380525" y="44790"/>
                  </a:lnTo>
                  <a:lnTo>
                    <a:pt x="9380525" y="44790"/>
                  </a:lnTo>
                  <a:lnTo>
                    <a:pt x="9385998" y="44790"/>
                  </a:lnTo>
                  <a:lnTo>
                    <a:pt x="9385998" y="44790"/>
                  </a:lnTo>
                  <a:lnTo>
                    <a:pt x="9391471" y="44790"/>
                  </a:lnTo>
                  <a:lnTo>
                    <a:pt x="9391471" y="44790"/>
                  </a:lnTo>
                  <a:lnTo>
                    <a:pt x="9396944" y="44790"/>
                  </a:lnTo>
                  <a:lnTo>
                    <a:pt x="9396944" y="44790"/>
                  </a:lnTo>
                  <a:lnTo>
                    <a:pt x="9402417" y="44790"/>
                  </a:lnTo>
                  <a:lnTo>
                    <a:pt x="9402417" y="44790"/>
                  </a:lnTo>
                  <a:lnTo>
                    <a:pt x="9424308" y="44790"/>
                  </a:lnTo>
                  <a:lnTo>
                    <a:pt x="9424308" y="44790"/>
                  </a:lnTo>
                  <a:lnTo>
                    <a:pt x="9429781" y="44790"/>
                  </a:lnTo>
                  <a:lnTo>
                    <a:pt x="9429781" y="44790"/>
                  </a:lnTo>
                  <a:lnTo>
                    <a:pt x="9440727" y="44790"/>
                  </a:lnTo>
                  <a:lnTo>
                    <a:pt x="9440727" y="44790"/>
                  </a:lnTo>
                  <a:lnTo>
                    <a:pt x="9446200" y="44790"/>
                  </a:lnTo>
                  <a:lnTo>
                    <a:pt x="9446200" y="44790"/>
                  </a:lnTo>
                  <a:lnTo>
                    <a:pt x="9451673" y="44790"/>
                  </a:lnTo>
                  <a:lnTo>
                    <a:pt x="9451673" y="44790"/>
                  </a:lnTo>
                  <a:lnTo>
                    <a:pt x="9457146" y="44790"/>
                  </a:lnTo>
                  <a:lnTo>
                    <a:pt x="9457146" y="44790"/>
                  </a:lnTo>
                  <a:lnTo>
                    <a:pt x="9462618" y="44790"/>
                  </a:lnTo>
                  <a:lnTo>
                    <a:pt x="9462618" y="44790"/>
                  </a:lnTo>
                  <a:lnTo>
                    <a:pt x="9468091" y="44790"/>
                  </a:lnTo>
                  <a:lnTo>
                    <a:pt x="9468091" y="44790"/>
                  </a:lnTo>
                  <a:lnTo>
                    <a:pt x="9473564" y="44790"/>
                  </a:lnTo>
                  <a:lnTo>
                    <a:pt x="9473564" y="44790"/>
                  </a:lnTo>
                  <a:lnTo>
                    <a:pt x="9479037" y="44790"/>
                  </a:lnTo>
                  <a:lnTo>
                    <a:pt x="9479037" y="44790"/>
                  </a:lnTo>
                  <a:lnTo>
                    <a:pt x="9484510" y="44790"/>
                  </a:lnTo>
                  <a:lnTo>
                    <a:pt x="9484510" y="44790"/>
                  </a:lnTo>
                  <a:lnTo>
                    <a:pt x="9489983" y="44790"/>
                  </a:lnTo>
                  <a:lnTo>
                    <a:pt x="9489983" y="44790"/>
                  </a:lnTo>
                  <a:lnTo>
                    <a:pt x="9495456" y="44790"/>
                  </a:lnTo>
                  <a:lnTo>
                    <a:pt x="9495456" y="44790"/>
                  </a:lnTo>
                  <a:lnTo>
                    <a:pt x="9500929" y="44790"/>
                  </a:lnTo>
                  <a:lnTo>
                    <a:pt x="9500929" y="44790"/>
                  </a:lnTo>
                  <a:lnTo>
                    <a:pt x="9506401" y="44790"/>
                  </a:lnTo>
                  <a:lnTo>
                    <a:pt x="9506401" y="44790"/>
                  </a:lnTo>
                  <a:lnTo>
                    <a:pt x="9511874" y="44790"/>
                  </a:lnTo>
                  <a:lnTo>
                    <a:pt x="9511874" y="44790"/>
                  </a:lnTo>
                  <a:lnTo>
                    <a:pt x="9517347" y="44790"/>
                  </a:lnTo>
                  <a:lnTo>
                    <a:pt x="9517347" y="44790"/>
                  </a:lnTo>
                  <a:lnTo>
                    <a:pt x="9522820" y="44790"/>
                  </a:lnTo>
                  <a:lnTo>
                    <a:pt x="9522820" y="44790"/>
                  </a:lnTo>
                  <a:lnTo>
                    <a:pt x="9528293" y="44790"/>
                  </a:lnTo>
                  <a:lnTo>
                    <a:pt x="9528293" y="44790"/>
                  </a:lnTo>
                  <a:lnTo>
                    <a:pt x="9533766" y="44790"/>
                  </a:lnTo>
                  <a:lnTo>
                    <a:pt x="9533766" y="44790"/>
                  </a:lnTo>
                  <a:lnTo>
                    <a:pt x="9539239" y="44790"/>
                  </a:lnTo>
                  <a:lnTo>
                    <a:pt x="9539239" y="23142"/>
                  </a:lnTo>
                  <a:lnTo>
                    <a:pt x="9544712" y="23142"/>
                  </a:lnTo>
                  <a:lnTo>
                    <a:pt x="9544712" y="23142"/>
                  </a:lnTo>
                  <a:lnTo>
                    <a:pt x="9555657" y="23142"/>
                  </a:lnTo>
                  <a:lnTo>
                    <a:pt x="9555657" y="23142"/>
                  </a:lnTo>
                  <a:lnTo>
                    <a:pt x="9572076" y="23142"/>
                  </a:lnTo>
                  <a:lnTo>
                    <a:pt x="9572076" y="23142"/>
                  </a:lnTo>
                  <a:lnTo>
                    <a:pt x="9577549" y="23142"/>
                  </a:lnTo>
                  <a:lnTo>
                    <a:pt x="9577549" y="23142"/>
                  </a:lnTo>
                  <a:lnTo>
                    <a:pt x="9583022" y="23142"/>
                  </a:lnTo>
                  <a:lnTo>
                    <a:pt x="9583022" y="23142"/>
                  </a:lnTo>
                  <a:lnTo>
                    <a:pt x="9588495" y="23142"/>
                  </a:lnTo>
                  <a:lnTo>
                    <a:pt x="9588495" y="23142"/>
                  </a:lnTo>
                  <a:lnTo>
                    <a:pt x="9593968" y="23142"/>
                  </a:lnTo>
                  <a:lnTo>
                    <a:pt x="9593968" y="23142"/>
                  </a:lnTo>
                  <a:lnTo>
                    <a:pt x="9599441" y="23142"/>
                  </a:lnTo>
                  <a:lnTo>
                    <a:pt x="9599441" y="23142"/>
                  </a:lnTo>
                  <a:lnTo>
                    <a:pt x="9604913" y="23142"/>
                  </a:lnTo>
                  <a:lnTo>
                    <a:pt x="9604913" y="23142"/>
                  </a:lnTo>
                  <a:lnTo>
                    <a:pt x="9610386" y="23142"/>
                  </a:lnTo>
                  <a:lnTo>
                    <a:pt x="9610386" y="23142"/>
                  </a:lnTo>
                  <a:lnTo>
                    <a:pt x="9615859" y="23142"/>
                  </a:lnTo>
                  <a:lnTo>
                    <a:pt x="9615859" y="23142"/>
                  </a:lnTo>
                  <a:lnTo>
                    <a:pt x="9626805" y="23142"/>
                  </a:lnTo>
                  <a:lnTo>
                    <a:pt x="9626805" y="23142"/>
                  </a:lnTo>
                  <a:lnTo>
                    <a:pt x="9643224" y="23142"/>
                  </a:lnTo>
                  <a:lnTo>
                    <a:pt x="9643224" y="23142"/>
                  </a:lnTo>
                  <a:lnTo>
                    <a:pt x="9648697" y="23142"/>
                  </a:lnTo>
                  <a:lnTo>
                    <a:pt x="9648697" y="23142"/>
                  </a:lnTo>
                  <a:lnTo>
                    <a:pt x="9654169" y="23142"/>
                  </a:lnTo>
                  <a:lnTo>
                    <a:pt x="9654169" y="23142"/>
                  </a:lnTo>
                  <a:lnTo>
                    <a:pt x="9670588" y="23142"/>
                  </a:lnTo>
                  <a:lnTo>
                    <a:pt x="9670588" y="23142"/>
                  </a:lnTo>
                  <a:lnTo>
                    <a:pt x="9676061" y="23142"/>
                  </a:lnTo>
                  <a:lnTo>
                    <a:pt x="9676061" y="23142"/>
                  </a:lnTo>
                  <a:lnTo>
                    <a:pt x="9681534" y="23142"/>
                  </a:lnTo>
                  <a:lnTo>
                    <a:pt x="9681534" y="23142"/>
                  </a:lnTo>
                  <a:lnTo>
                    <a:pt x="9687007" y="23142"/>
                  </a:lnTo>
                  <a:lnTo>
                    <a:pt x="9687007" y="23142"/>
                  </a:lnTo>
                  <a:lnTo>
                    <a:pt x="9692480" y="23142"/>
                  </a:lnTo>
                  <a:lnTo>
                    <a:pt x="9692480" y="23142"/>
                  </a:lnTo>
                  <a:lnTo>
                    <a:pt x="9703425" y="23142"/>
                  </a:lnTo>
                  <a:lnTo>
                    <a:pt x="9703425" y="23142"/>
                  </a:lnTo>
                  <a:lnTo>
                    <a:pt x="9708898" y="23142"/>
                  </a:lnTo>
                  <a:lnTo>
                    <a:pt x="9708898" y="23142"/>
                  </a:lnTo>
                  <a:lnTo>
                    <a:pt x="9714371" y="23142"/>
                  </a:lnTo>
                  <a:lnTo>
                    <a:pt x="9714371" y="23142"/>
                  </a:lnTo>
                  <a:lnTo>
                    <a:pt x="9719844" y="23142"/>
                  </a:lnTo>
                  <a:lnTo>
                    <a:pt x="9719844" y="23142"/>
                  </a:lnTo>
                  <a:lnTo>
                    <a:pt x="9725317" y="23142"/>
                  </a:lnTo>
                  <a:lnTo>
                    <a:pt x="9725317" y="23142"/>
                  </a:lnTo>
                  <a:lnTo>
                    <a:pt x="9730790" y="23142"/>
                  </a:lnTo>
                  <a:lnTo>
                    <a:pt x="9730790" y="23142"/>
                  </a:lnTo>
                  <a:lnTo>
                    <a:pt x="9736263" y="23142"/>
                  </a:lnTo>
                  <a:lnTo>
                    <a:pt x="9736263" y="23142"/>
                  </a:lnTo>
                  <a:lnTo>
                    <a:pt x="9752681" y="23142"/>
                  </a:lnTo>
                  <a:lnTo>
                    <a:pt x="9752681" y="23142"/>
                  </a:lnTo>
                  <a:lnTo>
                    <a:pt x="9758154" y="23142"/>
                  </a:lnTo>
                  <a:lnTo>
                    <a:pt x="9758154" y="23142"/>
                  </a:lnTo>
                  <a:lnTo>
                    <a:pt x="9763627" y="23142"/>
                  </a:lnTo>
                  <a:lnTo>
                    <a:pt x="9763627" y="23142"/>
                  </a:lnTo>
                  <a:lnTo>
                    <a:pt x="9769100" y="23142"/>
                  </a:lnTo>
                  <a:lnTo>
                    <a:pt x="9769100" y="23142"/>
                  </a:lnTo>
                  <a:lnTo>
                    <a:pt x="9774573" y="23142"/>
                  </a:lnTo>
                  <a:lnTo>
                    <a:pt x="9774573" y="23142"/>
                  </a:lnTo>
                  <a:lnTo>
                    <a:pt x="9780046" y="23142"/>
                  </a:lnTo>
                  <a:lnTo>
                    <a:pt x="9780046" y="23142"/>
                  </a:lnTo>
                  <a:lnTo>
                    <a:pt x="9790992" y="23142"/>
                  </a:lnTo>
                  <a:lnTo>
                    <a:pt x="9790992" y="23142"/>
                  </a:lnTo>
                  <a:lnTo>
                    <a:pt x="9796464" y="23142"/>
                  </a:lnTo>
                  <a:lnTo>
                    <a:pt x="9796464" y="23142"/>
                  </a:lnTo>
                  <a:lnTo>
                    <a:pt x="9801937" y="23142"/>
                  </a:lnTo>
                  <a:lnTo>
                    <a:pt x="9801937" y="23142"/>
                  </a:lnTo>
                  <a:lnTo>
                    <a:pt x="9807410" y="23142"/>
                  </a:lnTo>
                  <a:lnTo>
                    <a:pt x="9807410" y="23142"/>
                  </a:lnTo>
                  <a:lnTo>
                    <a:pt x="9812883" y="23142"/>
                  </a:lnTo>
                  <a:lnTo>
                    <a:pt x="9812883" y="23142"/>
                  </a:lnTo>
                  <a:lnTo>
                    <a:pt x="9818356" y="23142"/>
                  </a:lnTo>
                  <a:lnTo>
                    <a:pt x="9818356" y="23142"/>
                  </a:lnTo>
                  <a:lnTo>
                    <a:pt x="9823829" y="23142"/>
                  </a:lnTo>
                  <a:lnTo>
                    <a:pt x="9823829" y="23142"/>
                  </a:lnTo>
                  <a:lnTo>
                    <a:pt x="9829302" y="23142"/>
                  </a:lnTo>
                  <a:lnTo>
                    <a:pt x="9829302" y="23142"/>
                  </a:lnTo>
                  <a:lnTo>
                    <a:pt x="9834775" y="23142"/>
                  </a:lnTo>
                  <a:lnTo>
                    <a:pt x="9834775" y="23142"/>
                  </a:lnTo>
                  <a:lnTo>
                    <a:pt x="9845720" y="23142"/>
                  </a:lnTo>
                  <a:lnTo>
                    <a:pt x="9845720" y="23142"/>
                  </a:lnTo>
                  <a:lnTo>
                    <a:pt x="9851193" y="23142"/>
                  </a:lnTo>
                  <a:lnTo>
                    <a:pt x="9851193" y="23142"/>
                  </a:lnTo>
                  <a:lnTo>
                    <a:pt x="9867612" y="23142"/>
                  </a:lnTo>
                  <a:lnTo>
                    <a:pt x="9867612" y="0"/>
                  </a:lnTo>
                  <a:lnTo>
                    <a:pt x="9873085" y="0"/>
                  </a:lnTo>
                  <a:lnTo>
                    <a:pt x="9873085" y="0"/>
                  </a:lnTo>
                  <a:lnTo>
                    <a:pt x="9878558" y="0"/>
                  </a:lnTo>
                  <a:lnTo>
                    <a:pt x="9878558" y="0"/>
                  </a:lnTo>
                  <a:lnTo>
                    <a:pt x="9889503" y="0"/>
                  </a:lnTo>
                  <a:lnTo>
                    <a:pt x="9889503" y="0"/>
                  </a:lnTo>
                  <a:lnTo>
                    <a:pt x="9894976" y="0"/>
                  </a:lnTo>
                  <a:lnTo>
                    <a:pt x="9894976" y="0"/>
                  </a:lnTo>
                  <a:lnTo>
                    <a:pt x="9900449" y="0"/>
                  </a:lnTo>
                  <a:lnTo>
                    <a:pt x="9900449" y="0"/>
                  </a:lnTo>
                  <a:lnTo>
                    <a:pt x="9911395" y="0"/>
                  </a:lnTo>
                  <a:lnTo>
                    <a:pt x="9911395" y="0"/>
                  </a:lnTo>
                  <a:lnTo>
                    <a:pt x="9916868" y="0"/>
                  </a:lnTo>
                  <a:lnTo>
                    <a:pt x="9916868" y="0"/>
                  </a:lnTo>
                  <a:lnTo>
                    <a:pt x="9922341" y="0"/>
                  </a:lnTo>
                  <a:lnTo>
                    <a:pt x="9922341" y="0"/>
                  </a:lnTo>
                  <a:lnTo>
                    <a:pt x="9927814" y="0"/>
                  </a:lnTo>
                  <a:lnTo>
                    <a:pt x="9927814" y="0"/>
                  </a:lnTo>
                  <a:lnTo>
                    <a:pt x="9938759" y="0"/>
                  </a:lnTo>
                  <a:lnTo>
                    <a:pt x="9938759" y="0"/>
                  </a:lnTo>
                  <a:lnTo>
                    <a:pt x="9949705" y="0"/>
                  </a:lnTo>
                  <a:lnTo>
                    <a:pt x="994970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82344" y="3154808"/>
              <a:ext cx="9949705" cy="2942388"/>
            </a:xfrm>
            <a:custGeom>
              <a:avLst/>
              <a:pathLst>
                <a:path w="9949705" h="2942388">
                  <a:moveTo>
                    <a:pt x="9949705" y="0"/>
                  </a:moveTo>
                  <a:lnTo>
                    <a:pt x="9949705" y="0"/>
                  </a:lnTo>
                  <a:lnTo>
                    <a:pt x="9938759" y="0"/>
                  </a:lnTo>
                  <a:lnTo>
                    <a:pt x="9938759" y="0"/>
                  </a:lnTo>
                  <a:lnTo>
                    <a:pt x="9927814" y="0"/>
                  </a:lnTo>
                  <a:lnTo>
                    <a:pt x="9927814" y="0"/>
                  </a:lnTo>
                  <a:lnTo>
                    <a:pt x="9922341" y="0"/>
                  </a:lnTo>
                  <a:lnTo>
                    <a:pt x="9922341" y="0"/>
                  </a:lnTo>
                  <a:lnTo>
                    <a:pt x="9916868" y="0"/>
                  </a:lnTo>
                  <a:lnTo>
                    <a:pt x="9916868" y="0"/>
                  </a:lnTo>
                  <a:lnTo>
                    <a:pt x="9911395" y="0"/>
                  </a:lnTo>
                  <a:lnTo>
                    <a:pt x="9911395" y="0"/>
                  </a:lnTo>
                  <a:lnTo>
                    <a:pt x="9900449" y="0"/>
                  </a:lnTo>
                  <a:lnTo>
                    <a:pt x="9900449" y="0"/>
                  </a:lnTo>
                  <a:lnTo>
                    <a:pt x="9894976" y="0"/>
                  </a:lnTo>
                  <a:lnTo>
                    <a:pt x="9894976" y="0"/>
                  </a:lnTo>
                  <a:lnTo>
                    <a:pt x="9889503" y="0"/>
                  </a:lnTo>
                  <a:lnTo>
                    <a:pt x="9889503" y="0"/>
                  </a:lnTo>
                  <a:lnTo>
                    <a:pt x="9878558" y="0"/>
                  </a:lnTo>
                  <a:lnTo>
                    <a:pt x="9878558" y="0"/>
                  </a:lnTo>
                  <a:lnTo>
                    <a:pt x="9873085" y="0"/>
                  </a:lnTo>
                  <a:lnTo>
                    <a:pt x="9873085" y="0"/>
                  </a:lnTo>
                  <a:lnTo>
                    <a:pt x="9867612" y="0"/>
                  </a:lnTo>
                  <a:lnTo>
                    <a:pt x="9867612" y="18699"/>
                  </a:lnTo>
                  <a:lnTo>
                    <a:pt x="9851193" y="18699"/>
                  </a:lnTo>
                  <a:lnTo>
                    <a:pt x="9851193" y="18699"/>
                  </a:lnTo>
                  <a:lnTo>
                    <a:pt x="9845720" y="18699"/>
                  </a:lnTo>
                  <a:lnTo>
                    <a:pt x="9845720" y="18699"/>
                  </a:lnTo>
                  <a:lnTo>
                    <a:pt x="9834775" y="18699"/>
                  </a:lnTo>
                  <a:lnTo>
                    <a:pt x="9834775" y="18699"/>
                  </a:lnTo>
                  <a:lnTo>
                    <a:pt x="9829302" y="18699"/>
                  </a:lnTo>
                  <a:lnTo>
                    <a:pt x="9829302" y="18699"/>
                  </a:lnTo>
                  <a:lnTo>
                    <a:pt x="9823829" y="18699"/>
                  </a:lnTo>
                  <a:lnTo>
                    <a:pt x="9823829" y="18699"/>
                  </a:lnTo>
                  <a:lnTo>
                    <a:pt x="9818356" y="18699"/>
                  </a:lnTo>
                  <a:lnTo>
                    <a:pt x="9818356" y="18699"/>
                  </a:lnTo>
                  <a:lnTo>
                    <a:pt x="9812883" y="18699"/>
                  </a:lnTo>
                  <a:lnTo>
                    <a:pt x="9812883" y="18699"/>
                  </a:lnTo>
                  <a:lnTo>
                    <a:pt x="9807410" y="18699"/>
                  </a:lnTo>
                  <a:lnTo>
                    <a:pt x="9807410" y="18699"/>
                  </a:lnTo>
                  <a:lnTo>
                    <a:pt x="9801937" y="18699"/>
                  </a:lnTo>
                  <a:lnTo>
                    <a:pt x="9801937" y="18699"/>
                  </a:lnTo>
                  <a:lnTo>
                    <a:pt x="9796464" y="18699"/>
                  </a:lnTo>
                  <a:lnTo>
                    <a:pt x="9796464" y="18699"/>
                  </a:lnTo>
                  <a:lnTo>
                    <a:pt x="9790992" y="18699"/>
                  </a:lnTo>
                  <a:lnTo>
                    <a:pt x="9790992" y="18699"/>
                  </a:lnTo>
                  <a:lnTo>
                    <a:pt x="9780046" y="18699"/>
                  </a:lnTo>
                  <a:lnTo>
                    <a:pt x="9780046" y="18699"/>
                  </a:lnTo>
                  <a:lnTo>
                    <a:pt x="9774573" y="18699"/>
                  </a:lnTo>
                  <a:lnTo>
                    <a:pt x="9774573" y="18699"/>
                  </a:lnTo>
                  <a:lnTo>
                    <a:pt x="9769100" y="18699"/>
                  </a:lnTo>
                  <a:lnTo>
                    <a:pt x="9769100" y="18699"/>
                  </a:lnTo>
                  <a:lnTo>
                    <a:pt x="9763627" y="18699"/>
                  </a:lnTo>
                  <a:lnTo>
                    <a:pt x="9763627" y="18699"/>
                  </a:lnTo>
                  <a:lnTo>
                    <a:pt x="9758154" y="18699"/>
                  </a:lnTo>
                  <a:lnTo>
                    <a:pt x="9758154" y="18699"/>
                  </a:lnTo>
                  <a:lnTo>
                    <a:pt x="9752681" y="18699"/>
                  </a:lnTo>
                  <a:lnTo>
                    <a:pt x="9752681" y="18699"/>
                  </a:lnTo>
                  <a:lnTo>
                    <a:pt x="9736263" y="18699"/>
                  </a:lnTo>
                  <a:lnTo>
                    <a:pt x="9736263" y="18699"/>
                  </a:lnTo>
                  <a:lnTo>
                    <a:pt x="9730790" y="18699"/>
                  </a:lnTo>
                  <a:lnTo>
                    <a:pt x="9730790" y="18699"/>
                  </a:lnTo>
                  <a:lnTo>
                    <a:pt x="9725317" y="18699"/>
                  </a:lnTo>
                  <a:lnTo>
                    <a:pt x="9725317" y="18699"/>
                  </a:lnTo>
                  <a:lnTo>
                    <a:pt x="9719844" y="18699"/>
                  </a:lnTo>
                  <a:lnTo>
                    <a:pt x="9719844" y="18699"/>
                  </a:lnTo>
                  <a:lnTo>
                    <a:pt x="9714371" y="18699"/>
                  </a:lnTo>
                  <a:lnTo>
                    <a:pt x="9714371" y="18699"/>
                  </a:lnTo>
                  <a:lnTo>
                    <a:pt x="9708898" y="18699"/>
                  </a:lnTo>
                  <a:lnTo>
                    <a:pt x="9708898" y="18699"/>
                  </a:lnTo>
                  <a:lnTo>
                    <a:pt x="9703425" y="18699"/>
                  </a:lnTo>
                  <a:lnTo>
                    <a:pt x="9703425" y="18699"/>
                  </a:lnTo>
                  <a:lnTo>
                    <a:pt x="9692480" y="18699"/>
                  </a:lnTo>
                  <a:lnTo>
                    <a:pt x="9692480" y="18699"/>
                  </a:lnTo>
                  <a:lnTo>
                    <a:pt x="9687007" y="18699"/>
                  </a:lnTo>
                  <a:lnTo>
                    <a:pt x="9687007" y="18699"/>
                  </a:lnTo>
                  <a:lnTo>
                    <a:pt x="9681534" y="18699"/>
                  </a:lnTo>
                  <a:lnTo>
                    <a:pt x="9681534" y="18699"/>
                  </a:lnTo>
                  <a:lnTo>
                    <a:pt x="9676061" y="18699"/>
                  </a:lnTo>
                  <a:lnTo>
                    <a:pt x="9676061" y="18699"/>
                  </a:lnTo>
                  <a:lnTo>
                    <a:pt x="9670588" y="18699"/>
                  </a:lnTo>
                  <a:lnTo>
                    <a:pt x="9670588" y="18699"/>
                  </a:lnTo>
                  <a:lnTo>
                    <a:pt x="9654169" y="18699"/>
                  </a:lnTo>
                  <a:lnTo>
                    <a:pt x="9654169" y="18699"/>
                  </a:lnTo>
                  <a:lnTo>
                    <a:pt x="9648697" y="18699"/>
                  </a:lnTo>
                  <a:lnTo>
                    <a:pt x="9648697" y="18699"/>
                  </a:lnTo>
                  <a:lnTo>
                    <a:pt x="9643224" y="18699"/>
                  </a:lnTo>
                  <a:lnTo>
                    <a:pt x="9643224" y="18699"/>
                  </a:lnTo>
                  <a:lnTo>
                    <a:pt x="9626805" y="18699"/>
                  </a:lnTo>
                  <a:lnTo>
                    <a:pt x="9626805" y="18699"/>
                  </a:lnTo>
                  <a:lnTo>
                    <a:pt x="9615859" y="18699"/>
                  </a:lnTo>
                  <a:lnTo>
                    <a:pt x="9615859" y="18699"/>
                  </a:lnTo>
                  <a:lnTo>
                    <a:pt x="9610386" y="18699"/>
                  </a:lnTo>
                  <a:lnTo>
                    <a:pt x="9610386" y="18699"/>
                  </a:lnTo>
                  <a:lnTo>
                    <a:pt x="9604913" y="18699"/>
                  </a:lnTo>
                  <a:lnTo>
                    <a:pt x="9604913" y="18699"/>
                  </a:lnTo>
                  <a:lnTo>
                    <a:pt x="9599441" y="18699"/>
                  </a:lnTo>
                  <a:lnTo>
                    <a:pt x="9599441" y="18699"/>
                  </a:lnTo>
                  <a:lnTo>
                    <a:pt x="9593968" y="18699"/>
                  </a:lnTo>
                  <a:lnTo>
                    <a:pt x="9593968" y="18699"/>
                  </a:lnTo>
                  <a:lnTo>
                    <a:pt x="9588495" y="18699"/>
                  </a:lnTo>
                  <a:lnTo>
                    <a:pt x="9588495" y="18699"/>
                  </a:lnTo>
                  <a:lnTo>
                    <a:pt x="9583022" y="18699"/>
                  </a:lnTo>
                  <a:lnTo>
                    <a:pt x="9583022" y="18699"/>
                  </a:lnTo>
                  <a:lnTo>
                    <a:pt x="9577549" y="18699"/>
                  </a:lnTo>
                  <a:lnTo>
                    <a:pt x="9577549" y="18699"/>
                  </a:lnTo>
                  <a:lnTo>
                    <a:pt x="9572076" y="18699"/>
                  </a:lnTo>
                  <a:lnTo>
                    <a:pt x="9572076" y="18699"/>
                  </a:lnTo>
                  <a:lnTo>
                    <a:pt x="9555657" y="18699"/>
                  </a:lnTo>
                  <a:lnTo>
                    <a:pt x="9555657" y="18699"/>
                  </a:lnTo>
                  <a:lnTo>
                    <a:pt x="9544712" y="18699"/>
                  </a:lnTo>
                  <a:lnTo>
                    <a:pt x="9544712" y="18699"/>
                  </a:lnTo>
                  <a:lnTo>
                    <a:pt x="9539239" y="18699"/>
                  </a:lnTo>
                  <a:lnTo>
                    <a:pt x="9539239" y="36407"/>
                  </a:lnTo>
                  <a:lnTo>
                    <a:pt x="9533766" y="36407"/>
                  </a:lnTo>
                  <a:lnTo>
                    <a:pt x="9533766" y="36407"/>
                  </a:lnTo>
                  <a:lnTo>
                    <a:pt x="9528293" y="36407"/>
                  </a:lnTo>
                  <a:lnTo>
                    <a:pt x="9528293" y="36407"/>
                  </a:lnTo>
                  <a:lnTo>
                    <a:pt x="9522820" y="36407"/>
                  </a:lnTo>
                  <a:lnTo>
                    <a:pt x="9522820" y="36407"/>
                  </a:lnTo>
                  <a:lnTo>
                    <a:pt x="9517347" y="36407"/>
                  </a:lnTo>
                  <a:lnTo>
                    <a:pt x="9517347" y="36407"/>
                  </a:lnTo>
                  <a:lnTo>
                    <a:pt x="9511874" y="36407"/>
                  </a:lnTo>
                  <a:lnTo>
                    <a:pt x="9511874" y="36407"/>
                  </a:lnTo>
                  <a:lnTo>
                    <a:pt x="9506401" y="36407"/>
                  </a:lnTo>
                  <a:lnTo>
                    <a:pt x="9506401" y="36407"/>
                  </a:lnTo>
                  <a:lnTo>
                    <a:pt x="9500929" y="36407"/>
                  </a:lnTo>
                  <a:lnTo>
                    <a:pt x="9500929" y="36407"/>
                  </a:lnTo>
                  <a:lnTo>
                    <a:pt x="9495456" y="36407"/>
                  </a:lnTo>
                  <a:lnTo>
                    <a:pt x="9495456" y="36407"/>
                  </a:lnTo>
                  <a:lnTo>
                    <a:pt x="9489983" y="36407"/>
                  </a:lnTo>
                  <a:lnTo>
                    <a:pt x="9489983" y="36407"/>
                  </a:lnTo>
                  <a:lnTo>
                    <a:pt x="9484510" y="36407"/>
                  </a:lnTo>
                  <a:lnTo>
                    <a:pt x="9484510" y="36407"/>
                  </a:lnTo>
                  <a:lnTo>
                    <a:pt x="9479037" y="36407"/>
                  </a:lnTo>
                  <a:lnTo>
                    <a:pt x="9479037" y="36407"/>
                  </a:lnTo>
                  <a:lnTo>
                    <a:pt x="9473564" y="36407"/>
                  </a:lnTo>
                  <a:lnTo>
                    <a:pt x="9473564" y="36407"/>
                  </a:lnTo>
                  <a:lnTo>
                    <a:pt x="9468091" y="36407"/>
                  </a:lnTo>
                  <a:lnTo>
                    <a:pt x="9468091" y="36407"/>
                  </a:lnTo>
                  <a:lnTo>
                    <a:pt x="9462618" y="36407"/>
                  </a:lnTo>
                  <a:lnTo>
                    <a:pt x="9462618" y="36407"/>
                  </a:lnTo>
                  <a:lnTo>
                    <a:pt x="9457146" y="36407"/>
                  </a:lnTo>
                  <a:lnTo>
                    <a:pt x="9457146" y="36407"/>
                  </a:lnTo>
                  <a:lnTo>
                    <a:pt x="9451673" y="36407"/>
                  </a:lnTo>
                  <a:lnTo>
                    <a:pt x="9451673" y="36407"/>
                  </a:lnTo>
                  <a:lnTo>
                    <a:pt x="9446200" y="36407"/>
                  </a:lnTo>
                  <a:lnTo>
                    <a:pt x="9446200" y="36407"/>
                  </a:lnTo>
                  <a:lnTo>
                    <a:pt x="9440727" y="36407"/>
                  </a:lnTo>
                  <a:lnTo>
                    <a:pt x="9440727" y="36407"/>
                  </a:lnTo>
                  <a:lnTo>
                    <a:pt x="9429781" y="36407"/>
                  </a:lnTo>
                  <a:lnTo>
                    <a:pt x="9429781" y="36407"/>
                  </a:lnTo>
                  <a:lnTo>
                    <a:pt x="9424308" y="36407"/>
                  </a:lnTo>
                  <a:lnTo>
                    <a:pt x="9424308" y="36407"/>
                  </a:lnTo>
                  <a:lnTo>
                    <a:pt x="9402417" y="36407"/>
                  </a:lnTo>
                  <a:lnTo>
                    <a:pt x="9402417" y="36407"/>
                  </a:lnTo>
                  <a:lnTo>
                    <a:pt x="9396944" y="36407"/>
                  </a:lnTo>
                  <a:lnTo>
                    <a:pt x="9396944" y="36407"/>
                  </a:lnTo>
                  <a:lnTo>
                    <a:pt x="9391471" y="36407"/>
                  </a:lnTo>
                  <a:lnTo>
                    <a:pt x="9391471" y="36407"/>
                  </a:lnTo>
                  <a:lnTo>
                    <a:pt x="9385998" y="36407"/>
                  </a:lnTo>
                  <a:lnTo>
                    <a:pt x="9385998" y="36407"/>
                  </a:lnTo>
                  <a:lnTo>
                    <a:pt x="9380525" y="36407"/>
                  </a:lnTo>
                  <a:lnTo>
                    <a:pt x="9380525" y="36407"/>
                  </a:lnTo>
                  <a:lnTo>
                    <a:pt x="9369579" y="36407"/>
                  </a:lnTo>
                  <a:lnTo>
                    <a:pt x="9369579" y="36407"/>
                  </a:lnTo>
                  <a:lnTo>
                    <a:pt x="9364106" y="36407"/>
                  </a:lnTo>
                  <a:lnTo>
                    <a:pt x="9364106" y="36407"/>
                  </a:lnTo>
                  <a:lnTo>
                    <a:pt x="9358634" y="36407"/>
                  </a:lnTo>
                  <a:lnTo>
                    <a:pt x="9358634" y="36407"/>
                  </a:lnTo>
                  <a:lnTo>
                    <a:pt x="9353161" y="36407"/>
                  </a:lnTo>
                  <a:lnTo>
                    <a:pt x="9353161" y="36407"/>
                  </a:lnTo>
                  <a:lnTo>
                    <a:pt x="9347688" y="36407"/>
                  </a:lnTo>
                  <a:lnTo>
                    <a:pt x="9347688" y="36407"/>
                  </a:lnTo>
                  <a:lnTo>
                    <a:pt x="9342215" y="36407"/>
                  </a:lnTo>
                  <a:lnTo>
                    <a:pt x="9342215" y="36407"/>
                  </a:lnTo>
                  <a:lnTo>
                    <a:pt x="9336742" y="36407"/>
                  </a:lnTo>
                  <a:lnTo>
                    <a:pt x="9336742" y="36407"/>
                  </a:lnTo>
                  <a:lnTo>
                    <a:pt x="9325796" y="36407"/>
                  </a:lnTo>
                  <a:lnTo>
                    <a:pt x="9325796" y="36407"/>
                  </a:lnTo>
                  <a:lnTo>
                    <a:pt x="9314850" y="36407"/>
                  </a:lnTo>
                  <a:lnTo>
                    <a:pt x="9314850" y="36407"/>
                  </a:lnTo>
                  <a:lnTo>
                    <a:pt x="9309378" y="36407"/>
                  </a:lnTo>
                  <a:lnTo>
                    <a:pt x="9309378" y="36407"/>
                  </a:lnTo>
                  <a:lnTo>
                    <a:pt x="9303905" y="36407"/>
                  </a:lnTo>
                  <a:lnTo>
                    <a:pt x="9303905" y="36407"/>
                  </a:lnTo>
                  <a:lnTo>
                    <a:pt x="9298432" y="36407"/>
                  </a:lnTo>
                  <a:lnTo>
                    <a:pt x="9298432" y="36407"/>
                  </a:lnTo>
                  <a:lnTo>
                    <a:pt x="9287486" y="36407"/>
                  </a:lnTo>
                  <a:lnTo>
                    <a:pt x="9287486" y="36407"/>
                  </a:lnTo>
                  <a:lnTo>
                    <a:pt x="9282013" y="36407"/>
                  </a:lnTo>
                  <a:lnTo>
                    <a:pt x="9282013" y="36407"/>
                  </a:lnTo>
                  <a:lnTo>
                    <a:pt x="9276540" y="36407"/>
                  </a:lnTo>
                  <a:lnTo>
                    <a:pt x="9276540" y="36407"/>
                  </a:lnTo>
                  <a:lnTo>
                    <a:pt x="9271067" y="36407"/>
                  </a:lnTo>
                  <a:lnTo>
                    <a:pt x="9271067" y="36407"/>
                  </a:lnTo>
                  <a:lnTo>
                    <a:pt x="9265595" y="36407"/>
                  </a:lnTo>
                  <a:lnTo>
                    <a:pt x="9265595" y="36407"/>
                  </a:lnTo>
                  <a:lnTo>
                    <a:pt x="9260122" y="36407"/>
                  </a:lnTo>
                  <a:lnTo>
                    <a:pt x="9260122" y="36407"/>
                  </a:lnTo>
                  <a:lnTo>
                    <a:pt x="9254649" y="36407"/>
                  </a:lnTo>
                  <a:lnTo>
                    <a:pt x="9254649" y="36407"/>
                  </a:lnTo>
                  <a:lnTo>
                    <a:pt x="9249176" y="36407"/>
                  </a:lnTo>
                  <a:lnTo>
                    <a:pt x="9249176" y="36407"/>
                  </a:lnTo>
                  <a:lnTo>
                    <a:pt x="9238230" y="36407"/>
                  </a:lnTo>
                  <a:lnTo>
                    <a:pt x="9238230" y="36407"/>
                  </a:lnTo>
                  <a:lnTo>
                    <a:pt x="9232757" y="36407"/>
                  </a:lnTo>
                  <a:lnTo>
                    <a:pt x="9232757" y="36407"/>
                  </a:lnTo>
                  <a:lnTo>
                    <a:pt x="9227284" y="36407"/>
                  </a:lnTo>
                  <a:lnTo>
                    <a:pt x="9227284" y="36407"/>
                  </a:lnTo>
                  <a:lnTo>
                    <a:pt x="9221811" y="36407"/>
                  </a:lnTo>
                  <a:lnTo>
                    <a:pt x="9221811" y="36407"/>
                  </a:lnTo>
                  <a:lnTo>
                    <a:pt x="9216339" y="36407"/>
                  </a:lnTo>
                  <a:lnTo>
                    <a:pt x="9216339" y="36407"/>
                  </a:lnTo>
                  <a:lnTo>
                    <a:pt x="9210866" y="36407"/>
                  </a:lnTo>
                  <a:lnTo>
                    <a:pt x="9210866" y="36407"/>
                  </a:lnTo>
                  <a:lnTo>
                    <a:pt x="9205393" y="36407"/>
                  </a:lnTo>
                  <a:lnTo>
                    <a:pt x="9205393" y="36407"/>
                  </a:lnTo>
                  <a:lnTo>
                    <a:pt x="9199920" y="36407"/>
                  </a:lnTo>
                  <a:lnTo>
                    <a:pt x="9199920" y="36407"/>
                  </a:lnTo>
                  <a:lnTo>
                    <a:pt x="9194447" y="36407"/>
                  </a:lnTo>
                  <a:lnTo>
                    <a:pt x="9194447" y="36407"/>
                  </a:lnTo>
                  <a:lnTo>
                    <a:pt x="9183501" y="36407"/>
                  </a:lnTo>
                  <a:lnTo>
                    <a:pt x="9183501" y="36407"/>
                  </a:lnTo>
                  <a:lnTo>
                    <a:pt x="9178028" y="36407"/>
                  </a:lnTo>
                  <a:lnTo>
                    <a:pt x="9178028" y="36407"/>
                  </a:lnTo>
                  <a:lnTo>
                    <a:pt x="9167083" y="36407"/>
                  </a:lnTo>
                  <a:lnTo>
                    <a:pt x="9167083" y="36407"/>
                  </a:lnTo>
                  <a:lnTo>
                    <a:pt x="9161610" y="36407"/>
                  </a:lnTo>
                  <a:lnTo>
                    <a:pt x="9161610" y="36407"/>
                  </a:lnTo>
                  <a:lnTo>
                    <a:pt x="9156137" y="36407"/>
                  </a:lnTo>
                  <a:lnTo>
                    <a:pt x="9156137" y="36407"/>
                  </a:lnTo>
                  <a:lnTo>
                    <a:pt x="9150664" y="36407"/>
                  </a:lnTo>
                  <a:lnTo>
                    <a:pt x="9150664" y="36407"/>
                  </a:lnTo>
                  <a:lnTo>
                    <a:pt x="9145191" y="36407"/>
                  </a:lnTo>
                  <a:lnTo>
                    <a:pt x="9145191" y="36407"/>
                  </a:lnTo>
                  <a:lnTo>
                    <a:pt x="9139718" y="36407"/>
                  </a:lnTo>
                  <a:lnTo>
                    <a:pt x="9139718" y="36407"/>
                  </a:lnTo>
                  <a:lnTo>
                    <a:pt x="9134245" y="36407"/>
                  </a:lnTo>
                  <a:lnTo>
                    <a:pt x="9134245" y="36407"/>
                  </a:lnTo>
                  <a:lnTo>
                    <a:pt x="9128772" y="36407"/>
                  </a:lnTo>
                  <a:lnTo>
                    <a:pt x="9128772" y="36407"/>
                  </a:lnTo>
                  <a:lnTo>
                    <a:pt x="9123300" y="36407"/>
                  </a:lnTo>
                  <a:lnTo>
                    <a:pt x="9123300" y="36407"/>
                  </a:lnTo>
                  <a:lnTo>
                    <a:pt x="9117827" y="36407"/>
                  </a:lnTo>
                  <a:lnTo>
                    <a:pt x="9117827" y="36407"/>
                  </a:lnTo>
                  <a:lnTo>
                    <a:pt x="9106881" y="36407"/>
                  </a:lnTo>
                  <a:lnTo>
                    <a:pt x="9106881" y="36407"/>
                  </a:lnTo>
                  <a:lnTo>
                    <a:pt x="9101408" y="36407"/>
                  </a:lnTo>
                  <a:lnTo>
                    <a:pt x="9101408" y="36407"/>
                  </a:lnTo>
                  <a:lnTo>
                    <a:pt x="9095935" y="36407"/>
                  </a:lnTo>
                  <a:lnTo>
                    <a:pt x="9095935" y="36407"/>
                  </a:lnTo>
                  <a:lnTo>
                    <a:pt x="9090462" y="36407"/>
                  </a:lnTo>
                  <a:lnTo>
                    <a:pt x="9090462" y="36407"/>
                  </a:lnTo>
                  <a:lnTo>
                    <a:pt x="9084989" y="36407"/>
                  </a:lnTo>
                  <a:lnTo>
                    <a:pt x="9084989" y="36407"/>
                  </a:lnTo>
                  <a:lnTo>
                    <a:pt x="9079516" y="36407"/>
                  </a:lnTo>
                  <a:lnTo>
                    <a:pt x="9079516" y="36407"/>
                  </a:lnTo>
                  <a:lnTo>
                    <a:pt x="9068571" y="36407"/>
                  </a:lnTo>
                  <a:lnTo>
                    <a:pt x="9068571" y="36407"/>
                  </a:lnTo>
                  <a:lnTo>
                    <a:pt x="9063098" y="36407"/>
                  </a:lnTo>
                  <a:lnTo>
                    <a:pt x="9063098" y="36407"/>
                  </a:lnTo>
                  <a:lnTo>
                    <a:pt x="9057625" y="36407"/>
                  </a:lnTo>
                  <a:lnTo>
                    <a:pt x="9057625" y="36407"/>
                  </a:lnTo>
                  <a:lnTo>
                    <a:pt x="9052152" y="36407"/>
                  </a:lnTo>
                  <a:lnTo>
                    <a:pt x="9052152" y="36407"/>
                  </a:lnTo>
                  <a:lnTo>
                    <a:pt x="9046679" y="36407"/>
                  </a:lnTo>
                  <a:lnTo>
                    <a:pt x="9046679" y="36407"/>
                  </a:lnTo>
                  <a:lnTo>
                    <a:pt x="9041206" y="36407"/>
                  </a:lnTo>
                  <a:lnTo>
                    <a:pt x="9041206" y="36407"/>
                  </a:lnTo>
                  <a:lnTo>
                    <a:pt x="9035733" y="36407"/>
                  </a:lnTo>
                  <a:lnTo>
                    <a:pt x="9035733" y="36407"/>
                  </a:lnTo>
                  <a:lnTo>
                    <a:pt x="9024788" y="36407"/>
                  </a:lnTo>
                  <a:lnTo>
                    <a:pt x="9024788" y="36407"/>
                  </a:lnTo>
                  <a:lnTo>
                    <a:pt x="9019315" y="36407"/>
                  </a:lnTo>
                  <a:lnTo>
                    <a:pt x="9019315" y="36407"/>
                  </a:lnTo>
                  <a:lnTo>
                    <a:pt x="9013842" y="36407"/>
                  </a:lnTo>
                  <a:lnTo>
                    <a:pt x="9013842" y="36407"/>
                  </a:lnTo>
                  <a:lnTo>
                    <a:pt x="9008369" y="36407"/>
                  </a:lnTo>
                  <a:lnTo>
                    <a:pt x="9008369" y="36407"/>
                  </a:lnTo>
                  <a:lnTo>
                    <a:pt x="9002896" y="36407"/>
                  </a:lnTo>
                  <a:lnTo>
                    <a:pt x="9002896" y="36407"/>
                  </a:lnTo>
                  <a:lnTo>
                    <a:pt x="8997423" y="36407"/>
                  </a:lnTo>
                  <a:lnTo>
                    <a:pt x="8997423" y="36407"/>
                  </a:lnTo>
                  <a:lnTo>
                    <a:pt x="8991950" y="36407"/>
                  </a:lnTo>
                  <a:lnTo>
                    <a:pt x="8991950" y="36407"/>
                  </a:lnTo>
                  <a:lnTo>
                    <a:pt x="8986477" y="36407"/>
                  </a:lnTo>
                  <a:lnTo>
                    <a:pt x="8986477" y="36407"/>
                  </a:lnTo>
                  <a:lnTo>
                    <a:pt x="8975532" y="36407"/>
                  </a:lnTo>
                  <a:lnTo>
                    <a:pt x="8975532" y="36407"/>
                  </a:lnTo>
                  <a:lnTo>
                    <a:pt x="8970059" y="36407"/>
                  </a:lnTo>
                  <a:lnTo>
                    <a:pt x="8970059" y="36407"/>
                  </a:lnTo>
                  <a:lnTo>
                    <a:pt x="8964586" y="36407"/>
                  </a:lnTo>
                  <a:lnTo>
                    <a:pt x="8964586" y="36407"/>
                  </a:lnTo>
                  <a:lnTo>
                    <a:pt x="8959113" y="36407"/>
                  </a:lnTo>
                  <a:lnTo>
                    <a:pt x="8959113" y="36407"/>
                  </a:lnTo>
                  <a:lnTo>
                    <a:pt x="8948167" y="36407"/>
                  </a:lnTo>
                  <a:lnTo>
                    <a:pt x="8948167" y="36407"/>
                  </a:lnTo>
                  <a:lnTo>
                    <a:pt x="8942694" y="36407"/>
                  </a:lnTo>
                  <a:lnTo>
                    <a:pt x="8942694" y="36407"/>
                  </a:lnTo>
                  <a:lnTo>
                    <a:pt x="8931749" y="36407"/>
                  </a:lnTo>
                  <a:lnTo>
                    <a:pt x="8931749" y="36407"/>
                  </a:lnTo>
                  <a:lnTo>
                    <a:pt x="8926276" y="36407"/>
                  </a:lnTo>
                  <a:lnTo>
                    <a:pt x="8926276" y="36407"/>
                  </a:lnTo>
                  <a:lnTo>
                    <a:pt x="8920803" y="36407"/>
                  </a:lnTo>
                  <a:lnTo>
                    <a:pt x="8920803" y="36407"/>
                  </a:lnTo>
                  <a:lnTo>
                    <a:pt x="8909857" y="36407"/>
                  </a:lnTo>
                  <a:lnTo>
                    <a:pt x="8909857" y="36407"/>
                  </a:lnTo>
                  <a:lnTo>
                    <a:pt x="8904384" y="36407"/>
                  </a:lnTo>
                  <a:lnTo>
                    <a:pt x="8904384" y="36407"/>
                  </a:lnTo>
                  <a:lnTo>
                    <a:pt x="8898911" y="36407"/>
                  </a:lnTo>
                  <a:lnTo>
                    <a:pt x="8898911" y="36407"/>
                  </a:lnTo>
                  <a:lnTo>
                    <a:pt x="8893438" y="36407"/>
                  </a:lnTo>
                  <a:lnTo>
                    <a:pt x="8893438" y="52966"/>
                  </a:lnTo>
                  <a:lnTo>
                    <a:pt x="8887965" y="52966"/>
                  </a:lnTo>
                  <a:lnTo>
                    <a:pt x="8887965" y="52966"/>
                  </a:lnTo>
                  <a:lnTo>
                    <a:pt x="8877020" y="52966"/>
                  </a:lnTo>
                  <a:lnTo>
                    <a:pt x="8877020" y="52966"/>
                  </a:lnTo>
                  <a:lnTo>
                    <a:pt x="8871547" y="52966"/>
                  </a:lnTo>
                  <a:lnTo>
                    <a:pt x="8871547" y="52966"/>
                  </a:lnTo>
                  <a:lnTo>
                    <a:pt x="8866074" y="52966"/>
                  </a:lnTo>
                  <a:lnTo>
                    <a:pt x="8866074" y="52966"/>
                  </a:lnTo>
                  <a:lnTo>
                    <a:pt x="8855128" y="52966"/>
                  </a:lnTo>
                  <a:lnTo>
                    <a:pt x="8855128" y="69355"/>
                  </a:lnTo>
                  <a:lnTo>
                    <a:pt x="8849655" y="69355"/>
                  </a:lnTo>
                  <a:lnTo>
                    <a:pt x="8849655" y="69355"/>
                  </a:lnTo>
                  <a:lnTo>
                    <a:pt x="8844182" y="69355"/>
                  </a:lnTo>
                  <a:lnTo>
                    <a:pt x="8844182" y="69355"/>
                  </a:lnTo>
                  <a:lnTo>
                    <a:pt x="8838709" y="69355"/>
                  </a:lnTo>
                  <a:lnTo>
                    <a:pt x="8838709" y="69355"/>
                  </a:lnTo>
                  <a:lnTo>
                    <a:pt x="8833237" y="69355"/>
                  </a:lnTo>
                  <a:lnTo>
                    <a:pt x="8833237" y="69355"/>
                  </a:lnTo>
                  <a:lnTo>
                    <a:pt x="8827764" y="69355"/>
                  </a:lnTo>
                  <a:lnTo>
                    <a:pt x="8827764" y="69355"/>
                  </a:lnTo>
                  <a:lnTo>
                    <a:pt x="8816818" y="69355"/>
                  </a:lnTo>
                  <a:lnTo>
                    <a:pt x="8816818" y="69355"/>
                  </a:lnTo>
                  <a:lnTo>
                    <a:pt x="8811345" y="69355"/>
                  </a:lnTo>
                  <a:lnTo>
                    <a:pt x="8811345" y="69355"/>
                  </a:lnTo>
                  <a:lnTo>
                    <a:pt x="8800399" y="69355"/>
                  </a:lnTo>
                  <a:lnTo>
                    <a:pt x="8800399" y="69355"/>
                  </a:lnTo>
                  <a:lnTo>
                    <a:pt x="8794926" y="69355"/>
                  </a:lnTo>
                  <a:lnTo>
                    <a:pt x="8794926" y="69355"/>
                  </a:lnTo>
                  <a:lnTo>
                    <a:pt x="8789453" y="69355"/>
                  </a:lnTo>
                  <a:lnTo>
                    <a:pt x="8789453" y="69355"/>
                  </a:lnTo>
                  <a:lnTo>
                    <a:pt x="8783981" y="69355"/>
                  </a:lnTo>
                  <a:lnTo>
                    <a:pt x="8783981" y="69355"/>
                  </a:lnTo>
                  <a:lnTo>
                    <a:pt x="8778508" y="69355"/>
                  </a:lnTo>
                  <a:lnTo>
                    <a:pt x="8778508" y="69355"/>
                  </a:lnTo>
                  <a:lnTo>
                    <a:pt x="8773035" y="69355"/>
                  </a:lnTo>
                  <a:lnTo>
                    <a:pt x="8773035" y="69355"/>
                  </a:lnTo>
                  <a:lnTo>
                    <a:pt x="8767562" y="69355"/>
                  </a:lnTo>
                  <a:lnTo>
                    <a:pt x="8767562" y="69355"/>
                  </a:lnTo>
                  <a:lnTo>
                    <a:pt x="8762089" y="69355"/>
                  </a:lnTo>
                  <a:lnTo>
                    <a:pt x="8762089" y="69355"/>
                  </a:lnTo>
                  <a:lnTo>
                    <a:pt x="8756616" y="69355"/>
                  </a:lnTo>
                  <a:lnTo>
                    <a:pt x="8756616" y="69355"/>
                  </a:lnTo>
                  <a:lnTo>
                    <a:pt x="8751143" y="69355"/>
                  </a:lnTo>
                  <a:lnTo>
                    <a:pt x="8751143" y="69355"/>
                  </a:lnTo>
                  <a:lnTo>
                    <a:pt x="8745670" y="69355"/>
                  </a:lnTo>
                  <a:lnTo>
                    <a:pt x="8745670" y="69355"/>
                  </a:lnTo>
                  <a:lnTo>
                    <a:pt x="8740198" y="69355"/>
                  </a:lnTo>
                  <a:lnTo>
                    <a:pt x="8740198" y="85655"/>
                  </a:lnTo>
                  <a:lnTo>
                    <a:pt x="8734725" y="85655"/>
                  </a:lnTo>
                  <a:lnTo>
                    <a:pt x="8734725" y="85655"/>
                  </a:lnTo>
                  <a:lnTo>
                    <a:pt x="8729252" y="85655"/>
                  </a:lnTo>
                  <a:lnTo>
                    <a:pt x="8729252" y="85655"/>
                  </a:lnTo>
                  <a:lnTo>
                    <a:pt x="8718306" y="85655"/>
                  </a:lnTo>
                  <a:lnTo>
                    <a:pt x="8718306" y="85655"/>
                  </a:lnTo>
                  <a:lnTo>
                    <a:pt x="8712833" y="85655"/>
                  </a:lnTo>
                  <a:lnTo>
                    <a:pt x="8712833" y="85655"/>
                  </a:lnTo>
                  <a:lnTo>
                    <a:pt x="8707360" y="85655"/>
                  </a:lnTo>
                  <a:lnTo>
                    <a:pt x="8707360" y="85655"/>
                  </a:lnTo>
                  <a:lnTo>
                    <a:pt x="8701887" y="85655"/>
                  </a:lnTo>
                  <a:lnTo>
                    <a:pt x="8701887" y="85655"/>
                  </a:lnTo>
                  <a:lnTo>
                    <a:pt x="8696414" y="85655"/>
                  </a:lnTo>
                  <a:lnTo>
                    <a:pt x="8696414" y="85655"/>
                  </a:lnTo>
                  <a:lnTo>
                    <a:pt x="8690942" y="85655"/>
                  </a:lnTo>
                  <a:lnTo>
                    <a:pt x="8690942" y="85655"/>
                  </a:lnTo>
                  <a:lnTo>
                    <a:pt x="8685469" y="85655"/>
                  </a:lnTo>
                  <a:lnTo>
                    <a:pt x="8685469" y="85655"/>
                  </a:lnTo>
                  <a:lnTo>
                    <a:pt x="8674523" y="85655"/>
                  </a:lnTo>
                  <a:lnTo>
                    <a:pt x="8674523" y="85655"/>
                  </a:lnTo>
                  <a:lnTo>
                    <a:pt x="8669050" y="85655"/>
                  </a:lnTo>
                  <a:lnTo>
                    <a:pt x="8669050" y="85655"/>
                  </a:lnTo>
                  <a:lnTo>
                    <a:pt x="8658104" y="85655"/>
                  </a:lnTo>
                  <a:lnTo>
                    <a:pt x="8658104" y="85655"/>
                  </a:lnTo>
                  <a:lnTo>
                    <a:pt x="8652631" y="85655"/>
                  </a:lnTo>
                  <a:lnTo>
                    <a:pt x="8652631" y="85655"/>
                  </a:lnTo>
                  <a:lnTo>
                    <a:pt x="8647158" y="85655"/>
                  </a:lnTo>
                  <a:lnTo>
                    <a:pt x="8647158" y="85655"/>
                  </a:lnTo>
                  <a:lnTo>
                    <a:pt x="8641686" y="85655"/>
                  </a:lnTo>
                  <a:lnTo>
                    <a:pt x="8641686" y="85655"/>
                  </a:lnTo>
                  <a:lnTo>
                    <a:pt x="8636213" y="85655"/>
                  </a:lnTo>
                  <a:lnTo>
                    <a:pt x="8636213" y="85655"/>
                  </a:lnTo>
                  <a:lnTo>
                    <a:pt x="8630740" y="85655"/>
                  </a:lnTo>
                  <a:lnTo>
                    <a:pt x="8630740" y="85655"/>
                  </a:lnTo>
                  <a:lnTo>
                    <a:pt x="8619794" y="85655"/>
                  </a:lnTo>
                  <a:lnTo>
                    <a:pt x="8619794" y="85655"/>
                  </a:lnTo>
                  <a:lnTo>
                    <a:pt x="8614321" y="85655"/>
                  </a:lnTo>
                  <a:lnTo>
                    <a:pt x="8614321" y="101756"/>
                  </a:lnTo>
                  <a:lnTo>
                    <a:pt x="8608848" y="101756"/>
                  </a:lnTo>
                  <a:lnTo>
                    <a:pt x="8608848" y="101756"/>
                  </a:lnTo>
                  <a:lnTo>
                    <a:pt x="8603375" y="101756"/>
                  </a:lnTo>
                  <a:lnTo>
                    <a:pt x="8603375" y="101756"/>
                  </a:lnTo>
                  <a:lnTo>
                    <a:pt x="8592430" y="101756"/>
                  </a:lnTo>
                  <a:lnTo>
                    <a:pt x="8592430" y="101756"/>
                  </a:lnTo>
                  <a:lnTo>
                    <a:pt x="8586957" y="101756"/>
                  </a:lnTo>
                  <a:lnTo>
                    <a:pt x="8586957" y="101756"/>
                  </a:lnTo>
                  <a:lnTo>
                    <a:pt x="8581484" y="101756"/>
                  </a:lnTo>
                  <a:lnTo>
                    <a:pt x="8581484" y="101756"/>
                  </a:lnTo>
                  <a:lnTo>
                    <a:pt x="8576011" y="101756"/>
                  </a:lnTo>
                  <a:lnTo>
                    <a:pt x="8576011" y="101756"/>
                  </a:lnTo>
                  <a:lnTo>
                    <a:pt x="8565065" y="101756"/>
                  </a:lnTo>
                  <a:lnTo>
                    <a:pt x="8565065" y="101756"/>
                  </a:lnTo>
                  <a:lnTo>
                    <a:pt x="8559592" y="101756"/>
                  </a:lnTo>
                  <a:lnTo>
                    <a:pt x="8559592" y="101756"/>
                  </a:lnTo>
                  <a:lnTo>
                    <a:pt x="8554119" y="101756"/>
                  </a:lnTo>
                  <a:lnTo>
                    <a:pt x="8554119" y="101756"/>
                  </a:lnTo>
                  <a:lnTo>
                    <a:pt x="8548647" y="101756"/>
                  </a:lnTo>
                  <a:lnTo>
                    <a:pt x="8548647" y="101756"/>
                  </a:lnTo>
                  <a:lnTo>
                    <a:pt x="8543174" y="101756"/>
                  </a:lnTo>
                  <a:lnTo>
                    <a:pt x="8543174" y="101756"/>
                  </a:lnTo>
                  <a:lnTo>
                    <a:pt x="8537701" y="101756"/>
                  </a:lnTo>
                  <a:lnTo>
                    <a:pt x="8537701" y="101756"/>
                  </a:lnTo>
                  <a:lnTo>
                    <a:pt x="8532228" y="101756"/>
                  </a:lnTo>
                  <a:lnTo>
                    <a:pt x="8532228" y="101756"/>
                  </a:lnTo>
                  <a:lnTo>
                    <a:pt x="8526755" y="101756"/>
                  </a:lnTo>
                  <a:lnTo>
                    <a:pt x="8526755" y="101756"/>
                  </a:lnTo>
                  <a:lnTo>
                    <a:pt x="8521282" y="101756"/>
                  </a:lnTo>
                  <a:lnTo>
                    <a:pt x="8521282" y="101756"/>
                  </a:lnTo>
                  <a:lnTo>
                    <a:pt x="8515809" y="101756"/>
                  </a:lnTo>
                  <a:lnTo>
                    <a:pt x="8515809" y="101756"/>
                  </a:lnTo>
                  <a:lnTo>
                    <a:pt x="8510336" y="101756"/>
                  </a:lnTo>
                  <a:lnTo>
                    <a:pt x="8510336" y="101756"/>
                  </a:lnTo>
                  <a:lnTo>
                    <a:pt x="8504863" y="101756"/>
                  </a:lnTo>
                  <a:lnTo>
                    <a:pt x="8504863" y="101756"/>
                  </a:lnTo>
                  <a:lnTo>
                    <a:pt x="8499391" y="101756"/>
                  </a:lnTo>
                  <a:lnTo>
                    <a:pt x="8499391" y="101756"/>
                  </a:lnTo>
                  <a:lnTo>
                    <a:pt x="8493918" y="101756"/>
                  </a:lnTo>
                  <a:lnTo>
                    <a:pt x="8493918" y="101756"/>
                  </a:lnTo>
                  <a:lnTo>
                    <a:pt x="8488445" y="101756"/>
                  </a:lnTo>
                  <a:lnTo>
                    <a:pt x="8488445" y="101756"/>
                  </a:lnTo>
                  <a:lnTo>
                    <a:pt x="8477499" y="101756"/>
                  </a:lnTo>
                  <a:lnTo>
                    <a:pt x="8477499" y="101756"/>
                  </a:lnTo>
                  <a:lnTo>
                    <a:pt x="8472026" y="101756"/>
                  </a:lnTo>
                  <a:lnTo>
                    <a:pt x="8472026" y="101756"/>
                  </a:lnTo>
                  <a:lnTo>
                    <a:pt x="8466553" y="101756"/>
                  </a:lnTo>
                  <a:lnTo>
                    <a:pt x="8466553" y="117527"/>
                  </a:lnTo>
                  <a:lnTo>
                    <a:pt x="8461080" y="117527"/>
                  </a:lnTo>
                  <a:lnTo>
                    <a:pt x="8461080" y="117527"/>
                  </a:lnTo>
                  <a:lnTo>
                    <a:pt x="8455607" y="117527"/>
                  </a:lnTo>
                  <a:lnTo>
                    <a:pt x="8455607" y="117527"/>
                  </a:lnTo>
                  <a:lnTo>
                    <a:pt x="8450135" y="117527"/>
                  </a:lnTo>
                  <a:lnTo>
                    <a:pt x="8450135" y="117527"/>
                  </a:lnTo>
                  <a:lnTo>
                    <a:pt x="8444662" y="117527"/>
                  </a:lnTo>
                  <a:lnTo>
                    <a:pt x="8444662" y="117527"/>
                  </a:lnTo>
                  <a:lnTo>
                    <a:pt x="8433716" y="117527"/>
                  </a:lnTo>
                  <a:lnTo>
                    <a:pt x="8433716" y="117527"/>
                  </a:lnTo>
                  <a:lnTo>
                    <a:pt x="8428243" y="117527"/>
                  </a:lnTo>
                  <a:lnTo>
                    <a:pt x="8428243" y="117527"/>
                  </a:lnTo>
                  <a:lnTo>
                    <a:pt x="8422770" y="117527"/>
                  </a:lnTo>
                  <a:lnTo>
                    <a:pt x="8422770" y="117527"/>
                  </a:lnTo>
                  <a:lnTo>
                    <a:pt x="8417297" y="117527"/>
                  </a:lnTo>
                  <a:lnTo>
                    <a:pt x="8417297" y="117527"/>
                  </a:lnTo>
                  <a:lnTo>
                    <a:pt x="8411824" y="117527"/>
                  </a:lnTo>
                  <a:lnTo>
                    <a:pt x="8411824" y="117527"/>
                  </a:lnTo>
                  <a:lnTo>
                    <a:pt x="8406352" y="117527"/>
                  </a:lnTo>
                  <a:lnTo>
                    <a:pt x="8406352" y="117527"/>
                  </a:lnTo>
                  <a:lnTo>
                    <a:pt x="8400879" y="117527"/>
                  </a:lnTo>
                  <a:lnTo>
                    <a:pt x="8400879" y="117527"/>
                  </a:lnTo>
                  <a:lnTo>
                    <a:pt x="8395406" y="117527"/>
                  </a:lnTo>
                  <a:lnTo>
                    <a:pt x="8395406" y="117527"/>
                  </a:lnTo>
                  <a:lnTo>
                    <a:pt x="8389933" y="117527"/>
                  </a:lnTo>
                  <a:lnTo>
                    <a:pt x="8389933" y="133151"/>
                  </a:lnTo>
                  <a:lnTo>
                    <a:pt x="8384460" y="133151"/>
                  </a:lnTo>
                  <a:lnTo>
                    <a:pt x="8384460" y="133151"/>
                  </a:lnTo>
                  <a:lnTo>
                    <a:pt x="8378987" y="133151"/>
                  </a:lnTo>
                  <a:lnTo>
                    <a:pt x="8378987" y="133151"/>
                  </a:lnTo>
                  <a:lnTo>
                    <a:pt x="8373514" y="133151"/>
                  </a:lnTo>
                  <a:lnTo>
                    <a:pt x="8373514" y="133151"/>
                  </a:lnTo>
                  <a:lnTo>
                    <a:pt x="8368041" y="133151"/>
                  </a:lnTo>
                  <a:lnTo>
                    <a:pt x="8368041" y="133151"/>
                  </a:lnTo>
                  <a:lnTo>
                    <a:pt x="8362568" y="133151"/>
                  </a:lnTo>
                  <a:lnTo>
                    <a:pt x="8362568" y="133151"/>
                  </a:lnTo>
                  <a:lnTo>
                    <a:pt x="8351623" y="133151"/>
                  </a:lnTo>
                  <a:lnTo>
                    <a:pt x="8351623" y="133151"/>
                  </a:lnTo>
                  <a:lnTo>
                    <a:pt x="8346150" y="133151"/>
                  </a:lnTo>
                  <a:lnTo>
                    <a:pt x="8346150" y="133151"/>
                  </a:lnTo>
                  <a:lnTo>
                    <a:pt x="8340677" y="133151"/>
                  </a:lnTo>
                  <a:lnTo>
                    <a:pt x="8340677" y="133151"/>
                  </a:lnTo>
                  <a:lnTo>
                    <a:pt x="8335204" y="133151"/>
                  </a:lnTo>
                  <a:lnTo>
                    <a:pt x="8335204" y="133151"/>
                  </a:lnTo>
                  <a:lnTo>
                    <a:pt x="8329731" y="133151"/>
                  </a:lnTo>
                  <a:lnTo>
                    <a:pt x="8329731" y="133151"/>
                  </a:lnTo>
                  <a:lnTo>
                    <a:pt x="8324258" y="133151"/>
                  </a:lnTo>
                  <a:lnTo>
                    <a:pt x="8324258" y="133151"/>
                  </a:lnTo>
                  <a:lnTo>
                    <a:pt x="8318785" y="133151"/>
                  </a:lnTo>
                  <a:lnTo>
                    <a:pt x="8318785" y="133151"/>
                  </a:lnTo>
                  <a:lnTo>
                    <a:pt x="8313312" y="133151"/>
                  </a:lnTo>
                  <a:lnTo>
                    <a:pt x="8313312" y="133151"/>
                  </a:lnTo>
                  <a:lnTo>
                    <a:pt x="8307840" y="133151"/>
                  </a:lnTo>
                  <a:lnTo>
                    <a:pt x="8307840" y="133151"/>
                  </a:lnTo>
                  <a:lnTo>
                    <a:pt x="8302367" y="133151"/>
                  </a:lnTo>
                  <a:lnTo>
                    <a:pt x="8302367" y="133151"/>
                  </a:lnTo>
                  <a:lnTo>
                    <a:pt x="8296894" y="133151"/>
                  </a:lnTo>
                  <a:lnTo>
                    <a:pt x="8296894" y="133151"/>
                  </a:lnTo>
                  <a:lnTo>
                    <a:pt x="8291421" y="133151"/>
                  </a:lnTo>
                  <a:lnTo>
                    <a:pt x="8291421" y="133151"/>
                  </a:lnTo>
                  <a:lnTo>
                    <a:pt x="8285948" y="133151"/>
                  </a:lnTo>
                  <a:lnTo>
                    <a:pt x="8285948" y="133151"/>
                  </a:lnTo>
                  <a:lnTo>
                    <a:pt x="8280475" y="133151"/>
                  </a:lnTo>
                  <a:lnTo>
                    <a:pt x="8280475" y="133151"/>
                  </a:lnTo>
                  <a:lnTo>
                    <a:pt x="8275002" y="133151"/>
                  </a:lnTo>
                  <a:lnTo>
                    <a:pt x="8275002" y="133151"/>
                  </a:lnTo>
                  <a:lnTo>
                    <a:pt x="8269529" y="133151"/>
                  </a:lnTo>
                  <a:lnTo>
                    <a:pt x="8269529" y="133151"/>
                  </a:lnTo>
                  <a:lnTo>
                    <a:pt x="8258584" y="133151"/>
                  </a:lnTo>
                  <a:lnTo>
                    <a:pt x="8258584" y="133151"/>
                  </a:lnTo>
                  <a:lnTo>
                    <a:pt x="8253111" y="133151"/>
                  </a:lnTo>
                  <a:lnTo>
                    <a:pt x="8253111" y="133151"/>
                  </a:lnTo>
                  <a:lnTo>
                    <a:pt x="8247638" y="133151"/>
                  </a:lnTo>
                  <a:lnTo>
                    <a:pt x="8247638" y="133151"/>
                  </a:lnTo>
                  <a:lnTo>
                    <a:pt x="8242165" y="133151"/>
                  </a:lnTo>
                  <a:lnTo>
                    <a:pt x="8242165" y="133151"/>
                  </a:lnTo>
                  <a:lnTo>
                    <a:pt x="8236692" y="133151"/>
                  </a:lnTo>
                  <a:lnTo>
                    <a:pt x="8236692" y="133151"/>
                  </a:lnTo>
                  <a:lnTo>
                    <a:pt x="8231219" y="133151"/>
                  </a:lnTo>
                  <a:lnTo>
                    <a:pt x="8231219" y="133151"/>
                  </a:lnTo>
                  <a:lnTo>
                    <a:pt x="8225746" y="133151"/>
                  </a:lnTo>
                  <a:lnTo>
                    <a:pt x="8225746" y="148438"/>
                  </a:lnTo>
                  <a:lnTo>
                    <a:pt x="8220273" y="148438"/>
                  </a:lnTo>
                  <a:lnTo>
                    <a:pt x="8220273" y="148438"/>
                  </a:lnTo>
                  <a:lnTo>
                    <a:pt x="8214801" y="148438"/>
                  </a:lnTo>
                  <a:lnTo>
                    <a:pt x="8214801" y="148438"/>
                  </a:lnTo>
                  <a:lnTo>
                    <a:pt x="8209328" y="148438"/>
                  </a:lnTo>
                  <a:lnTo>
                    <a:pt x="8209328" y="148438"/>
                  </a:lnTo>
                  <a:lnTo>
                    <a:pt x="8203855" y="148438"/>
                  </a:lnTo>
                  <a:lnTo>
                    <a:pt x="8203855" y="148438"/>
                  </a:lnTo>
                  <a:lnTo>
                    <a:pt x="8198382" y="148438"/>
                  </a:lnTo>
                  <a:lnTo>
                    <a:pt x="8198382" y="163589"/>
                  </a:lnTo>
                  <a:lnTo>
                    <a:pt x="8192909" y="163589"/>
                  </a:lnTo>
                  <a:lnTo>
                    <a:pt x="8192909" y="163589"/>
                  </a:lnTo>
                  <a:lnTo>
                    <a:pt x="8187436" y="163589"/>
                  </a:lnTo>
                  <a:lnTo>
                    <a:pt x="8187436" y="163589"/>
                  </a:lnTo>
                  <a:lnTo>
                    <a:pt x="8181963" y="163589"/>
                  </a:lnTo>
                  <a:lnTo>
                    <a:pt x="8181963" y="163589"/>
                  </a:lnTo>
                  <a:lnTo>
                    <a:pt x="8176490" y="163589"/>
                  </a:lnTo>
                  <a:lnTo>
                    <a:pt x="8176490" y="163589"/>
                  </a:lnTo>
                  <a:lnTo>
                    <a:pt x="8171017" y="163589"/>
                  </a:lnTo>
                  <a:lnTo>
                    <a:pt x="8171017" y="163589"/>
                  </a:lnTo>
                  <a:lnTo>
                    <a:pt x="8165545" y="163589"/>
                  </a:lnTo>
                  <a:lnTo>
                    <a:pt x="8165545" y="163589"/>
                  </a:lnTo>
                  <a:lnTo>
                    <a:pt x="8160072" y="163589"/>
                  </a:lnTo>
                  <a:lnTo>
                    <a:pt x="8160072" y="163589"/>
                  </a:lnTo>
                  <a:lnTo>
                    <a:pt x="8154599" y="163589"/>
                  </a:lnTo>
                  <a:lnTo>
                    <a:pt x="8154599" y="163589"/>
                  </a:lnTo>
                  <a:lnTo>
                    <a:pt x="8149126" y="163589"/>
                  </a:lnTo>
                  <a:lnTo>
                    <a:pt x="8149126" y="163589"/>
                  </a:lnTo>
                  <a:lnTo>
                    <a:pt x="8143653" y="163589"/>
                  </a:lnTo>
                  <a:lnTo>
                    <a:pt x="8143653" y="163589"/>
                  </a:lnTo>
                  <a:lnTo>
                    <a:pt x="8138180" y="163589"/>
                  </a:lnTo>
                  <a:lnTo>
                    <a:pt x="8138180" y="163589"/>
                  </a:lnTo>
                  <a:lnTo>
                    <a:pt x="8132707" y="163589"/>
                  </a:lnTo>
                  <a:lnTo>
                    <a:pt x="8132707" y="163589"/>
                  </a:lnTo>
                  <a:lnTo>
                    <a:pt x="8121761" y="163589"/>
                  </a:lnTo>
                  <a:lnTo>
                    <a:pt x="8121761" y="163589"/>
                  </a:lnTo>
                  <a:lnTo>
                    <a:pt x="8116289" y="163589"/>
                  </a:lnTo>
                  <a:lnTo>
                    <a:pt x="8116289" y="163589"/>
                  </a:lnTo>
                  <a:lnTo>
                    <a:pt x="8099870" y="163589"/>
                  </a:lnTo>
                  <a:lnTo>
                    <a:pt x="8099870" y="163589"/>
                  </a:lnTo>
                  <a:lnTo>
                    <a:pt x="8094397" y="163589"/>
                  </a:lnTo>
                  <a:lnTo>
                    <a:pt x="8094397" y="163589"/>
                  </a:lnTo>
                  <a:lnTo>
                    <a:pt x="8088924" y="163589"/>
                  </a:lnTo>
                  <a:lnTo>
                    <a:pt x="8088924" y="163589"/>
                  </a:lnTo>
                  <a:lnTo>
                    <a:pt x="8083451" y="163589"/>
                  </a:lnTo>
                  <a:lnTo>
                    <a:pt x="8083451" y="163589"/>
                  </a:lnTo>
                  <a:lnTo>
                    <a:pt x="8077978" y="163589"/>
                  </a:lnTo>
                  <a:lnTo>
                    <a:pt x="8077978" y="163589"/>
                  </a:lnTo>
                  <a:lnTo>
                    <a:pt x="8072506" y="163589"/>
                  </a:lnTo>
                  <a:lnTo>
                    <a:pt x="8072506" y="163589"/>
                  </a:lnTo>
                  <a:lnTo>
                    <a:pt x="8067033" y="163589"/>
                  </a:lnTo>
                  <a:lnTo>
                    <a:pt x="8067033" y="163589"/>
                  </a:lnTo>
                  <a:lnTo>
                    <a:pt x="8061560" y="163589"/>
                  </a:lnTo>
                  <a:lnTo>
                    <a:pt x="8061560" y="163589"/>
                  </a:lnTo>
                  <a:lnTo>
                    <a:pt x="8056087" y="163589"/>
                  </a:lnTo>
                  <a:lnTo>
                    <a:pt x="8056087" y="163589"/>
                  </a:lnTo>
                  <a:lnTo>
                    <a:pt x="8050614" y="163589"/>
                  </a:lnTo>
                  <a:lnTo>
                    <a:pt x="8050614" y="163589"/>
                  </a:lnTo>
                  <a:lnTo>
                    <a:pt x="8045141" y="163589"/>
                  </a:lnTo>
                  <a:lnTo>
                    <a:pt x="8045141" y="163589"/>
                  </a:lnTo>
                  <a:lnTo>
                    <a:pt x="8039668" y="163589"/>
                  </a:lnTo>
                  <a:lnTo>
                    <a:pt x="8039668" y="178400"/>
                  </a:lnTo>
                  <a:lnTo>
                    <a:pt x="8034195" y="178400"/>
                  </a:lnTo>
                  <a:lnTo>
                    <a:pt x="8034195" y="178400"/>
                  </a:lnTo>
                  <a:lnTo>
                    <a:pt x="8023250" y="178400"/>
                  </a:lnTo>
                  <a:lnTo>
                    <a:pt x="8023250" y="178400"/>
                  </a:lnTo>
                  <a:lnTo>
                    <a:pt x="8017777" y="178400"/>
                  </a:lnTo>
                  <a:lnTo>
                    <a:pt x="8017777" y="178400"/>
                  </a:lnTo>
                  <a:lnTo>
                    <a:pt x="8012304" y="178400"/>
                  </a:lnTo>
                  <a:lnTo>
                    <a:pt x="8012304" y="178400"/>
                  </a:lnTo>
                  <a:lnTo>
                    <a:pt x="8006831" y="178400"/>
                  </a:lnTo>
                  <a:lnTo>
                    <a:pt x="8006831" y="178400"/>
                  </a:lnTo>
                  <a:lnTo>
                    <a:pt x="8001358" y="178400"/>
                  </a:lnTo>
                  <a:lnTo>
                    <a:pt x="8001358" y="178400"/>
                  </a:lnTo>
                  <a:lnTo>
                    <a:pt x="7995885" y="178400"/>
                  </a:lnTo>
                  <a:lnTo>
                    <a:pt x="7995885" y="178400"/>
                  </a:lnTo>
                  <a:lnTo>
                    <a:pt x="7984939" y="178400"/>
                  </a:lnTo>
                  <a:lnTo>
                    <a:pt x="7984939" y="178400"/>
                  </a:lnTo>
                  <a:lnTo>
                    <a:pt x="7979466" y="178400"/>
                  </a:lnTo>
                  <a:lnTo>
                    <a:pt x="7979466" y="178400"/>
                  </a:lnTo>
                  <a:lnTo>
                    <a:pt x="7973994" y="178400"/>
                  </a:lnTo>
                  <a:lnTo>
                    <a:pt x="7973994" y="178400"/>
                  </a:lnTo>
                  <a:lnTo>
                    <a:pt x="7968521" y="178400"/>
                  </a:lnTo>
                  <a:lnTo>
                    <a:pt x="7968521" y="178400"/>
                  </a:lnTo>
                  <a:lnTo>
                    <a:pt x="7957575" y="178400"/>
                  </a:lnTo>
                  <a:lnTo>
                    <a:pt x="7957575" y="193087"/>
                  </a:lnTo>
                  <a:lnTo>
                    <a:pt x="7952102" y="193087"/>
                  </a:lnTo>
                  <a:lnTo>
                    <a:pt x="7952102" y="193087"/>
                  </a:lnTo>
                  <a:lnTo>
                    <a:pt x="7946629" y="193087"/>
                  </a:lnTo>
                  <a:lnTo>
                    <a:pt x="7946629" y="193087"/>
                  </a:lnTo>
                  <a:lnTo>
                    <a:pt x="7941156" y="193087"/>
                  </a:lnTo>
                  <a:lnTo>
                    <a:pt x="7941156" y="193087"/>
                  </a:lnTo>
                  <a:lnTo>
                    <a:pt x="7935683" y="193087"/>
                  </a:lnTo>
                  <a:lnTo>
                    <a:pt x="7935683" y="193087"/>
                  </a:lnTo>
                  <a:lnTo>
                    <a:pt x="7930210" y="193087"/>
                  </a:lnTo>
                  <a:lnTo>
                    <a:pt x="7930210" y="193087"/>
                  </a:lnTo>
                  <a:lnTo>
                    <a:pt x="7924738" y="193087"/>
                  </a:lnTo>
                  <a:lnTo>
                    <a:pt x="7924738" y="193087"/>
                  </a:lnTo>
                  <a:lnTo>
                    <a:pt x="7919265" y="193087"/>
                  </a:lnTo>
                  <a:lnTo>
                    <a:pt x="7919265" y="193087"/>
                  </a:lnTo>
                  <a:lnTo>
                    <a:pt x="7913792" y="193087"/>
                  </a:lnTo>
                  <a:lnTo>
                    <a:pt x="7913792" y="193087"/>
                  </a:lnTo>
                  <a:lnTo>
                    <a:pt x="7908319" y="193087"/>
                  </a:lnTo>
                  <a:lnTo>
                    <a:pt x="7908319" y="193087"/>
                  </a:lnTo>
                  <a:lnTo>
                    <a:pt x="7902846" y="193087"/>
                  </a:lnTo>
                  <a:lnTo>
                    <a:pt x="7902846" y="193087"/>
                  </a:lnTo>
                  <a:lnTo>
                    <a:pt x="7897373" y="193087"/>
                  </a:lnTo>
                  <a:lnTo>
                    <a:pt x="7897373" y="193087"/>
                  </a:lnTo>
                  <a:lnTo>
                    <a:pt x="7891900" y="193087"/>
                  </a:lnTo>
                  <a:lnTo>
                    <a:pt x="7891900" y="193087"/>
                  </a:lnTo>
                  <a:lnTo>
                    <a:pt x="7886427" y="193087"/>
                  </a:lnTo>
                  <a:lnTo>
                    <a:pt x="7886427" y="193087"/>
                  </a:lnTo>
                  <a:lnTo>
                    <a:pt x="7880955" y="193087"/>
                  </a:lnTo>
                  <a:lnTo>
                    <a:pt x="7880955" y="193087"/>
                  </a:lnTo>
                  <a:lnTo>
                    <a:pt x="7875482" y="193087"/>
                  </a:lnTo>
                  <a:lnTo>
                    <a:pt x="7875482" y="193087"/>
                  </a:lnTo>
                  <a:lnTo>
                    <a:pt x="7870009" y="193087"/>
                  </a:lnTo>
                  <a:lnTo>
                    <a:pt x="7870009" y="193087"/>
                  </a:lnTo>
                  <a:lnTo>
                    <a:pt x="7864536" y="193087"/>
                  </a:lnTo>
                  <a:lnTo>
                    <a:pt x="7864536" y="193087"/>
                  </a:lnTo>
                  <a:lnTo>
                    <a:pt x="7859063" y="193087"/>
                  </a:lnTo>
                  <a:lnTo>
                    <a:pt x="7859063" y="193087"/>
                  </a:lnTo>
                  <a:lnTo>
                    <a:pt x="7853590" y="193087"/>
                  </a:lnTo>
                  <a:lnTo>
                    <a:pt x="7853590" y="193087"/>
                  </a:lnTo>
                  <a:lnTo>
                    <a:pt x="7848117" y="193087"/>
                  </a:lnTo>
                  <a:lnTo>
                    <a:pt x="7848117" y="193087"/>
                  </a:lnTo>
                  <a:lnTo>
                    <a:pt x="7842644" y="193087"/>
                  </a:lnTo>
                  <a:lnTo>
                    <a:pt x="7842644" y="193087"/>
                  </a:lnTo>
                  <a:lnTo>
                    <a:pt x="7831699" y="193087"/>
                  </a:lnTo>
                  <a:lnTo>
                    <a:pt x="7831699" y="193087"/>
                  </a:lnTo>
                  <a:lnTo>
                    <a:pt x="7826226" y="193087"/>
                  </a:lnTo>
                  <a:lnTo>
                    <a:pt x="7826226" y="193087"/>
                  </a:lnTo>
                  <a:lnTo>
                    <a:pt x="7820753" y="193087"/>
                  </a:lnTo>
                  <a:lnTo>
                    <a:pt x="7820753" y="221772"/>
                  </a:lnTo>
                  <a:lnTo>
                    <a:pt x="7815280" y="221772"/>
                  </a:lnTo>
                  <a:lnTo>
                    <a:pt x="7815280" y="221772"/>
                  </a:lnTo>
                  <a:lnTo>
                    <a:pt x="7809807" y="221772"/>
                  </a:lnTo>
                  <a:lnTo>
                    <a:pt x="7809807" y="221772"/>
                  </a:lnTo>
                  <a:lnTo>
                    <a:pt x="7804334" y="221772"/>
                  </a:lnTo>
                  <a:lnTo>
                    <a:pt x="7804334" y="221772"/>
                  </a:lnTo>
                  <a:lnTo>
                    <a:pt x="7798861" y="221772"/>
                  </a:lnTo>
                  <a:lnTo>
                    <a:pt x="7798861" y="221772"/>
                  </a:lnTo>
                  <a:lnTo>
                    <a:pt x="7793388" y="221772"/>
                  </a:lnTo>
                  <a:lnTo>
                    <a:pt x="7793388" y="221772"/>
                  </a:lnTo>
                  <a:lnTo>
                    <a:pt x="7787915" y="221772"/>
                  </a:lnTo>
                  <a:lnTo>
                    <a:pt x="7787915" y="221772"/>
                  </a:lnTo>
                  <a:lnTo>
                    <a:pt x="7771497" y="221772"/>
                  </a:lnTo>
                  <a:lnTo>
                    <a:pt x="7771497" y="221772"/>
                  </a:lnTo>
                  <a:lnTo>
                    <a:pt x="7766024" y="221772"/>
                  </a:lnTo>
                  <a:lnTo>
                    <a:pt x="7766024" y="221772"/>
                  </a:lnTo>
                  <a:lnTo>
                    <a:pt x="7760551" y="221772"/>
                  </a:lnTo>
                  <a:lnTo>
                    <a:pt x="7760551" y="221772"/>
                  </a:lnTo>
                  <a:lnTo>
                    <a:pt x="7755078" y="221772"/>
                  </a:lnTo>
                  <a:lnTo>
                    <a:pt x="7755078" y="221772"/>
                  </a:lnTo>
                  <a:lnTo>
                    <a:pt x="7749605" y="221772"/>
                  </a:lnTo>
                  <a:lnTo>
                    <a:pt x="7749605" y="221772"/>
                  </a:lnTo>
                  <a:lnTo>
                    <a:pt x="7744132" y="221772"/>
                  </a:lnTo>
                  <a:lnTo>
                    <a:pt x="7744132" y="221772"/>
                  </a:lnTo>
                  <a:lnTo>
                    <a:pt x="7738659" y="221772"/>
                  </a:lnTo>
                  <a:lnTo>
                    <a:pt x="7738659" y="221772"/>
                  </a:lnTo>
                  <a:lnTo>
                    <a:pt x="7733187" y="221772"/>
                  </a:lnTo>
                  <a:lnTo>
                    <a:pt x="7733187" y="221772"/>
                  </a:lnTo>
                  <a:lnTo>
                    <a:pt x="7727714" y="221772"/>
                  </a:lnTo>
                  <a:lnTo>
                    <a:pt x="7727714" y="221772"/>
                  </a:lnTo>
                  <a:lnTo>
                    <a:pt x="7722241" y="221772"/>
                  </a:lnTo>
                  <a:lnTo>
                    <a:pt x="7722241" y="221772"/>
                  </a:lnTo>
                  <a:lnTo>
                    <a:pt x="7716768" y="221772"/>
                  </a:lnTo>
                  <a:lnTo>
                    <a:pt x="7716768" y="221772"/>
                  </a:lnTo>
                  <a:lnTo>
                    <a:pt x="7711295" y="221772"/>
                  </a:lnTo>
                  <a:lnTo>
                    <a:pt x="7711295" y="221772"/>
                  </a:lnTo>
                  <a:lnTo>
                    <a:pt x="7705822" y="221772"/>
                  </a:lnTo>
                  <a:lnTo>
                    <a:pt x="7705822" y="221772"/>
                  </a:lnTo>
                  <a:lnTo>
                    <a:pt x="7700349" y="221772"/>
                  </a:lnTo>
                  <a:lnTo>
                    <a:pt x="7700349" y="221772"/>
                  </a:lnTo>
                  <a:lnTo>
                    <a:pt x="7694876" y="221772"/>
                  </a:lnTo>
                  <a:lnTo>
                    <a:pt x="7694876" y="221772"/>
                  </a:lnTo>
                  <a:lnTo>
                    <a:pt x="7689404" y="221772"/>
                  </a:lnTo>
                  <a:lnTo>
                    <a:pt x="7689404" y="221772"/>
                  </a:lnTo>
                  <a:lnTo>
                    <a:pt x="7683931" y="221772"/>
                  </a:lnTo>
                  <a:lnTo>
                    <a:pt x="7683931" y="221772"/>
                  </a:lnTo>
                  <a:lnTo>
                    <a:pt x="7678458" y="221772"/>
                  </a:lnTo>
                  <a:lnTo>
                    <a:pt x="7678458" y="221772"/>
                  </a:lnTo>
                  <a:lnTo>
                    <a:pt x="7672985" y="221772"/>
                  </a:lnTo>
                  <a:lnTo>
                    <a:pt x="7672985" y="221772"/>
                  </a:lnTo>
                  <a:lnTo>
                    <a:pt x="7667512" y="221772"/>
                  </a:lnTo>
                  <a:lnTo>
                    <a:pt x="7667512" y="221772"/>
                  </a:lnTo>
                  <a:lnTo>
                    <a:pt x="7662039" y="221772"/>
                  </a:lnTo>
                  <a:lnTo>
                    <a:pt x="7662039" y="221772"/>
                  </a:lnTo>
                  <a:lnTo>
                    <a:pt x="7656566" y="221772"/>
                  </a:lnTo>
                  <a:lnTo>
                    <a:pt x="7656566" y="221772"/>
                  </a:lnTo>
                  <a:lnTo>
                    <a:pt x="7651093" y="221772"/>
                  </a:lnTo>
                  <a:lnTo>
                    <a:pt x="7651093" y="221772"/>
                  </a:lnTo>
                  <a:lnTo>
                    <a:pt x="7645620" y="221772"/>
                  </a:lnTo>
                  <a:lnTo>
                    <a:pt x="7645620" y="221772"/>
                  </a:lnTo>
                  <a:lnTo>
                    <a:pt x="7640148" y="221772"/>
                  </a:lnTo>
                  <a:lnTo>
                    <a:pt x="7640148" y="221772"/>
                  </a:lnTo>
                  <a:lnTo>
                    <a:pt x="7634675" y="221772"/>
                  </a:lnTo>
                  <a:lnTo>
                    <a:pt x="7634675" y="221772"/>
                  </a:lnTo>
                  <a:lnTo>
                    <a:pt x="7629202" y="221772"/>
                  </a:lnTo>
                  <a:lnTo>
                    <a:pt x="7629202" y="221772"/>
                  </a:lnTo>
                  <a:lnTo>
                    <a:pt x="7623729" y="221772"/>
                  </a:lnTo>
                  <a:lnTo>
                    <a:pt x="7623729" y="221772"/>
                  </a:lnTo>
                  <a:lnTo>
                    <a:pt x="7618256" y="221772"/>
                  </a:lnTo>
                  <a:lnTo>
                    <a:pt x="7618256" y="221772"/>
                  </a:lnTo>
                  <a:lnTo>
                    <a:pt x="7612783" y="221772"/>
                  </a:lnTo>
                  <a:lnTo>
                    <a:pt x="7612783" y="221772"/>
                  </a:lnTo>
                  <a:lnTo>
                    <a:pt x="7607310" y="221772"/>
                  </a:lnTo>
                  <a:lnTo>
                    <a:pt x="7607310" y="221772"/>
                  </a:lnTo>
                  <a:lnTo>
                    <a:pt x="7601837" y="221772"/>
                  </a:lnTo>
                  <a:lnTo>
                    <a:pt x="7601837" y="221772"/>
                  </a:lnTo>
                  <a:lnTo>
                    <a:pt x="7590892" y="221772"/>
                  </a:lnTo>
                  <a:lnTo>
                    <a:pt x="7590892" y="221772"/>
                  </a:lnTo>
                  <a:lnTo>
                    <a:pt x="7585419" y="221772"/>
                  </a:lnTo>
                  <a:lnTo>
                    <a:pt x="7585419" y="221772"/>
                  </a:lnTo>
                  <a:lnTo>
                    <a:pt x="7579946" y="221772"/>
                  </a:lnTo>
                  <a:lnTo>
                    <a:pt x="7579946" y="221772"/>
                  </a:lnTo>
                  <a:lnTo>
                    <a:pt x="7569000" y="221772"/>
                  </a:lnTo>
                  <a:lnTo>
                    <a:pt x="7569000" y="221772"/>
                  </a:lnTo>
                  <a:lnTo>
                    <a:pt x="7563527" y="221772"/>
                  </a:lnTo>
                  <a:lnTo>
                    <a:pt x="7563527" y="221772"/>
                  </a:lnTo>
                  <a:lnTo>
                    <a:pt x="7558054" y="221772"/>
                  </a:lnTo>
                  <a:lnTo>
                    <a:pt x="7558054" y="221772"/>
                  </a:lnTo>
                  <a:lnTo>
                    <a:pt x="7547109" y="221772"/>
                  </a:lnTo>
                  <a:lnTo>
                    <a:pt x="7547109" y="221772"/>
                  </a:lnTo>
                  <a:lnTo>
                    <a:pt x="7541636" y="221772"/>
                  </a:lnTo>
                  <a:lnTo>
                    <a:pt x="7541636" y="221772"/>
                  </a:lnTo>
                  <a:lnTo>
                    <a:pt x="7536163" y="221772"/>
                  </a:lnTo>
                  <a:lnTo>
                    <a:pt x="7536163" y="235644"/>
                  </a:lnTo>
                  <a:lnTo>
                    <a:pt x="7530690" y="235644"/>
                  </a:lnTo>
                  <a:lnTo>
                    <a:pt x="7530690" y="235644"/>
                  </a:lnTo>
                  <a:lnTo>
                    <a:pt x="7525217" y="235644"/>
                  </a:lnTo>
                  <a:lnTo>
                    <a:pt x="7525217" y="235644"/>
                  </a:lnTo>
                  <a:lnTo>
                    <a:pt x="7519744" y="235644"/>
                  </a:lnTo>
                  <a:lnTo>
                    <a:pt x="7519744" y="235644"/>
                  </a:lnTo>
                  <a:lnTo>
                    <a:pt x="7514271" y="235644"/>
                  </a:lnTo>
                  <a:lnTo>
                    <a:pt x="7514271" y="235644"/>
                  </a:lnTo>
                  <a:lnTo>
                    <a:pt x="7508798" y="235644"/>
                  </a:lnTo>
                  <a:lnTo>
                    <a:pt x="7508798" y="235644"/>
                  </a:lnTo>
                  <a:lnTo>
                    <a:pt x="7503325" y="235644"/>
                  </a:lnTo>
                  <a:lnTo>
                    <a:pt x="7503325" y="235644"/>
                  </a:lnTo>
                  <a:lnTo>
                    <a:pt x="7492380" y="235644"/>
                  </a:lnTo>
                  <a:lnTo>
                    <a:pt x="7492380" y="235644"/>
                  </a:lnTo>
                  <a:lnTo>
                    <a:pt x="7486907" y="235644"/>
                  </a:lnTo>
                  <a:lnTo>
                    <a:pt x="7486907" y="235644"/>
                  </a:lnTo>
                  <a:lnTo>
                    <a:pt x="7481434" y="235644"/>
                  </a:lnTo>
                  <a:lnTo>
                    <a:pt x="7481434" y="235644"/>
                  </a:lnTo>
                  <a:lnTo>
                    <a:pt x="7475961" y="235644"/>
                  </a:lnTo>
                  <a:lnTo>
                    <a:pt x="7475961" y="235644"/>
                  </a:lnTo>
                  <a:lnTo>
                    <a:pt x="7470488" y="235644"/>
                  </a:lnTo>
                  <a:lnTo>
                    <a:pt x="7470488" y="235644"/>
                  </a:lnTo>
                  <a:lnTo>
                    <a:pt x="7465015" y="235644"/>
                  </a:lnTo>
                  <a:lnTo>
                    <a:pt x="7465015" y="235644"/>
                  </a:lnTo>
                  <a:lnTo>
                    <a:pt x="7459542" y="235644"/>
                  </a:lnTo>
                  <a:lnTo>
                    <a:pt x="7459542" y="235644"/>
                  </a:lnTo>
                  <a:lnTo>
                    <a:pt x="7454069" y="235644"/>
                  </a:lnTo>
                  <a:lnTo>
                    <a:pt x="7454069" y="235644"/>
                  </a:lnTo>
                  <a:lnTo>
                    <a:pt x="7448597" y="235644"/>
                  </a:lnTo>
                  <a:lnTo>
                    <a:pt x="7448597" y="235644"/>
                  </a:lnTo>
                  <a:lnTo>
                    <a:pt x="7443124" y="235644"/>
                  </a:lnTo>
                  <a:lnTo>
                    <a:pt x="7443124" y="235644"/>
                  </a:lnTo>
                  <a:lnTo>
                    <a:pt x="7437651" y="235644"/>
                  </a:lnTo>
                  <a:lnTo>
                    <a:pt x="7437651" y="235644"/>
                  </a:lnTo>
                  <a:lnTo>
                    <a:pt x="7432178" y="235644"/>
                  </a:lnTo>
                  <a:lnTo>
                    <a:pt x="7432178" y="235644"/>
                  </a:lnTo>
                  <a:lnTo>
                    <a:pt x="7426705" y="235644"/>
                  </a:lnTo>
                  <a:lnTo>
                    <a:pt x="7426705" y="235644"/>
                  </a:lnTo>
                  <a:lnTo>
                    <a:pt x="7421232" y="235644"/>
                  </a:lnTo>
                  <a:lnTo>
                    <a:pt x="7421232" y="235644"/>
                  </a:lnTo>
                  <a:lnTo>
                    <a:pt x="7415759" y="235644"/>
                  </a:lnTo>
                  <a:lnTo>
                    <a:pt x="7415759" y="235644"/>
                  </a:lnTo>
                  <a:lnTo>
                    <a:pt x="7410286" y="235644"/>
                  </a:lnTo>
                  <a:lnTo>
                    <a:pt x="7410286" y="235644"/>
                  </a:lnTo>
                  <a:lnTo>
                    <a:pt x="7404813" y="235644"/>
                  </a:lnTo>
                  <a:lnTo>
                    <a:pt x="7404813" y="235644"/>
                  </a:lnTo>
                  <a:lnTo>
                    <a:pt x="7399341" y="235644"/>
                  </a:lnTo>
                  <a:lnTo>
                    <a:pt x="7399341" y="235644"/>
                  </a:lnTo>
                  <a:lnTo>
                    <a:pt x="7393868" y="235644"/>
                  </a:lnTo>
                  <a:lnTo>
                    <a:pt x="7393868" y="235644"/>
                  </a:lnTo>
                  <a:lnTo>
                    <a:pt x="7388395" y="235644"/>
                  </a:lnTo>
                  <a:lnTo>
                    <a:pt x="7388395" y="235644"/>
                  </a:lnTo>
                  <a:lnTo>
                    <a:pt x="7382922" y="235644"/>
                  </a:lnTo>
                  <a:lnTo>
                    <a:pt x="7382922" y="235644"/>
                  </a:lnTo>
                  <a:lnTo>
                    <a:pt x="7377449" y="235644"/>
                  </a:lnTo>
                  <a:lnTo>
                    <a:pt x="7377449" y="235644"/>
                  </a:lnTo>
                  <a:lnTo>
                    <a:pt x="7371976" y="235644"/>
                  </a:lnTo>
                  <a:lnTo>
                    <a:pt x="7371976" y="235644"/>
                  </a:lnTo>
                  <a:lnTo>
                    <a:pt x="7366503" y="235644"/>
                  </a:lnTo>
                  <a:lnTo>
                    <a:pt x="7366503" y="235644"/>
                  </a:lnTo>
                  <a:lnTo>
                    <a:pt x="7361030" y="235644"/>
                  </a:lnTo>
                  <a:lnTo>
                    <a:pt x="7361030" y="235644"/>
                  </a:lnTo>
                  <a:lnTo>
                    <a:pt x="7355558" y="235644"/>
                  </a:lnTo>
                  <a:lnTo>
                    <a:pt x="7355558" y="235644"/>
                  </a:lnTo>
                  <a:lnTo>
                    <a:pt x="7350085" y="235644"/>
                  </a:lnTo>
                  <a:lnTo>
                    <a:pt x="7350085" y="235644"/>
                  </a:lnTo>
                  <a:lnTo>
                    <a:pt x="7344612" y="235644"/>
                  </a:lnTo>
                  <a:lnTo>
                    <a:pt x="7344612" y="235644"/>
                  </a:lnTo>
                  <a:lnTo>
                    <a:pt x="7339139" y="235644"/>
                  </a:lnTo>
                  <a:lnTo>
                    <a:pt x="7339139" y="235644"/>
                  </a:lnTo>
                  <a:lnTo>
                    <a:pt x="7333666" y="235644"/>
                  </a:lnTo>
                  <a:lnTo>
                    <a:pt x="7333666" y="235644"/>
                  </a:lnTo>
                  <a:lnTo>
                    <a:pt x="7328193" y="235644"/>
                  </a:lnTo>
                  <a:lnTo>
                    <a:pt x="7328193" y="235644"/>
                  </a:lnTo>
                  <a:lnTo>
                    <a:pt x="7322720" y="235644"/>
                  </a:lnTo>
                  <a:lnTo>
                    <a:pt x="7322720" y="235644"/>
                  </a:lnTo>
                  <a:lnTo>
                    <a:pt x="7317247" y="235644"/>
                  </a:lnTo>
                  <a:lnTo>
                    <a:pt x="7317247" y="235644"/>
                  </a:lnTo>
                  <a:lnTo>
                    <a:pt x="7311774" y="235644"/>
                  </a:lnTo>
                  <a:lnTo>
                    <a:pt x="7311774" y="235644"/>
                  </a:lnTo>
                  <a:lnTo>
                    <a:pt x="7306302" y="235644"/>
                  </a:lnTo>
                  <a:lnTo>
                    <a:pt x="7306302" y="235644"/>
                  </a:lnTo>
                  <a:lnTo>
                    <a:pt x="7300829" y="235644"/>
                  </a:lnTo>
                  <a:lnTo>
                    <a:pt x="7300829" y="235644"/>
                  </a:lnTo>
                  <a:lnTo>
                    <a:pt x="7295356" y="235644"/>
                  </a:lnTo>
                  <a:lnTo>
                    <a:pt x="7295356" y="235644"/>
                  </a:lnTo>
                  <a:lnTo>
                    <a:pt x="7289883" y="235644"/>
                  </a:lnTo>
                  <a:lnTo>
                    <a:pt x="7289883" y="235644"/>
                  </a:lnTo>
                  <a:lnTo>
                    <a:pt x="7284410" y="235644"/>
                  </a:lnTo>
                  <a:lnTo>
                    <a:pt x="7284410" y="235644"/>
                  </a:lnTo>
                  <a:lnTo>
                    <a:pt x="7278937" y="235644"/>
                  </a:lnTo>
                  <a:lnTo>
                    <a:pt x="7278937" y="235644"/>
                  </a:lnTo>
                  <a:lnTo>
                    <a:pt x="7273464" y="235644"/>
                  </a:lnTo>
                  <a:lnTo>
                    <a:pt x="7273464" y="235644"/>
                  </a:lnTo>
                  <a:lnTo>
                    <a:pt x="7267991" y="235644"/>
                  </a:lnTo>
                  <a:lnTo>
                    <a:pt x="7267991" y="235644"/>
                  </a:lnTo>
                  <a:lnTo>
                    <a:pt x="7262518" y="235644"/>
                  </a:lnTo>
                  <a:lnTo>
                    <a:pt x="7262518" y="235644"/>
                  </a:lnTo>
                  <a:lnTo>
                    <a:pt x="7257046" y="235644"/>
                  </a:lnTo>
                  <a:lnTo>
                    <a:pt x="7257046" y="235644"/>
                  </a:lnTo>
                  <a:lnTo>
                    <a:pt x="7251573" y="235644"/>
                  </a:lnTo>
                  <a:lnTo>
                    <a:pt x="7251573" y="235644"/>
                  </a:lnTo>
                  <a:lnTo>
                    <a:pt x="7246100" y="235644"/>
                  </a:lnTo>
                  <a:lnTo>
                    <a:pt x="7246100" y="235644"/>
                  </a:lnTo>
                  <a:lnTo>
                    <a:pt x="7240627" y="235644"/>
                  </a:lnTo>
                  <a:lnTo>
                    <a:pt x="7240627" y="235644"/>
                  </a:lnTo>
                  <a:lnTo>
                    <a:pt x="7229681" y="235644"/>
                  </a:lnTo>
                  <a:lnTo>
                    <a:pt x="7229681" y="235644"/>
                  </a:lnTo>
                  <a:lnTo>
                    <a:pt x="7224208" y="235644"/>
                  </a:lnTo>
                  <a:lnTo>
                    <a:pt x="7224208" y="235644"/>
                  </a:lnTo>
                  <a:lnTo>
                    <a:pt x="7218735" y="235644"/>
                  </a:lnTo>
                  <a:lnTo>
                    <a:pt x="7218735" y="235644"/>
                  </a:lnTo>
                  <a:lnTo>
                    <a:pt x="7213262" y="235644"/>
                  </a:lnTo>
                  <a:lnTo>
                    <a:pt x="7213262" y="235644"/>
                  </a:lnTo>
                  <a:lnTo>
                    <a:pt x="7207790" y="235644"/>
                  </a:lnTo>
                  <a:lnTo>
                    <a:pt x="7207790" y="235644"/>
                  </a:lnTo>
                  <a:lnTo>
                    <a:pt x="7202317" y="235644"/>
                  </a:lnTo>
                  <a:lnTo>
                    <a:pt x="7202317" y="248975"/>
                  </a:lnTo>
                  <a:lnTo>
                    <a:pt x="7196844" y="248975"/>
                  </a:lnTo>
                  <a:lnTo>
                    <a:pt x="7196844" y="262300"/>
                  </a:lnTo>
                  <a:lnTo>
                    <a:pt x="7191371" y="262300"/>
                  </a:lnTo>
                  <a:lnTo>
                    <a:pt x="7191371" y="262300"/>
                  </a:lnTo>
                  <a:lnTo>
                    <a:pt x="7185898" y="262300"/>
                  </a:lnTo>
                  <a:lnTo>
                    <a:pt x="7185898" y="262300"/>
                  </a:lnTo>
                  <a:lnTo>
                    <a:pt x="7180425" y="262300"/>
                  </a:lnTo>
                  <a:lnTo>
                    <a:pt x="7180425" y="262300"/>
                  </a:lnTo>
                  <a:lnTo>
                    <a:pt x="7174952" y="262300"/>
                  </a:lnTo>
                  <a:lnTo>
                    <a:pt x="7174952" y="262300"/>
                  </a:lnTo>
                  <a:lnTo>
                    <a:pt x="7169479" y="262300"/>
                  </a:lnTo>
                  <a:lnTo>
                    <a:pt x="7169479" y="262300"/>
                  </a:lnTo>
                  <a:lnTo>
                    <a:pt x="7164007" y="262300"/>
                  </a:lnTo>
                  <a:lnTo>
                    <a:pt x="7164007" y="262300"/>
                  </a:lnTo>
                  <a:lnTo>
                    <a:pt x="7158534" y="262300"/>
                  </a:lnTo>
                  <a:lnTo>
                    <a:pt x="7158534" y="262300"/>
                  </a:lnTo>
                  <a:lnTo>
                    <a:pt x="7153061" y="262300"/>
                  </a:lnTo>
                  <a:lnTo>
                    <a:pt x="7153061" y="275512"/>
                  </a:lnTo>
                  <a:lnTo>
                    <a:pt x="7147588" y="275512"/>
                  </a:lnTo>
                  <a:lnTo>
                    <a:pt x="7147588" y="275512"/>
                  </a:lnTo>
                  <a:lnTo>
                    <a:pt x="7142115" y="275512"/>
                  </a:lnTo>
                  <a:lnTo>
                    <a:pt x="7142115" y="275512"/>
                  </a:lnTo>
                  <a:lnTo>
                    <a:pt x="7136642" y="275512"/>
                  </a:lnTo>
                  <a:lnTo>
                    <a:pt x="7136642" y="275512"/>
                  </a:lnTo>
                  <a:lnTo>
                    <a:pt x="7131169" y="275512"/>
                  </a:lnTo>
                  <a:lnTo>
                    <a:pt x="7131169" y="275512"/>
                  </a:lnTo>
                  <a:lnTo>
                    <a:pt x="7125696" y="275512"/>
                  </a:lnTo>
                  <a:lnTo>
                    <a:pt x="7125696" y="275512"/>
                  </a:lnTo>
                  <a:lnTo>
                    <a:pt x="7120223" y="275512"/>
                  </a:lnTo>
                  <a:lnTo>
                    <a:pt x="7120223" y="275512"/>
                  </a:lnTo>
                  <a:lnTo>
                    <a:pt x="7114751" y="275512"/>
                  </a:lnTo>
                  <a:lnTo>
                    <a:pt x="7114751" y="275512"/>
                  </a:lnTo>
                  <a:lnTo>
                    <a:pt x="7109278" y="275512"/>
                  </a:lnTo>
                  <a:lnTo>
                    <a:pt x="7109278" y="275512"/>
                  </a:lnTo>
                  <a:lnTo>
                    <a:pt x="7103805" y="275512"/>
                  </a:lnTo>
                  <a:lnTo>
                    <a:pt x="7103805" y="275512"/>
                  </a:lnTo>
                  <a:lnTo>
                    <a:pt x="7098332" y="275512"/>
                  </a:lnTo>
                  <a:lnTo>
                    <a:pt x="7098332" y="275512"/>
                  </a:lnTo>
                  <a:lnTo>
                    <a:pt x="7092859" y="275512"/>
                  </a:lnTo>
                  <a:lnTo>
                    <a:pt x="7092859" y="275512"/>
                  </a:lnTo>
                  <a:lnTo>
                    <a:pt x="7087386" y="275512"/>
                  </a:lnTo>
                  <a:lnTo>
                    <a:pt x="7087386" y="275512"/>
                  </a:lnTo>
                  <a:lnTo>
                    <a:pt x="7081913" y="275512"/>
                  </a:lnTo>
                  <a:lnTo>
                    <a:pt x="7081913" y="275512"/>
                  </a:lnTo>
                  <a:lnTo>
                    <a:pt x="7070967" y="275512"/>
                  </a:lnTo>
                  <a:lnTo>
                    <a:pt x="7070967" y="275512"/>
                  </a:lnTo>
                  <a:lnTo>
                    <a:pt x="7065495" y="275512"/>
                  </a:lnTo>
                  <a:lnTo>
                    <a:pt x="7065495" y="275512"/>
                  </a:lnTo>
                  <a:lnTo>
                    <a:pt x="7060022" y="275512"/>
                  </a:lnTo>
                  <a:lnTo>
                    <a:pt x="7060022" y="275512"/>
                  </a:lnTo>
                  <a:lnTo>
                    <a:pt x="7054549" y="275512"/>
                  </a:lnTo>
                  <a:lnTo>
                    <a:pt x="7054549" y="288592"/>
                  </a:lnTo>
                  <a:lnTo>
                    <a:pt x="7049076" y="288592"/>
                  </a:lnTo>
                  <a:lnTo>
                    <a:pt x="7049076" y="288592"/>
                  </a:lnTo>
                  <a:lnTo>
                    <a:pt x="7043603" y="288592"/>
                  </a:lnTo>
                  <a:lnTo>
                    <a:pt x="7043603" y="288592"/>
                  </a:lnTo>
                  <a:lnTo>
                    <a:pt x="7038130" y="288592"/>
                  </a:lnTo>
                  <a:lnTo>
                    <a:pt x="7038130" y="288592"/>
                  </a:lnTo>
                  <a:lnTo>
                    <a:pt x="7032657" y="288592"/>
                  </a:lnTo>
                  <a:lnTo>
                    <a:pt x="7032657" y="288592"/>
                  </a:lnTo>
                  <a:lnTo>
                    <a:pt x="7027184" y="288592"/>
                  </a:lnTo>
                  <a:lnTo>
                    <a:pt x="7027184" y="288592"/>
                  </a:lnTo>
                  <a:lnTo>
                    <a:pt x="7021712" y="288592"/>
                  </a:lnTo>
                  <a:lnTo>
                    <a:pt x="7021712" y="288592"/>
                  </a:lnTo>
                  <a:lnTo>
                    <a:pt x="7016239" y="288592"/>
                  </a:lnTo>
                  <a:lnTo>
                    <a:pt x="7016239" y="288592"/>
                  </a:lnTo>
                  <a:lnTo>
                    <a:pt x="7010766" y="288592"/>
                  </a:lnTo>
                  <a:lnTo>
                    <a:pt x="7010766" y="288592"/>
                  </a:lnTo>
                  <a:lnTo>
                    <a:pt x="7005293" y="288592"/>
                  </a:lnTo>
                  <a:lnTo>
                    <a:pt x="7005293" y="288592"/>
                  </a:lnTo>
                  <a:lnTo>
                    <a:pt x="6999820" y="288592"/>
                  </a:lnTo>
                  <a:lnTo>
                    <a:pt x="6999820" y="288592"/>
                  </a:lnTo>
                  <a:lnTo>
                    <a:pt x="6994347" y="288592"/>
                  </a:lnTo>
                  <a:lnTo>
                    <a:pt x="6994347" y="288592"/>
                  </a:lnTo>
                  <a:lnTo>
                    <a:pt x="6988874" y="288592"/>
                  </a:lnTo>
                  <a:lnTo>
                    <a:pt x="6988874" y="288592"/>
                  </a:lnTo>
                  <a:lnTo>
                    <a:pt x="6983401" y="288592"/>
                  </a:lnTo>
                  <a:lnTo>
                    <a:pt x="6983401" y="288592"/>
                  </a:lnTo>
                  <a:lnTo>
                    <a:pt x="6977928" y="288592"/>
                  </a:lnTo>
                  <a:lnTo>
                    <a:pt x="6977928" y="288592"/>
                  </a:lnTo>
                  <a:lnTo>
                    <a:pt x="6972456" y="288592"/>
                  </a:lnTo>
                  <a:lnTo>
                    <a:pt x="6972456" y="288592"/>
                  </a:lnTo>
                  <a:lnTo>
                    <a:pt x="6966983" y="288592"/>
                  </a:lnTo>
                  <a:lnTo>
                    <a:pt x="6966983" y="288592"/>
                  </a:lnTo>
                  <a:lnTo>
                    <a:pt x="6961510" y="288592"/>
                  </a:lnTo>
                  <a:lnTo>
                    <a:pt x="6961510" y="288592"/>
                  </a:lnTo>
                  <a:lnTo>
                    <a:pt x="6956037" y="288592"/>
                  </a:lnTo>
                  <a:lnTo>
                    <a:pt x="6956037" y="288592"/>
                  </a:lnTo>
                  <a:lnTo>
                    <a:pt x="6950564" y="288592"/>
                  </a:lnTo>
                  <a:lnTo>
                    <a:pt x="6950564" y="288592"/>
                  </a:lnTo>
                  <a:lnTo>
                    <a:pt x="6945091" y="288592"/>
                  </a:lnTo>
                  <a:lnTo>
                    <a:pt x="6945091" y="288592"/>
                  </a:lnTo>
                  <a:lnTo>
                    <a:pt x="6939618" y="288592"/>
                  </a:lnTo>
                  <a:lnTo>
                    <a:pt x="6939618" y="288592"/>
                  </a:lnTo>
                  <a:lnTo>
                    <a:pt x="6934145" y="288592"/>
                  </a:lnTo>
                  <a:lnTo>
                    <a:pt x="6934145" y="288592"/>
                  </a:lnTo>
                  <a:lnTo>
                    <a:pt x="6928672" y="288592"/>
                  </a:lnTo>
                  <a:lnTo>
                    <a:pt x="6928672" y="288592"/>
                  </a:lnTo>
                  <a:lnTo>
                    <a:pt x="6923200" y="288592"/>
                  </a:lnTo>
                  <a:lnTo>
                    <a:pt x="6923200" y="288592"/>
                  </a:lnTo>
                  <a:lnTo>
                    <a:pt x="6917727" y="288592"/>
                  </a:lnTo>
                  <a:lnTo>
                    <a:pt x="6917727" y="288592"/>
                  </a:lnTo>
                  <a:lnTo>
                    <a:pt x="6912254" y="288592"/>
                  </a:lnTo>
                  <a:lnTo>
                    <a:pt x="6912254" y="288592"/>
                  </a:lnTo>
                  <a:lnTo>
                    <a:pt x="6906781" y="288592"/>
                  </a:lnTo>
                  <a:lnTo>
                    <a:pt x="6906781" y="301443"/>
                  </a:lnTo>
                  <a:lnTo>
                    <a:pt x="6901308" y="301443"/>
                  </a:lnTo>
                  <a:lnTo>
                    <a:pt x="6901308" y="301443"/>
                  </a:lnTo>
                  <a:lnTo>
                    <a:pt x="6895835" y="301443"/>
                  </a:lnTo>
                  <a:lnTo>
                    <a:pt x="6895835" y="301443"/>
                  </a:lnTo>
                  <a:lnTo>
                    <a:pt x="6890362" y="301443"/>
                  </a:lnTo>
                  <a:lnTo>
                    <a:pt x="6890362" y="301443"/>
                  </a:lnTo>
                  <a:lnTo>
                    <a:pt x="6884889" y="301443"/>
                  </a:lnTo>
                  <a:lnTo>
                    <a:pt x="6884889" y="301443"/>
                  </a:lnTo>
                  <a:lnTo>
                    <a:pt x="6879416" y="301443"/>
                  </a:lnTo>
                  <a:lnTo>
                    <a:pt x="6879416" y="301443"/>
                  </a:lnTo>
                  <a:lnTo>
                    <a:pt x="6873944" y="301443"/>
                  </a:lnTo>
                  <a:lnTo>
                    <a:pt x="6873944" y="301443"/>
                  </a:lnTo>
                  <a:lnTo>
                    <a:pt x="6868471" y="301443"/>
                  </a:lnTo>
                  <a:lnTo>
                    <a:pt x="6868471" y="301443"/>
                  </a:lnTo>
                  <a:lnTo>
                    <a:pt x="6862998" y="301443"/>
                  </a:lnTo>
                  <a:lnTo>
                    <a:pt x="6862998" y="301443"/>
                  </a:lnTo>
                  <a:lnTo>
                    <a:pt x="6857525" y="301443"/>
                  </a:lnTo>
                  <a:lnTo>
                    <a:pt x="6857525" y="301443"/>
                  </a:lnTo>
                  <a:lnTo>
                    <a:pt x="6852052" y="301443"/>
                  </a:lnTo>
                  <a:lnTo>
                    <a:pt x="6852052" y="314193"/>
                  </a:lnTo>
                  <a:lnTo>
                    <a:pt x="6846579" y="314193"/>
                  </a:lnTo>
                  <a:lnTo>
                    <a:pt x="6846579" y="314193"/>
                  </a:lnTo>
                  <a:lnTo>
                    <a:pt x="6841106" y="314193"/>
                  </a:lnTo>
                  <a:lnTo>
                    <a:pt x="6841106" y="314193"/>
                  </a:lnTo>
                  <a:lnTo>
                    <a:pt x="6835633" y="314193"/>
                  </a:lnTo>
                  <a:lnTo>
                    <a:pt x="6835633" y="314193"/>
                  </a:lnTo>
                  <a:lnTo>
                    <a:pt x="6830161" y="314193"/>
                  </a:lnTo>
                  <a:lnTo>
                    <a:pt x="6830161" y="314193"/>
                  </a:lnTo>
                  <a:lnTo>
                    <a:pt x="6824688" y="314193"/>
                  </a:lnTo>
                  <a:lnTo>
                    <a:pt x="6824688" y="314193"/>
                  </a:lnTo>
                  <a:lnTo>
                    <a:pt x="6819215" y="314193"/>
                  </a:lnTo>
                  <a:lnTo>
                    <a:pt x="6819215" y="314193"/>
                  </a:lnTo>
                  <a:lnTo>
                    <a:pt x="6813742" y="314193"/>
                  </a:lnTo>
                  <a:lnTo>
                    <a:pt x="6813742" y="314193"/>
                  </a:lnTo>
                  <a:lnTo>
                    <a:pt x="6808269" y="314193"/>
                  </a:lnTo>
                  <a:lnTo>
                    <a:pt x="6808269" y="314193"/>
                  </a:lnTo>
                  <a:lnTo>
                    <a:pt x="6797323" y="314193"/>
                  </a:lnTo>
                  <a:lnTo>
                    <a:pt x="6797323" y="314193"/>
                  </a:lnTo>
                  <a:lnTo>
                    <a:pt x="6791850" y="314193"/>
                  </a:lnTo>
                  <a:lnTo>
                    <a:pt x="6791850" y="314193"/>
                  </a:lnTo>
                  <a:lnTo>
                    <a:pt x="6786377" y="314193"/>
                  </a:lnTo>
                  <a:lnTo>
                    <a:pt x="6786377" y="314193"/>
                  </a:lnTo>
                  <a:lnTo>
                    <a:pt x="6780905" y="314193"/>
                  </a:lnTo>
                  <a:lnTo>
                    <a:pt x="6780905" y="314193"/>
                  </a:lnTo>
                  <a:lnTo>
                    <a:pt x="6775432" y="314193"/>
                  </a:lnTo>
                  <a:lnTo>
                    <a:pt x="6775432" y="314193"/>
                  </a:lnTo>
                  <a:lnTo>
                    <a:pt x="6769959" y="314193"/>
                  </a:lnTo>
                  <a:lnTo>
                    <a:pt x="6769959" y="314193"/>
                  </a:lnTo>
                  <a:lnTo>
                    <a:pt x="6764486" y="314193"/>
                  </a:lnTo>
                  <a:lnTo>
                    <a:pt x="6764486" y="326786"/>
                  </a:lnTo>
                  <a:lnTo>
                    <a:pt x="6759013" y="326786"/>
                  </a:lnTo>
                  <a:lnTo>
                    <a:pt x="6759013" y="326786"/>
                  </a:lnTo>
                  <a:lnTo>
                    <a:pt x="6753540" y="326786"/>
                  </a:lnTo>
                  <a:lnTo>
                    <a:pt x="6753540" y="326786"/>
                  </a:lnTo>
                  <a:lnTo>
                    <a:pt x="6748067" y="326786"/>
                  </a:lnTo>
                  <a:lnTo>
                    <a:pt x="6748067" y="326786"/>
                  </a:lnTo>
                  <a:lnTo>
                    <a:pt x="6742594" y="326786"/>
                  </a:lnTo>
                  <a:lnTo>
                    <a:pt x="6742594" y="326786"/>
                  </a:lnTo>
                  <a:lnTo>
                    <a:pt x="6737121" y="326786"/>
                  </a:lnTo>
                  <a:lnTo>
                    <a:pt x="6737121" y="326786"/>
                  </a:lnTo>
                  <a:lnTo>
                    <a:pt x="6731649" y="326786"/>
                  </a:lnTo>
                  <a:lnTo>
                    <a:pt x="6731649" y="326786"/>
                  </a:lnTo>
                  <a:lnTo>
                    <a:pt x="6726176" y="326786"/>
                  </a:lnTo>
                  <a:lnTo>
                    <a:pt x="6726176" y="326786"/>
                  </a:lnTo>
                  <a:lnTo>
                    <a:pt x="6720703" y="326786"/>
                  </a:lnTo>
                  <a:lnTo>
                    <a:pt x="6720703" y="326786"/>
                  </a:lnTo>
                  <a:lnTo>
                    <a:pt x="6715230" y="326786"/>
                  </a:lnTo>
                  <a:lnTo>
                    <a:pt x="6715230" y="326786"/>
                  </a:lnTo>
                  <a:lnTo>
                    <a:pt x="6709757" y="326786"/>
                  </a:lnTo>
                  <a:lnTo>
                    <a:pt x="6709757" y="326786"/>
                  </a:lnTo>
                  <a:lnTo>
                    <a:pt x="6704284" y="326786"/>
                  </a:lnTo>
                  <a:lnTo>
                    <a:pt x="6704284" y="339228"/>
                  </a:lnTo>
                  <a:lnTo>
                    <a:pt x="6698811" y="339228"/>
                  </a:lnTo>
                  <a:lnTo>
                    <a:pt x="6698811" y="339228"/>
                  </a:lnTo>
                  <a:lnTo>
                    <a:pt x="6693338" y="339228"/>
                  </a:lnTo>
                  <a:lnTo>
                    <a:pt x="6693338" y="339228"/>
                  </a:lnTo>
                  <a:lnTo>
                    <a:pt x="6687865" y="339228"/>
                  </a:lnTo>
                  <a:lnTo>
                    <a:pt x="6687865" y="339228"/>
                  </a:lnTo>
                  <a:lnTo>
                    <a:pt x="6682393" y="339228"/>
                  </a:lnTo>
                  <a:lnTo>
                    <a:pt x="6682393" y="339228"/>
                  </a:lnTo>
                  <a:lnTo>
                    <a:pt x="6676920" y="339228"/>
                  </a:lnTo>
                  <a:lnTo>
                    <a:pt x="6676920" y="339228"/>
                  </a:lnTo>
                  <a:lnTo>
                    <a:pt x="6671447" y="339228"/>
                  </a:lnTo>
                  <a:lnTo>
                    <a:pt x="6671447" y="339228"/>
                  </a:lnTo>
                  <a:lnTo>
                    <a:pt x="6665974" y="339228"/>
                  </a:lnTo>
                  <a:lnTo>
                    <a:pt x="6665974" y="339228"/>
                  </a:lnTo>
                  <a:lnTo>
                    <a:pt x="6660501" y="339228"/>
                  </a:lnTo>
                  <a:lnTo>
                    <a:pt x="6660501" y="339228"/>
                  </a:lnTo>
                  <a:lnTo>
                    <a:pt x="6655028" y="339228"/>
                  </a:lnTo>
                  <a:lnTo>
                    <a:pt x="6655028" y="339228"/>
                  </a:lnTo>
                  <a:lnTo>
                    <a:pt x="6649555" y="339228"/>
                  </a:lnTo>
                  <a:lnTo>
                    <a:pt x="6649555" y="339228"/>
                  </a:lnTo>
                  <a:lnTo>
                    <a:pt x="6644082" y="339228"/>
                  </a:lnTo>
                  <a:lnTo>
                    <a:pt x="6644082" y="339228"/>
                  </a:lnTo>
                  <a:lnTo>
                    <a:pt x="6638610" y="339228"/>
                  </a:lnTo>
                  <a:lnTo>
                    <a:pt x="6638610" y="339228"/>
                  </a:lnTo>
                  <a:lnTo>
                    <a:pt x="6633137" y="339228"/>
                  </a:lnTo>
                  <a:lnTo>
                    <a:pt x="6633137" y="339228"/>
                  </a:lnTo>
                  <a:lnTo>
                    <a:pt x="6627664" y="339228"/>
                  </a:lnTo>
                  <a:lnTo>
                    <a:pt x="6627664" y="339228"/>
                  </a:lnTo>
                  <a:lnTo>
                    <a:pt x="6622191" y="339228"/>
                  </a:lnTo>
                  <a:lnTo>
                    <a:pt x="6622191" y="339228"/>
                  </a:lnTo>
                  <a:lnTo>
                    <a:pt x="6616718" y="339228"/>
                  </a:lnTo>
                  <a:lnTo>
                    <a:pt x="6616718" y="339228"/>
                  </a:lnTo>
                  <a:lnTo>
                    <a:pt x="6611245" y="339228"/>
                  </a:lnTo>
                  <a:lnTo>
                    <a:pt x="6611245" y="339228"/>
                  </a:lnTo>
                  <a:lnTo>
                    <a:pt x="6605772" y="339228"/>
                  </a:lnTo>
                  <a:lnTo>
                    <a:pt x="6605772" y="339228"/>
                  </a:lnTo>
                  <a:lnTo>
                    <a:pt x="6600299" y="339228"/>
                  </a:lnTo>
                  <a:lnTo>
                    <a:pt x="6600299" y="339228"/>
                  </a:lnTo>
                  <a:lnTo>
                    <a:pt x="6594826" y="339228"/>
                  </a:lnTo>
                  <a:lnTo>
                    <a:pt x="6594826" y="339228"/>
                  </a:lnTo>
                  <a:lnTo>
                    <a:pt x="6589354" y="339228"/>
                  </a:lnTo>
                  <a:lnTo>
                    <a:pt x="6589354" y="339228"/>
                  </a:lnTo>
                  <a:lnTo>
                    <a:pt x="6583881" y="339228"/>
                  </a:lnTo>
                  <a:lnTo>
                    <a:pt x="6583881" y="339228"/>
                  </a:lnTo>
                  <a:lnTo>
                    <a:pt x="6578408" y="339228"/>
                  </a:lnTo>
                  <a:lnTo>
                    <a:pt x="6578408" y="339228"/>
                  </a:lnTo>
                  <a:lnTo>
                    <a:pt x="6572935" y="339228"/>
                  </a:lnTo>
                  <a:lnTo>
                    <a:pt x="6572935" y="351489"/>
                  </a:lnTo>
                  <a:lnTo>
                    <a:pt x="6567462" y="351489"/>
                  </a:lnTo>
                  <a:lnTo>
                    <a:pt x="6567462" y="351489"/>
                  </a:lnTo>
                  <a:lnTo>
                    <a:pt x="6561989" y="351489"/>
                  </a:lnTo>
                  <a:lnTo>
                    <a:pt x="6561989" y="351489"/>
                  </a:lnTo>
                  <a:lnTo>
                    <a:pt x="6556516" y="351489"/>
                  </a:lnTo>
                  <a:lnTo>
                    <a:pt x="6556516" y="351489"/>
                  </a:lnTo>
                  <a:lnTo>
                    <a:pt x="6551043" y="351489"/>
                  </a:lnTo>
                  <a:lnTo>
                    <a:pt x="6551043" y="351489"/>
                  </a:lnTo>
                  <a:lnTo>
                    <a:pt x="6540098" y="351489"/>
                  </a:lnTo>
                  <a:lnTo>
                    <a:pt x="6540098" y="351489"/>
                  </a:lnTo>
                  <a:lnTo>
                    <a:pt x="6529152" y="351489"/>
                  </a:lnTo>
                  <a:lnTo>
                    <a:pt x="6529152" y="351489"/>
                  </a:lnTo>
                  <a:lnTo>
                    <a:pt x="6523679" y="351489"/>
                  </a:lnTo>
                  <a:lnTo>
                    <a:pt x="6523679" y="351489"/>
                  </a:lnTo>
                  <a:lnTo>
                    <a:pt x="6518206" y="351489"/>
                  </a:lnTo>
                  <a:lnTo>
                    <a:pt x="6518206" y="351489"/>
                  </a:lnTo>
                  <a:lnTo>
                    <a:pt x="6512733" y="351489"/>
                  </a:lnTo>
                  <a:lnTo>
                    <a:pt x="6512733" y="351489"/>
                  </a:lnTo>
                  <a:lnTo>
                    <a:pt x="6507260" y="351489"/>
                  </a:lnTo>
                  <a:lnTo>
                    <a:pt x="6507260" y="351489"/>
                  </a:lnTo>
                  <a:lnTo>
                    <a:pt x="6501787" y="351489"/>
                  </a:lnTo>
                  <a:lnTo>
                    <a:pt x="6501787" y="351489"/>
                  </a:lnTo>
                  <a:lnTo>
                    <a:pt x="6496315" y="351489"/>
                  </a:lnTo>
                  <a:lnTo>
                    <a:pt x="6496315" y="351489"/>
                  </a:lnTo>
                  <a:lnTo>
                    <a:pt x="6490842" y="351489"/>
                  </a:lnTo>
                  <a:lnTo>
                    <a:pt x="6490842" y="351489"/>
                  </a:lnTo>
                  <a:lnTo>
                    <a:pt x="6485369" y="351489"/>
                  </a:lnTo>
                  <a:lnTo>
                    <a:pt x="6485369" y="351489"/>
                  </a:lnTo>
                  <a:lnTo>
                    <a:pt x="6479896" y="351489"/>
                  </a:lnTo>
                  <a:lnTo>
                    <a:pt x="6479896" y="363661"/>
                  </a:lnTo>
                  <a:lnTo>
                    <a:pt x="6474423" y="363661"/>
                  </a:lnTo>
                  <a:lnTo>
                    <a:pt x="6474423" y="363661"/>
                  </a:lnTo>
                  <a:lnTo>
                    <a:pt x="6468950" y="363661"/>
                  </a:lnTo>
                  <a:lnTo>
                    <a:pt x="6468950" y="363661"/>
                  </a:lnTo>
                  <a:lnTo>
                    <a:pt x="6463477" y="363661"/>
                  </a:lnTo>
                  <a:lnTo>
                    <a:pt x="6463477" y="363661"/>
                  </a:lnTo>
                  <a:lnTo>
                    <a:pt x="6458004" y="363661"/>
                  </a:lnTo>
                  <a:lnTo>
                    <a:pt x="6458004" y="363661"/>
                  </a:lnTo>
                  <a:lnTo>
                    <a:pt x="6452531" y="363661"/>
                  </a:lnTo>
                  <a:lnTo>
                    <a:pt x="6452531" y="375779"/>
                  </a:lnTo>
                  <a:lnTo>
                    <a:pt x="6447059" y="375779"/>
                  </a:lnTo>
                  <a:lnTo>
                    <a:pt x="6447059" y="375779"/>
                  </a:lnTo>
                  <a:lnTo>
                    <a:pt x="6441586" y="375779"/>
                  </a:lnTo>
                  <a:lnTo>
                    <a:pt x="6441586" y="375779"/>
                  </a:lnTo>
                  <a:lnTo>
                    <a:pt x="6436113" y="375779"/>
                  </a:lnTo>
                  <a:lnTo>
                    <a:pt x="6436113" y="375779"/>
                  </a:lnTo>
                  <a:lnTo>
                    <a:pt x="6430640" y="375779"/>
                  </a:lnTo>
                  <a:lnTo>
                    <a:pt x="6430640" y="375779"/>
                  </a:lnTo>
                  <a:lnTo>
                    <a:pt x="6425167" y="375779"/>
                  </a:lnTo>
                  <a:lnTo>
                    <a:pt x="6425167" y="375779"/>
                  </a:lnTo>
                  <a:lnTo>
                    <a:pt x="6419694" y="375779"/>
                  </a:lnTo>
                  <a:lnTo>
                    <a:pt x="6419694" y="375779"/>
                  </a:lnTo>
                  <a:lnTo>
                    <a:pt x="6414221" y="375779"/>
                  </a:lnTo>
                  <a:lnTo>
                    <a:pt x="6414221" y="375779"/>
                  </a:lnTo>
                  <a:lnTo>
                    <a:pt x="6408748" y="375779"/>
                  </a:lnTo>
                  <a:lnTo>
                    <a:pt x="6408748" y="375779"/>
                  </a:lnTo>
                  <a:lnTo>
                    <a:pt x="6403275" y="375779"/>
                  </a:lnTo>
                  <a:lnTo>
                    <a:pt x="6403275" y="375779"/>
                  </a:lnTo>
                  <a:lnTo>
                    <a:pt x="6397803" y="375779"/>
                  </a:lnTo>
                  <a:lnTo>
                    <a:pt x="6397803" y="375779"/>
                  </a:lnTo>
                  <a:lnTo>
                    <a:pt x="6392330" y="375779"/>
                  </a:lnTo>
                  <a:lnTo>
                    <a:pt x="6392330" y="375779"/>
                  </a:lnTo>
                  <a:lnTo>
                    <a:pt x="6386857" y="375779"/>
                  </a:lnTo>
                  <a:lnTo>
                    <a:pt x="6386857" y="375779"/>
                  </a:lnTo>
                  <a:lnTo>
                    <a:pt x="6381384" y="375779"/>
                  </a:lnTo>
                  <a:lnTo>
                    <a:pt x="6381384" y="375779"/>
                  </a:lnTo>
                  <a:lnTo>
                    <a:pt x="6375911" y="375779"/>
                  </a:lnTo>
                  <a:lnTo>
                    <a:pt x="6375911" y="375779"/>
                  </a:lnTo>
                  <a:lnTo>
                    <a:pt x="6370438" y="375779"/>
                  </a:lnTo>
                  <a:lnTo>
                    <a:pt x="6370438" y="375779"/>
                  </a:lnTo>
                  <a:lnTo>
                    <a:pt x="6364965" y="375779"/>
                  </a:lnTo>
                  <a:lnTo>
                    <a:pt x="6364965" y="375779"/>
                  </a:lnTo>
                  <a:lnTo>
                    <a:pt x="6359492" y="375779"/>
                  </a:lnTo>
                  <a:lnTo>
                    <a:pt x="6359492" y="375779"/>
                  </a:lnTo>
                  <a:lnTo>
                    <a:pt x="6354019" y="375779"/>
                  </a:lnTo>
                  <a:lnTo>
                    <a:pt x="6354019" y="375779"/>
                  </a:lnTo>
                  <a:lnTo>
                    <a:pt x="6343074" y="375779"/>
                  </a:lnTo>
                  <a:lnTo>
                    <a:pt x="6343074" y="375779"/>
                  </a:lnTo>
                  <a:lnTo>
                    <a:pt x="6337601" y="375779"/>
                  </a:lnTo>
                  <a:lnTo>
                    <a:pt x="6337601" y="375779"/>
                  </a:lnTo>
                  <a:lnTo>
                    <a:pt x="6332128" y="375779"/>
                  </a:lnTo>
                  <a:lnTo>
                    <a:pt x="6332128" y="387827"/>
                  </a:lnTo>
                  <a:lnTo>
                    <a:pt x="6326655" y="387827"/>
                  </a:lnTo>
                  <a:lnTo>
                    <a:pt x="6326655" y="387827"/>
                  </a:lnTo>
                  <a:lnTo>
                    <a:pt x="6321182" y="387827"/>
                  </a:lnTo>
                  <a:lnTo>
                    <a:pt x="6321182" y="399871"/>
                  </a:lnTo>
                  <a:lnTo>
                    <a:pt x="6315709" y="399871"/>
                  </a:lnTo>
                  <a:lnTo>
                    <a:pt x="6315709" y="399871"/>
                  </a:lnTo>
                  <a:lnTo>
                    <a:pt x="6310236" y="399871"/>
                  </a:lnTo>
                  <a:lnTo>
                    <a:pt x="6310236" y="399871"/>
                  </a:lnTo>
                  <a:lnTo>
                    <a:pt x="6304764" y="399871"/>
                  </a:lnTo>
                  <a:lnTo>
                    <a:pt x="6304764" y="399871"/>
                  </a:lnTo>
                  <a:lnTo>
                    <a:pt x="6299291" y="399871"/>
                  </a:lnTo>
                  <a:lnTo>
                    <a:pt x="6299291" y="399871"/>
                  </a:lnTo>
                  <a:lnTo>
                    <a:pt x="6293818" y="399871"/>
                  </a:lnTo>
                  <a:lnTo>
                    <a:pt x="6293818" y="399871"/>
                  </a:lnTo>
                  <a:lnTo>
                    <a:pt x="6288345" y="399871"/>
                  </a:lnTo>
                  <a:lnTo>
                    <a:pt x="6288345" y="399871"/>
                  </a:lnTo>
                  <a:lnTo>
                    <a:pt x="6282872" y="399871"/>
                  </a:lnTo>
                  <a:lnTo>
                    <a:pt x="6282872" y="399871"/>
                  </a:lnTo>
                  <a:lnTo>
                    <a:pt x="6277399" y="399871"/>
                  </a:lnTo>
                  <a:lnTo>
                    <a:pt x="6277399" y="399871"/>
                  </a:lnTo>
                  <a:lnTo>
                    <a:pt x="6271926" y="399871"/>
                  </a:lnTo>
                  <a:lnTo>
                    <a:pt x="6271926" y="399871"/>
                  </a:lnTo>
                  <a:lnTo>
                    <a:pt x="6266453" y="399871"/>
                  </a:lnTo>
                  <a:lnTo>
                    <a:pt x="6266453" y="399871"/>
                  </a:lnTo>
                  <a:lnTo>
                    <a:pt x="6260980" y="399871"/>
                  </a:lnTo>
                  <a:lnTo>
                    <a:pt x="6260980" y="399871"/>
                  </a:lnTo>
                  <a:lnTo>
                    <a:pt x="6250035" y="399871"/>
                  </a:lnTo>
                  <a:lnTo>
                    <a:pt x="6250035" y="399871"/>
                  </a:lnTo>
                  <a:lnTo>
                    <a:pt x="6244562" y="399871"/>
                  </a:lnTo>
                  <a:lnTo>
                    <a:pt x="6244562" y="399871"/>
                  </a:lnTo>
                  <a:lnTo>
                    <a:pt x="6239089" y="399871"/>
                  </a:lnTo>
                  <a:lnTo>
                    <a:pt x="6239089" y="399871"/>
                  </a:lnTo>
                  <a:lnTo>
                    <a:pt x="6233616" y="399871"/>
                  </a:lnTo>
                  <a:lnTo>
                    <a:pt x="6233616" y="399871"/>
                  </a:lnTo>
                  <a:lnTo>
                    <a:pt x="6228143" y="399871"/>
                  </a:lnTo>
                  <a:lnTo>
                    <a:pt x="6228143" y="399871"/>
                  </a:lnTo>
                  <a:lnTo>
                    <a:pt x="6222670" y="399871"/>
                  </a:lnTo>
                  <a:lnTo>
                    <a:pt x="6222670" y="399871"/>
                  </a:lnTo>
                  <a:lnTo>
                    <a:pt x="6217197" y="399871"/>
                  </a:lnTo>
                  <a:lnTo>
                    <a:pt x="6217197" y="399871"/>
                  </a:lnTo>
                  <a:lnTo>
                    <a:pt x="6211724" y="399871"/>
                  </a:lnTo>
                  <a:lnTo>
                    <a:pt x="6211724" y="399871"/>
                  </a:lnTo>
                  <a:lnTo>
                    <a:pt x="6206252" y="399871"/>
                  </a:lnTo>
                  <a:lnTo>
                    <a:pt x="6206252" y="411784"/>
                  </a:lnTo>
                  <a:lnTo>
                    <a:pt x="6200779" y="411784"/>
                  </a:lnTo>
                  <a:lnTo>
                    <a:pt x="6200779" y="411784"/>
                  </a:lnTo>
                  <a:lnTo>
                    <a:pt x="6195306" y="411784"/>
                  </a:lnTo>
                  <a:lnTo>
                    <a:pt x="6195306" y="411784"/>
                  </a:lnTo>
                  <a:lnTo>
                    <a:pt x="6189833" y="411784"/>
                  </a:lnTo>
                  <a:lnTo>
                    <a:pt x="6189833" y="411784"/>
                  </a:lnTo>
                  <a:lnTo>
                    <a:pt x="6184360" y="411784"/>
                  </a:lnTo>
                  <a:lnTo>
                    <a:pt x="6184360" y="423694"/>
                  </a:lnTo>
                  <a:lnTo>
                    <a:pt x="6178887" y="423694"/>
                  </a:lnTo>
                  <a:lnTo>
                    <a:pt x="6178887" y="423694"/>
                  </a:lnTo>
                  <a:lnTo>
                    <a:pt x="6173414" y="423694"/>
                  </a:lnTo>
                  <a:lnTo>
                    <a:pt x="6173414" y="423694"/>
                  </a:lnTo>
                  <a:lnTo>
                    <a:pt x="6167941" y="423694"/>
                  </a:lnTo>
                  <a:lnTo>
                    <a:pt x="6167941" y="423694"/>
                  </a:lnTo>
                  <a:lnTo>
                    <a:pt x="6162468" y="423694"/>
                  </a:lnTo>
                  <a:lnTo>
                    <a:pt x="6162468" y="423694"/>
                  </a:lnTo>
                  <a:lnTo>
                    <a:pt x="6156996" y="423694"/>
                  </a:lnTo>
                  <a:lnTo>
                    <a:pt x="6156996" y="423694"/>
                  </a:lnTo>
                  <a:lnTo>
                    <a:pt x="6151523" y="423694"/>
                  </a:lnTo>
                  <a:lnTo>
                    <a:pt x="6151523" y="423694"/>
                  </a:lnTo>
                  <a:lnTo>
                    <a:pt x="6146050" y="423694"/>
                  </a:lnTo>
                  <a:lnTo>
                    <a:pt x="6146050" y="423694"/>
                  </a:lnTo>
                  <a:lnTo>
                    <a:pt x="6140577" y="423694"/>
                  </a:lnTo>
                  <a:lnTo>
                    <a:pt x="6140577" y="423694"/>
                  </a:lnTo>
                  <a:lnTo>
                    <a:pt x="6135104" y="423694"/>
                  </a:lnTo>
                  <a:lnTo>
                    <a:pt x="6135104" y="423694"/>
                  </a:lnTo>
                  <a:lnTo>
                    <a:pt x="6129631" y="423694"/>
                  </a:lnTo>
                  <a:lnTo>
                    <a:pt x="6129631" y="423694"/>
                  </a:lnTo>
                  <a:lnTo>
                    <a:pt x="6124158" y="423694"/>
                  </a:lnTo>
                  <a:lnTo>
                    <a:pt x="6124158" y="423694"/>
                  </a:lnTo>
                  <a:lnTo>
                    <a:pt x="6118685" y="423694"/>
                  </a:lnTo>
                  <a:lnTo>
                    <a:pt x="6118685" y="423694"/>
                  </a:lnTo>
                  <a:lnTo>
                    <a:pt x="6113213" y="423694"/>
                  </a:lnTo>
                  <a:lnTo>
                    <a:pt x="6113213" y="423694"/>
                  </a:lnTo>
                  <a:lnTo>
                    <a:pt x="6107740" y="423694"/>
                  </a:lnTo>
                  <a:lnTo>
                    <a:pt x="6107740" y="423694"/>
                  </a:lnTo>
                  <a:lnTo>
                    <a:pt x="6102267" y="423694"/>
                  </a:lnTo>
                  <a:lnTo>
                    <a:pt x="6102267" y="423694"/>
                  </a:lnTo>
                  <a:lnTo>
                    <a:pt x="6096794" y="423694"/>
                  </a:lnTo>
                  <a:lnTo>
                    <a:pt x="6096794" y="423694"/>
                  </a:lnTo>
                  <a:lnTo>
                    <a:pt x="6091321" y="423694"/>
                  </a:lnTo>
                  <a:lnTo>
                    <a:pt x="6091321" y="423694"/>
                  </a:lnTo>
                  <a:lnTo>
                    <a:pt x="6085848" y="423694"/>
                  </a:lnTo>
                  <a:lnTo>
                    <a:pt x="6085848" y="423694"/>
                  </a:lnTo>
                  <a:lnTo>
                    <a:pt x="6080375" y="423694"/>
                  </a:lnTo>
                  <a:lnTo>
                    <a:pt x="6080375" y="423694"/>
                  </a:lnTo>
                  <a:lnTo>
                    <a:pt x="6074902" y="423694"/>
                  </a:lnTo>
                  <a:lnTo>
                    <a:pt x="6074902" y="423694"/>
                  </a:lnTo>
                  <a:lnTo>
                    <a:pt x="6069429" y="423694"/>
                  </a:lnTo>
                  <a:lnTo>
                    <a:pt x="6069429" y="423694"/>
                  </a:lnTo>
                  <a:lnTo>
                    <a:pt x="6063957" y="423694"/>
                  </a:lnTo>
                  <a:lnTo>
                    <a:pt x="6063957" y="423694"/>
                  </a:lnTo>
                  <a:lnTo>
                    <a:pt x="6058484" y="423694"/>
                  </a:lnTo>
                  <a:lnTo>
                    <a:pt x="6058484" y="423694"/>
                  </a:lnTo>
                  <a:lnTo>
                    <a:pt x="6053011" y="423694"/>
                  </a:lnTo>
                  <a:lnTo>
                    <a:pt x="6053011" y="423694"/>
                  </a:lnTo>
                  <a:lnTo>
                    <a:pt x="6047538" y="423694"/>
                  </a:lnTo>
                  <a:lnTo>
                    <a:pt x="6047538" y="423694"/>
                  </a:lnTo>
                  <a:lnTo>
                    <a:pt x="6042065" y="423694"/>
                  </a:lnTo>
                  <a:lnTo>
                    <a:pt x="6042065" y="423694"/>
                  </a:lnTo>
                  <a:lnTo>
                    <a:pt x="6036592" y="423694"/>
                  </a:lnTo>
                  <a:lnTo>
                    <a:pt x="6036592" y="423694"/>
                  </a:lnTo>
                  <a:lnTo>
                    <a:pt x="6031119" y="423694"/>
                  </a:lnTo>
                  <a:lnTo>
                    <a:pt x="6031119" y="423694"/>
                  </a:lnTo>
                  <a:lnTo>
                    <a:pt x="6025646" y="423694"/>
                  </a:lnTo>
                  <a:lnTo>
                    <a:pt x="6025646" y="423694"/>
                  </a:lnTo>
                  <a:lnTo>
                    <a:pt x="6020173" y="423694"/>
                  </a:lnTo>
                  <a:lnTo>
                    <a:pt x="6020173" y="423694"/>
                  </a:lnTo>
                  <a:lnTo>
                    <a:pt x="6014701" y="423694"/>
                  </a:lnTo>
                  <a:lnTo>
                    <a:pt x="6014701" y="423694"/>
                  </a:lnTo>
                  <a:lnTo>
                    <a:pt x="6009228" y="423694"/>
                  </a:lnTo>
                  <a:lnTo>
                    <a:pt x="6009228" y="423694"/>
                  </a:lnTo>
                  <a:lnTo>
                    <a:pt x="6003755" y="423694"/>
                  </a:lnTo>
                  <a:lnTo>
                    <a:pt x="6003755" y="435388"/>
                  </a:lnTo>
                  <a:lnTo>
                    <a:pt x="5998282" y="435388"/>
                  </a:lnTo>
                  <a:lnTo>
                    <a:pt x="5998282" y="435388"/>
                  </a:lnTo>
                  <a:lnTo>
                    <a:pt x="5992809" y="435388"/>
                  </a:lnTo>
                  <a:lnTo>
                    <a:pt x="5992809" y="435388"/>
                  </a:lnTo>
                  <a:lnTo>
                    <a:pt x="5987336" y="435388"/>
                  </a:lnTo>
                  <a:lnTo>
                    <a:pt x="5987336" y="435388"/>
                  </a:lnTo>
                  <a:lnTo>
                    <a:pt x="5981863" y="435388"/>
                  </a:lnTo>
                  <a:lnTo>
                    <a:pt x="5981863" y="435388"/>
                  </a:lnTo>
                  <a:lnTo>
                    <a:pt x="5976390" y="435388"/>
                  </a:lnTo>
                  <a:lnTo>
                    <a:pt x="5976390" y="435388"/>
                  </a:lnTo>
                  <a:lnTo>
                    <a:pt x="5970918" y="435388"/>
                  </a:lnTo>
                  <a:lnTo>
                    <a:pt x="5970918" y="435388"/>
                  </a:lnTo>
                  <a:lnTo>
                    <a:pt x="5965445" y="435388"/>
                  </a:lnTo>
                  <a:lnTo>
                    <a:pt x="5965445" y="435388"/>
                  </a:lnTo>
                  <a:lnTo>
                    <a:pt x="5959972" y="435388"/>
                  </a:lnTo>
                  <a:lnTo>
                    <a:pt x="5959972" y="435388"/>
                  </a:lnTo>
                  <a:lnTo>
                    <a:pt x="5954499" y="435388"/>
                  </a:lnTo>
                  <a:lnTo>
                    <a:pt x="5954499" y="435388"/>
                  </a:lnTo>
                  <a:lnTo>
                    <a:pt x="5949026" y="435388"/>
                  </a:lnTo>
                  <a:lnTo>
                    <a:pt x="5949026" y="435388"/>
                  </a:lnTo>
                  <a:lnTo>
                    <a:pt x="5943553" y="435388"/>
                  </a:lnTo>
                  <a:lnTo>
                    <a:pt x="5943553" y="435388"/>
                  </a:lnTo>
                  <a:lnTo>
                    <a:pt x="5938080" y="435388"/>
                  </a:lnTo>
                  <a:lnTo>
                    <a:pt x="5938080" y="435388"/>
                  </a:lnTo>
                  <a:lnTo>
                    <a:pt x="5932607" y="435388"/>
                  </a:lnTo>
                  <a:lnTo>
                    <a:pt x="5932607" y="446979"/>
                  </a:lnTo>
                  <a:lnTo>
                    <a:pt x="5927134" y="446979"/>
                  </a:lnTo>
                  <a:lnTo>
                    <a:pt x="5927134" y="446979"/>
                  </a:lnTo>
                  <a:lnTo>
                    <a:pt x="5921662" y="446979"/>
                  </a:lnTo>
                  <a:lnTo>
                    <a:pt x="5921662" y="446979"/>
                  </a:lnTo>
                  <a:lnTo>
                    <a:pt x="5916189" y="446979"/>
                  </a:lnTo>
                  <a:lnTo>
                    <a:pt x="5916189" y="446979"/>
                  </a:lnTo>
                  <a:lnTo>
                    <a:pt x="5910716" y="446979"/>
                  </a:lnTo>
                  <a:lnTo>
                    <a:pt x="5910716" y="446979"/>
                  </a:lnTo>
                  <a:lnTo>
                    <a:pt x="5905243" y="446979"/>
                  </a:lnTo>
                  <a:lnTo>
                    <a:pt x="5905243" y="446979"/>
                  </a:lnTo>
                  <a:lnTo>
                    <a:pt x="5899770" y="446979"/>
                  </a:lnTo>
                  <a:lnTo>
                    <a:pt x="5899770" y="446979"/>
                  </a:lnTo>
                  <a:lnTo>
                    <a:pt x="5894297" y="446979"/>
                  </a:lnTo>
                  <a:lnTo>
                    <a:pt x="5894297" y="446979"/>
                  </a:lnTo>
                  <a:lnTo>
                    <a:pt x="5888824" y="446979"/>
                  </a:lnTo>
                  <a:lnTo>
                    <a:pt x="5888824" y="446979"/>
                  </a:lnTo>
                  <a:lnTo>
                    <a:pt x="5883351" y="446979"/>
                  </a:lnTo>
                  <a:lnTo>
                    <a:pt x="5883351" y="446979"/>
                  </a:lnTo>
                  <a:lnTo>
                    <a:pt x="5877878" y="446979"/>
                  </a:lnTo>
                  <a:lnTo>
                    <a:pt x="5877878" y="446979"/>
                  </a:lnTo>
                  <a:lnTo>
                    <a:pt x="5872406" y="446979"/>
                  </a:lnTo>
                  <a:lnTo>
                    <a:pt x="5872406" y="446979"/>
                  </a:lnTo>
                  <a:lnTo>
                    <a:pt x="5866933" y="446979"/>
                  </a:lnTo>
                  <a:lnTo>
                    <a:pt x="5866933" y="446979"/>
                  </a:lnTo>
                  <a:lnTo>
                    <a:pt x="5861460" y="446979"/>
                  </a:lnTo>
                  <a:lnTo>
                    <a:pt x="5861460" y="446979"/>
                  </a:lnTo>
                  <a:lnTo>
                    <a:pt x="5855987" y="446979"/>
                  </a:lnTo>
                  <a:lnTo>
                    <a:pt x="5855987" y="446979"/>
                  </a:lnTo>
                  <a:lnTo>
                    <a:pt x="5850514" y="446979"/>
                  </a:lnTo>
                  <a:lnTo>
                    <a:pt x="5850514" y="446979"/>
                  </a:lnTo>
                  <a:lnTo>
                    <a:pt x="5845041" y="446979"/>
                  </a:lnTo>
                  <a:lnTo>
                    <a:pt x="5845041" y="446979"/>
                  </a:lnTo>
                  <a:lnTo>
                    <a:pt x="5839568" y="446979"/>
                  </a:lnTo>
                  <a:lnTo>
                    <a:pt x="5839568" y="446979"/>
                  </a:lnTo>
                  <a:lnTo>
                    <a:pt x="5834095" y="446979"/>
                  </a:lnTo>
                  <a:lnTo>
                    <a:pt x="5834095" y="446979"/>
                  </a:lnTo>
                  <a:lnTo>
                    <a:pt x="5828622" y="446979"/>
                  </a:lnTo>
                  <a:lnTo>
                    <a:pt x="5828622" y="446979"/>
                  </a:lnTo>
                  <a:lnTo>
                    <a:pt x="5823150" y="446979"/>
                  </a:lnTo>
                  <a:lnTo>
                    <a:pt x="5823150" y="446979"/>
                  </a:lnTo>
                  <a:lnTo>
                    <a:pt x="5817677" y="446979"/>
                  </a:lnTo>
                  <a:lnTo>
                    <a:pt x="5817677" y="446979"/>
                  </a:lnTo>
                  <a:lnTo>
                    <a:pt x="5812204" y="446979"/>
                  </a:lnTo>
                  <a:lnTo>
                    <a:pt x="5812204" y="446979"/>
                  </a:lnTo>
                  <a:lnTo>
                    <a:pt x="5806731" y="446979"/>
                  </a:lnTo>
                  <a:lnTo>
                    <a:pt x="5806731" y="446979"/>
                  </a:lnTo>
                  <a:lnTo>
                    <a:pt x="5801258" y="446979"/>
                  </a:lnTo>
                  <a:lnTo>
                    <a:pt x="5801258" y="446979"/>
                  </a:lnTo>
                  <a:lnTo>
                    <a:pt x="5795785" y="446979"/>
                  </a:lnTo>
                  <a:lnTo>
                    <a:pt x="5795785" y="458426"/>
                  </a:lnTo>
                  <a:lnTo>
                    <a:pt x="5790312" y="458426"/>
                  </a:lnTo>
                  <a:lnTo>
                    <a:pt x="5790312" y="458426"/>
                  </a:lnTo>
                  <a:lnTo>
                    <a:pt x="5784839" y="458426"/>
                  </a:lnTo>
                  <a:lnTo>
                    <a:pt x="5784839" y="458426"/>
                  </a:lnTo>
                  <a:lnTo>
                    <a:pt x="5779367" y="458426"/>
                  </a:lnTo>
                  <a:lnTo>
                    <a:pt x="5779367" y="458426"/>
                  </a:lnTo>
                  <a:lnTo>
                    <a:pt x="5773894" y="458426"/>
                  </a:lnTo>
                  <a:lnTo>
                    <a:pt x="5773894" y="458426"/>
                  </a:lnTo>
                  <a:lnTo>
                    <a:pt x="5768421" y="458426"/>
                  </a:lnTo>
                  <a:lnTo>
                    <a:pt x="5768421" y="469830"/>
                  </a:lnTo>
                  <a:lnTo>
                    <a:pt x="5762948" y="469830"/>
                  </a:lnTo>
                  <a:lnTo>
                    <a:pt x="5762948" y="469830"/>
                  </a:lnTo>
                  <a:lnTo>
                    <a:pt x="5757475" y="469830"/>
                  </a:lnTo>
                  <a:lnTo>
                    <a:pt x="5757475" y="469830"/>
                  </a:lnTo>
                  <a:lnTo>
                    <a:pt x="5752002" y="469830"/>
                  </a:lnTo>
                  <a:lnTo>
                    <a:pt x="5752002" y="469830"/>
                  </a:lnTo>
                  <a:lnTo>
                    <a:pt x="5746529" y="469830"/>
                  </a:lnTo>
                  <a:lnTo>
                    <a:pt x="5746529" y="469830"/>
                  </a:lnTo>
                  <a:lnTo>
                    <a:pt x="5741056" y="469830"/>
                  </a:lnTo>
                  <a:lnTo>
                    <a:pt x="5741056" y="469830"/>
                  </a:lnTo>
                  <a:lnTo>
                    <a:pt x="5735583" y="469830"/>
                  </a:lnTo>
                  <a:lnTo>
                    <a:pt x="5735583" y="469830"/>
                  </a:lnTo>
                  <a:lnTo>
                    <a:pt x="5730111" y="469830"/>
                  </a:lnTo>
                  <a:lnTo>
                    <a:pt x="5730111" y="469830"/>
                  </a:lnTo>
                  <a:lnTo>
                    <a:pt x="5724638" y="469830"/>
                  </a:lnTo>
                  <a:lnTo>
                    <a:pt x="5724638" y="469830"/>
                  </a:lnTo>
                  <a:lnTo>
                    <a:pt x="5719165" y="469830"/>
                  </a:lnTo>
                  <a:lnTo>
                    <a:pt x="5719165" y="469830"/>
                  </a:lnTo>
                  <a:lnTo>
                    <a:pt x="5713692" y="469830"/>
                  </a:lnTo>
                  <a:lnTo>
                    <a:pt x="5713692" y="469830"/>
                  </a:lnTo>
                  <a:lnTo>
                    <a:pt x="5708219" y="469830"/>
                  </a:lnTo>
                  <a:lnTo>
                    <a:pt x="5708219" y="469830"/>
                  </a:lnTo>
                  <a:lnTo>
                    <a:pt x="5702746" y="469830"/>
                  </a:lnTo>
                  <a:lnTo>
                    <a:pt x="5702746" y="469830"/>
                  </a:lnTo>
                  <a:lnTo>
                    <a:pt x="5697273" y="469830"/>
                  </a:lnTo>
                  <a:lnTo>
                    <a:pt x="5697273" y="469830"/>
                  </a:lnTo>
                  <a:lnTo>
                    <a:pt x="5691800" y="469830"/>
                  </a:lnTo>
                  <a:lnTo>
                    <a:pt x="5691800" y="469830"/>
                  </a:lnTo>
                  <a:lnTo>
                    <a:pt x="5686327" y="469830"/>
                  </a:lnTo>
                  <a:lnTo>
                    <a:pt x="5686327" y="469830"/>
                  </a:lnTo>
                  <a:lnTo>
                    <a:pt x="5680855" y="469830"/>
                  </a:lnTo>
                  <a:lnTo>
                    <a:pt x="5680855" y="469830"/>
                  </a:lnTo>
                  <a:lnTo>
                    <a:pt x="5675382" y="469830"/>
                  </a:lnTo>
                  <a:lnTo>
                    <a:pt x="5675382" y="469830"/>
                  </a:lnTo>
                  <a:lnTo>
                    <a:pt x="5669909" y="469830"/>
                  </a:lnTo>
                  <a:lnTo>
                    <a:pt x="5669909" y="469830"/>
                  </a:lnTo>
                  <a:lnTo>
                    <a:pt x="5664436" y="469830"/>
                  </a:lnTo>
                  <a:lnTo>
                    <a:pt x="5664436" y="469830"/>
                  </a:lnTo>
                  <a:lnTo>
                    <a:pt x="5658963" y="469830"/>
                  </a:lnTo>
                  <a:lnTo>
                    <a:pt x="5658963" y="469830"/>
                  </a:lnTo>
                  <a:lnTo>
                    <a:pt x="5653490" y="469830"/>
                  </a:lnTo>
                  <a:lnTo>
                    <a:pt x="5653490" y="469830"/>
                  </a:lnTo>
                  <a:lnTo>
                    <a:pt x="5648017" y="469830"/>
                  </a:lnTo>
                  <a:lnTo>
                    <a:pt x="5648017" y="469830"/>
                  </a:lnTo>
                  <a:lnTo>
                    <a:pt x="5642544" y="469830"/>
                  </a:lnTo>
                  <a:lnTo>
                    <a:pt x="5642544" y="469830"/>
                  </a:lnTo>
                  <a:lnTo>
                    <a:pt x="5637071" y="469830"/>
                  </a:lnTo>
                  <a:lnTo>
                    <a:pt x="5637071" y="469830"/>
                  </a:lnTo>
                  <a:lnTo>
                    <a:pt x="5631599" y="469830"/>
                  </a:lnTo>
                  <a:lnTo>
                    <a:pt x="5631599" y="492337"/>
                  </a:lnTo>
                  <a:lnTo>
                    <a:pt x="5626126" y="492337"/>
                  </a:lnTo>
                  <a:lnTo>
                    <a:pt x="5626126" y="492337"/>
                  </a:lnTo>
                  <a:lnTo>
                    <a:pt x="5620653" y="492337"/>
                  </a:lnTo>
                  <a:lnTo>
                    <a:pt x="5620653" y="492337"/>
                  </a:lnTo>
                  <a:lnTo>
                    <a:pt x="5615180" y="492337"/>
                  </a:lnTo>
                  <a:lnTo>
                    <a:pt x="5615180" y="492337"/>
                  </a:lnTo>
                  <a:lnTo>
                    <a:pt x="5609707" y="492337"/>
                  </a:lnTo>
                  <a:lnTo>
                    <a:pt x="5609707" y="492337"/>
                  </a:lnTo>
                  <a:lnTo>
                    <a:pt x="5604234" y="492337"/>
                  </a:lnTo>
                  <a:lnTo>
                    <a:pt x="5604234" y="503573"/>
                  </a:lnTo>
                  <a:lnTo>
                    <a:pt x="5598761" y="503573"/>
                  </a:lnTo>
                  <a:lnTo>
                    <a:pt x="5598761" y="503573"/>
                  </a:lnTo>
                  <a:lnTo>
                    <a:pt x="5593288" y="503573"/>
                  </a:lnTo>
                  <a:lnTo>
                    <a:pt x="5593288" y="503573"/>
                  </a:lnTo>
                  <a:lnTo>
                    <a:pt x="5587816" y="503573"/>
                  </a:lnTo>
                  <a:lnTo>
                    <a:pt x="5587816" y="503573"/>
                  </a:lnTo>
                  <a:lnTo>
                    <a:pt x="5582343" y="503573"/>
                  </a:lnTo>
                  <a:lnTo>
                    <a:pt x="5582343" y="503573"/>
                  </a:lnTo>
                  <a:lnTo>
                    <a:pt x="5576870" y="503573"/>
                  </a:lnTo>
                  <a:lnTo>
                    <a:pt x="5576870" y="503573"/>
                  </a:lnTo>
                  <a:lnTo>
                    <a:pt x="5571397" y="503573"/>
                  </a:lnTo>
                  <a:lnTo>
                    <a:pt x="5571397" y="503573"/>
                  </a:lnTo>
                  <a:lnTo>
                    <a:pt x="5565924" y="503573"/>
                  </a:lnTo>
                  <a:lnTo>
                    <a:pt x="5565924" y="503573"/>
                  </a:lnTo>
                  <a:lnTo>
                    <a:pt x="5560451" y="503573"/>
                  </a:lnTo>
                  <a:lnTo>
                    <a:pt x="5560451" y="503573"/>
                  </a:lnTo>
                  <a:lnTo>
                    <a:pt x="5554978" y="503573"/>
                  </a:lnTo>
                  <a:lnTo>
                    <a:pt x="5554978" y="514679"/>
                  </a:lnTo>
                  <a:lnTo>
                    <a:pt x="5549505" y="514679"/>
                  </a:lnTo>
                  <a:lnTo>
                    <a:pt x="5549505" y="514679"/>
                  </a:lnTo>
                  <a:lnTo>
                    <a:pt x="5544032" y="514679"/>
                  </a:lnTo>
                  <a:lnTo>
                    <a:pt x="5544032" y="514679"/>
                  </a:lnTo>
                  <a:lnTo>
                    <a:pt x="5538560" y="514679"/>
                  </a:lnTo>
                  <a:lnTo>
                    <a:pt x="5538560" y="514679"/>
                  </a:lnTo>
                  <a:lnTo>
                    <a:pt x="5533087" y="514679"/>
                  </a:lnTo>
                  <a:lnTo>
                    <a:pt x="5533087" y="514679"/>
                  </a:lnTo>
                  <a:lnTo>
                    <a:pt x="5527614" y="514679"/>
                  </a:lnTo>
                  <a:lnTo>
                    <a:pt x="5527614" y="514679"/>
                  </a:lnTo>
                  <a:lnTo>
                    <a:pt x="5522141" y="514679"/>
                  </a:lnTo>
                  <a:lnTo>
                    <a:pt x="5522141" y="514679"/>
                  </a:lnTo>
                  <a:lnTo>
                    <a:pt x="5516668" y="514679"/>
                  </a:lnTo>
                  <a:lnTo>
                    <a:pt x="5516668" y="514679"/>
                  </a:lnTo>
                  <a:lnTo>
                    <a:pt x="5511195" y="514679"/>
                  </a:lnTo>
                  <a:lnTo>
                    <a:pt x="5511195" y="514679"/>
                  </a:lnTo>
                  <a:lnTo>
                    <a:pt x="5505722" y="514679"/>
                  </a:lnTo>
                  <a:lnTo>
                    <a:pt x="5505722" y="514679"/>
                  </a:lnTo>
                  <a:lnTo>
                    <a:pt x="5500249" y="514679"/>
                  </a:lnTo>
                  <a:lnTo>
                    <a:pt x="5500249" y="514679"/>
                  </a:lnTo>
                  <a:lnTo>
                    <a:pt x="5494776" y="514679"/>
                  </a:lnTo>
                  <a:lnTo>
                    <a:pt x="5494776" y="514679"/>
                  </a:lnTo>
                  <a:lnTo>
                    <a:pt x="5489304" y="514679"/>
                  </a:lnTo>
                  <a:lnTo>
                    <a:pt x="5489304" y="514679"/>
                  </a:lnTo>
                  <a:lnTo>
                    <a:pt x="5483831" y="514679"/>
                  </a:lnTo>
                  <a:lnTo>
                    <a:pt x="5483831" y="514679"/>
                  </a:lnTo>
                  <a:lnTo>
                    <a:pt x="5478358" y="514679"/>
                  </a:lnTo>
                  <a:lnTo>
                    <a:pt x="5478358" y="514679"/>
                  </a:lnTo>
                  <a:lnTo>
                    <a:pt x="5472885" y="514679"/>
                  </a:lnTo>
                  <a:lnTo>
                    <a:pt x="5472885" y="514679"/>
                  </a:lnTo>
                  <a:lnTo>
                    <a:pt x="5467412" y="514679"/>
                  </a:lnTo>
                  <a:lnTo>
                    <a:pt x="5467412" y="514679"/>
                  </a:lnTo>
                  <a:lnTo>
                    <a:pt x="5461939" y="514679"/>
                  </a:lnTo>
                  <a:lnTo>
                    <a:pt x="5461939" y="514679"/>
                  </a:lnTo>
                  <a:lnTo>
                    <a:pt x="5456466" y="514679"/>
                  </a:lnTo>
                  <a:lnTo>
                    <a:pt x="5456466" y="514679"/>
                  </a:lnTo>
                  <a:lnTo>
                    <a:pt x="5450993" y="514679"/>
                  </a:lnTo>
                  <a:lnTo>
                    <a:pt x="5450993" y="514679"/>
                  </a:lnTo>
                  <a:lnTo>
                    <a:pt x="5445520" y="514679"/>
                  </a:lnTo>
                  <a:lnTo>
                    <a:pt x="5445520" y="514679"/>
                  </a:lnTo>
                  <a:lnTo>
                    <a:pt x="5440048" y="514679"/>
                  </a:lnTo>
                  <a:lnTo>
                    <a:pt x="5440048" y="514679"/>
                  </a:lnTo>
                  <a:lnTo>
                    <a:pt x="5434575" y="514679"/>
                  </a:lnTo>
                  <a:lnTo>
                    <a:pt x="5434575" y="514679"/>
                  </a:lnTo>
                  <a:lnTo>
                    <a:pt x="5429102" y="514679"/>
                  </a:lnTo>
                  <a:lnTo>
                    <a:pt x="5429102" y="514679"/>
                  </a:lnTo>
                  <a:lnTo>
                    <a:pt x="5423629" y="514679"/>
                  </a:lnTo>
                  <a:lnTo>
                    <a:pt x="5423629" y="514679"/>
                  </a:lnTo>
                  <a:lnTo>
                    <a:pt x="5418156" y="514679"/>
                  </a:lnTo>
                  <a:lnTo>
                    <a:pt x="5418156" y="514679"/>
                  </a:lnTo>
                  <a:lnTo>
                    <a:pt x="5412683" y="514679"/>
                  </a:lnTo>
                  <a:lnTo>
                    <a:pt x="5412683" y="514679"/>
                  </a:lnTo>
                  <a:lnTo>
                    <a:pt x="5407210" y="514679"/>
                  </a:lnTo>
                  <a:lnTo>
                    <a:pt x="5407210" y="514679"/>
                  </a:lnTo>
                  <a:lnTo>
                    <a:pt x="5401737" y="514679"/>
                  </a:lnTo>
                  <a:lnTo>
                    <a:pt x="5401737" y="514679"/>
                  </a:lnTo>
                  <a:lnTo>
                    <a:pt x="5396265" y="514679"/>
                  </a:lnTo>
                  <a:lnTo>
                    <a:pt x="5396265" y="514679"/>
                  </a:lnTo>
                  <a:lnTo>
                    <a:pt x="5390792" y="514679"/>
                  </a:lnTo>
                  <a:lnTo>
                    <a:pt x="5390792" y="514679"/>
                  </a:lnTo>
                  <a:lnTo>
                    <a:pt x="5385319" y="514679"/>
                  </a:lnTo>
                  <a:lnTo>
                    <a:pt x="5385319" y="514679"/>
                  </a:lnTo>
                  <a:lnTo>
                    <a:pt x="5379846" y="514679"/>
                  </a:lnTo>
                  <a:lnTo>
                    <a:pt x="5379846" y="514679"/>
                  </a:lnTo>
                  <a:lnTo>
                    <a:pt x="5374373" y="514679"/>
                  </a:lnTo>
                  <a:lnTo>
                    <a:pt x="5374373" y="514679"/>
                  </a:lnTo>
                  <a:lnTo>
                    <a:pt x="5368900" y="514679"/>
                  </a:lnTo>
                  <a:lnTo>
                    <a:pt x="5368900" y="514679"/>
                  </a:lnTo>
                  <a:lnTo>
                    <a:pt x="5363427" y="514679"/>
                  </a:lnTo>
                  <a:lnTo>
                    <a:pt x="5363427" y="514679"/>
                  </a:lnTo>
                  <a:lnTo>
                    <a:pt x="5357954" y="514679"/>
                  </a:lnTo>
                  <a:lnTo>
                    <a:pt x="5357954" y="514679"/>
                  </a:lnTo>
                  <a:lnTo>
                    <a:pt x="5352481" y="514679"/>
                  </a:lnTo>
                  <a:lnTo>
                    <a:pt x="5352481" y="514679"/>
                  </a:lnTo>
                  <a:lnTo>
                    <a:pt x="5347009" y="514679"/>
                  </a:lnTo>
                  <a:lnTo>
                    <a:pt x="5347009" y="514679"/>
                  </a:lnTo>
                  <a:lnTo>
                    <a:pt x="5341536" y="514679"/>
                  </a:lnTo>
                  <a:lnTo>
                    <a:pt x="5341536" y="514679"/>
                  </a:lnTo>
                  <a:lnTo>
                    <a:pt x="5336063" y="514679"/>
                  </a:lnTo>
                  <a:lnTo>
                    <a:pt x="5336063" y="514679"/>
                  </a:lnTo>
                  <a:lnTo>
                    <a:pt x="5330590" y="514679"/>
                  </a:lnTo>
                  <a:lnTo>
                    <a:pt x="5330590" y="514679"/>
                  </a:lnTo>
                  <a:lnTo>
                    <a:pt x="5325117" y="514679"/>
                  </a:lnTo>
                  <a:lnTo>
                    <a:pt x="5325117" y="514679"/>
                  </a:lnTo>
                  <a:lnTo>
                    <a:pt x="5319644" y="514679"/>
                  </a:lnTo>
                  <a:lnTo>
                    <a:pt x="5319644" y="514679"/>
                  </a:lnTo>
                  <a:lnTo>
                    <a:pt x="5314171" y="514679"/>
                  </a:lnTo>
                  <a:lnTo>
                    <a:pt x="5314171" y="514679"/>
                  </a:lnTo>
                  <a:lnTo>
                    <a:pt x="5308698" y="514679"/>
                  </a:lnTo>
                  <a:lnTo>
                    <a:pt x="5308698" y="525462"/>
                  </a:lnTo>
                  <a:lnTo>
                    <a:pt x="5303225" y="525462"/>
                  </a:lnTo>
                  <a:lnTo>
                    <a:pt x="5303225" y="525462"/>
                  </a:lnTo>
                  <a:lnTo>
                    <a:pt x="5297753" y="525462"/>
                  </a:lnTo>
                  <a:lnTo>
                    <a:pt x="5297753" y="525462"/>
                  </a:lnTo>
                  <a:lnTo>
                    <a:pt x="5292280" y="525462"/>
                  </a:lnTo>
                  <a:lnTo>
                    <a:pt x="5292280" y="525462"/>
                  </a:lnTo>
                  <a:lnTo>
                    <a:pt x="5286807" y="525462"/>
                  </a:lnTo>
                  <a:lnTo>
                    <a:pt x="5286807" y="525462"/>
                  </a:lnTo>
                  <a:lnTo>
                    <a:pt x="5281334" y="525462"/>
                  </a:lnTo>
                  <a:lnTo>
                    <a:pt x="5281334" y="525462"/>
                  </a:lnTo>
                  <a:lnTo>
                    <a:pt x="5275861" y="525462"/>
                  </a:lnTo>
                  <a:lnTo>
                    <a:pt x="5275861" y="536230"/>
                  </a:lnTo>
                  <a:lnTo>
                    <a:pt x="5270388" y="536230"/>
                  </a:lnTo>
                  <a:lnTo>
                    <a:pt x="5270388" y="536230"/>
                  </a:lnTo>
                  <a:lnTo>
                    <a:pt x="5264915" y="536230"/>
                  </a:lnTo>
                  <a:lnTo>
                    <a:pt x="5264915" y="536230"/>
                  </a:lnTo>
                  <a:lnTo>
                    <a:pt x="5259442" y="536230"/>
                  </a:lnTo>
                  <a:lnTo>
                    <a:pt x="5259442" y="536230"/>
                  </a:lnTo>
                  <a:lnTo>
                    <a:pt x="5253970" y="536230"/>
                  </a:lnTo>
                  <a:lnTo>
                    <a:pt x="5253970" y="536230"/>
                  </a:lnTo>
                  <a:lnTo>
                    <a:pt x="5248497" y="536230"/>
                  </a:lnTo>
                  <a:lnTo>
                    <a:pt x="5248497" y="546962"/>
                  </a:lnTo>
                  <a:lnTo>
                    <a:pt x="5243024" y="546962"/>
                  </a:lnTo>
                  <a:lnTo>
                    <a:pt x="5243024" y="546962"/>
                  </a:lnTo>
                  <a:lnTo>
                    <a:pt x="5237551" y="546962"/>
                  </a:lnTo>
                  <a:lnTo>
                    <a:pt x="5237551" y="546962"/>
                  </a:lnTo>
                  <a:lnTo>
                    <a:pt x="5232078" y="546962"/>
                  </a:lnTo>
                  <a:lnTo>
                    <a:pt x="5232078" y="546962"/>
                  </a:lnTo>
                  <a:lnTo>
                    <a:pt x="5226605" y="546962"/>
                  </a:lnTo>
                  <a:lnTo>
                    <a:pt x="5226605" y="546962"/>
                  </a:lnTo>
                  <a:lnTo>
                    <a:pt x="5221132" y="546962"/>
                  </a:lnTo>
                  <a:lnTo>
                    <a:pt x="5221132" y="546962"/>
                  </a:lnTo>
                  <a:lnTo>
                    <a:pt x="5215659" y="546962"/>
                  </a:lnTo>
                  <a:lnTo>
                    <a:pt x="5215659" y="546962"/>
                  </a:lnTo>
                  <a:lnTo>
                    <a:pt x="5210186" y="546962"/>
                  </a:lnTo>
                  <a:lnTo>
                    <a:pt x="5210186" y="546962"/>
                  </a:lnTo>
                  <a:lnTo>
                    <a:pt x="5204714" y="546962"/>
                  </a:lnTo>
                  <a:lnTo>
                    <a:pt x="5204714" y="546962"/>
                  </a:lnTo>
                  <a:lnTo>
                    <a:pt x="5199241" y="546962"/>
                  </a:lnTo>
                  <a:lnTo>
                    <a:pt x="5199241" y="546962"/>
                  </a:lnTo>
                  <a:lnTo>
                    <a:pt x="5193768" y="546962"/>
                  </a:lnTo>
                  <a:lnTo>
                    <a:pt x="5193768" y="546962"/>
                  </a:lnTo>
                  <a:lnTo>
                    <a:pt x="5188295" y="546962"/>
                  </a:lnTo>
                  <a:lnTo>
                    <a:pt x="5188295" y="546962"/>
                  </a:lnTo>
                  <a:lnTo>
                    <a:pt x="5182822" y="546962"/>
                  </a:lnTo>
                  <a:lnTo>
                    <a:pt x="5182822" y="546962"/>
                  </a:lnTo>
                  <a:lnTo>
                    <a:pt x="5177349" y="546962"/>
                  </a:lnTo>
                  <a:lnTo>
                    <a:pt x="5177349" y="546962"/>
                  </a:lnTo>
                  <a:lnTo>
                    <a:pt x="5171876" y="546962"/>
                  </a:lnTo>
                  <a:lnTo>
                    <a:pt x="5171876" y="546962"/>
                  </a:lnTo>
                  <a:lnTo>
                    <a:pt x="5166403" y="546962"/>
                  </a:lnTo>
                  <a:lnTo>
                    <a:pt x="5166403" y="546962"/>
                  </a:lnTo>
                  <a:lnTo>
                    <a:pt x="5160930" y="546962"/>
                  </a:lnTo>
                  <a:lnTo>
                    <a:pt x="5160930" y="557581"/>
                  </a:lnTo>
                  <a:lnTo>
                    <a:pt x="5155458" y="557581"/>
                  </a:lnTo>
                  <a:lnTo>
                    <a:pt x="5155458" y="557581"/>
                  </a:lnTo>
                  <a:lnTo>
                    <a:pt x="5149985" y="557581"/>
                  </a:lnTo>
                  <a:lnTo>
                    <a:pt x="5149985" y="557581"/>
                  </a:lnTo>
                  <a:lnTo>
                    <a:pt x="5144512" y="557581"/>
                  </a:lnTo>
                  <a:lnTo>
                    <a:pt x="5144512" y="557581"/>
                  </a:lnTo>
                  <a:lnTo>
                    <a:pt x="5139039" y="557581"/>
                  </a:lnTo>
                  <a:lnTo>
                    <a:pt x="5139039" y="557581"/>
                  </a:lnTo>
                  <a:lnTo>
                    <a:pt x="5133566" y="557581"/>
                  </a:lnTo>
                  <a:lnTo>
                    <a:pt x="5133566" y="557581"/>
                  </a:lnTo>
                  <a:lnTo>
                    <a:pt x="5128093" y="557581"/>
                  </a:lnTo>
                  <a:lnTo>
                    <a:pt x="5128093" y="557581"/>
                  </a:lnTo>
                  <a:lnTo>
                    <a:pt x="5122620" y="557581"/>
                  </a:lnTo>
                  <a:lnTo>
                    <a:pt x="5122620" y="557581"/>
                  </a:lnTo>
                  <a:lnTo>
                    <a:pt x="5117147" y="557581"/>
                  </a:lnTo>
                  <a:lnTo>
                    <a:pt x="5117147" y="557581"/>
                  </a:lnTo>
                  <a:lnTo>
                    <a:pt x="5111674" y="557581"/>
                  </a:lnTo>
                  <a:lnTo>
                    <a:pt x="5111674" y="557581"/>
                  </a:lnTo>
                  <a:lnTo>
                    <a:pt x="5106202" y="557581"/>
                  </a:lnTo>
                  <a:lnTo>
                    <a:pt x="5106202" y="557581"/>
                  </a:lnTo>
                  <a:lnTo>
                    <a:pt x="5100729" y="557581"/>
                  </a:lnTo>
                  <a:lnTo>
                    <a:pt x="5100729" y="557581"/>
                  </a:lnTo>
                  <a:lnTo>
                    <a:pt x="5095256" y="557581"/>
                  </a:lnTo>
                  <a:lnTo>
                    <a:pt x="5095256" y="557581"/>
                  </a:lnTo>
                  <a:lnTo>
                    <a:pt x="5089783" y="557581"/>
                  </a:lnTo>
                  <a:lnTo>
                    <a:pt x="5089783" y="557581"/>
                  </a:lnTo>
                  <a:lnTo>
                    <a:pt x="5084310" y="557581"/>
                  </a:lnTo>
                  <a:lnTo>
                    <a:pt x="5084310" y="557581"/>
                  </a:lnTo>
                  <a:lnTo>
                    <a:pt x="5078837" y="557581"/>
                  </a:lnTo>
                  <a:lnTo>
                    <a:pt x="5078837" y="557581"/>
                  </a:lnTo>
                  <a:lnTo>
                    <a:pt x="5073364" y="557581"/>
                  </a:lnTo>
                  <a:lnTo>
                    <a:pt x="5073364" y="557581"/>
                  </a:lnTo>
                  <a:lnTo>
                    <a:pt x="5067891" y="557581"/>
                  </a:lnTo>
                  <a:lnTo>
                    <a:pt x="5067891" y="557581"/>
                  </a:lnTo>
                  <a:lnTo>
                    <a:pt x="5062419" y="557581"/>
                  </a:lnTo>
                  <a:lnTo>
                    <a:pt x="5062419" y="557581"/>
                  </a:lnTo>
                  <a:lnTo>
                    <a:pt x="5056946" y="557581"/>
                  </a:lnTo>
                  <a:lnTo>
                    <a:pt x="5056946" y="557581"/>
                  </a:lnTo>
                  <a:lnTo>
                    <a:pt x="5051473" y="557581"/>
                  </a:lnTo>
                  <a:lnTo>
                    <a:pt x="5051473" y="568102"/>
                  </a:lnTo>
                  <a:lnTo>
                    <a:pt x="5046000" y="568102"/>
                  </a:lnTo>
                  <a:lnTo>
                    <a:pt x="5046000" y="568102"/>
                  </a:lnTo>
                  <a:lnTo>
                    <a:pt x="5040527" y="568102"/>
                  </a:lnTo>
                  <a:lnTo>
                    <a:pt x="5040527" y="568102"/>
                  </a:lnTo>
                  <a:lnTo>
                    <a:pt x="5035054" y="568102"/>
                  </a:lnTo>
                  <a:lnTo>
                    <a:pt x="5035054" y="578599"/>
                  </a:lnTo>
                  <a:lnTo>
                    <a:pt x="5029581" y="578599"/>
                  </a:lnTo>
                  <a:lnTo>
                    <a:pt x="5029581" y="578599"/>
                  </a:lnTo>
                  <a:lnTo>
                    <a:pt x="5024108" y="578599"/>
                  </a:lnTo>
                  <a:lnTo>
                    <a:pt x="5024108" y="578599"/>
                  </a:lnTo>
                  <a:lnTo>
                    <a:pt x="5018635" y="578599"/>
                  </a:lnTo>
                  <a:lnTo>
                    <a:pt x="5018635" y="578599"/>
                  </a:lnTo>
                  <a:lnTo>
                    <a:pt x="5013163" y="578599"/>
                  </a:lnTo>
                  <a:lnTo>
                    <a:pt x="5013163" y="578599"/>
                  </a:lnTo>
                  <a:lnTo>
                    <a:pt x="5007690" y="578599"/>
                  </a:lnTo>
                  <a:lnTo>
                    <a:pt x="5007690" y="578599"/>
                  </a:lnTo>
                  <a:lnTo>
                    <a:pt x="5002217" y="578599"/>
                  </a:lnTo>
                  <a:lnTo>
                    <a:pt x="5002217" y="589052"/>
                  </a:lnTo>
                  <a:lnTo>
                    <a:pt x="4996744" y="589052"/>
                  </a:lnTo>
                  <a:lnTo>
                    <a:pt x="4996744" y="589052"/>
                  </a:lnTo>
                  <a:lnTo>
                    <a:pt x="4991271" y="589052"/>
                  </a:lnTo>
                  <a:lnTo>
                    <a:pt x="4991271" y="589052"/>
                  </a:lnTo>
                  <a:lnTo>
                    <a:pt x="4985798" y="589052"/>
                  </a:lnTo>
                  <a:lnTo>
                    <a:pt x="4985798" y="589052"/>
                  </a:lnTo>
                  <a:lnTo>
                    <a:pt x="4980325" y="589052"/>
                  </a:lnTo>
                  <a:lnTo>
                    <a:pt x="4980325" y="589052"/>
                  </a:lnTo>
                  <a:lnTo>
                    <a:pt x="4974852" y="589052"/>
                  </a:lnTo>
                  <a:lnTo>
                    <a:pt x="4974852" y="589052"/>
                  </a:lnTo>
                  <a:lnTo>
                    <a:pt x="4969379" y="589052"/>
                  </a:lnTo>
                  <a:lnTo>
                    <a:pt x="4969379" y="589052"/>
                  </a:lnTo>
                  <a:lnTo>
                    <a:pt x="4963907" y="589052"/>
                  </a:lnTo>
                  <a:lnTo>
                    <a:pt x="4963907" y="589052"/>
                  </a:lnTo>
                  <a:lnTo>
                    <a:pt x="4958434" y="589052"/>
                  </a:lnTo>
                  <a:lnTo>
                    <a:pt x="4958434" y="589052"/>
                  </a:lnTo>
                  <a:lnTo>
                    <a:pt x="4952961" y="589052"/>
                  </a:lnTo>
                  <a:lnTo>
                    <a:pt x="4952961" y="589052"/>
                  </a:lnTo>
                  <a:lnTo>
                    <a:pt x="4947488" y="589052"/>
                  </a:lnTo>
                  <a:lnTo>
                    <a:pt x="4947488" y="589052"/>
                  </a:lnTo>
                  <a:lnTo>
                    <a:pt x="4942015" y="589052"/>
                  </a:lnTo>
                  <a:lnTo>
                    <a:pt x="4942015" y="599402"/>
                  </a:lnTo>
                  <a:lnTo>
                    <a:pt x="4936542" y="599402"/>
                  </a:lnTo>
                  <a:lnTo>
                    <a:pt x="4936542" y="599402"/>
                  </a:lnTo>
                  <a:lnTo>
                    <a:pt x="4931069" y="599402"/>
                  </a:lnTo>
                  <a:lnTo>
                    <a:pt x="4931069" y="609691"/>
                  </a:lnTo>
                  <a:lnTo>
                    <a:pt x="4925596" y="609691"/>
                  </a:lnTo>
                  <a:lnTo>
                    <a:pt x="4925596" y="609691"/>
                  </a:lnTo>
                  <a:lnTo>
                    <a:pt x="4920123" y="609691"/>
                  </a:lnTo>
                  <a:lnTo>
                    <a:pt x="4920123" y="609691"/>
                  </a:lnTo>
                  <a:lnTo>
                    <a:pt x="4914651" y="609691"/>
                  </a:lnTo>
                  <a:lnTo>
                    <a:pt x="4914651" y="609691"/>
                  </a:lnTo>
                  <a:lnTo>
                    <a:pt x="4909178" y="609691"/>
                  </a:lnTo>
                  <a:lnTo>
                    <a:pt x="4909178" y="609691"/>
                  </a:lnTo>
                  <a:lnTo>
                    <a:pt x="4903705" y="609691"/>
                  </a:lnTo>
                  <a:lnTo>
                    <a:pt x="4903705" y="609691"/>
                  </a:lnTo>
                  <a:lnTo>
                    <a:pt x="4898232" y="609691"/>
                  </a:lnTo>
                  <a:lnTo>
                    <a:pt x="4898232" y="609691"/>
                  </a:lnTo>
                  <a:lnTo>
                    <a:pt x="4892759" y="609691"/>
                  </a:lnTo>
                  <a:lnTo>
                    <a:pt x="4892759" y="619890"/>
                  </a:lnTo>
                  <a:lnTo>
                    <a:pt x="4887286" y="619890"/>
                  </a:lnTo>
                  <a:lnTo>
                    <a:pt x="4887286" y="619890"/>
                  </a:lnTo>
                  <a:lnTo>
                    <a:pt x="4881813" y="619890"/>
                  </a:lnTo>
                  <a:lnTo>
                    <a:pt x="4881813" y="619890"/>
                  </a:lnTo>
                  <a:lnTo>
                    <a:pt x="4876340" y="619890"/>
                  </a:lnTo>
                  <a:lnTo>
                    <a:pt x="4876340" y="619890"/>
                  </a:lnTo>
                  <a:lnTo>
                    <a:pt x="4870868" y="619890"/>
                  </a:lnTo>
                  <a:lnTo>
                    <a:pt x="4870868" y="619890"/>
                  </a:lnTo>
                  <a:lnTo>
                    <a:pt x="4865395" y="619890"/>
                  </a:lnTo>
                  <a:lnTo>
                    <a:pt x="4865395" y="619890"/>
                  </a:lnTo>
                  <a:lnTo>
                    <a:pt x="4859922" y="619890"/>
                  </a:lnTo>
                  <a:lnTo>
                    <a:pt x="4859922" y="619890"/>
                  </a:lnTo>
                  <a:lnTo>
                    <a:pt x="4854449" y="619890"/>
                  </a:lnTo>
                  <a:lnTo>
                    <a:pt x="4854449" y="619890"/>
                  </a:lnTo>
                  <a:lnTo>
                    <a:pt x="4848976" y="619890"/>
                  </a:lnTo>
                  <a:lnTo>
                    <a:pt x="4848976" y="619890"/>
                  </a:lnTo>
                  <a:lnTo>
                    <a:pt x="4843503" y="619890"/>
                  </a:lnTo>
                  <a:lnTo>
                    <a:pt x="4843503" y="619890"/>
                  </a:lnTo>
                  <a:lnTo>
                    <a:pt x="4838030" y="619890"/>
                  </a:lnTo>
                  <a:lnTo>
                    <a:pt x="4838030" y="619890"/>
                  </a:lnTo>
                  <a:lnTo>
                    <a:pt x="4832557" y="619890"/>
                  </a:lnTo>
                  <a:lnTo>
                    <a:pt x="4832557" y="630002"/>
                  </a:lnTo>
                  <a:lnTo>
                    <a:pt x="4827084" y="630002"/>
                  </a:lnTo>
                  <a:lnTo>
                    <a:pt x="4827084" y="640093"/>
                  </a:lnTo>
                  <a:lnTo>
                    <a:pt x="4821612" y="640093"/>
                  </a:lnTo>
                  <a:lnTo>
                    <a:pt x="4821612" y="640093"/>
                  </a:lnTo>
                  <a:lnTo>
                    <a:pt x="4816139" y="640093"/>
                  </a:lnTo>
                  <a:lnTo>
                    <a:pt x="4816139" y="650163"/>
                  </a:lnTo>
                  <a:lnTo>
                    <a:pt x="4810666" y="650163"/>
                  </a:lnTo>
                  <a:lnTo>
                    <a:pt x="4810666" y="650163"/>
                  </a:lnTo>
                  <a:lnTo>
                    <a:pt x="4805193" y="650163"/>
                  </a:lnTo>
                  <a:lnTo>
                    <a:pt x="4805193" y="650163"/>
                  </a:lnTo>
                  <a:lnTo>
                    <a:pt x="4799720" y="650163"/>
                  </a:lnTo>
                  <a:lnTo>
                    <a:pt x="4799720" y="650163"/>
                  </a:lnTo>
                  <a:lnTo>
                    <a:pt x="4794247" y="650163"/>
                  </a:lnTo>
                  <a:lnTo>
                    <a:pt x="4794247" y="650163"/>
                  </a:lnTo>
                  <a:lnTo>
                    <a:pt x="4788774" y="650163"/>
                  </a:lnTo>
                  <a:lnTo>
                    <a:pt x="4788774" y="650163"/>
                  </a:lnTo>
                  <a:lnTo>
                    <a:pt x="4783301" y="650163"/>
                  </a:lnTo>
                  <a:lnTo>
                    <a:pt x="4783301" y="650163"/>
                  </a:lnTo>
                  <a:lnTo>
                    <a:pt x="4777828" y="650163"/>
                  </a:lnTo>
                  <a:lnTo>
                    <a:pt x="4777828" y="650163"/>
                  </a:lnTo>
                  <a:lnTo>
                    <a:pt x="4772356" y="650163"/>
                  </a:lnTo>
                  <a:lnTo>
                    <a:pt x="4772356" y="650163"/>
                  </a:lnTo>
                  <a:lnTo>
                    <a:pt x="4766883" y="650163"/>
                  </a:lnTo>
                  <a:lnTo>
                    <a:pt x="4766883" y="650163"/>
                  </a:lnTo>
                  <a:lnTo>
                    <a:pt x="4761410" y="650163"/>
                  </a:lnTo>
                  <a:lnTo>
                    <a:pt x="4761410" y="650163"/>
                  </a:lnTo>
                  <a:lnTo>
                    <a:pt x="4755937" y="650163"/>
                  </a:lnTo>
                  <a:lnTo>
                    <a:pt x="4755937" y="650163"/>
                  </a:lnTo>
                  <a:lnTo>
                    <a:pt x="4750464" y="650163"/>
                  </a:lnTo>
                  <a:lnTo>
                    <a:pt x="4750464" y="660157"/>
                  </a:lnTo>
                  <a:lnTo>
                    <a:pt x="4744991" y="660157"/>
                  </a:lnTo>
                  <a:lnTo>
                    <a:pt x="4744991" y="660157"/>
                  </a:lnTo>
                  <a:lnTo>
                    <a:pt x="4739518" y="660157"/>
                  </a:lnTo>
                  <a:lnTo>
                    <a:pt x="4739518" y="660157"/>
                  </a:lnTo>
                  <a:lnTo>
                    <a:pt x="4734045" y="660157"/>
                  </a:lnTo>
                  <a:lnTo>
                    <a:pt x="4734045" y="660157"/>
                  </a:lnTo>
                  <a:lnTo>
                    <a:pt x="4728573" y="660157"/>
                  </a:lnTo>
                  <a:lnTo>
                    <a:pt x="4728573" y="660157"/>
                  </a:lnTo>
                  <a:lnTo>
                    <a:pt x="4723100" y="660157"/>
                  </a:lnTo>
                  <a:lnTo>
                    <a:pt x="4723100" y="660157"/>
                  </a:lnTo>
                  <a:lnTo>
                    <a:pt x="4717627" y="660157"/>
                  </a:lnTo>
                  <a:lnTo>
                    <a:pt x="4717627" y="660157"/>
                  </a:lnTo>
                  <a:lnTo>
                    <a:pt x="4712154" y="660157"/>
                  </a:lnTo>
                  <a:lnTo>
                    <a:pt x="4712154" y="660157"/>
                  </a:lnTo>
                  <a:lnTo>
                    <a:pt x="4706681" y="660157"/>
                  </a:lnTo>
                  <a:lnTo>
                    <a:pt x="4706681" y="670070"/>
                  </a:lnTo>
                  <a:lnTo>
                    <a:pt x="4701208" y="670070"/>
                  </a:lnTo>
                  <a:lnTo>
                    <a:pt x="4701208" y="670070"/>
                  </a:lnTo>
                  <a:lnTo>
                    <a:pt x="4695735" y="670070"/>
                  </a:lnTo>
                  <a:lnTo>
                    <a:pt x="4695735" y="679963"/>
                  </a:lnTo>
                  <a:lnTo>
                    <a:pt x="4690262" y="679963"/>
                  </a:lnTo>
                  <a:lnTo>
                    <a:pt x="4690262" y="679963"/>
                  </a:lnTo>
                  <a:lnTo>
                    <a:pt x="4684789" y="679963"/>
                  </a:lnTo>
                  <a:lnTo>
                    <a:pt x="4684789" y="679963"/>
                  </a:lnTo>
                  <a:lnTo>
                    <a:pt x="4679317" y="679963"/>
                  </a:lnTo>
                  <a:lnTo>
                    <a:pt x="4679317" y="679963"/>
                  </a:lnTo>
                  <a:lnTo>
                    <a:pt x="4673844" y="679963"/>
                  </a:lnTo>
                  <a:lnTo>
                    <a:pt x="4673844" y="679963"/>
                  </a:lnTo>
                  <a:lnTo>
                    <a:pt x="4668371" y="679963"/>
                  </a:lnTo>
                  <a:lnTo>
                    <a:pt x="4668371" y="679963"/>
                  </a:lnTo>
                  <a:lnTo>
                    <a:pt x="4662898" y="679963"/>
                  </a:lnTo>
                  <a:lnTo>
                    <a:pt x="4662898" y="679963"/>
                  </a:lnTo>
                  <a:lnTo>
                    <a:pt x="4657425" y="679963"/>
                  </a:lnTo>
                  <a:lnTo>
                    <a:pt x="4657425" y="679963"/>
                  </a:lnTo>
                  <a:lnTo>
                    <a:pt x="4651952" y="679963"/>
                  </a:lnTo>
                  <a:lnTo>
                    <a:pt x="4651952" y="679963"/>
                  </a:lnTo>
                  <a:lnTo>
                    <a:pt x="4646479" y="679963"/>
                  </a:lnTo>
                  <a:lnTo>
                    <a:pt x="4646479" y="679963"/>
                  </a:lnTo>
                  <a:lnTo>
                    <a:pt x="4641006" y="679963"/>
                  </a:lnTo>
                  <a:lnTo>
                    <a:pt x="4641006" y="679963"/>
                  </a:lnTo>
                  <a:lnTo>
                    <a:pt x="4635533" y="679963"/>
                  </a:lnTo>
                  <a:lnTo>
                    <a:pt x="4635533" y="679963"/>
                  </a:lnTo>
                  <a:lnTo>
                    <a:pt x="4630061" y="679963"/>
                  </a:lnTo>
                  <a:lnTo>
                    <a:pt x="4630061" y="679963"/>
                  </a:lnTo>
                  <a:lnTo>
                    <a:pt x="4624588" y="679963"/>
                  </a:lnTo>
                  <a:lnTo>
                    <a:pt x="4624588" y="679963"/>
                  </a:lnTo>
                  <a:lnTo>
                    <a:pt x="4619115" y="679963"/>
                  </a:lnTo>
                  <a:lnTo>
                    <a:pt x="4619115" y="679963"/>
                  </a:lnTo>
                  <a:lnTo>
                    <a:pt x="4613642" y="679963"/>
                  </a:lnTo>
                  <a:lnTo>
                    <a:pt x="4613642" y="679963"/>
                  </a:lnTo>
                  <a:lnTo>
                    <a:pt x="4608169" y="679963"/>
                  </a:lnTo>
                  <a:lnTo>
                    <a:pt x="4608169" y="679963"/>
                  </a:lnTo>
                  <a:lnTo>
                    <a:pt x="4602696" y="679963"/>
                  </a:lnTo>
                  <a:lnTo>
                    <a:pt x="4602696" y="679963"/>
                  </a:lnTo>
                  <a:lnTo>
                    <a:pt x="4597223" y="679963"/>
                  </a:lnTo>
                  <a:lnTo>
                    <a:pt x="4597223" y="679963"/>
                  </a:lnTo>
                  <a:lnTo>
                    <a:pt x="4591750" y="679963"/>
                  </a:lnTo>
                  <a:lnTo>
                    <a:pt x="4591750" y="679963"/>
                  </a:lnTo>
                  <a:lnTo>
                    <a:pt x="4586277" y="679963"/>
                  </a:lnTo>
                  <a:lnTo>
                    <a:pt x="4586277" y="679963"/>
                  </a:lnTo>
                  <a:lnTo>
                    <a:pt x="4580805" y="679963"/>
                  </a:lnTo>
                  <a:lnTo>
                    <a:pt x="4580805" y="679963"/>
                  </a:lnTo>
                  <a:lnTo>
                    <a:pt x="4575332" y="679963"/>
                  </a:lnTo>
                  <a:lnTo>
                    <a:pt x="4575332" y="679963"/>
                  </a:lnTo>
                  <a:lnTo>
                    <a:pt x="4569859" y="679963"/>
                  </a:lnTo>
                  <a:lnTo>
                    <a:pt x="4569859" y="679963"/>
                  </a:lnTo>
                  <a:lnTo>
                    <a:pt x="4564386" y="679963"/>
                  </a:lnTo>
                  <a:lnTo>
                    <a:pt x="4564386" y="699403"/>
                  </a:lnTo>
                  <a:lnTo>
                    <a:pt x="4558913" y="699403"/>
                  </a:lnTo>
                  <a:lnTo>
                    <a:pt x="4558913" y="699403"/>
                  </a:lnTo>
                  <a:lnTo>
                    <a:pt x="4553440" y="699403"/>
                  </a:lnTo>
                  <a:lnTo>
                    <a:pt x="4553440" y="699403"/>
                  </a:lnTo>
                  <a:lnTo>
                    <a:pt x="4547967" y="699403"/>
                  </a:lnTo>
                  <a:lnTo>
                    <a:pt x="4547967" y="699403"/>
                  </a:lnTo>
                  <a:lnTo>
                    <a:pt x="4542494" y="699403"/>
                  </a:lnTo>
                  <a:lnTo>
                    <a:pt x="4542494" y="699403"/>
                  </a:lnTo>
                  <a:lnTo>
                    <a:pt x="4537022" y="699403"/>
                  </a:lnTo>
                  <a:lnTo>
                    <a:pt x="4537022" y="699403"/>
                  </a:lnTo>
                  <a:lnTo>
                    <a:pt x="4531549" y="699403"/>
                  </a:lnTo>
                  <a:lnTo>
                    <a:pt x="4531549" y="709112"/>
                  </a:lnTo>
                  <a:lnTo>
                    <a:pt x="4526076" y="709112"/>
                  </a:lnTo>
                  <a:lnTo>
                    <a:pt x="4526076" y="709112"/>
                  </a:lnTo>
                  <a:lnTo>
                    <a:pt x="4520603" y="709112"/>
                  </a:lnTo>
                  <a:lnTo>
                    <a:pt x="4520603" y="709112"/>
                  </a:lnTo>
                  <a:lnTo>
                    <a:pt x="4515130" y="709112"/>
                  </a:lnTo>
                  <a:lnTo>
                    <a:pt x="4515130" y="709112"/>
                  </a:lnTo>
                  <a:lnTo>
                    <a:pt x="4509657" y="709112"/>
                  </a:lnTo>
                  <a:lnTo>
                    <a:pt x="4509657" y="709112"/>
                  </a:lnTo>
                  <a:lnTo>
                    <a:pt x="4504184" y="709112"/>
                  </a:lnTo>
                  <a:lnTo>
                    <a:pt x="4504184" y="709112"/>
                  </a:lnTo>
                  <a:lnTo>
                    <a:pt x="4498711" y="709112"/>
                  </a:lnTo>
                  <a:lnTo>
                    <a:pt x="4498711" y="718794"/>
                  </a:lnTo>
                  <a:lnTo>
                    <a:pt x="4493238" y="718794"/>
                  </a:lnTo>
                  <a:lnTo>
                    <a:pt x="4493238" y="718794"/>
                  </a:lnTo>
                  <a:lnTo>
                    <a:pt x="4487766" y="718794"/>
                  </a:lnTo>
                  <a:lnTo>
                    <a:pt x="4487766" y="718794"/>
                  </a:lnTo>
                  <a:lnTo>
                    <a:pt x="4482293" y="718794"/>
                  </a:lnTo>
                  <a:lnTo>
                    <a:pt x="4482293" y="728450"/>
                  </a:lnTo>
                  <a:lnTo>
                    <a:pt x="4476820" y="728450"/>
                  </a:lnTo>
                  <a:lnTo>
                    <a:pt x="4476820" y="728450"/>
                  </a:lnTo>
                  <a:lnTo>
                    <a:pt x="4471347" y="728450"/>
                  </a:lnTo>
                  <a:lnTo>
                    <a:pt x="4471347" y="728450"/>
                  </a:lnTo>
                  <a:lnTo>
                    <a:pt x="4465874" y="728450"/>
                  </a:lnTo>
                  <a:lnTo>
                    <a:pt x="4465874" y="728450"/>
                  </a:lnTo>
                  <a:lnTo>
                    <a:pt x="4460401" y="728450"/>
                  </a:lnTo>
                  <a:lnTo>
                    <a:pt x="4460401" y="728450"/>
                  </a:lnTo>
                  <a:lnTo>
                    <a:pt x="4454928" y="728450"/>
                  </a:lnTo>
                  <a:lnTo>
                    <a:pt x="4454928" y="728450"/>
                  </a:lnTo>
                  <a:lnTo>
                    <a:pt x="4449455" y="728450"/>
                  </a:lnTo>
                  <a:lnTo>
                    <a:pt x="4449455" y="728450"/>
                  </a:lnTo>
                  <a:lnTo>
                    <a:pt x="4443982" y="728450"/>
                  </a:lnTo>
                  <a:lnTo>
                    <a:pt x="4443982" y="738080"/>
                  </a:lnTo>
                  <a:lnTo>
                    <a:pt x="4438510" y="738080"/>
                  </a:lnTo>
                  <a:lnTo>
                    <a:pt x="4438510" y="738080"/>
                  </a:lnTo>
                  <a:lnTo>
                    <a:pt x="4433037" y="738080"/>
                  </a:lnTo>
                  <a:lnTo>
                    <a:pt x="4433037" y="738080"/>
                  </a:lnTo>
                  <a:lnTo>
                    <a:pt x="4427564" y="738080"/>
                  </a:lnTo>
                  <a:lnTo>
                    <a:pt x="4427564" y="738080"/>
                  </a:lnTo>
                  <a:lnTo>
                    <a:pt x="4422091" y="738080"/>
                  </a:lnTo>
                  <a:lnTo>
                    <a:pt x="4422091" y="738080"/>
                  </a:lnTo>
                  <a:lnTo>
                    <a:pt x="4416618" y="738080"/>
                  </a:lnTo>
                  <a:lnTo>
                    <a:pt x="4416618" y="738080"/>
                  </a:lnTo>
                  <a:lnTo>
                    <a:pt x="4411145" y="738080"/>
                  </a:lnTo>
                  <a:lnTo>
                    <a:pt x="4411145" y="738080"/>
                  </a:lnTo>
                  <a:lnTo>
                    <a:pt x="4405672" y="738080"/>
                  </a:lnTo>
                  <a:lnTo>
                    <a:pt x="4405672" y="747693"/>
                  </a:lnTo>
                  <a:lnTo>
                    <a:pt x="4400199" y="747693"/>
                  </a:lnTo>
                  <a:lnTo>
                    <a:pt x="4400199" y="757280"/>
                  </a:lnTo>
                  <a:lnTo>
                    <a:pt x="4394726" y="757280"/>
                  </a:lnTo>
                  <a:lnTo>
                    <a:pt x="4394726" y="757280"/>
                  </a:lnTo>
                  <a:lnTo>
                    <a:pt x="4389254" y="757280"/>
                  </a:lnTo>
                  <a:lnTo>
                    <a:pt x="4389254" y="757280"/>
                  </a:lnTo>
                  <a:lnTo>
                    <a:pt x="4383781" y="757280"/>
                  </a:lnTo>
                  <a:lnTo>
                    <a:pt x="4383781" y="757280"/>
                  </a:lnTo>
                  <a:lnTo>
                    <a:pt x="4378308" y="757280"/>
                  </a:lnTo>
                  <a:lnTo>
                    <a:pt x="4378308" y="757280"/>
                  </a:lnTo>
                  <a:lnTo>
                    <a:pt x="4372835" y="757280"/>
                  </a:lnTo>
                  <a:lnTo>
                    <a:pt x="4372835" y="766834"/>
                  </a:lnTo>
                  <a:lnTo>
                    <a:pt x="4367362" y="766834"/>
                  </a:lnTo>
                  <a:lnTo>
                    <a:pt x="4367362" y="766834"/>
                  </a:lnTo>
                  <a:lnTo>
                    <a:pt x="4361889" y="766834"/>
                  </a:lnTo>
                  <a:lnTo>
                    <a:pt x="4361889" y="766834"/>
                  </a:lnTo>
                  <a:lnTo>
                    <a:pt x="4356416" y="766834"/>
                  </a:lnTo>
                  <a:lnTo>
                    <a:pt x="4356416" y="766834"/>
                  </a:lnTo>
                  <a:lnTo>
                    <a:pt x="4350943" y="766834"/>
                  </a:lnTo>
                  <a:lnTo>
                    <a:pt x="4350943" y="766834"/>
                  </a:lnTo>
                  <a:lnTo>
                    <a:pt x="4345471" y="766834"/>
                  </a:lnTo>
                  <a:lnTo>
                    <a:pt x="4345471" y="766834"/>
                  </a:lnTo>
                  <a:lnTo>
                    <a:pt x="4339998" y="766834"/>
                  </a:lnTo>
                  <a:lnTo>
                    <a:pt x="4339998" y="766834"/>
                  </a:lnTo>
                  <a:lnTo>
                    <a:pt x="4334525" y="766834"/>
                  </a:lnTo>
                  <a:lnTo>
                    <a:pt x="4334525" y="766834"/>
                  </a:lnTo>
                  <a:lnTo>
                    <a:pt x="4329052" y="766834"/>
                  </a:lnTo>
                  <a:lnTo>
                    <a:pt x="4329052" y="766834"/>
                  </a:lnTo>
                  <a:lnTo>
                    <a:pt x="4323579" y="766834"/>
                  </a:lnTo>
                  <a:lnTo>
                    <a:pt x="4323579" y="766834"/>
                  </a:lnTo>
                  <a:lnTo>
                    <a:pt x="4318106" y="766834"/>
                  </a:lnTo>
                  <a:lnTo>
                    <a:pt x="4318106" y="766834"/>
                  </a:lnTo>
                  <a:lnTo>
                    <a:pt x="4312633" y="766834"/>
                  </a:lnTo>
                  <a:lnTo>
                    <a:pt x="4312633" y="766834"/>
                  </a:lnTo>
                  <a:lnTo>
                    <a:pt x="4307160" y="766834"/>
                  </a:lnTo>
                  <a:lnTo>
                    <a:pt x="4307160" y="766834"/>
                  </a:lnTo>
                  <a:lnTo>
                    <a:pt x="4301687" y="766834"/>
                  </a:lnTo>
                  <a:lnTo>
                    <a:pt x="4301687" y="776332"/>
                  </a:lnTo>
                  <a:lnTo>
                    <a:pt x="4296215" y="776332"/>
                  </a:lnTo>
                  <a:lnTo>
                    <a:pt x="4296215" y="776332"/>
                  </a:lnTo>
                  <a:lnTo>
                    <a:pt x="4290742" y="776332"/>
                  </a:lnTo>
                  <a:lnTo>
                    <a:pt x="4290742" y="785806"/>
                  </a:lnTo>
                  <a:lnTo>
                    <a:pt x="4285269" y="785806"/>
                  </a:lnTo>
                  <a:lnTo>
                    <a:pt x="4285269" y="785806"/>
                  </a:lnTo>
                  <a:lnTo>
                    <a:pt x="4279796" y="785806"/>
                  </a:lnTo>
                  <a:lnTo>
                    <a:pt x="4279796" y="795278"/>
                  </a:lnTo>
                  <a:lnTo>
                    <a:pt x="4274323" y="795278"/>
                  </a:lnTo>
                  <a:lnTo>
                    <a:pt x="4274323" y="795278"/>
                  </a:lnTo>
                  <a:lnTo>
                    <a:pt x="4268850" y="795278"/>
                  </a:lnTo>
                  <a:lnTo>
                    <a:pt x="4268850" y="795278"/>
                  </a:lnTo>
                  <a:lnTo>
                    <a:pt x="4263377" y="795278"/>
                  </a:lnTo>
                  <a:lnTo>
                    <a:pt x="4263377" y="795278"/>
                  </a:lnTo>
                  <a:lnTo>
                    <a:pt x="4257904" y="795278"/>
                  </a:lnTo>
                  <a:lnTo>
                    <a:pt x="4257904" y="804740"/>
                  </a:lnTo>
                  <a:lnTo>
                    <a:pt x="4252431" y="804740"/>
                  </a:lnTo>
                  <a:lnTo>
                    <a:pt x="4252431" y="804740"/>
                  </a:lnTo>
                  <a:lnTo>
                    <a:pt x="4246959" y="804740"/>
                  </a:lnTo>
                  <a:lnTo>
                    <a:pt x="4246959" y="804740"/>
                  </a:lnTo>
                  <a:lnTo>
                    <a:pt x="4241486" y="804740"/>
                  </a:lnTo>
                  <a:lnTo>
                    <a:pt x="4241486" y="814179"/>
                  </a:lnTo>
                  <a:lnTo>
                    <a:pt x="4236013" y="814179"/>
                  </a:lnTo>
                  <a:lnTo>
                    <a:pt x="4236013" y="814179"/>
                  </a:lnTo>
                  <a:lnTo>
                    <a:pt x="4230540" y="814179"/>
                  </a:lnTo>
                  <a:lnTo>
                    <a:pt x="4230540" y="823608"/>
                  </a:lnTo>
                  <a:lnTo>
                    <a:pt x="4225067" y="823608"/>
                  </a:lnTo>
                  <a:lnTo>
                    <a:pt x="4225067" y="823608"/>
                  </a:lnTo>
                  <a:lnTo>
                    <a:pt x="4219594" y="823608"/>
                  </a:lnTo>
                  <a:lnTo>
                    <a:pt x="4219594" y="823608"/>
                  </a:lnTo>
                  <a:lnTo>
                    <a:pt x="4214121" y="823608"/>
                  </a:lnTo>
                  <a:lnTo>
                    <a:pt x="4214121" y="833007"/>
                  </a:lnTo>
                  <a:lnTo>
                    <a:pt x="4208648" y="833007"/>
                  </a:lnTo>
                  <a:lnTo>
                    <a:pt x="4208648" y="833007"/>
                  </a:lnTo>
                  <a:lnTo>
                    <a:pt x="4203176" y="833007"/>
                  </a:lnTo>
                  <a:lnTo>
                    <a:pt x="4203176" y="833007"/>
                  </a:lnTo>
                  <a:lnTo>
                    <a:pt x="4197703" y="833007"/>
                  </a:lnTo>
                  <a:lnTo>
                    <a:pt x="4197703" y="833007"/>
                  </a:lnTo>
                  <a:lnTo>
                    <a:pt x="4192230" y="833007"/>
                  </a:lnTo>
                  <a:lnTo>
                    <a:pt x="4192230" y="833007"/>
                  </a:lnTo>
                  <a:lnTo>
                    <a:pt x="4186757" y="833007"/>
                  </a:lnTo>
                  <a:lnTo>
                    <a:pt x="4186757" y="833007"/>
                  </a:lnTo>
                  <a:lnTo>
                    <a:pt x="4181284" y="833007"/>
                  </a:lnTo>
                  <a:lnTo>
                    <a:pt x="4181284" y="833007"/>
                  </a:lnTo>
                  <a:lnTo>
                    <a:pt x="4175811" y="833007"/>
                  </a:lnTo>
                  <a:lnTo>
                    <a:pt x="4175811" y="833007"/>
                  </a:lnTo>
                  <a:lnTo>
                    <a:pt x="4170338" y="833007"/>
                  </a:lnTo>
                  <a:lnTo>
                    <a:pt x="4170338" y="833007"/>
                  </a:lnTo>
                  <a:lnTo>
                    <a:pt x="4164865" y="833007"/>
                  </a:lnTo>
                  <a:lnTo>
                    <a:pt x="4164865" y="833007"/>
                  </a:lnTo>
                  <a:lnTo>
                    <a:pt x="4159392" y="833007"/>
                  </a:lnTo>
                  <a:lnTo>
                    <a:pt x="4159392" y="833007"/>
                  </a:lnTo>
                  <a:lnTo>
                    <a:pt x="4153920" y="833007"/>
                  </a:lnTo>
                  <a:lnTo>
                    <a:pt x="4153920" y="833007"/>
                  </a:lnTo>
                  <a:lnTo>
                    <a:pt x="4148447" y="833007"/>
                  </a:lnTo>
                  <a:lnTo>
                    <a:pt x="4148447" y="833007"/>
                  </a:lnTo>
                  <a:lnTo>
                    <a:pt x="4142974" y="833007"/>
                  </a:lnTo>
                  <a:lnTo>
                    <a:pt x="4142974" y="833007"/>
                  </a:lnTo>
                  <a:lnTo>
                    <a:pt x="4137501" y="833007"/>
                  </a:lnTo>
                  <a:lnTo>
                    <a:pt x="4137501" y="842311"/>
                  </a:lnTo>
                  <a:lnTo>
                    <a:pt x="4132028" y="842311"/>
                  </a:lnTo>
                  <a:lnTo>
                    <a:pt x="4132028" y="851613"/>
                  </a:lnTo>
                  <a:lnTo>
                    <a:pt x="4126555" y="851613"/>
                  </a:lnTo>
                  <a:lnTo>
                    <a:pt x="4126555" y="851613"/>
                  </a:lnTo>
                  <a:lnTo>
                    <a:pt x="4121082" y="851613"/>
                  </a:lnTo>
                  <a:lnTo>
                    <a:pt x="4121082" y="851613"/>
                  </a:lnTo>
                  <a:lnTo>
                    <a:pt x="4115609" y="851613"/>
                  </a:lnTo>
                  <a:lnTo>
                    <a:pt x="4115609" y="851613"/>
                  </a:lnTo>
                  <a:lnTo>
                    <a:pt x="4110136" y="851613"/>
                  </a:lnTo>
                  <a:lnTo>
                    <a:pt x="4110136" y="851613"/>
                  </a:lnTo>
                  <a:lnTo>
                    <a:pt x="4104664" y="851613"/>
                  </a:lnTo>
                  <a:lnTo>
                    <a:pt x="4104664" y="851613"/>
                  </a:lnTo>
                  <a:lnTo>
                    <a:pt x="4099191" y="851613"/>
                  </a:lnTo>
                  <a:lnTo>
                    <a:pt x="4099191" y="851613"/>
                  </a:lnTo>
                  <a:lnTo>
                    <a:pt x="4093718" y="851613"/>
                  </a:lnTo>
                  <a:lnTo>
                    <a:pt x="4093718" y="851613"/>
                  </a:lnTo>
                  <a:lnTo>
                    <a:pt x="4088245" y="851613"/>
                  </a:lnTo>
                  <a:lnTo>
                    <a:pt x="4088245" y="851613"/>
                  </a:lnTo>
                  <a:lnTo>
                    <a:pt x="4082772" y="851613"/>
                  </a:lnTo>
                  <a:lnTo>
                    <a:pt x="4082772" y="851613"/>
                  </a:lnTo>
                  <a:lnTo>
                    <a:pt x="4077299" y="851613"/>
                  </a:lnTo>
                  <a:lnTo>
                    <a:pt x="4077299" y="851613"/>
                  </a:lnTo>
                  <a:lnTo>
                    <a:pt x="4071826" y="851613"/>
                  </a:lnTo>
                  <a:lnTo>
                    <a:pt x="4071826" y="851613"/>
                  </a:lnTo>
                  <a:lnTo>
                    <a:pt x="4066353" y="851613"/>
                  </a:lnTo>
                  <a:lnTo>
                    <a:pt x="4066353" y="851613"/>
                  </a:lnTo>
                  <a:lnTo>
                    <a:pt x="4060880" y="851613"/>
                  </a:lnTo>
                  <a:lnTo>
                    <a:pt x="4060880" y="851613"/>
                  </a:lnTo>
                  <a:lnTo>
                    <a:pt x="4055408" y="851613"/>
                  </a:lnTo>
                  <a:lnTo>
                    <a:pt x="4055408" y="851613"/>
                  </a:lnTo>
                  <a:lnTo>
                    <a:pt x="4049935" y="851613"/>
                  </a:lnTo>
                  <a:lnTo>
                    <a:pt x="4049935" y="851613"/>
                  </a:lnTo>
                  <a:lnTo>
                    <a:pt x="4044462" y="851613"/>
                  </a:lnTo>
                  <a:lnTo>
                    <a:pt x="4044462" y="851613"/>
                  </a:lnTo>
                  <a:lnTo>
                    <a:pt x="4038989" y="851613"/>
                  </a:lnTo>
                  <a:lnTo>
                    <a:pt x="4038989" y="851613"/>
                  </a:lnTo>
                  <a:lnTo>
                    <a:pt x="4033516" y="851613"/>
                  </a:lnTo>
                  <a:lnTo>
                    <a:pt x="4033516" y="851613"/>
                  </a:lnTo>
                  <a:lnTo>
                    <a:pt x="4028043" y="851613"/>
                  </a:lnTo>
                  <a:lnTo>
                    <a:pt x="4028043" y="851613"/>
                  </a:lnTo>
                  <a:lnTo>
                    <a:pt x="4022570" y="851613"/>
                  </a:lnTo>
                  <a:lnTo>
                    <a:pt x="4022570" y="860771"/>
                  </a:lnTo>
                  <a:lnTo>
                    <a:pt x="4017097" y="860771"/>
                  </a:lnTo>
                  <a:lnTo>
                    <a:pt x="4017097" y="860771"/>
                  </a:lnTo>
                  <a:lnTo>
                    <a:pt x="4011625" y="860771"/>
                  </a:lnTo>
                  <a:lnTo>
                    <a:pt x="4011625" y="869921"/>
                  </a:lnTo>
                  <a:lnTo>
                    <a:pt x="4006152" y="869921"/>
                  </a:lnTo>
                  <a:lnTo>
                    <a:pt x="4006152" y="869921"/>
                  </a:lnTo>
                  <a:lnTo>
                    <a:pt x="4000679" y="869921"/>
                  </a:lnTo>
                  <a:lnTo>
                    <a:pt x="4000679" y="869921"/>
                  </a:lnTo>
                  <a:lnTo>
                    <a:pt x="3995206" y="869921"/>
                  </a:lnTo>
                  <a:lnTo>
                    <a:pt x="3995206" y="879042"/>
                  </a:lnTo>
                  <a:lnTo>
                    <a:pt x="3989733" y="879042"/>
                  </a:lnTo>
                  <a:lnTo>
                    <a:pt x="3989733" y="879042"/>
                  </a:lnTo>
                  <a:lnTo>
                    <a:pt x="3984260" y="879042"/>
                  </a:lnTo>
                  <a:lnTo>
                    <a:pt x="3984260" y="888135"/>
                  </a:lnTo>
                  <a:lnTo>
                    <a:pt x="3978787" y="888135"/>
                  </a:lnTo>
                  <a:lnTo>
                    <a:pt x="3978787" y="888135"/>
                  </a:lnTo>
                  <a:lnTo>
                    <a:pt x="3973314" y="888135"/>
                  </a:lnTo>
                  <a:lnTo>
                    <a:pt x="3973314" y="888135"/>
                  </a:lnTo>
                  <a:lnTo>
                    <a:pt x="3967841" y="888135"/>
                  </a:lnTo>
                  <a:lnTo>
                    <a:pt x="3967841" y="897208"/>
                  </a:lnTo>
                  <a:lnTo>
                    <a:pt x="3962369" y="897208"/>
                  </a:lnTo>
                  <a:lnTo>
                    <a:pt x="3962369" y="897208"/>
                  </a:lnTo>
                  <a:lnTo>
                    <a:pt x="3956896" y="897208"/>
                  </a:lnTo>
                  <a:lnTo>
                    <a:pt x="3956896" y="897208"/>
                  </a:lnTo>
                  <a:lnTo>
                    <a:pt x="3951423" y="897208"/>
                  </a:lnTo>
                  <a:lnTo>
                    <a:pt x="3951423" y="897208"/>
                  </a:lnTo>
                  <a:lnTo>
                    <a:pt x="3945950" y="897208"/>
                  </a:lnTo>
                  <a:lnTo>
                    <a:pt x="3945950" y="915283"/>
                  </a:lnTo>
                  <a:lnTo>
                    <a:pt x="3940477" y="915283"/>
                  </a:lnTo>
                  <a:lnTo>
                    <a:pt x="3940477" y="924318"/>
                  </a:lnTo>
                  <a:lnTo>
                    <a:pt x="3935004" y="924318"/>
                  </a:lnTo>
                  <a:lnTo>
                    <a:pt x="3935004" y="924318"/>
                  </a:lnTo>
                  <a:lnTo>
                    <a:pt x="3929531" y="924318"/>
                  </a:lnTo>
                  <a:lnTo>
                    <a:pt x="3929531" y="924318"/>
                  </a:lnTo>
                  <a:lnTo>
                    <a:pt x="3924058" y="924318"/>
                  </a:lnTo>
                  <a:lnTo>
                    <a:pt x="3924058" y="924318"/>
                  </a:lnTo>
                  <a:lnTo>
                    <a:pt x="3918585" y="924318"/>
                  </a:lnTo>
                  <a:lnTo>
                    <a:pt x="3918585" y="924318"/>
                  </a:lnTo>
                  <a:lnTo>
                    <a:pt x="3913113" y="924318"/>
                  </a:lnTo>
                  <a:lnTo>
                    <a:pt x="3913113" y="924318"/>
                  </a:lnTo>
                  <a:lnTo>
                    <a:pt x="3907640" y="924318"/>
                  </a:lnTo>
                  <a:lnTo>
                    <a:pt x="3907640" y="924318"/>
                  </a:lnTo>
                  <a:lnTo>
                    <a:pt x="3902167" y="924318"/>
                  </a:lnTo>
                  <a:lnTo>
                    <a:pt x="3902167" y="924318"/>
                  </a:lnTo>
                  <a:lnTo>
                    <a:pt x="3896694" y="924318"/>
                  </a:lnTo>
                  <a:lnTo>
                    <a:pt x="3896694" y="924318"/>
                  </a:lnTo>
                  <a:lnTo>
                    <a:pt x="3891221" y="924318"/>
                  </a:lnTo>
                  <a:lnTo>
                    <a:pt x="3891221" y="924318"/>
                  </a:lnTo>
                  <a:lnTo>
                    <a:pt x="3885748" y="924318"/>
                  </a:lnTo>
                  <a:lnTo>
                    <a:pt x="3885748" y="924318"/>
                  </a:lnTo>
                  <a:lnTo>
                    <a:pt x="3880275" y="924318"/>
                  </a:lnTo>
                  <a:lnTo>
                    <a:pt x="3880275" y="924318"/>
                  </a:lnTo>
                  <a:lnTo>
                    <a:pt x="3874802" y="924318"/>
                  </a:lnTo>
                  <a:lnTo>
                    <a:pt x="3874802" y="924318"/>
                  </a:lnTo>
                  <a:lnTo>
                    <a:pt x="3869329" y="924318"/>
                  </a:lnTo>
                  <a:lnTo>
                    <a:pt x="3869329" y="924318"/>
                  </a:lnTo>
                  <a:lnTo>
                    <a:pt x="3863857" y="924318"/>
                  </a:lnTo>
                  <a:lnTo>
                    <a:pt x="3863857" y="924318"/>
                  </a:lnTo>
                  <a:lnTo>
                    <a:pt x="3858384" y="924318"/>
                  </a:lnTo>
                  <a:lnTo>
                    <a:pt x="3858384" y="924318"/>
                  </a:lnTo>
                  <a:lnTo>
                    <a:pt x="3852911" y="924318"/>
                  </a:lnTo>
                  <a:lnTo>
                    <a:pt x="3852911" y="933276"/>
                  </a:lnTo>
                  <a:lnTo>
                    <a:pt x="3847438" y="933276"/>
                  </a:lnTo>
                  <a:lnTo>
                    <a:pt x="3847438" y="933276"/>
                  </a:lnTo>
                  <a:lnTo>
                    <a:pt x="3841965" y="933276"/>
                  </a:lnTo>
                  <a:lnTo>
                    <a:pt x="3841965" y="942226"/>
                  </a:lnTo>
                  <a:lnTo>
                    <a:pt x="3836492" y="942226"/>
                  </a:lnTo>
                  <a:lnTo>
                    <a:pt x="3836492" y="942226"/>
                  </a:lnTo>
                  <a:lnTo>
                    <a:pt x="3831019" y="942226"/>
                  </a:lnTo>
                  <a:lnTo>
                    <a:pt x="3831019" y="960085"/>
                  </a:lnTo>
                  <a:lnTo>
                    <a:pt x="3825546" y="960085"/>
                  </a:lnTo>
                  <a:lnTo>
                    <a:pt x="3825546" y="960085"/>
                  </a:lnTo>
                  <a:lnTo>
                    <a:pt x="3820074" y="960085"/>
                  </a:lnTo>
                  <a:lnTo>
                    <a:pt x="3820074" y="960085"/>
                  </a:lnTo>
                  <a:lnTo>
                    <a:pt x="3814601" y="960085"/>
                  </a:lnTo>
                  <a:lnTo>
                    <a:pt x="3814601" y="960085"/>
                  </a:lnTo>
                  <a:lnTo>
                    <a:pt x="3809128" y="960085"/>
                  </a:lnTo>
                  <a:lnTo>
                    <a:pt x="3809128" y="960085"/>
                  </a:lnTo>
                  <a:lnTo>
                    <a:pt x="3803655" y="960085"/>
                  </a:lnTo>
                  <a:lnTo>
                    <a:pt x="3803655" y="960085"/>
                  </a:lnTo>
                  <a:lnTo>
                    <a:pt x="3798182" y="960085"/>
                  </a:lnTo>
                  <a:lnTo>
                    <a:pt x="3798182" y="960085"/>
                  </a:lnTo>
                  <a:lnTo>
                    <a:pt x="3792709" y="960085"/>
                  </a:lnTo>
                  <a:lnTo>
                    <a:pt x="3792709" y="968963"/>
                  </a:lnTo>
                  <a:lnTo>
                    <a:pt x="3787236" y="968963"/>
                  </a:lnTo>
                  <a:lnTo>
                    <a:pt x="3787236" y="977840"/>
                  </a:lnTo>
                  <a:lnTo>
                    <a:pt x="3781763" y="977840"/>
                  </a:lnTo>
                  <a:lnTo>
                    <a:pt x="3781763" y="977840"/>
                  </a:lnTo>
                  <a:lnTo>
                    <a:pt x="3776290" y="977840"/>
                  </a:lnTo>
                  <a:lnTo>
                    <a:pt x="3776290" y="977840"/>
                  </a:lnTo>
                  <a:lnTo>
                    <a:pt x="3770818" y="977840"/>
                  </a:lnTo>
                  <a:lnTo>
                    <a:pt x="3770818" y="977840"/>
                  </a:lnTo>
                  <a:lnTo>
                    <a:pt x="3765345" y="977840"/>
                  </a:lnTo>
                  <a:lnTo>
                    <a:pt x="3765345" y="977840"/>
                  </a:lnTo>
                  <a:lnTo>
                    <a:pt x="3759872" y="977840"/>
                  </a:lnTo>
                  <a:lnTo>
                    <a:pt x="3759872" y="977840"/>
                  </a:lnTo>
                  <a:lnTo>
                    <a:pt x="3754399" y="977840"/>
                  </a:lnTo>
                  <a:lnTo>
                    <a:pt x="3754399" y="986686"/>
                  </a:lnTo>
                  <a:lnTo>
                    <a:pt x="3748926" y="986686"/>
                  </a:lnTo>
                  <a:lnTo>
                    <a:pt x="3748926" y="986686"/>
                  </a:lnTo>
                  <a:lnTo>
                    <a:pt x="3743453" y="986686"/>
                  </a:lnTo>
                  <a:lnTo>
                    <a:pt x="3743453" y="986686"/>
                  </a:lnTo>
                  <a:lnTo>
                    <a:pt x="3737980" y="986686"/>
                  </a:lnTo>
                  <a:lnTo>
                    <a:pt x="3737980" y="995518"/>
                  </a:lnTo>
                  <a:lnTo>
                    <a:pt x="3732507" y="995518"/>
                  </a:lnTo>
                  <a:lnTo>
                    <a:pt x="3732507" y="995518"/>
                  </a:lnTo>
                  <a:lnTo>
                    <a:pt x="3727034" y="995518"/>
                  </a:lnTo>
                  <a:lnTo>
                    <a:pt x="3727034" y="995518"/>
                  </a:lnTo>
                  <a:lnTo>
                    <a:pt x="3721562" y="995518"/>
                  </a:lnTo>
                  <a:lnTo>
                    <a:pt x="3721562" y="995518"/>
                  </a:lnTo>
                  <a:lnTo>
                    <a:pt x="3716089" y="995518"/>
                  </a:lnTo>
                  <a:lnTo>
                    <a:pt x="3716089" y="995518"/>
                  </a:lnTo>
                  <a:lnTo>
                    <a:pt x="3710616" y="995518"/>
                  </a:lnTo>
                  <a:lnTo>
                    <a:pt x="3710616" y="995518"/>
                  </a:lnTo>
                  <a:lnTo>
                    <a:pt x="3705143" y="995518"/>
                  </a:lnTo>
                  <a:lnTo>
                    <a:pt x="3705143" y="1004331"/>
                  </a:lnTo>
                  <a:lnTo>
                    <a:pt x="3699670" y="1004331"/>
                  </a:lnTo>
                  <a:lnTo>
                    <a:pt x="3699670" y="1004331"/>
                  </a:lnTo>
                  <a:lnTo>
                    <a:pt x="3694197" y="1004331"/>
                  </a:lnTo>
                  <a:lnTo>
                    <a:pt x="3694197" y="1004331"/>
                  </a:lnTo>
                  <a:lnTo>
                    <a:pt x="3688724" y="1004331"/>
                  </a:lnTo>
                  <a:lnTo>
                    <a:pt x="3688724" y="1004331"/>
                  </a:lnTo>
                  <a:lnTo>
                    <a:pt x="3683251" y="1004331"/>
                  </a:lnTo>
                  <a:lnTo>
                    <a:pt x="3683251" y="1004331"/>
                  </a:lnTo>
                  <a:lnTo>
                    <a:pt x="3677779" y="1004331"/>
                  </a:lnTo>
                  <a:lnTo>
                    <a:pt x="3677779" y="1013090"/>
                  </a:lnTo>
                  <a:lnTo>
                    <a:pt x="3672306" y="1013090"/>
                  </a:lnTo>
                  <a:lnTo>
                    <a:pt x="3672306" y="1021848"/>
                  </a:lnTo>
                  <a:lnTo>
                    <a:pt x="3666833" y="1021848"/>
                  </a:lnTo>
                  <a:lnTo>
                    <a:pt x="3666833" y="1030604"/>
                  </a:lnTo>
                  <a:lnTo>
                    <a:pt x="3661360" y="1030604"/>
                  </a:lnTo>
                  <a:lnTo>
                    <a:pt x="3661360" y="1030604"/>
                  </a:lnTo>
                  <a:lnTo>
                    <a:pt x="3655887" y="1030604"/>
                  </a:lnTo>
                  <a:lnTo>
                    <a:pt x="3655887" y="1030604"/>
                  </a:lnTo>
                  <a:lnTo>
                    <a:pt x="3650414" y="1030604"/>
                  </a:lnTo>
                  <a:lnTo>
                    <a:pt x="3650414" y="1030604"/>
                  </a:lnTo>
                  <a:lnTo>
                    <a:pt x="3644941" y="1030604"/>
                  </a:lnTo>
                  <a:lnTo>
                    <a:pt x="3644941" y="1030604"/>
                  </a:lnTo>
                  <a:lnTo>
                    <a:pt x="3639468" y="1030604"/>
                  </a:lnTo>
                  <a:lnTo>
                    <a:pt x="3639468" y="1039342"/>
                  </a:lnTo>
                  <a:lnTo>
                    <a:pt x="3633995" y="1039342"/>
                  </a:lnTo>
                  <a:lnTo>
                    <a:pt x="3633995" y="1039342"/>
                  </a:lnTo>
                  <a:lnTo>
                    <a:pt x="3628523" y="1039342"/>
                  </a:lnTo>
                  <a:lnTo>
                    <a:pt x="3628523" y="1039342"/>
                  </a:lnTo>
                  <a:lnTo>
                    <a:pt x="3623050" y="1039342"/>
                  </a:lnTo>
                  <a:lnTo>
                    <a:pt x="3623050" y="1039342"/>
                  </a:lnTo>
                  <a:lnTo>
                    <a:pt x="3617577" y="1039342"/>
                  </a:lnTo>
                  <a:lnTo>
                    <a:pt x="3617577" y="1039342"/>
                  </a:lnTo>
                  <a:lnTo>
                    <a:pt x="3612104" y="1039342"/>
                  </a:lnTo>
                  <a:lnTo>
                    <a:pt x="3612104" y="1048067"/>
                  </a:lnTo>
                  <a:lnTo>
                    <a:pt x="3606631" y="1048067"/>
                  </a:lnTo>
                  <a:lnTo>
                    <a:pt x="3606631" y="1048067"/>
                  </a:lnTo>
                  <a:lnTo>
                    <a:pt x="3601158" y="1048067"/>
                  </a:lnTo>
                  <a:lnTo>
                    <a:pt x="3601158" y="1048067"/>
                  </a:lnTo>
                  <a:lnTo>
                    <a:pt x="3595685" y="1048067"/>
                  </a:lnTo>
                  <a:lnTo>
                    <a:pt x="3595685" y="1048067"/>
                  </a:lnTo>
                  <a:lnTo>
                    <a:pt x="3590212" y="1048067"/>
                  </a:lnTo>
                  <a:lnTo>
                    <a:pt x="3590212" y="1048067"/>
                  </a:lnTo>
                  <a:lnTo>
                    <a:pt x="3584739" y="1048067"/>
                  </a:lnTo>
                  <a:lnTo>
                    <a:pt x="3584739" y="1048067"/>
                  </a:lnTo>
                  <a:lnTo>
                    <a:pt x="3579267" y="1048067"/>
                  </a:lnTo>
                  <a:lnTo>
                    <a:pt x="3579267" y="1048067"/>
                  </a:lnTo>
                  <a:lnTo>
                    <a:pt x="3573794" y="1048067"/>
                  </a:lnTo>
                  <a:lnTo>
                    <a:pt x="3573794" y="1048067"/>
                  </a:lnTo>
                  <a:lnTo>
                    <a:pt x="3568321" y="1048067"/>
                  </a:lnTo>
                  <a:lnTo>
                    <a:pt x="3568321" y="1048067"/>
                  </a:lnTo>
                  <a:lnTo>
                    <a:pt x="3562848" y="1048067"/>
                  </a:lnTo>
                  <a:lnTo>
                    <a:pt x="3562848" y="1056756"/>
                  </a:lnTo>
                  <a:lnTo>
                    <a:pt x="3557375" y="1056756"/>
                  </a:lnTo>
                  <a:lnTo>
                    <a:pt x="3557375" y="1056756"/>
                  </a:lnTo>
                  <a:lnTo>
                    <a:pt x="3551902" y="1056756"/>
                  </a:lnTo>
                  <a:lnTo>
                    <a:pt x="3551902" y="1056756"/>
                  </a:lnTo>
                  <a:lnTo>
                    <a:pt x="3546429" y="1056756"/>
                  </a:lnTo>
                  <a:lnTo>
                    <a:pt x="3546429" y="1056756"/>
                  </a:lnTo>
                  <a:lnTo>
                    <a:pt x="3540956" y="1056756"/>
                  </a:lnTo>
                  <a:lnTo>
                    <a:pt x="3540956" y="1065434"/>
                  </a:lnTo>
                  <a:lnTo>
                    <a:pt x="3535483" y="1065434"/>
                  </a:lnTo>
                  <a:lnTo>
                    <a:pt x="3535483" y="1065434"/>
                  </a:lnTo>
                  <a:lnTo>
                    <a:pt x="3530011" y="1065434"/>
                  </a:lnTo>
                  <a:lnTo>
                    <a:pt x="3530011" y="1065434"/>
                  </a:lnTo>
                  <a:lnTo>
                    <a:pt x="3524538" y="1065434"/>
                  </a:lnTo>
                  <a:lnTo>
                    <a:pt x="3524538" y="1065434"/>
                  </a:lnTo>
                  <a:lnTo>
                    <a:pt x="3519065" y="1065434"/>
                  </a:lnTo>
                  <a:lnTo>
                    <a:pt x="3519065" y="1074071"/>
                  </a:lnTo>
                  <a:lnTo>
                    <a:pt x="3513592" y="1074071"/>
                  </a:lnTo>
                  <a:lnTo>
                    <a:pt x="3513592" y="1074071"/>
                  </a:lnTo>
                  <a:lnTo>
                    <a:pt x="3508119" y="1074071"/>
                  </a:lnTo>
                  <a:lnTo>
                    <a:pt x="3508119" y="1074071"/>
                  </a:lnTo>
                  <a:lnTo>
                    <a:pt x="3502646" y="1074071"/>
                  </a:lnTo>
                  <a:lnTo>
                    <a:pt x="3502646" y="1074071"/>
                  </a:lnTo>
                  <a:lnTo>
                    <a:pt x="3497173" y="1074071"/>
                  </a:lnTo>
                  <a:lnTo>
                    <a:pt x="3497173" y="1082685"/>
                  </a:lnTo>
                  <a:lnTo>
                    <a:pt x="3491700" y="1082685"/>
                  </a:lnTo>
                  <a:lnTo>
                    <a:pt x="3491700" y="1082685"/>
                  </a:lnTo>
                  <a:lnTo>
                    <a:pt x="3486228" y="1082685"/>
                  </a:lnTo>
                  <a:lnTo>
                    <a:pt x="3486228" y="1091277"/>
                  </a:lnTo>
                  <a:lnTo>
                    <a:pt x="3480755" y="1091277"/>
                  </a:lnTo>
                  <a:lnTo>
                    <a:pt x="3480755" y="1099856"/>
                  </a:lnTo>
                  <a:lnTo>
                    <a:pt x="3475282" y="1099856"/>
                  </a:lnTo>
                  <a:lnTo>
                    <a:pt x="3475282" y="1099856"/>
                  </a:lnTo>
                  <a:lnTo>
                    <a:pt x="3469809" y="1099856"/>
                  </a:lnTo>
                  <a:lnTo>
                    <a:pt x="3469809" y="1099856"/>
                  </a:lnTo>
                  <a:lnTo>
                    <a:pt x="3464336" y="1099856"/>
                  </a:lnTo>
                  <a:lnTo>
                    <a:pt x="3464336" y="1099856"/>
                  </a:lnTo>
                  <a:lnTo>
                    <a:pt x="3458863" y="1099856"/>
                  </a:lnTo>
                  <a:lnTo>
                    <a:pt x="3458863" y="1099856"/>
                  </a:lnTo>
                  <a:lnTo>
                    <a:pt x="3453390" y="1099856"/>
                  </a:lnTo>
                  <a:lnTo>
                    <a:pt x="3453390" y="1108428"/>
                  </a:lnTo>
                  <a:lnTo>
                    <a:pt x="3447917" y="1108428"/>
                  </a:lnTo>
                  <a:lnTo>
                    <a:pt x="3447917" y="1125526"/>
                  </a:lnTo>
                  <a:lnTo>
                    <a:pt x="3442444" y="1125526"/>
                  </a:lnTo>
                  <a:lnTo>
                    <a:pt x="3442444" y="1142616"/>
                  </a:lnTo>
                  <a:lnTo>
                    <a:pt x="3436972" y="1142616"/>
                  </a:lnTo>
                  <a:lnTo>
                    <a:pt x="3436972" y="1142616"/>
                  </a:lnTo>
                  <a:lnTo>
                    <a:pt x="3431499" y="1142616"/>
                  </a:lnTo>
                  <a:lnTo>
                    <a:pt x="3431499" y="1142616"/>
                  </a:lnTo>
                  <a:lnTo>
                    <a:pt x="3426026" y="1142616"/>
                  </a:lnTo>
                  <a:lnTo>
                    <a:pt x="3426026" y="1142616"/>
                  </a:lnTo>
                  <a:lnTo>
                    <a:pt x="3420553" y="1142616"/>
                  </a:lnTo>
                  <a:lnTo>
                    <a:pt x="3420553" y="1142616"/>
                  </a:lnTo>
                  <a:lnTo>
                    <a:pt x="3415080" y="1142616"/>
                  </a:lnTo>
                  <a:lnTo>
                    <a:pt x="3415080" y="1142616"/>
                  </a:lnTo>
                  <a:lnTo>
                    <a:pt x="3409607" y="1142616"/>
                  </a:lnTo>
                  <a:lnTo>
                    <a:pt x="3409607" y="1142616"/>
                  </a:lnTo>
                  <a:lnTo>
                    <a:pt x="3404134" y="1142616"/>
                  </a:lnTo>
                  <a:lnTo>
                    <a:pt x="3404134" y="1142616"/>
                  </a:lnTo>
                  <a:lnTo>
                    <a:pt x="3398661" y="1142616"/>
                  </a:lnTo>
                  <a:lnTo>
                    <a:pt x="3398661" y="1142616"/>
                  </a:lnTo>
                  <a:lnTo>
                    <a:pt x="3393188" y="1142616"/>
                  </a:lnTo>
                  <a:lnTo>
                    <a:pt x="3393188" y="1142616"/>
                  </a:lnTo>
                  <a:lnTo>
                    <a:pt x="3387716" y="1142616"/>
                  </a:lnTo>
                  <a:lnTo>
                    <a:pt x="3387716" y="1142616"/>
                  </a:lnTo>
                  <a:lnTo>
                    <a:pt x="3382243" y="1142616"/>
                  </a:lnTo>
                  <a:lnTo>
                    <a:pt x="3382243" y="1142616"/>
                  </a:lnTo>
                  <a:lnTo>
                    <a:pt x="3376770" y="1142616"/>
                  </a:lnTo>
                  <a:lnTo>
                    <a:pt x="3376770" y="1142616"/>
                  </a:lnTo>
                  <a:lnTo>
                    <a:pt x="3371297" y="1142616"/>
                  </a:lnTo>
                  <a:lnTo>
                    <a:pt x="3371297" y="1159538"/>
                  </a:lnTo>
                  <a:lnTo>
                    <a:pt x="3365824" y="1159538"/>
                  </a:lnTo>
                  <a:lnTo>
                    <a:pt x="3365824" y="1159538"/>
                  </a:lnTo>
                  <a:lnTo>
                    <a:pt x="3360351" y="1159538"/>
                  </a:lnTo>
                  <a:lnTo>
                    <a:pt x="3360351" y="1159538"/>
                  </a:lnTo>
                  <a:lnTo>
                    <a:pt x="3354878" y="1159538"/>
                  </a:lnTo>
                  <a:lnTo>
                    <a:pt x="3354878" y="1159538"/>
                  </a:lnTo>
                  <a:lnTo>
                    <a:pt x="3349405" y="1159538"/>
                  </a:lnTo>
                  <a:lnTo>
                    <a:pt x="3349405" y="1159538"/>
                  </a:lnTo>
                  <a:lnTo>
                    <a:pt x="3343932" y="1159538"/>
                  </a:lnTo>
                  <a:lnTo>
                    <a:pt x="3343932" y="1159538"/>
                  </a:lnTo>
                  <a:lnTo>
                    <a:pt x="3338460" y="1159538"/>
                  </a:lnTo>
                  <a:lnTo>
                    <a:pt x="3338460" y="1159538"/>
                  </a:lnTo>
                  <a:lnTo>
                    <a:pt x="3332987" y="1159538"/>
                  </a:lnTo>
                  <a:lnTo>
                    <a:pt x="3332987" y="1167971"/>
                  </a:lnTo>
                  <a:lnTo>
                    <a:pt x="3327514" y="1167971"/>
                  </a:lnTo>
                  <a:lnTo>
                    <a:pt x="3327514" y="1167971"/>
                  </a:lnTo>
                  <a:lnTo>
                    <a:pt x="3322041" y="1167971"/>
                  </a:lnTo>
                  <a:lnTo>
                    <a:pt x="3322041" y="1167971"/>
                  </a:lnTo>
                  <a:lnTo>
                    <a:pt x="3316568" y="1167971"/>
                  </a:lnTo>
                  <a:lnTo>
                    <a:pt x="3316568" y="1167971"/>
                  </a:lnTo>
                  <a:lnTo>
                    <a:pt x="3311095" y="1167971"/>
                  </a:lnTo>
                  <a:lnTo>
                    <a:pt x="3311095" y="1167971"/>
                  </a:lnTo>
                  <a:lnTo>
                    <a:pt x="3305622" y="1167971"/>
                  </a:lnTo>
                  <a:lnTo>
                    <a:pt x="3305622" y="1167971"/>
                  </a:lnTo>
                  <a:lnTo>
                    <a:pt x="3300149" y="1167971"/>
                  </a:lnTo>
                  <a:lnTo>
                    <a:pt x="3300149" y="1167971"/>
                  </a:lnTo>
                  <a:lnTo>
                    <a:pt x="3294677" y="1167971"/>
                  </a:lnTo>
                  <a:lnTo>
                    <a:pt x="3294677" y="1167971"/>
                  </a:lnTo>
                  <a:lnTo>
                    <a:pt x="3289204" y="1167971"/>
                  </a:lnTo>
                  <a:lnTo>
                    <a:pt x="3289204" y="1167971"/>
                  </a:lnTo>
                  <a:lnTo>
                    <a:pt x="3283731" y="1167971"/>
                  </a:lnTo>
                  <a:lnTo>
                    <a:pt x="3283731" y="1167971"/>
                  </a:lnTo>
                  <a:lnTo>
                    <a:pt x="3278258" y="1167971"/>
                  </a:lnTo>
                  <a:lnTo>
                    <a:pt x="3278258" y="1176368"/>
                  </a:lnTo>
                  <a:lnTo>
                    <a:pt x="3272785" y="1176368"/>
                  </a:lnTo>
                  <a:lnTo>
                    <a:pt x="3272785" y="1184754"/>
                  </a:lnTo>
                  <a:lnTo>
                    <a:pt x="3267312" y="1184754"/>
                  </a:lnTo>
                  <a:lnTo>
                    <a:pt x="3267312" y="1184754"/>
                  </a:lnTo>
                  <a:lnTo>
                    <a:pt x="3261839" y="1184754"/>
                  </a:lnTo>
                  <a:lnTo>
                    <a:pt x="3261839" y="1184754"/>
                  </a:lnTo>
                  <a:lnTo>
                    <a:pt x="3256366" y="1184754"/>
                  </a:lnTo>
                  <a:lnTo>
                    <a:pt x="3256366" y="1184754"/>
                  </a:lnTo>
                  <a:lnTo>
                    <a:pt x="3250893" y="1184754"/>
                  </a:lnTo>
                  <a:lnTo>
                    <a:pt x="3250893" y="1184754"/>
                  </a:lnTo>
                  <a:lnTo>
                    <a:pt x="3245421" y="1184754"/>
                  </a:lnTo>
                  <a:lnTo>
                    <a:pt x="3245421" y="1184754"/>
                  </a:lnTo>
                  <a:lnTo>
                    <a:pt x="3239948" y="1184754"/>
                  </a:lnTo>
                  <a:lnTo>
                    <a:pt x="3239948" y="1184754"/>
                  </a:lnTo>
                  <a:lnTo>
                    <a:pt x="3234475" y="1184754"/>
                  </a:lnTo>
                  <a:lnTo>
                    <a:pt x="3234475" y="1184754"/>
                  </a:lnTo>
                  <a:lnTo>
                    <a:pt x="3229002" y="1184754"/>
                  </a:lnTo>
                  <a:lnTo>
                    <a:pt x="3229002" y="1184754"/>
                  </a:lnTo>
                  <a:lnTo>
                    <a:pt x="3223529" y="1184754"/>
                  </a:lnTo>
                  <a:lnTo>
                    <a:pt x="3223529" y="1184754"/>
                  </a:lnTo>
                  <a:lnTo>
                    <a:pt x="3218056" y="1184754"/>
                  </a:lnTo>
                  <a:lnTo>
                    <a:pt x="3218056" y="1184754"/>
                  </a:lnTo>
                  <a:lnTo>
                    <a:pt x="3212583" y="1184754"/>
                  </a:lnTo>
                  <a:lnTo>
                    <a:pt x="3212583" y="1184754"/>
                  </a:lnTo>
                  <a:lnTo>
                    <a:pt x="3207110" y="1184754"/>
                  </a:lnTo>
                  <a:lnTo>
                    <a:pt x="3207110" y="1184754"/>
                  </a:lnTo>
                  <a:lnTo>
                    <a:pt x="3201637" y="1184754"/>
                  </a:lnTo>
                  <a:lnTo>
                    <a:pt x="3201637" y="1184754"/>
                  </a:lnTo>
                  <a:lnTo>
                    <a:pt x="3196165" y="1184754"/>
                  </a:lnTo>
                  <a:lnTo>
                    <a:pt x="3196165" y="1184754"/>
                  </a:lnTo>
                  <a:lnTo>
                    <a:pt x="3190692" y="1184754"/>
                  </a:lnTo>
                  <a:lnTo>
                    <a:pt x="3190692" y="1184754"/>
                  </a:lnTo>
                  <a:lnTo>
                    <a:pt x="3185219" y="1184754"/>
                  </a:lnTo>
                  <a:lnTo>
                    <a:pt x="3185219" y="1184754"/>
                  </a:lnTo>
                  <a:lnTo>
                    <a:pt x="3179746" y="1184754"/>
                  </a:lnTo>
                  <a:lnTo>
                    <a:pt x="3179746" y="1184754"/>
                  </a:lnTo>
                  <a:lnTo>
                    <a:pt x="3174273" y="1184754"/>
                  </a:lnTo>
                  <a:lnTo>
                    <a:pt x="3174273" y="1184754"/>
                  </a:lnTo>
                  <a:lnTo>
                    <a:pt x="3168800" y="1184754"/>
                  </a:lnTo>
                  <a:lnTo>
                    <a:pt x="3168800" y="1184754"/>
                  </a:lnTo>
                  <a:lnTo>
                    <a:pt x="3163327" y="1184754"/>
                  </a:lnTo>
                  <a:lnTo>
                    <a:pt x="3163327" y="1184754"/>
                  </a:lnTo>
                  <a:lnTo>
                    <a:pt x="3157854" y="1184754"/>
                  </a:lnTo>
                  <a:lnTo>
                    <a:pt x="3157854" y="1184754"/>
                  </a:lnTo>
                  <a:lnTo>
                    <a:pt x="3152382" y="1184754"/>
                  </a:lnTo>
                  <a:lnTo>
                    <a:pt x="3152382" y="1184754"/>
                  </a:lnTo>
                  <a:lnTo>
                    <a:pt x="3146909" y="1184754"/>
                  </a:lnTo>
                  <a:lnTo>
                    <a:pt x="3146909" y="1184754"/>
                  </a:lnTo>
                  <a:lnTo>
                    <a:pt x="3141436" y="1184754"/>
                  </a:lnTo>
                  <a:lnTo>
                    <a:pt x="3141436" y="1184754"/>
                  </a:lnTo>
                  <a:lnTo>
                    <a:pt x="3135963" y="1184754"/>
                  </a:lnTo>
                  <a:lnTo>
                    <a:pt x="3135963" y="1184754"/>
                  </a:lnTo>
                  <a:lnTo>
                    <a:pt x="3130490" y="1184754"/>
                  </a:lnTo>
                  <a:lnTo>
                    <a:pt x="3130490" y="1184754"/>
                  </a:lnTo>
                  <a:lnTo>
                    <a:pt x="3125017" y="1184754"/>
                  </a:lnTo>
                  <a:lnTo>
                    <a:pt x="3125017" y="1184754"/>
                  </a:lnTo>
                  <a:lnTo>
                    <a:pt x="3119544" y="1184754"/>
                  </a:lnTo>
                  <a:lnTo>
                    <a:pt x="3119544" y="1184754"/>
                  </a:lnTo>
                  <a:lnTo>
                    <a:pt x="3114071" y="1184754"/>
                  </a:lnTo>
                  <a:lnTo>
                    <a:pt x="3114071" y="1193008"/>
                  </a:lnTo>
                  <a:lnTo>
                    <a:pt x="3108598" y="1193008"/>
                  </a:lnTo>
                  <a:lnTo>
                    <a:pt x="3108598" y="1193008"/>
                  </a:lnTo>
                  <a:lnTo>
                    <a:pt x="3103126" y="1193008"/>
                  </a:lnTo>
                  <a:lnTo>
                    <a:pt x="3103126" y="1193008"/>
                  </a:lnTo>
                  <a:lnTo>
                    <a:pt x="3097653" y="1193008"/>
                  </a:lnTo>
                  <a:lnTo>
                    <a:pt x="3097653" y="1193008"/>
                  </a:lnTo>
                  <a:lnTo>
                    <a:pt x="3092180" y="1193008"/>
                  </a:lnTo>
                  <a:lnTo>
                    <a:pt x="3092180" y="1193008"/>
                  </a:lnTo>
                  <a:lnTo>
                    <a:pt x="3086707" y="1193008"/>
                  </a:lnTo>
                  <a:lnTo>
                    <a:pt x="3086707" y="1193008"/>
                  </a:lnTo>
                  <a:lnTo>
                    <a:pt x="3081234" y="1193008"/>
                  </a:lnTo>
                  <a:lnTo>
                    <a:pt x="3081234" y="1193008"/>
                  </a:lnTo>
                  <a:lnTo>
                    <a:pt x="3075761" y="1193008"/>
                  </a:lnTo>
                  <a:lnTo>
                    <a:pt x="3075761" y="1193008"/>
                  </a:lnTo>
                  <a:lnTo>
                    <a:pt x="3070288" y="1193008"/>
                  </a:lnTo>
                  <a:lnTo>
                    <a:pt x="3070288" y="1193008"/>
                  </a:lnTo>
                  <a:lnTo>
                    <a:pt x="3064815" y="1193008"/>
                  </a:lnTo>
                  <a:lnTo>
                    <a:pt x="3064815" y="1201237"/>
                  </a:lnTo>
                  <a:lnTo>
                    <a:pt x="3059342" y="1201237"/>
                  </a:lnTo>
                  <a:lnTo>
                    <a:pt x="3059342" y="1201237"/>
                  </a:lnTo>
                  <a:lnTo>
                    <a:pt x="3053870" y="1201237"/>
                  </a:lnTo>
                  <a:lnTo>
                    <a:pt x="3053870" y="1209460"/>
                  </a:lnTo>
                  <a:lnTo>
                    <a:pt x="3048397" y="1209460"/>
                  </a:lnTo>
                  <a:lnTo>
                    <a:pt x="3048397" y="1209460"/>
                  </a:lnTo>
                  <a:lnTo>
                    <a:pt x="3042924" y="1209460"/>
                  </a:lnTo>
                  <a:lnTo>
                    <a:pt x="3042924" y="1209460"/>
                  </a:lnTo>
                  <a:lnTo>
                    <a:pt x="3037451" y="1209460"/>
                  </a:lnTo>
                  <a:lnTo>
                    <a:pt x="3037451" y="1209460"/>
                  </a:lnTo>
                  <a:lnTo>
                    <a:pt x="3031978" y="1209460"/>
                  </a:lnTo>
                  <a:lnTo>
                    <a:pt x="3031978" y="1209460"/>
                  </a:lnTo>
                  <a:lnTo>
                    <a:pt x="3026505" y="1209460"/>
                  </a:lnTo>
                  <a:lnTo>
                    <a:pt x="3026505" y="1209460"/>
                  </a:lnTo>
                  <a:lnTo>
                    <a:pt x="3021032" y="1209460"/>
                  </a:lnTo>
                  <a:lnTo>
                    <a:pt x="3021032" y="1209460"/>
                  </a:lnTo>
                  <a:lnTo>
                    <a:pt x="3015559" y="1209460"/>
                  </a:lnTo>
                  <a:lnTo>
                    <a:pt x="3015559" y="1209460"/>
                  </a:lnTo>
                  <a:lnTo>
                    <a:pt x="3010086" y="1209460"/>
                  </a:lnTo>
                  <a:lnTo>
                    <a:pt x="3010086" y="1209460"/>
                  </a:lnTo>
                  <a:lnTo>
                    <a:pt x="3004614" y="1209460"/>
                  </a:lnTo>
                  <a:lnTo>
                    <a:pt x="3004614" y="1209460"/>
                  </a:lnTo>
                  <a:lnTo>
                    <a:pt x="2999141" y="1209460"/>
                  </a:lnTo>
                  <a:lnTo>
                    <a:pt x="2999141" y="1209460"/>
                  </a:lnTo>
                  <a:lnTo>
                    <a:pt x="2993668" y="1209460"/>
                  </a:lnTo>
                  <a:lnTo>
                    <a:pt x="2993668" y="1209460"/>
                  </a:lnTo>
                  <a:lnTo>
                    <a:pt x="2988195" y="1209460"/>
                  </a:lnTo>
                  <a:lnTo>
                    <a:pt x="2988195" y="1225840"/>
                  </a:lnTo>
                  <a:lnTo>
                    <a:pt x="2982722" y="1225840"/>
                  </a:lnTo>
                  <a:lnTo>
                    <a:pt x="2982722" y="1225840"/>
                  </a:lnTo>
                  <a:lnTo>
                    <a:pt x="2977249" y="1225840"/>
                  </a:lnTo>
                  <a:lnTo>
                    <a:pt x="2977249" y="1225840"/>
                  </a:lnTo>
                  <a:lnTo>
                    <a:pt x="2971776" y="1225840"/>
                  </a:lnTo>
                  <a:lnTo>
                    <a:pt x="2971776" y="1225840"/>
                  </a:lnTo>
                  <a:lnTo>
                    <a:pt x="2966303" y="1225840"/>
                  </a:lnTo>
                  <a:lnTo>
                    <a:pt x="2966303" y="1225840"/>
                  </a:lnTo>
                  <a:lnTo>
                    <a:pt x="2960831" y="1225840"/>
                  </a:lnTo>
                  <a:lnTo>
                    <a:pt x="2960831" y="1234028"/>
                  </a:lnTo>
                  <a:lnTo>
                    <a:pt x="2955358" y="1234028"/>
                  </a:lnTo>
                  <a:lnTo>
                    <a:pt x="2955358" y="1242206"/>
                  </a:lnTo>
                  <a:lnTo>
                    <a:pt x="2949885" y="1242206"/>
                  </a:lnTo>
                  <a:lnTo>
                    <a:pt x="2949885" y="1242206"/>
                  </a:lnTo>
                  <a:lnTo>
                    <a:pt x="2944412" y="1242206"/>
                  </a:lnTo>
                  <a:lnTo>
                    <a:pt x="2944412" y="1242206"/>
                  </a:lnTo>
                  <a:lnTo>
                    <a:pt x="2938939" y="1242206"/>
                  </a:lnTo>
                  <a:lnTo>
                    <a:pt x="2938939" y="1250360"/>
                  </a:lnTo>
                  <a:lnTo>
                    <a:pt x="2933466" y="1250360"/>
                  </a:lnTo>
                  <a:lnTo>
                    <a:pt x="2933466" y="1250360"/>
                  </a:lnTo>
                  <a:lnTo>
                    <a:pt x="2927993" y="1250360"/>
                  </a:lnTo>
                  <a:lnTo>
                    <a:pt x="2927993" y="1250360"/>
                  </a:lnTo>
                  <a:lnTo>
                    <a:pt x="2922520" y="1250360"/>
                  </a:lnTo>
                  <a:lnTo>
                    <a:pt x="2922520" y="1250360"/>
                  </a:lnTo>
                  <a:lnTo>
                    <a:pt x="2917047" y="1250360"/>
                  </a:lnTo>
                  <a:lnTo>
                    <a:pt x="2917047" y="1250360"/>
                  </a:lnTo>
                  <a:lnTo>
                    <a:pt x="2911575" y="1250360"/>
                  </a:lnTo>
                  <a:lnTo>
                    <a:pt x="2911575" y="1258492"/>
                  </a:lnTo>
                  <a:lnTo>
                    <a:pt x="2906102" y="1258492"/>
                  </a:lnTo>
                  <a:lnTo>
                    <a:pt x="2906102" y="1258492"/>
                  </a:lnTo>
                  <a:lnTo>
                    <a:pt x="2900629" y="1258492"/>
                  </a:lnTo>
                  <a:lnTo>
                    <a:pt x="2900629" y="1258492"/>
                  </a:lnTo>
                  <a:lnTo>
                    <a:pt x="2895156" y="1258492"/>
                  </a:lnTo>
                  <a:lnTo>
                    <a:pt x="2895156" y="1258492"/>
                  </a:lnTo>
                  <a:lnTo>
                    <a:pt x="2889683" y="1258492"/>
                  </a:lnTo>
                  <a:lnTo>
                    <a:pt x="2889683" y="1258492"/>
                  </a:lnTo>
                  <a:lnTo>
                    <a:pt x="2884210" y="1258492"/>
                  </a:lnTo>
                  <a:lnTo>
                    <a:pt x="2884210" y="1258492"/>
                  </a:lnTo>
                  <a:lnTo>
                    <a:pt x="2878737" y="1258492"/>
                  </a:lnTo>
                  <a:lnTo>
                    <a:pt x="2878737" y="1258492"/>
                  </a:lnTo>
                  <a:lnTo>
                    <a:pt x="2873264" y="1258492"/>
                  </a:lnTo>
                  <a:lnTo>
                    <a:pt x="2873264" y="1266614"/>
                  </a:lnTo>
                  <a:lnTo>
                    <a:pt x="2867791" y="1266614"/>
                  </a:lnTo>
                  <a:lnTo>
                    <a:pt x="2867791" y="1266614"/>
                  </a:lnTo>
                  <a:lnTo>
                    <a:pt x="2862319" y="1266614"/>
                  </a:lnTo>
                  <a:lnTo>
                    <a:pt x="2862319" y="1274726"/>
                  </a:lnTo>
                  <a:lnTo>
                    <a:pt x="2856846" y="1274726"/>
                  </a:lnTo>
                  <a:lnTo>
                    <a:pt x="2856846" y="1274726"/>
                  </a:lnTo>
                  <a:lnTo>
                    <a:pt x="2851373" y="1274726"/>
                  </a:lnTo>
                  <a:lnTo>
                    <a:pt x="2851373" y="1274726"/>
                  </a:lnTo>
                  <a:lnTo>
                    <a:pt x="2845900" y="1274726"/>
                  </a:lnTo>
                  <a:lnTo>
                    <a:pt x="2845900" y="1274726"/>
                  </a:lnTo>
                  <a:lnTo>
                    <a:pt x="2840427" y="1274726"/>
                  </a:lnTo>
                  <a:lnTo>
                    <a:pt x="2840427" y="1274726"/>
                  </a:lnTo>
                  <a:lnTo>
                    <a:pt x="2834954" y="1274726"/>
                  </a:lnTo>
                  <a:lnTo>
                    <a:pt x="2834954" y="1274726"/>
                  </a:lnTo>
                  <a:lnTo>
                    <a:pt x="2829481" y="1274726"/>
                  </a:lnTo>
                  <a:lnTo>
                    <a:pt x="2829481" y="1282833"/>
                  </a:lnTo>
                  <a:lnTo>
                    <a:pt x="2824008" y="1282833"/>
                  </a:lnTo>
                  <a:lnTo>
                    <a:pt x="2824008" y="1282833"/>
                  </a:lnTo>
                  <a:lnTo>
                    <a:pt x="2818535" y="1282833"/>
                  </a:lnTo>
                  <a:lnTo>
                    <a:pt x="2818535" y="1282833"/>
                  </a:lnTo>
                  <a:lnTo>
                    <a:pt x="2813063" y="1282833"/>
                  </a:lnTo>
                  <a:lnTo>
                    <a:pt x="2813063" y="1282833"/>
                  </a:lnTo>
                  <a:lnTo>
                    <a:pt x="2807590" y="1282833"/>
                  </a:lnTo>
                  <a:lnTo>
                    <a:pt x="2807590" y="1282833"/>
                  </a:lnTo>
                  <a:lnTo>
                    <a:pt x="2802117" y="1282833"/>
                  </a:lnTo>
                  <a:lnTo>
                    <a:pt x="2802117" y="1282833"/>
                  </a:lnTo>
                  <a:lnTo>
                    <a:pt x="2796644" y="1282833"/>
                  </a:lnTo>
                  <a:lnTo>
                    <a:pt x="2796644" y="1290925"/>
                  </a:lnTo>
                  <a:lnTo>
                    <a:pt x="2791171" y="1290925"/>
                  </a:lnTo>
                  <a:lnTo>
                    <a:pt x="2791171" y="1290925"/>
                  </a:lnTo>
                  <a:lnTo>
                    <a:pt x="2785698" y="1290925"/>
                  </a:lnTo>
                  <a:lnTo>
                    <a:pt x="2785698" y="1290925"/>
                  </a:lnTo>
                  <a:lnTo>
                    <a:pt x="2780225" y="1290925"/>
                  </a:lnTo>
                  <a:lnTo>
                    <a:pt x="2780225" y="1307097"/>
                  </a:lnTo>
                  <a:lnTo>
                    <a:pt x="2774752" y="1307097"/>
                  </a:lnTo>
                  <a:lnTo>
                    <a:pt x="2774752" y="1307097"/>
                  </a:lnTo>
                  <a:lnTo>
                    <a:pt x="2769280" y="1307097"/>
                  </a:lnTo>
                  <a:lnTo>
                    <a:pt x="2769280" y="1307097"/>
                  </a:lnTo>
                  <a:lnTo>
                    <a:pt x="2763807" y="1307097"/>
                  </a:lnTo>
                  <a:lnTo>
                    <a:pt x="2763807" y="1307097"/>
                  </a:lnTo>
                  <a:lnTo>
                    <a:pt x="2758334" y="1307097"/>
                  </a:lnTo>
                  <a:lnTo>
                    <a:pt x="2758334" y="1307097"/>
                  </a:lnTo>
                  <a:lnTo>
                    <a:pt x="2752861" y="1307097"/>
                  </a:lnTo>
                  <a:lnTo>
                    <a:pt x="2752861" y="1315181"/>
                  </a:lnTo>
                  <a:lnTo>
                    <a:pt x="2747388" y="1315181"/>
                  </a:lnTo>
                  <a:lnTo>
                    <a:pt x="2747388" y="1315181"/>
                  </a:lnTo>
                  <a:lnTo>
                    <a:pt x="2741915" y="1315181"/>
                  </a:lnTo>
                  <a:lnTo>
                    <a:pt x="2741915" y="1315181"/>
                  </a:lnTo>
                  <a:lnTo>
                    <a:pt x="2736442" y="1315181"/>
                  </a:lnTo>
                  <a:lnTo>
                    <a:pt x="2736442" y="1315181"/>
                  </a:lnTo>
                  <a:lnTo>
                    <a:pt x="2730969" y="1315181"/>
                  </a:lnTo>
                  <a:lnTo>
                    <a:pt x="2730969" y="1315181"/>
                  </a:lnTo>
                  <a:lnTo>
                    <a:pt x="2725496" y="1315181"/>
                  </a:lnTo>
                  <a:lnTo>
                    <a:pt x="2725496" y="1315181"/>
                  </a:lnTo>
                  <a:lnTo>
                    <a:pt x="2720024" y="1315181"/>
                  </a:lnTo>
                  <a:lnTo>
                    <a:pt x="2720024" y="1315181"/>
                  </a:lnTo>
                  <a:lnTo>
                    <a:pt x="2714551" y="1315181"/>
                  </a:lnTo>
                  <a:lnTo>
                    <a:pt x="2714551" y="1315181"/>
                  </a:lnTo>
                  <a:lnTo>
                    <a:pt x="2709078" y="1315181"/>
                  </a:lnTo>
                  <a:lnTo>
                    <a:pt x="2709078" y="1315181"/>
                  </a:lnTo>
                  <a:lnTo>
                    <a:pt x="2703605" y="1315181"/>
                  </a:lnTo>
                  <a:lnTo>
                    <a:pt x="2703605" y="1315181"/>
                  </a:lnTo>
                  <a:lnTo>
                    <a:pt x="2698132" y="1315181"/>
                  </a:lnTo>
                  <a:lnTo>
                    <a:pt x="2698132" y="1315181"/>
                  </a:lnTo>
                  <a:lnTo>
                    <a:pt x="2692659" y="1315181"/>
                  </a:lnTo>
                  <a:lnTo>
                    <a:pt x="2692659" y="1323260"/>
                  </a:lnTo>
                  <a:lnTo>
                    <a:pt x="2687186" y="1323260"/>
                  </a:lnTo>
                  <a:lnTo>
                    <a:pt x="2687186" y="1323260"/>
                  </a:lnTo>
                  <a:lnTo>
                    <a:pt x="2681713" y="1323260"/>
                  </a:lnTo>
                  <a:lnTo>
                    <a:pt x="2681713" y="1323260"/>
                  </a:lnTo>
                  <a:lnTo>
                    <a:pt x="2676240" y="1323260"/>
                  </a:lnTo>
                  <a:lnTo>
                    <a:pt x="2676240" y="1323260"/>
                  </a:lnTo>
                  <a:lnTo>
                    <a:pt x="2670768" y="1323260"/>
                  </a:lnTo>
                  <a:lnTo>
                    <a:pt x="2670768" y="1323260"/>
                  </a:lnTo>
                  <a:lnTo>
                    <a:pt x="2665295" y="1323260"/>
                  </a:lnTo>
                  <a:lnTo>
                    <a:pt x="2665295" y="1323260"/>
                  </a:lnTo>
                  <a:lnTo>
                    <a:pt x="2659822" y="1323260"/>
                  </a:lnTo>
                  <a:lnTo>
                    <a:pt x="2659822" y="1323260"/>
                  </a:lnTo>
                  <a:lnTo>
                    <a:pt x="2654349" y="1323260"/>
                  </a:lnTo>
                  <a:lnTo>
                    <a:pt x="2654349" y="1323260"/>
                  </a:lnTo>
                  <a:lnTo>
                    <a:pt x="2648876" y="1323260"/>
                  </a:lnTo>
                  <a:lnTo>
                    <a:pt x="2648876" y="1323260"/>
                  </a:lnTo>
                  <a:lnTo>
                    <a:pt x="2643403" y="1323260"/>
                  </a:lnTo>
                  <a:lnTo>
                    <a:pt x="2643403" y="1331321"/>
                  </a:lnTo>
                  <a:lnTo>
                    <a:pt x="2637930" y="1331321"/>
                  </a:lnTo>
                  <a:lnTo>
                    <a:pt x="2637930" y="1339380"/>
                  </a:lnTo>
                  <a:lnTo>
                    <a:pt x="2632457" y="1339380"/>
                  </a:lnTo>
                  <a:lnTo>
                    <a:pt x="2632457" y="1339380"/>
                  </a:lnTo>
                  <a:lnTo>
                    <a:pt x="2626985" y="1339380"/>
                  </a:lnTo>
                  <a:lnTo>
                    <a:pt x="2626985" y="1339380"/>
                  </a:lnTo>
                  <a:lnTo>
                    <a:pt x="2621512" y="1339380"/>
                  </a:lnTo>
                  <a:lnTo>
                    <a:pt x="2621512" y="1339380"/>
                  </a:lnTo>
                  <a:lnTo>
                    <a:pt x="2616039" y="1339380"/>
                  </a:lnTo>
                  <a:lnTo>
                    <a:pt x="2616039" y="1339380"/>
                  </a:lnTo>
                  <a:lnTo>
                    <a:pt x="2610566" y="1339380"/>
                  </a:lnTo>
                  <a:lnTo>
                    <a:pt x="2610566" y="1347434"/>
                  </a:lnTo>
                  <a:lnTo>
                    <a:pt x="2605093" y="1347434"/>
                  </a:lnTo>
                  <a:lnTo>
                    <a:pt x="2605093" y="1355486"/>
                  </a:lnTo>
                  <a:lnTo>
                    <a:pt x="2599620" y="1355486"/>
                  </a:lnTo>
                  <a:lnTo>
                    <a:pt x="2599620" y="1355486"/>
                  </a:lnTo>
                  <a:lnTo>
                    <a:pt x="2594147" y="1355486"/>
                  </a:lnTo>
                  <a:lnTo>
                    <a:pt x="2594147" y="1355486"/>
                  </a:lnTo>
                  <a:lnTo>
                    <a:pt x="2588674" y="1355486"/>
                  </a:lnTo>
                  <a:lnTo>
                    <a:pt x="2588674" y="1355486"/>
                  </a:lnTo>
                  <a:lnTo>
                    <a:pt x="2583201" y="1355486"/>
                  </a:lnTo>
                  <a:lnTo>
                    <a:pt x="2583201" y="1355486"/>
                  </a:lnTo>
                  <a:lnTo>
                    <a:pt x="2577729" y="1355486"/>
                  </a:lnTo>
                  <a:lnTo>
                    <a:pt x="2577729" y="1355486"/>
                  </a:lnTo>
                  <a:lnTo>
                    <a:pt x="2572256" y="1355486"/>
                  </a:lnTo>
                  <a:lnTo>
                    <a:pt x="2572256" y="1355486"/>
                  </a:lnTo>
                  <a:lnTo>
                    <a:pt x="2566783" y="1355486"/>
                  </a:lnTo>
                  <a:lnTo>
                    <a:pt x="2566783" y="1371563"/>
                  </a:lnTo>
                  <a:lnTo>
                    <a:pt x="2561310" y="1371563"/>
                  </a:lnTo>
                  <a:lnTo>
                    <a:pt x="2561310" y="1371563"/>
                  </a:lnTo>
                  <a:lnTo>
                    <a:pt x="2555837" y="1371563"/>
                  </a:lnTo>
                  <a:lnTo>
                    <a:pt x="2555837" y="1379599"/>
                  </a:lnTo>
                  <a:lnTo>
                    <a:pt x="2550364" y="1379599"/>
                  </a:lnTo>
                  <a:lnTo>
                    <a:pt x="2550364" y="1379599"/>
                  </a:lnTo>
                  <a:lnTo>
                    <a:pt x="2544891" y="1379599"/>
                  </a:lnTo>
                  <a:lnTo>
                    <a:pt x="2544891" y="1379599"/>
                  </a:lnTo>
                  <a:lnTo>
                    <a:pt x="2539418" y="1379599"/>
                  </a:lnTo>
                  <a:lnTo>
                    <a:pt x="2539418" y="1379599"/>
                  </a:lnTo>
                  <a:lnTo>
                    <a:pt x="2533945" y="1379599"/>
                  </a:lnTo>
                  <a:lnTo>
                    <a:pt x="2533945" y="1379599"/>
                  </a:lnTo>
                  <a:lnTo>
                    <a:pt x="2528473" y="1379599"/>
                  </a:lnTo>
                  <a:lnTo>
                    <a:pt x="2528473" y="1403697"/>
                  </a:lnTo>
                  <a:lnTo>
                    <a:pt x="2523000" y="1403697"/>
                  </a:lnTo>
                  <a:lnTo>
                    <a:pt x="2523000" y="1411723"/>
                  </a:lnTo>
                  <a:lnTo>
                    <a:pt x="2517527" y="1411723"/>
                  </a:lnTo>
                  <a:lnTo>
                    <a:pt x="2517527" y="1411723"/>
                  </a:lnTo>
                  <a:lnTo>
                    <a:pt x="2512054" y="1411723"/>
                  </a:lnTo>
                  <a:lnTo>
                    <a:pt x="2512054" y="1411723"/>
                  </a:lnTo>
                  <a:lnTo>
                    <a:pt x="2506581" y="1411723"/>
                  </a:lnTo>
                  <a:lnTo>
                    <a:pt x="2506581" y="1411723"/>
                  </a:lnTo>
                  <a:lnTo>
                    <a:pt x="2501108" y="1411723"/>
                  </a:lnTo>
                  <a:lnTo>
                    <a:pt x="2501108" y="1411723"/>
                  </a:lnTo>
                  <a:lnTo>
                    <a:pt x="2495635" y="1411723"/>
                  </a:lnTo>
                  <a:lnTo>
                    <a:pt x="2495635" y="1419732"/>
                  </a:lnTo>
                  <a:lnTo>
                    <a:pt x="2490162" y="1419732"/>
                  </a:lnTo>
                  <a:lnTo>
                    <a:pt x="2490162" y="1427735"/>
                  </a:lnTo>
                  <a:lnTo>
                    <a:pt x="2484689" y="1427735"/>
                  </a:lnTo>
                  <a:lnTo>
                    <a:pt x="2484689" y="1427735"/>
                  </a:lnTo>
                  <a:lnTo>
                    <a:pt x="2479217" y="1427735"/>
                  </a:lnTo>
                  <a:lnTo>
                    <a:pt x="2479217" y="1427735"/>
                  </a:lnTo>
                  <a:lnTo>
                    <a:pt x="2473744" y="1427735"/>
                  </a:lnTo>
                  <a:lnTo>
                    <a:pt x="2473744" y="1427735"/>
                  </a:lnTo>
                  <a:lnTo>
                    <a:pt x="2468271" y="1427735"/>
                  </a:lnTo>
                  <a:lnTo>
                    <a:pt x="2468271" y="1427735"/>
                  </a:lnTo>
                  <a:lnTo>
                    <a:pt x="2462798" y="1427735"/>
                  </a:lnTo>
                  <a:lnTo>
                    <a:pt x="2462798" y="1427735"/>
                  </a:lnTo>
                  <a:lnTo>
                    <a:pt x="2457325" y="1427735"/>
                  </a:lnTo>
                  <a:lnTo>
                    <a:pt x="2457325" y="1427735"/>
                  </a:lnTo>
                  <a:lnTo>
                    <a:pt x="2451852" y="1427735"/>
                  </a:lnTo>
                  <a:lnTo>
                    <a:pt x="2451852" y="1435723"/>
                  </a:lnTo>
                  <a:lnTo>
                    <a:pt x="2446379" y="1435723"/>
                  </a:lnTo>
                  <a:lnTo>
                    <a:pt x="2446379" y="1443708"/>
                  </a:lnTo>
                  <a:lnTo>
                    <a:pt x="2440906" y="1443708"/>
                  </a:lnTo>
                  <a:lnTo>
                    <a:pt x="2440906" y="1443708"/>
                  </a:lnTo>
                  <a:lnTo>
                    <a:pt x="2435434" y="1443708"/>
                  </a:lnTo>
                  <a:lnTo>
                    <a:pt x="2435434" y="1443708"/>
                  </a:lnTo>
                  <a:lnTo>
                    <a:pt x="2429961" y="1443708"/>
                  </a:lnTo>
                  <a:lnTo>
                    <a:pt x="2429961" y="1443708"/>
                  </a:lnTo>
                  <a:lnTo>
                    <a:pt x="2424488" y="1443708"/>
                  </a:lnTo>
                  <a:lnTo>
                    <a:pt x="2424488" y="1451688"/>
                  </a:lnTo>
                  <a:lnTo>
                    <a:pt x="2419015" y="1451688"/>
                  </a:lnTo>
                  <a:lnTo>
                    <a:pt x="2419015" y="1451688"/>
                  </a:lnTo>
                  <a:lnTo>
                    <a:pt x="2413542" y="1451688"/>
                  </a:lnTo>
                  <a:lnTo>
                    <a:pt x="2413542" y="1459667"/>
                  </a:lnTo>
                  <a:lnTo>
                    <a:pt x="2408069" y="1459667"/>
                  </a:lnTo>
                  <a:lnTo>
                    <a:pt x="2408069" y="1459667"/>
                  </a:lnTo>
                  <a:lnTo>
                    <a:pt x="2402596" y="1459667"/>
                  </a:lnTo>
                  <a:lnTo>
                    <a:pt x="2402596" y="1459667"/>
                  </a:lnTo>
                  <a:lnTo>
                    <a:pt x="2397123" y="1459667"/>
                  </a:lnTo>
                  <a:lnTo>
                    <a:pt x="2397123" y="1459667"/>
                  </a:lnTo>
                  <a:lnTo>
                    <a:pt x="2391650" y="1459667"/>
                  </a:lnTo>
                  <a:lnTo>
                    <a:pt x="2391650" y="1459667"/>
                  </a:lnTo>
                  <a:lnTo>
                    <a:pt x="2386178" y="1459667"/>
                  </a:lnTo>
                  <a:lnTo>
                    <a:pt x="2386178" y="1467640"/>
                  </a:lnTo>
                  <a:lnTo>
                    <a:pt x="2380705" y="1467640"/>
                  </a:lnTo>
                  <a:lnTo>
                    <a:pt x="2380705" y="1475604"/>
                  </a:lnTo>
                  <a:lnTo>
                    <a:pt x="2375232" y="1475604"/>
                  </a:lnTo>
                  <a:lnTo>
                    <a:pt x="2375232" y="1483563"/>
                  </a:lnTo>
                  <a:lnTo>
                    <a:pt x="2369759" y="1483563"/>
                  </a:lnTo>
                  <a:lnTo>
                    <a:pt x="2369759" y="1491521"/>
                  </a:lnTo>
                  <a:lnTo>
                    <a:pt x="2364286" y="1491521"/>
                  </a:lnTo>
                  <a:lnTo>
                    <a:pt x="2364286" y="1499476"/>
                  </a:lnTo>
                  <a:lnTo>
                    <a:pt x="2358813" y="1499476"/>
                  </a:lnTo>
                  <a:lnTo>
                    <a:pt x="2358813" y="1499476"/>
                  </a:lnTo>
                  <a:lnTo>
                    <a:pt x="2353340" y="1499476"/>
                  </a:lnTo>
                  <a:lnTo>
                    <a:pt x="2353340" y="1499476"/>
                  </a:lnTo>
                  <a:lnTo>
                    <a:pt x="2347867" y="1499476"/>
                  </a:lnTo>
                  <a:lnTo>
                    <a:pt x="2347867" y="1499476"/>
                  </a:lnTo>
                  <a:lnTo>
                    <a:pt x="2342394" y="1499476"/>
                  </a:lnTo>
                  <a:lnTo>
                    <a:pt x="2342394" y="1507430"/>
                  </a:lnTo>
                  <a:lnTo>
                    <a:pt x="2336922" y="1507430"/>
                  </a:lnTo>
                  <a:lnTo>
                    <a:pt x="2336922" y="1523311"/>
                  </a:lnTo>
                  <a:lnTo>
                    <a:pt x="2331449" y="1523311"/>
                  </a:lnTo>
                  <a:lnTo>
                    <a:pt x="2331449" y="1523311"/>
                  </a:lnTo>
                  <a:lnTo>
                    <a:pt x="2325976" y="1523311"/>
                  </a:lnTo>
                  <a:lnTo>
                    <a:pt x="2325976" y="1523311"/>
                  </a:lnTo>
                  <a:lnTo>
                    <a:pt x="2320503" y="1523311"/>
                  </a:lnTo>
                  <a:lnTo>
                    <a:pt x="2320503" y="1523311"/>
                  </a:lnTo>
                  <a:lnTo>
                    <a:pt x="2315030" y="1523311"/>
                  </a:lnTo>
                  <a:lnTo>
                    <a:pt x="2315030" y="1523311"/>
                  </a:lnTo>
                  <a:lnTo>
                    <a:pt x="2309557" y="1523311"/>
                  </a:lnTo>
                  <a:lnTo>
                    <a:pt x="2309557" y="1523311"/>
                  </a:lnTo>
                  <a:lnTo>
                    <a:pt x="2304084" y="1523311"/>
                  </a:lnTo>
                  <a:lnTo>
                    <a:pt x="2304084" y="1523311"/>
                  </a:lnTo>
                  <a:lnTo>
                    <a:pt x="2298611" y="1523311"/>
                  </a:lnTo>
                  <a:lnTo>
                    <a:pt x="2298611" y="1539178"/>
                  </a:lnTo>
                  <a:lnTo>
                    <a:pt x="2293138" y="1539178"/>
                  </a:lnTo>
                  <a:lnTo>
                    <a:pt x="2293138" y="1539178"/>
                  </a:lnTo>
                  <a:lnTo>
                    <a:pt x="2287666" y="1539178"/>
                  </a:lnTo>
                  <a:lnTo>
                    <a:pt x="2287666" y="1539178"/>
                  </a:lnTo>
                  <a:lnTo>
                    <a:pt x="2282193" y="1539178"/>
                  </a:lnTo>
                  <a:lnTo>
                    <a:pt x="2282193" y="1539178"/>
                  </a:lnTo>
                  <a:lnTo>
                    <a:pt x="2276720" y="1539178"/>
                  </a:lnTo>
                  <a:lnTo>
                    <a:pt x="2276720" y="1539178"/>
                  </a:lnTo>
                  <a:lnTo>
                    <a:pt x="2271247" y="1539178"/>
                  </a:lnTo>
                  <a:lnTo>
                    <a:pt x="2271247" y="1539178"/>
                  </a:lnTo>
                  <a:lnTo>
                    <a:pt x="2265774" y="1539178"/>
                  </a:lnTo>
                  <a:lnTo>
                    <a:pt x="2265774" y="1547095"/>
                  </a:lnTo>
                  <a:lnTo>
                    <a:pt x="2260301" y="1547095"/>
                  </a:lnTo>
                  <a:lnTo>
                    <a:pt x="2260301" y="1547095"/>
                  </a:lnTo>
                  <a:lnTo>
                    <a:pt x="2254828" y="1547095"/>
                  </a:lnTo>
                  <a:lnTo>
                    <a:pt x="2254828" y="1554996"/>
                  </a:lnTo>
                  <a:lnTo>
                    <a:pt x="2249355" y="1554996"/>
                  </a:lnTo>
                  <a:lnTo>
                    <a:pt x="2249355" y="1554996"/>
                  </a:lnTo>
                  <a:lnTo>
                    <a:pt x="2243883" y="1554996"/>
                  </a:lnTo>
                  <a:lnTo>
                    <a:pt x="2243883" y="1554996"/>
                  </a:lnTo>
                  <a:lnTo>
                    <a:pt x="2238410" y="1554996"/>
                  </a:lnTo>
                  <a:lnTo>
                    <a:pt x="2238410" y="1554996"/>
                  </a:lnTo>
                  <a:lnTo>
                    <a:pt x="2232937" y="1554996"/>
                  </a:lnTo>
                  <a:lnTo>
                    <a:pt x="2232937" y="1562892"/>
                  </a:lnTo>
                  <a:lnTo>
                    <a:pt x="2227464" y="1562892"/>
                  </a:lnTo>
                  <a:lnTo>
                    <a:pt x="2227464" y="1570783"/>
                  </a:lnTo>
                  <a:lnTo>
                    <a:pt x="2221991" y="1570783"/>
                  </a:lnTo>
                  <a:lnTo>
                    <a:pt x="2221991" y="1578665"/>
                  </a:lnTo>
                  <a:lnTo>
                    <a:pt x="2216518" y="1578665"/>
                  </a:lnTo>
                  <a:lnTo>
                    <a:pt x="2216518" y="1578665"/>
                  </a:lnTo>
                  <a:lnTo>
                    <a:pt x="2211045" y="1578665"/>
                  </a:lnTo>
                  <a:lnTo>
                    <a:pt x="2211045" y="1586538"/>
                  </a:lnTo>
                  <a:lnTo>
                    <a:pt x="2205572" y="1586538"/>
                  </a:lnTo>
                  <a:lnTo>
                    <a:pt x="2205572" y="1586538"/>
                  </a:lnTo>
                  <a:lnTo>
                    <a:pt x="2200099" y="1586538"/>
                  </a:lnTo>
                  <a:lnTo>
                    <a:pt x="2200099" y="1594403"/>
                  </a:lnTo>
                  <a:lnTo>
                    <a:pt x="2194627" y="1594403"/>
                  </a:lnTo>
                  <a:lnTo>
                    <a:pt x="2194627" y="1594403"/>
                  </a:lnTo>
                  <a:lnTo>
                    <a:pt x="2189154" y="1594403"/>
                  </a:lnTo>
                  <a:lnTo>
                    <a:pt x="2189154" y="1594403"/>
                  </a:lnTo>
                  <a:lnTo>
                    <a:pt x="2183681" y="1594403"/>
                  </a:lnTo>
                  <a:lnTo>
                    <a:pt x="2183681" y="1594403"/>
                  </a:lnTo>
                  <a:lnTo>
                    <a:pt x="2178208" y="1594403"/>
                  </a:lnTo>
                  <a:lnTo>
                    <a:pt x="2178208" y="1594403"/>
                  </a:lnTo>
                  <a:lnTo>
                    <a:pt x="2172735" y="1594403"/>
                  </a:lnTo>
                  <a:lnTo>
                    <a:pt x="2172735" y="1594403"/>
                  </a:lnTo>
                  <a:lnTo>
                    <a:pt x="2167262" y="1594403"/>
                  </a:lnTo>
                  <a:lnTo>
                    <a:pt x="2167262" y="1594403"/>
                  </a:lnTo>
                  <a:lnTo>
                    <a:pt x="2161789" y="1594403"/>
                  </a:lnTo>
                  <a:lnTo>
                    <a:pt x="2161789" y="1610101"/>
                  </a:lnTo>
                  <a:lnTo>
                    <a:pt x="2156316" y="1610101"/>
                  </a:lnTo>
                  <a:lnTo>
                    <a:pt x="2156316" y="1610101"/>
                  </a:lnTo>
                  <a:lnTo>
                    <a:pt x="2150843" y="1610101"/>
                  </a:lnTo>
                  <a:lnTo>
                    <a:pt x="2150843" y="1617943"/>
                  </a:lnTo>
                  <a:lnTo>
                    <a:pt x="2145371" y="1617943"/>
                  </a:lnTo>
                  <a:lnTo>
                    <a:pt x="2145371" y="1625781"/>
                  </a:lnTo>
                  <a:lnTo>
                    <a:pt x="2139898" y="1625781"/>
                  </a:lnTo>
                  <a:lnTo>
                    <a:pt x="2139898" y="1625781"/>
                  </a:lnTo>
                  <a:lnTo>
                    <a:pt x="2134425" y="1625781"/>
                  </a:lnTo>
                  <a:lnTo>
                    <a:pt x="2134425" y="1625781"/>
                  </a:lnTo>
                  <a:lnTo>
                    <a:pt x="2128952" y="1625781"/>
                  </a:lnTo>
                  <a:lnTo>
                    <a:pt x="2128952" y="1633616"/>
                  </a:lnTo>
                  <a:lnTo>
                    <a:pt x="2123479" y="1633616"/>
                  </a:lnTo>
                  <a:lnTo>
                    <a:pt x="2123479" y="1633616"/>
                  </a:lnTo>
                  <a:lnTo>
                    <a:pt x="2118006" y="1633616"/>
                  </a:lnTo>
                  <a:lnTo>
                    <a:pt x="2118006" y="1633616"/>
                  </a:lnTo>
                  <a:lnTo>
                    <a:pt x="2112533" y="1633616"/>
                  </a:lnTo>
                  <a:lnTo>
                    <a:pt x="2112533" y="1633616"/>
                  </a:lnTo>
                  <a:lnTo>
                    <a:pt x="2107060" y="1633616"/>
                  </a:lnTo>
                  <a:lnTo>
                    <a:pt x="2107060" y="1649268"/>
                  </a:lnTo>
                  <a:lnTo>
                    <a:pt x="2101588" y="1649268"/>
                  </a:lnTo>
                  <a:lnTo>
                    <a:pt x="2101588" y="1657091"/>
                  </a:lnTo>
                  <a:lnTo>
                    <a:pt x="2096115" y="1657091"/>
                  </a:lnTo>
                  <a:lnTo>
                    <a:pt x="2096115" y="1657091"/>
                  </a:lnTo>
                  <a:lnTo>
                    <a:pt x="2090642" y="1657091"/>
                  </a:lnTo>
                  <a:lnTo>
                    <a:pt x="2090642" y="1657091"/>
                  </a:lnTo>
                  <a:lnTo>
                    <a:pt x="2085169" y="1657091"/>
                  </a:lnTo>
                  <a:lnTo>
                    <a:pt x="2085169" y="1657091"/>
                  </a:lnTo>
                  <a:lnTo>
                    <a:pt x="2079696" y="1657091"/>
                  </a:lnTo>
                  <a:lnTo>
                    <a:pt x="2079696" y="1664909"/>
                  </a:lnTo>
                  <a:lnTo>
                    <a:pt x="2074223" y="1664909"/>
                  </a:lnTo>
                  <a:lnTo>
                    <a:pt x="2074223" y="1664909"/>
                  </a:lnTo>
                  <a:lnTo>
                    <a:pt x="2068750" y="1664909"/>
                  </a:lnTo>
                  <a:lnTo>
                    <a:pt x="2068750" y="1664909"/>
                  </a:lnTo>
                  <a:lnTo>
                    <a:pt x="2063277" y="1664909"/>
                  </a:lnTo>
                  <a:lnTo>
                    <a:pt x="2063277" y="1664909"/>
                  </a:lnTo>
                  <a:lnTo>
                    <a:pt x="2057804" y="1664909"/>
                  </a:lnTo>
                  <a:lnTo>
                    <a:pt x="2057804" y="1664909"/>
                  </a:lnTo>
                  <a:lnTo>
                    <a:pt x="2052332" y="1664909"/>
                  </a:lnTo>
                  <a:lnTo>
                    <a:pt x="2052332" y="1664909"/>
                  </a:lnTo>
                  <a:lnTo>
                    <a:pt x="2046859" y="1664909"/>
                  </a:lnTo>
                  <a:lnTo>
                    <a:pt x="2046859" y="1664909"/>
                  </a:lnTo>
                  <a:lnTo>
                    <a:pt x="2041386" y="1664909"/>
                  </a:lnTo>
                  <a:lnTo>
                    <a:pt x="2041386" y="1664909"/>
                  </a:lnTo>
                  <a:lnTo>
                    <a:pt x="2035913" y="1664909"/>
                  </a:lnTo>
                  <a:lnTo>
                    <a:pt x="2035913" y="1664909"/>
                  </a:lnTo>
                  <a:lnTo>
                    <a:pt x="2030440" y="1664909"/>
                  </a:lnTo>
                  <a:lnTo>
                    <a:pt x="2030440" y="1672719"/>
                  </a:lnTo>
                  <a:lnTo>
                    <a:pt x="2024967" y="1672719"/>
                  </a:lnTo>
                  <a:lnTo>
                    <a:pt x="2024967" y="1680526"/>
                  </a:lnTo>
                  <a:lnTo>
                    <a:pt x="2019494" y="1680526"/>
                  </a:lnTo>
                  <a:lnTo>
                    <a:pt x="2019494" y="1688329"/>
                  </a:lnTo>
                  <a:lnTo>
                    <a:pt x="2014021" y="1688329"/>
                  </a:lnTo>
                  <a:lnTo>
                    <a:pt x="2014021" y="1688329"/>
                  </a:lnTo>
                  <a:lnTo>
                    <a:pt x="2008548" y="1688329"/>
                  </a:lnTo>
                  <a:lnTo>
                    <a:pt x="2008548" y="1688329"/>
                  </a:lnTo>
                  <a:lnTo>
                    <a:pt x="2003076" y="1688329"/>
                  </a:lnTo>
                  <a:lnTo>
                    <a:pt x="2003076" y="1696123"/>
                  </a:lnTo>
                  <a:lnTo>
                    <a:pt x="1997603" y="1696123"/>
                  </a:lnTo>
                  <a:lnTo>
                    <a:pt x="1997603" y="1696123"/>
                  </a:lnTo>
                  <a:lnTo>
                    <a:pt x="1992130" y="1696123"/>
                  </a:lnTo>
                  <a:lnTo>
                    <a:pt x="1992130" y="1696123"/>
                  </a:lnTo>
                  <a:lnTo>
                    <a:pt x="1986657" y="1696123"/>
                  </a:lnTo>
                  <a:lnTo>
                    <a:pt x="1986657" y="1696123"/>
                  </a:lnTo>
                  <a:lnTo>
                    <a:pt x="1981184" y="1696123"/>
                  </a:lnTo>
                  <a:lnTo>
                    <a:pt x="1981184" y="1696123"/>
                  </a:lnTo>
                  <a:lnTo>
                    <a:pt x="1975711" y="1696123"/>
                  </a:lnTo>
                  <a:lnTo>
                    <a:pt x="1975711" y="1696123"/>
                  </a:lnTo>
                  <a:lnTo>
                    <a:pt x="1970238" y="1696123"/>
                  </a:lnTo>
                  <a:lnTo>
                    <a:pt x="1970238" y="1696123"/>
                  </a:lnTo>
                  <a:lnTo>
                    <a:pt x="1964765" y="1696123"/>
                  </a:lnTo>
                  <a:lnTo>
                    <a:pt x="1964765" y="1703906"/>
                  </a:lnTo>
                  <a:lnTo>
                    <a:pt x="1959292" y="1703906"/>
                  </a:lnTo>
                  <a:lnTo>
                    <a:pt x="1959292" y="1703906"/>
                  </a:lnTo>
                  <a:lnTo>
                    <a:pt x="1953820" y="1703906"/>
                  </a:lnTo>
                  <a:lnTo>
                    <a:pt x="1953820" y="1711677"/>
                  </a:lnTo>
                  <a:lnTo>
                    <a:pt x="1948347" y="1711677"/>
                  </a:lnTo>
                  <a:lnTo>
                    <a:pt x="1948347" y="1719446"/>
                  </a:lnTo>
                  <a:lnTo>
                    <a:pt x="1942874" y="1719446"/>
                  </a:lnTo>
                  <a:lnTo>
                    <a:pt x="1942874" y="1719446"/>
                  </a:lnTo>
                  <a:lnTo>
                    <a:pt x="1937401" y="1719446"/>
                  </a:lnTo>
                  <a:lnTo>
                    <a:pt x="1937401" y="1719446"/>
                  </a:lnTo>
                  <a:lnTo>
                    <a:pt x="1931928" y="1719446"/>
                  </a:lnTo>
                  <a:lnTo>
                    <a:pt x="1931928" y="1719446"/>
                  </a:lnTo>
                  <a:lnTo>
                    <a:pt x="1926455" y="1719446"/>
                  </a:lnTo>
                  <a:lnTo>
                    <a:pt x="1926455" y="1719446"/>
                  </a:lnTo>
                  <a:lnTo>
                    <a:pt x="1920982" y="1719446"/>
                  </a:lnTo>
                  <a:lnTo>
                    <a:pt x="1920982" y="1719446"/>
                  </a:lnTo>
                  <a:lnTo>
                    <a:pt x="1915509" y="1719446"/>
                  </a:lnTo>
                  <a:lnTo>
                    <a:pt x="1915509" y="1727204"/>
                  </a:lnTo>
                  <a:lnTo>
                    <a:pt x="1910037" y="1727204"/>
                  </a:lnTo>
                  <a:lnTo>
                    <a:pt x="1910037" y="1727204"/>
                  </a:lnTo>
                  <a:lnTo>
                    <a:pt x="1904564" y="1727204"/>
                  </a:lnTo>
                  <a:lnTo>
                    <a:pt x="1904564" y="1734960"/>
                  </a:lnTo>
                  <a:lnTo>
                    <a:pt x="1899091" y="1734960"/>
                  </a:lnTo>
                  <a:lnTo>
                    <a:pt x="1899091" y="1734960"/>
                  </a:lnTo>
                  <a:lnTo>
                    <a:pt x="1893618" y="1734960"/>
                  </a:lnTo>
                  <a:lnTo>
                    <a:pt x="1893618" y="1734960"/>
                  </a:lnTo>
                  <a:lnTo>
                    <a:pt x="1888145" y="1734960"/>
                  </a:lnTo>
                  <a:lnTo>
                    <a:pt x="1888145" y="1742711"/>
                  </a:lnTo>
                  <a:lnTo>
                    <a:pt x="1882672" y="1742711"/>
                  </a:lnTo>
                  <a:lnTo>
                    <a:pt x="1882672" y="1742711"/>
                  </a:lnTo>
                  <a:lnTo>
                    <a:pt x="1877199" y="1742711"/>
                  </a:lnTo>
                  <a:lnTo>
                    <a:pt x="1877199" y="1758200"/>
                  </a:lnTo>
                  <a:lnTo>
                    <a:pt x="1871726" y="1758200"/>
                  </a:lnTo>
                  <a:lnTo>
                    <a:pt x="1871726" y="1765942"/>
                  </a:lnTo>
                  <a:lnTo>
                    <a:pt x="1866253" y="1765942"/>
                  </a:lnTo>
                  <a:lnTo>
                    <a:pt x="1866253" y="1781418"/>
                  </a:lnTo>
                  <a:lnTo>
                    <a:pt x="1860781" y="1781418"/>
                  </a:lnTo>
                  <a:lnTo>
                    <a:pt x="1860781" y="1781418"/>
                  </a:lnTo>
                  <a:lnTo>
                    <a:pt x="1855308" y="1781418"/>
                  </a:lnTo>
                  <a:lnTo>
                    <a:pt x="1855308" y="1781418"/>
                  </a:lnTo>
                  <a:lnTo>
                    <a:pt x="1849835" y="1781418"/>
                  </a:lnTo>
                  <a:lnTo>
                    <a:pt x="1849835" y="1781418"/>
                  </a:lnTo>
                  <a:lnTo>
                    <a:pt x="1844362" y="1781418"/>
                  </a:lnTo>
                  <a:lnTo>
                    <a:pt x="1844362" y="1789150"/>
                  </a:lnTo>
                  <a:lnTo>
                    <a:pt x="1838889" y="1789150"/>
                  </a:lnTo>
                  <a:lnTo>
                    <a:pt x="1838889" y="1789150"/>
                  </a:lnTo>
                  <a:lnTo>
                    <a:pt x="1833416" y="1789150"/>
                  </a:lnTo>
                  <a:lnTo>
                    <a:pt x="1833416" y="1796874"/>
                  </a:lnTo>
                  <a:lnTo>
                    <a:pt x="1827943" y="1796874"/>
                  </a:lnTo>
                  <a:lnTo>
                    <a:pt x="1827943" y="1796874"/>
                  </a:lnTo>
                  <a:lnTo>
                    <a:pt x="1822470" y="1796874"/>
                  </a:lnTo>
                  <a:lnTo>
                    <a:pt x="1822470" y="1796874"/>
                  </a:lnTo>
                  <a:lnTo>
                    <a:pt x="1816997" y="1796874"/>
                  </a:lnTo>
                  <a:lnTo>
                    <a:pt x="1816997" y="1796874"/>
                  </a:lnTo>
                  <a:lnTo>
                    <a:pt x="1811525" y="1796874"/>
                  </a:lnTo>
                  <a:lnTo>
                    <a:pt x="1811525" y="1796874"/>
                  </a:lnTo>
                  <a:lnTo>
                    <a:pt x="1806052" y="1796874"/>
                  </a:lnTo>
                  <a:lnTo>
                    <a:pt x="1806052" y="1804586"/>
                  </a:lnTo>
                  <a:lnTo>
                    <a:pt x="1800579" y="1804586"/>
                  </a:lnTo>
                  <a:lnTo>
                    <a:pt x="1800579" y="1812294"/>
                  </a:lnTo>
                  <a:lnTo>
                    <a:pt x="1795106" y="1812294"/>
                  </a:lnTo>
                  <a:lnTo>
                    <a:pt x="1795106" y="1812294"/>
                  </a:lnTo>
                  <a:lnTo>
                    <a:pt x="1789633" y="1812294"/>
                  </a:lnTo>
                  <a:lnTo>
                    <a:pt x="1789633" y="1812294"/>
                  </a:lnTo>
                  <a:lnTo>
                    <a:pt x="1784160" y="1812294"/>
                  </a:lnTo>
                  <a:lnTo>
                    <a:pt x="1784160" y="1812294"/>
                  </a:lnTo>
                  <a:lnTo>
                    <a:pt x="1778687" y="1812294"/>
                  </a:lnTo>
                  <a:lnTo>
                    <a:pt x="1778687" y="1812294"/>
                  </a:lnTo>
                  <a:lnTo>
                    <a:pt x="1773214" y="1812294"/>
                  </a:lnTo>
                  <a:lnTo>
                    <a:pt x="1773214" y="1812294"/>
                  </a:lnTo>
                  <a:lnTo>
                    <a:pt x="1767741" y="1812294"/>
                  </a:lnTo>
                  <a:lnTo>
                    <a:pt x="1767741" y="1812294"/>
                  </a:lnTo>
                  <a:lnTo>
                    <a:pt x="1762269" y="1812294"/>
                  </a:lnTo>
                  <a:lnTo>
                    <a:pt x="1762269" y="1812294"/>
                  </a:lnTo>
                  <a:lnTo>
                    <a:pt x="1756796" y="1812294"/>
                  </a:lnTo>
                  <a:lnTo>
                    <a:pt x="1756796" y="1812294"/>
                  </a:lnTo>
                  <a:lnTo>
                    <a:pt x="1751323" y="1812294"/>
                  </a:lnTo>
                  <a:lnTo>
                    <a:pt x="1751323" y="1812294"/>
                  </a:lnTo>
                  <a:lnTo>
                    <a:pt x="1745850" y="1812294"/>
                  </a:lnTo>
                  <a:lnTo>
                    <a:pt x="1745850" y="1812294"/>
                  </a:lnTo>
                  <a:lnTo>
                    <a:pt x="1740377" y="1812294"/>
                  </a:lnTo>
                  <a:lnTo>
                    <a:pt x="1740377" y="1812294"/>
                  </a:lnTo>
                  <a:lnTo>
                    <a:pt x="1734904" y="1812294"/>
                  </a:lnTo>
                  <a:lnTo>
                    <a:pt x="1734904" y="1812294"/>
                  </a:lnTo>
                  <a:lnTo>
                    <a:pt x="1729431" y="1812294"/>
                  </a:lnTo>
                  <a:lnTo>
                    <a:pt x="1729431" y="1812294"/>
                  </a:lnTo>
                  <a:lnTo>
                    <a:pt x="1723958" y="1812294"/>
                  </a:lnTo>
                  <a:lnTo>
                    <a:pt x="1723958" y="1819982"/>
                  </a:lnTo>
                  <a:lnTo>
                    <a:pt x="1718486" y="1819982"/>
                  </a:lnTo>
                  <a:lnTo>
                    <a:pt x="1718486" y="1827665"/>
                  </a:lnTo>
                  <a:lnTo>
                    <a:pt x="1713013" y="1827665"/>
                  </a:lnTo>
                  <a:lnTo>
                    <a:pt x="1713013" y="1827665"/>
                  </a:lnTo>
                  <a:lnTo>
                    <a:pt x="1707540" y="1827665"/>
                  </a:lnTo>
                  <a:lnTo>
                    <a:pt x="1707540" y="1835343"/>
                  </a:lnTo>
                  <a:lnTo>
                    <a:pt x="1702067" y="1835343"/>
                  </a:lnTo>
                  <a:lnTo>
                    <a:pt x="1702067" y="1835343"/>
                  </a:lnTo>
                  <a:lnTo>
                    <a:pt x="1696594" y="1835343"/>
                  </a:lnTo>
                  <a:lnTo>
                    <a:pt x="1696594" y="1835343"/>
                  </a:lnTo>
                  <a:lnTo>
                    <a:pt x="1691121" y="1835343"/>
                  </a:lnTo>
                  <a:lnTo>
                    <a:pt x="1691121" y="1835343"/>
                  </a:lnTo>
                  <a:lnTo>
                    <a:pt x="1685648" y="1835343"/>
                  </a:lnTo>
                  <a:lnTo>
                    <a:pt x="1685648" y="1843015"/>
                  </a:lnTo>
                  <a:lnTo>
                    <a:pt x="1680175" y="1843015"/>
                  </a:lnTo>
                  <a:lnTo>
                    <a:pt x="1680175" y="1850680"/>
                  </a:lnTo>
                  <a:lnTo>
                    <a:pt x="1674702" y="1850680"/>
                  </a:lnTo>
                  <a:lnTo>
                    <a:pt x="1674702" y="1850680"/>
                  </a:lnTo>
                  <a:lnTo>
                    <a:pt x="1669230" y="1850680"/>
                  </a:lnTo>
                  <a:lnTo>
                    <a:pt x="1669230" y="1850680"/>
                  </a:lnTo>
                  <a:lnTo>
                    <a:pt x="1663757" y="1850680"/>
                  </a:lnTo>
                  <a:lnTo>
                    <a:pt x="1663757" y="1850680"/>
                  </a:lnTo>
                  <a:lnTo>
                    <a:pt x="1658284" y="1850680"/>
                  </a:lnTo>
                  <a:lnTo>
                    <a:pt x="1658284" y="1850680"/>
                  </a:lnTo>
                  <a:lnTo>
                    <a:pt x="1652811" y="1850680"/>
                  </a:lnTo>
                  <a:lnTo>
                    <a:pt x="1652811" y="1850680"/>
                  </a:lnTo>
                  <a:lnTo>
                    <a:pt x="1647338" y="1850680"/>
                  </a:lnTo>
                  <a:lnTo>
                    <a:pt x="1647338" y="1858332"/>
                  </a:lnTo>
                  <a:lnTo>
                    <a:pt x="1641865" y="1858332"/>
                  </a:lnTo>
                  <a:lnTo>
                    <a:pt x="1641865" y="1858332"/>
                  </a:lnTo>
                  <a:lnTo>
                    <a:pt x="1636392" y="1858332"/>
                  </a:lnTo>
                  <a:lnTo>
                    <a:pt x="1636392" y="1858332"/>
                  </a:lnTo>
                  <a:lnTo>
                    <a:pt x="1630919" y="1858332"/>
                  </a:lnTo>
                  <a:lnTo>
                    <a:pt x="1630919" y="1858332"/>
                  </a:lnTo>
                  <a:lnTo>
                    <a:pt x="1625446" y="1858332"/>
                  </a:lnTo>
                  <a:lnTo>
                    <a:pt x="1625446" y="1858332"/>
                  </a:lnTo>
                  <a:lnTo>
                    <a:pt x="1619974" y="1858332"/>
                  </a:lnTo>
                  <a:lnTo>
                    <a:pt x="1619974" y="1858332"/>
                  </a:lnTo>
                  <a:lnTo>
                    <a:pt x="1614501" y="1858332"/>
                  </a:lnTo>
                  <a:lnTo>
                    <a:pt x="1614501" y="1858332"/>
                  </a:lnTo>
                  <a:lnTo>
                    <a:pt x="1609028" y="1858332"/>
                  </a:lnTo>
                  <a:lnTo>
                    <a:pt x="1609028" y="1865967"/>
                  </a:lnTo>
                  <a:lnTo>
                    <a:pt x="1603555" y="1865967"/>
                  </a:lnTo>
                  <a:lnTo>
                    <a:pt x="1603555" y="1865967"/>
                  </a:lnTo>
                  <a:lnTo>
                    <a:pt x="1598082" y="1865967"/>
                  </a:lnTo>
                  <a:lnTo>
                    <a:pt x="1598082" y="1865967"/>
                  </a:lnTo>
                  <a:lnTo>
                    <a:pt x="1592609" y="1865967"/>
                  </a:lnTo>
                  <a:lnTo>
                    <a:pt x="1592609" y="1873595"/>
                  </a:lnTo>
                  <a:lnTo>
                    <a:pt x="1587136" y="1873595"/>
                  </a:lnTo>
                  <a:lnTo>
                    <a:pt x="1587136" y="1873595"/>
                  </a:lnTo>
                  <a:lnTo>
                    <a:pt x="1581663" y="1873595"/>
                  </a:lnTo>
                  <a:lnTo>
                    <a:pt x="1581663" y="1873595"/>
                  </a:lnTo>
                  <a:lnTo>
                    <a:pt x="1576191" y="1873595"/>
                  </a:lnTo>
                  <a:lnTo>
                    <a:pt x="1576191" y="1873595"/>
                  </a:lnTo>
                  <a:lnTo>
                    <a:pt x="1570718" y="1873595"/>
                  </a:lnTo>
                  <a:lnTo>
                    <a:pt x="1570718" y="1888837"/>
                  </a:lnTo>
                  <a:lnTo>
                    <a:pt x="1565245" y="1888837"/>
                  </a:lnTo>
                  <a:lnTo>
                    <a:pt x="1565245" y="1888837"/>
                  </a:lnTo>
                  <a:lnTo>
                    <a:pt x="1559772" y="1888837"/>
                  </a:lnTo>
                  <a:lnTo>
                    <a:pt x="1559772" y="1888837"/>
                  </a:lnTo>
                  <a:lnTo>
                    <a:pt x="1554299" y="1888837"/>
                  </a:lnTo>
                  <a:lnTo>
                    <a:pt x="1554299" y="1896455"/>
                  </a:lnTo>
                  <a:lnTo>
                    <a:pt x="1548826" y="1896455"/>
                  </a:lnTo>
                  <a:lnTo>
                    <a:pt x="1548826" y="1896455"/>
                  </a:lnTo>
                  <a:lnTo>
                    <a:pt x="1543353" y="1896455"/>
                  </a:lnTo>
                  <a:lnTo>
                    <a:pt x="1543353" y="1904068"/>
                  </a:lnTo>
                  <a:lnTo>
                    <a:pt x="1537880" y="1904068"/>
                  </a:lnTo>
                  <a:lnTo>
                    <a:pt x="1537880" y="1904068"/>
                  </a:lnTo>
                  <a:lnTo>
                    <a:pt x="1532407" y="1904068"/>
                  </a:lnTo>
                  <a:lnTo>
                    <a:pt x="1532407" y="1911673"/>
                  </a:lnTo>
                  <a:lnTo>
                    <a:pt x="1526935" y="1911673"/>
                  </a:lnTo>
                  <a:lnTo>
                    <a:pt x="1526935" y="1911673"/>
                  </a:lnTo>
                  <a:lnTo>
                    <a:pt x="1521462" y="1911673"/>
                  </a:lnTo>
                  <a:lnTo>
                    <a:pt x="1521462" y="1911673"/>
                  </a:lnTo>
                  <a:lnTo>
                    <a:pt x="1515989" y="1911673"/>
                  </a:lnTo>
                  <a:lnTo>
                    <a:pt x="1515989" y="1911673"/>
                  </a:lnTo>
                  <a:lnTo>
                    <a:pt x="1510516" y="1911673"/>
                  </a:lnTo>
                  <a:lnTo>
                    <a:pt x="1510516" y="1911673"/>
                  </a:lnTo>
                  <a:lnTo>
                    <a:pt x="1505043" y="1911673"/>
                  </a:lnTo>
                  <a:lnTo>
                    <a:pt x="1505043" y="1911673"/>
                  </a:lnTo>
                  <a:lnTo>
                    <a:pt x="1499570" y="1911673"/>
                  </a:lnTo>
                  <a:lnTo>
                    <a:pt x="1499570" y="1911673"/>
                  </a:lnTo>
                  <a:lnTo>
                    <a:pt x="1494097" y="1911673"/>
                  </a:lnTo>
                  <a:lnTo>
                    <a:pt x="1494097" y="1911673"/>
                  </a:lnTo>
                  <a:lnTo>
                    <a:pt x="1488624" y="1911673"/>
                  </a:lnTo>
                  <a:lnTo>
                    <a:pt x="1488624" y="1911673"/>
                  </a:lnTo>
                  <a:lnTo>
                    <a:pt x="1483151" y="1911673"/>
                  </a:lnTo>
                  <a:lnTo>
                    <a:pt x="1483151" y="1911673"/>
                  </a:lnTo>
                  <a:lnTo>
                    <a:pt x="1477679" y="1911673"/>
                  </a:lnTo>
                  <a:lnTo>
                    <a:pt x="1477679" y="1911673"/>
                  </a:lnTo>
                  <a:lnTo>
                    <a:pt x="1472206" y="1911673"/>
                  </a:lnTo>
                  <a:lnTo>
                    <a:pt x="1472206" y="1919267"/>
                  </a:lnTo>
                  <a:lnTo>
                    <a:pt x="1466733" y="1919267"/>
                  </a:lnTo>
                  <a:lnTo>
                    <a:pt x="1466733" y="1919267"/>
                  </a:lnTo>
                  <a:lnTo>
                    <a:pt x="1461260" y="1919267"/>
                  </a:lnTo>
                  <a:lnTo>
                    <a:pt x="1461260" y="1919267"/>
                  </a:lnTo>
                  <a:lnTo>
                    <a:pt x="1455787" y="1919267"/>
                  </a:lnTo>
                  <a:lnTo>
                    <a:pt x="1455787" y="1926854"/>
                  </a:lnTo>
                  <a:lnTo>
                    <a:pt x="1450314" y="1926854"/>
                  </a:lnTo>
                  <a:lnTo>
                    <a:pt x="1450314" y="1926854"/>
                  </a:lnTo>
                  <a:lnTo>
                    <a:pt x="1444841" y="1926854"/>
                  </a:lnTo>
                  <a:lnTo>
                    <a:pt x="1444841" y="1934431"/>
                  </a:lnTo>
                  <a:lnTo>
                    <a:pt x="1439368" y="1934431"/>
                  </a:lnTo>
                  <a:lnTo>
                    <a:pt x="1439368" y="1934431"/>
                  </a:lnTo>
                  <a:lnTo>
                    <a:pt x="1433895" y="1934431"/>
                  </a:lnTo>
                  <a:lnTo>
                    <a:pt x="1433895" y="1934431"/>
                  </a:lnTo>
                  <a:lnTo>
                    <a:pt x="1428423" y="1934431"/>
                  </a:lnTo>
                  <a:lnTo>
                    <a:pt x="1428423" y="1934431"/>
                  </a:lnTo>
                  <a:lnTo>
                    <a:pt x="1422950" y="1934431"/>
                  </a:lnTo>
                  <a:lnTo>
                    <a:pt x="1422950" y="1942000"/>
                  </a:lnTo>
                  <a:lnTo>
                    <a:pt x="1417477" y="1942000"/>
                  </a:lnTo>
                  <a:lnTo>
                    <a:pt x="1417477" y="1964692"/>
                  </a:lnTo>
                  <a:lnTo>
                    <a:pt x="1412004" y="1964692"/>
                  </a:lnTo>
                  <a:lnTo>
                    <a:pt x="1412004" y="1964692"/>
                  </a:lnTo>
                  <a:lnTo>
                    <a:pt x="1406531" y="1964692"/>
                  </a:lnTo>
                  <a:lnTo>
                    <a:pt x="1406531" y="1972251"/>
                  </a:lnTo>
                  <a:lnTo>
                    <a:pt x="1401058" y="1972251"/>
                  </a:lnTo>
                  <a:lnTo>
                    <a:pt x="1401058" y="1979807"/>
                  </a:lnTo>
                  <a:lnTo>
                    <a:pt x="1395585" y="1979807"/>
                  </a:lnTo>
                  <a:lnTo>
                    <a:pt x="1395585" y="1979807"/>
                  </a:lnTo>
                  <a:lnTo>
                    <a:pt x="1390112" y="1979807"/>
                  </a:lnTo>
                  <a:lnTo>
                    <a:pt x="1390112" y="1979807"/>
                  </a:lnTo>
                  <a:lnTo>
                    <a:pt x="1384640" y="1979807"/>
                  </a:lnTo>
                  <a:lnTo>
                    <a:pt x="1384640" y="1979807"/>
                  </a:lnTo>
                  <a:lnTo>
                    <a:pt x="1379167" y="1979807"/>
                  </a:lnTo>
                  <a:lnTo>
                    <a:pt x="1379167" y="1979807"/>
                  </a:lnTo>
                  <a:lnTo>
                    <a:pt x="1373694" y="1979807"/>
                  </a:lnTo>
                  <a:lnTo>
                    <a:pt x="1373694" y="1979807"/>
                  </a:lnTo>
                  <a:lnTo>
                    <a:pt x="1368221" y="1979807"/>
                  </a:lnTo>
                  <a:lnTo>
                    <a:pt x="1368221" y="1979807"/>
                  </a:lnTo>
                  <a:lnTo>
                    <a:pt x="1362748" y="1979807"/>
                  </a:lnTo>
                  <a:lnTo>
                    <a:pt x="1362748" y="1979807"/>
                  </a:lnTo>
                  <a:lnTo>
                    <a:pt x="1357275" y="1979807"/>
                  </a:lnTo>
                  <a:lnTo>
                    <a:pt x="1357275" y="1987348"/>
                  </a:lnTo>
                  <a:lnTo>
                    <a:pt x="1351802" y="1987348"/>
                  </a:lnTo>
                  <a:lnTo>
                    <a:pt x="1351802" y="1987348"/>
                  </a:lnTo>
                  <a:lnTo>
                    <a:pt x="1346329" y="1987348"/>
                  </a:lnTo>
                  <a:lnTo>
                    <a:pt x="1346329" y="1987348"/>
                  </a:lnTo>
                  <a:lnTo>
                    <a:pt x="1340856" y="1987348"/>
                  </a:lnTo>
                  <a:lnTo>
                    <a:pt x="1340856" y="2002417"/>
                  </a:lnTo>
                  <a:lnTo>
                    <a:pt x="1335384" y="2002417"/>
                  </a:lnTo>
                  <a:lnTo>
                    <a:pt x="1335384" y="2009945"/>
                  </a:lnTo>
                  <a:lnTo>
                    <a:pt x="1329911" y="2009945"/>
                  </a:lnTo>
                  <a:lnTo>
                    <a:pt x="1329911" y="2024992"/>
                  </a:lnTo>
                  <a:lnTo>
                    <a:pt x="1324438" y="2024992"/>
                  </a:lnTo>
                  <a:lnTo>
                    <a:pt x="1324438" y="2024992"/>
                  </a:lnTo>
                  <a:lnTo>
                    <a:pt x="1318965" y="2024992"/>
                  </a:lnTo>
                  <a:lnTo>
                    <a:pt x="1318965" y="2024992"/>
                  </a:lnTo>
                  <a:lnTo>
                    <a:pt x="1313492" y="2024992"/>
                  </a:lnTo>
                  <a:lnTo>
                    <a:pt x="1313492" y="2024992"/>
                  </a:lnTo>
                  <a:lnTo>
                    <a:pt x="1308019" y="2024992"/>
                  </a:lnTo>
                  <a:lnTo>
                    <a:pt x="1308019" y="2032509"/>
                  </a:lnTo>
                  <a:lnTo>
                    <a:pt x="1302546" y="2032509"/>
                  </a:lnTo>
                  <a:lnTo>
                    <a:pt x="1302546" y="2032509"/>
                  </a:lnTo>
                  <a:lnTo>
                    <a:pt x="1297073" y="2032509"/>
                  </a:lnTo>
                  <a:lnTo>
                    <a:pt x="1297073" y="2032509"/>
                  </a:lnTo>
                  <a:lnTo>
                    <a:pt x="1291600" y="2032509"/>
                  </a:lnTo>
                  <a:lnTo>
                    <a:pt x="1291600" y="2040019"/>
                  </a:lnTo>
                  <a:lnTo>
                    <a:pt x="1286128" y="2040019"/>
                  </a:lnTo>
                  <a:lnTo>
                    <a:pt x="1286128" y="2040019"/>
                  </a:lnTo>
                  <a:lnTo>
                    <a:pt x="1280655" y="2040019"/>
                  </a:lnTo>
                  <a:lnTo>
                    <a:pt x="1280655" y="2047523"/>
                  </a:lnTo>
                  <a:lnTo>
                    <a:pt x="1275182" y="2047523"/>
                  </a:lnTo>
                  <a:lnTo>
                    <a:pt x="1275182" y="2055024"/>
                  </a:lnTo>
                  <a:lnTo>
                    <a:pt x="1269709" y="2055024"/>
                  </a:lnTo>
                  <a:lnTo>
                    <a:pt x="1269709" y="2055024"/>
                  </a:lnTo>
                  <a:lnTo>
                    <a:pt x="1264236" y="2055024"/>
                  </a:lnTo>
                  <a:lnTo>
                    <a:pt x="1264236" y="2062510"/>
                  </a:lnTo>
                  <a:lnTo>
                    <a:pt x="1258763" y="2062510"/>
                  </a:lnTo>
                  <a:lnTo>
                    <a:pt x="1258763" y="2062510"/>
                  </a:lnTo>
                  <a:lnTo>
                    <a:pt x="1253290" y="2062510"/>
                  </a:lnTo>
                  <a:lnTo>
                    <a:pt x="1253290" y="2062510"/>
                  </a:lnTo>
                  <a:lnTo>
                    <a:pt x="1247817" y="2062510"/>
                  </a:lnTo>
                  <a:lnTo>
                    <a:pt x="1247817" y="2062510"/>
                  </a:lnTo>
                  <a:lnTo>
                    <a:pt x="1242344" y="2062510"/>
                  </a:lnTo>
                  <a:lnTo>
                    <a:pt x="1242344" y="2069982"/>
                  </a:lnTo>
                  <a:lnTo>
                    <a:pt x="1236872" y="2069982"/>
                  </a:lnTo>
                  <a:lnTo>
                    <a:pt x="1236872" y="2077450"/>
                  </a:lnTo>
                  <a:lnTo>
                    <a:pt x="1231399" y="2077450"/>
                  </a:lnTo>
                  <a:lnTo>
                    <a:pt x="1231399" y="2077450"/>
                  </a:lnTo>
                  <a:lnTo>
                    <a:pt x="1225926" y="2077450"/>
                  </a:lnTo>
                  <a:lnTo>
                    <a:pt x="1225926" y="2077450"/>
                  </a:lnTo>
                  <a:lnTo>
                    <a:pt x="1220453" y="2077450"/>
                  </a:lnTo>
                  <a:lnTo>
                    <a:pt x="1220453" y="2084906"/>
                  </a:lnTo>
                  <a:lnTo>
                    <a:pt x="1214980" y="2084906"/>
                  </a:lnTo>
                  <a:lnTo>
                    <a:pt x="1214980" y="2092357"/>
                  </a:lnTo>
                  <a:lnTo>
                    <a:pt x="1209507" y="2092357"/>
                  </a:lnTo>
                  <a:lnTo>
                    <a:pt x="1209507" y="2099805"/>
                  </a:lnTo>
                  <a:lnTo>
                    <a:pt x="1204034" y="2099805"/>
                  </a:lnTo>
                  <a:lnTo>
                    <a:pt x="1204034" y="2099805"/>
                  </a:lnTo>
                  <a:lnTo>
                    <a:pt x="1198561" y="2099805"/>
                  </a:lnTo>
                  <a:lnTo>
                    <a:pt x="1198561" y="2099805"/>
                  </a:lnTo>
                  <a:lnTo>
                    <a:pt x="1193089" y="2099805"/>
                  </a:lnTo>
                  <a:lnTo>
                    <a:pt x="1193089" y="2107245"/>
                  </a:lnTo>
                  <a:lnTo>
                    <a:pt x="1187616" y="2107245"/>
                  </a:lnTo>
                  <a:lnTo>
                    <a:pt x="1187616" y="2122111"/>
                  </a:lnTo>
                  <a:lnTo>
                    <a:pt x="1182143" y="2122111"/>
                  </a:lnTo>
                  <a:lnTo>
                    <a:pt x="1182143" y="2122111"/>
                  </a:lnTo>
                  <a:lnTo>
                    <a:pt x="1176670" y="2122111"/>
                  </a:lnTo>
                  <a:lnTo>
                    <a:pt x="1176670" y="2122111"/>
                  </a:lnTo>
                  <a:lnTo>
                    <a:pt x="1171197" y="2122111"/>
                  </a:lnTo>
                  <a:lnTo>
                    <a:pt x="1171197" y="2122111"/>
                  </a:lnTo>
                  <a:lnTo>
                    <a:pt x="1165724" y="2122111"/>
                  </a:lnTo>
                  <a:lnTo>
                    <a:pt x="1165724" y="2129534"/>
                  </a:lnTo>
                  <a:lnTo>
                    <a:pt x="1160251" y="2129534"/>
                  </a:lnTo>
                  <a:lnTo>
                    <a:pt x="1160251" y="2136955"/>
                  </a:lnTo>
                  <a:lnTo>
                    <a:pt x="1154778" y="2136955"/>
                  </a:lnTo>
                  <a:lnTo>
                    <a:pt x="1154778" y="2136955"/>
                  </a:lnTo>
                  <a:lnTo>
                    <a:pt x="1149305" y="2136955"/>
                  </a:lnTo>
                  <a:lnTo>
                    <a:pt x="1149305" y="2136955"/>
                  </a:lnTo>
                  <a:lnTo>
                    <a:pt x="1143833" y="2136955"/>
                  </a:lnTo>
                  <a:lnTo>
                    <a:pt x="1143833" y="2144370"/>
                  </a:lnTo>
                  <a:lnTo>
                    <a:pt x="1138360" y="2144370"/>
                  </a:lnTo>
                  <a:lnTo>
                    <a:pt x="1138360" y="2159189"/>
                  </a:lnTo>
                  <a:lnTo>
                    <a:pt x="1132887" y="2159189"/>
                  </a:lnTo>
                  <a:lnTo>
                    <a:pt x="1132887" y="2159189"/>
                  </a:lnTo>
                  <a:lnTo>
                    <a:pt x="1127414" y="2159189"/>
                  </a:lnTo>
                  <a:lnTo>
                    <a:pt x="1127414" y="2159189"/>
                  </a:lnTo>
                  <a:lnTo>
                    <a:pt x="1121941" y="2159189"/>
                  </a:lnTo>
                  <a:lnTo>
                    <a:pt x="1121941" y="2159189"/>
                  </a:lnTo>
                  <a:lnTo>
                    <a:pt x="1116468" y="2159189"/>
                  </a:lnTo>
                  <a:lnTo>
                    <a:pt x="1116468" y="2159189"/>
                  </a:lnTo>
                  <a:lnTo>
                    <a:pt x="1110995" y="2159189"/>
                  </a:lnTo>
                  <a:lnTo>
                    <a:pt x="1110995" y="2159189"/>
                  </a:lnTo>
                  <a:lnTo>
                    <a:pt x="1105522" y="2159189"/>
                  </a:lnTo>
                  <a:lnTo>
                    <a:pt x="1105522" y="2166588"/>
                  </a:lnTo>
                  <a:lnTo>
                    <a:pt x="1100049" y="2166588"/>
                  </a:lnTo>
                  <a:lnTo>
                    <a:pt x="1100049" y="2181369"/>
                  </a:lnTo>
                  <a:lnTo>
                    <a:pt x="1094577" y="2181369"/>
                  </a:lnTo>
                  <a:lnTo>
                    <a:pt x="1094577" y="2196136"/>
                  </a:lnTo>
                  <a:lnTo>
                    <a:pt x="1089104" y="2196136"/>
                  </a:lnTo>
                  <a:lnTo>
                    <a:pt x="1089104" y="2203515"/>
                  </a:lnTo>
                  <a:lnTo>
                    <a:pt x="1083631" y="2203515"/>
                  </a:lnTo>
                  <a:lnTo>
                    <a:pt x="1083631" y="2203515"/>
                  </a:lnTo>
                  <a:lnTo>
                    <a:pt x="1078158" y="2203515"/>
                  </a:lnTo>
                  <a:lnTo>
                    <a:pt x="1078158" y="2203515"/>
                  </a:lnTo>
                  <a:lnTo>
                    <a:pt x="1072685" y="2203515"/>
                  </a:lnTo>
                  <a:lnTo>
                    <a:pt x="1072685" y="2210885"/>
                  </a:lnTo>
                  <a:lnTo>
                    <a:pt x="1067212" y="2210885"/>
                  </a:lnTo>
                  <a:lnTo>
                    <a:pt x="1067212" y="2210885"/>
                  </a:lnTo>
                  <a:lnTo>
                    <a:pt x="1061739" y="2210885"/>
                  </a:lnTo>
                  <a:lnTo>
                    <a:pt x="1061739" y="2218249"/>
                  </a:lnTo>
                  <a:lnTo>
                    <a:pt x="1056266" y="2218249"/>
                  </a:lnTo>
                  <a:lnTo>
                    <a:pt x="1056266" y="2218249"/>
                  </a:lnTo>
                  <a:lnTo>
                    <a:pt x="1050794" y="2218249"/>
                  </a:lnTo>
                  <a:lnTo>
                    <a:pt x="1050794" y="2225610"/>
                  </a:lnTo>
                  <a:lnTo>
                    <a:pt x="1045321" y="2225610"/>
                  </a:lnTo>
                  <a:lnTo>
                    <a:pt x="1045321" y="2225610"/>
                  </a:lnTo>
                  <a:lnTo>
                    <a:pt x="1039848" y="2225610"/>
                  </a:lnTo>
                  <a:lnTo>
                    <a:pt x="1039848" y="2225610"/>
                  </a:lnTo>
                  <a:lnTo>
                    <a:pt x="1034375" y="2225610"/>
                  </a:lnTo>
                  <a:lnTo>
                    <a:pt x="1034375" y="2232960"/>
                  </a:lnTo>
                  <a:lnTo>
                    <a:pt x="1028902" y="2232960"/>
                  </a:lnTo>
                  <a:lnTo>
                    <a:pt x="1028902" y="2232960"/>
                  </a:lnTo>
                  <a:lnTo>
                    <a:pt x="1023429" y="2232960"/>
                  </a:lnTo>
                  <a:lnTo>
                    <a:pt x="1023429" y="2240305"/>
                  </a:lnTo>
                  <a:lnTo>
                    <a:pt x="1017956" y="2240305"/>
                  </a:lnTo>
                  <a:lnTo>
                    <a:pt x="1017956" y="2247646"/>
                  </a:lnTo>
                  <a:lnTo>
                    <a:pt x="1012483" y="2247646"/>
                  </a:lnTo>
                  <a:lnTo>
                    <a:pt x="1012483" y="2247646"/>
                  </a:lnTo>
                  <a:lnTo>
                    <a:pt x="1007010" y="2247646"/>
                  </a:lnTo>
                  <a:lnTo>
                    <a:pt x="1007010" y="2254982"/>
                  </a:lnTo>
                  <a:lnTo>
                    <a:pt x="1001538" y="2254982"/>
                  </a:lnTo>
                  <a:lnTo>
                    <a:pt x="1001538" y="2269643"/>
                  </a:lnTo>
                  <a:lnTo>
                    <a:pt x="996065" y="2269643"/>
                  </a:lnTo>
                  <a:lnTo>
                    <a:pt x="996065" y="2313526"/>
                  </a:lnTo>
                  <a:lnTo>
                    <a:pt x="990592" y="2313526"/>
                  </a:lnTo>
                  <a:lnTo>
                    <a:pt x="990592" y="2313526"/>
                  </a:lnTo>
                  <a:lnTo>
                    <a:pt x="985119" y="2313526"/>
                  </a:lnTo>
                  <a:lnTo>
                    <a:pt x="985119" y="2313526"/>
                  </a:lnTo>
                  <a:lnTo>
                    <a:pt x="979646" y="2313526"/>
                  </a:lnTo>
                  <a:lnTo>
                    <a:pt x="979646" y="2313526"/>
                  </a:lnTo>
                  <a:lnTo>
                    <a:pt x="974173" y="2313526"/>
                  </a:lnTo>
                  <a:lnTo>
                    <a:pt x="974173" y="2313526"/>
                  </a:lnTo>
                  <a:lnTo>
                    <a:pt x="968700" y="2313526"/>
                  </a:lnTo>
                  <a:lnTo>
                    <a:pt x="968700" y="2320819"/>
                  </a:lnTo>
                  <a:lnTo>
                    <a:pt x="963227" y="2320819"/>
                  </a:lnTo>
                  <a:lnTo>
                    <a:pt x="963227" y="2320819"/>
                  </a:lnTo>
                  <a:lnTo>
                    <a:pt x="957754" y="2320819"/>
                  </a:lnTo>
                  <a:lnTo>
                    <a:pt x="957754" y="2328104"/>
                  </a:lnTo>
                  <a:lnTo>
                    <a:pt x="952282" y="2328104"/>
                  </a:lnTo>
                  <a:lnTo>
                    <a:pt x="952282" y="2335385"/>
                  </a:lnTo>
                  <a:lnTo>
                    <a:pt x="946809" y="2335385"/>
                  </a:lnTo>
                  <a:lnTo>
                    <a:pt x="946809" y="2335385"/>
                  </a:lnTo>
                  <a:lnTo>
                    <a:pt x="941336" y="2335385"/>
                  </a:lnTo>
                  <a:lnTo>
                    <a:pt x="941336" y="2335385"/>
                  </a:lnTo>
                  <a:lnTo>
                    <a:pt x="935863" y="2335385"/>
                  </a:lnTo>
                  <a:lnTo>
                    <a:pt x="935863" y="2335385"/>
                  </a:lnTo>
                  <a:lnTo>
                    <a:pt x="930390" y="2335385"/>
                  </a:lnTo>
                  <a:lnTo>
                    <a:pt x="930390" y="2335385"/>
                  </a:lnTo>
                  <a:lnTo>
                    <a:pt x="924917" y="2335385"/>
                  </a:lnTo>
                  <a:lnTo>
                    <a:pt x="924917" y="2342654"/>
                  </a:lnTo>
                  <a:lnTo>
                    <a:pt x="919444" y="2342654"/>
                  </a:lnTo>
                  <a:lnTo>
                    <a:pt x="919444" y="2364424"/>
                  </a:lnTo>
                  <a:lnTo>
                    <a:pt x="913971" y="2364424"/>
                  </a:lnTo>
                  <a:lnTo>
                    <a:pt x="913971" y="2364424"/>
                  </a:lnTo>
                  <a:lnTo>
                    <a:pt x="908498" y="2364424"/>
                  </a:lnTo>
                  <a:lnTo>
                    <a:pt x="908498" y="2364424"/>
                  </a:lnTo>
                  <a:lnTo>
                    <a:pt x="903026" y="2364424"/>
                  </a:lnTo>
                  <a:lnTo>
                    <a:pt x="903026" y="2364424"/>
                  </a:lnTo>
                  <a:lnTo>
                    <a:pt x="897553" y="2364424"/>
                  </a:lnTo>
                  <a:lnTo>
                    <a:pt x="897553" y="2364424"/>
                  </a:lnTo>
                  <a:lnTo>
                    <a:pt x="892080" y="2364424"/>
                  </a:lnTo>
                  <a:lnTo>
                    <a:pt x="892080" y="2364424"/>
                  </a:lnTo>
                  <a:lnTo>
                    <a:pt x="886607" y="2364424"/>
                  </a:lnTo>
                  <a:lnTo>
                    <a:pt x="886607" y="2364424"/>
                  </a:lnTo>
                  <a:lnTo>
                    <a:pt x="881134" y="2364424"/>
                  </a:lnTo>
                  <a:lnTo>
                    <a:pt x="881134" y="2371657"/>
                  </a:lnTo>
                  <a:lnTo>
                    <a:pt x="875661" y="2371657"/>
                  </a:lnTo>
                  <a:lnTo>
                    <a:pt x="875661" y="2371657"/>
                  </a:lnTo>
                  <a:lnTo>
                    <a:pt x="870188" y="2371657"/>
                  </a:lnTo>
                  <a:lnTo>
                    <a:pt x="870188" y="2371657"/>
                  </a:lnTo>
                  <a:lnTo>
                    <a:pt x="864715" y="2371657"/>
                  </a:lnTo>
                  <a:lnTo>
                    <a:pt x="864715" y="2371657"/>
                  </a:lnTo>
                  <a:lnTo>
                    <a:pt x="859243" y="2371657"/>
                  </a:lnTo>
                  <a:lnTo>
                    <a:pt x="859243" y="2371657"/>
                  </a:lnTo>
                  <a:lnTo>
                    <a:pt x="853770" y="2371657"/>
                  </a:lnTo>
                  <a:lnTo>
                    <a:pt x="853770" y="2371657"/>
                  </a:lnTo>
                  <a:lnTo>
                    <a:pt x="848297" y="2371657"/>
                  </a:lnTo>
                  <a:lnTo>
                    <a:pt x="848297" y="2378877"/>
                  </a:lnTo>
                  <a:lnTo>
                    <a:pt x="842824" y="2378877"/>
                  </a:lnTo>
                  <a:lnTo>
                    <a:pt x="842824" y="2393302"/>
                  </a:lnTo>
                  <a:lnTo>
                    <a:pt x="837351" y="2393302"/>
                  </a:lnTo>
                  <a:lnTo>
                    <a:pt x="837351" y="2393302"/>
                  </a:lnTo>
                  <a:lnTo>
                    <a:pt x="831878" y="2393302"/>
                  </a:lnTo>
                  <a:lnTo>
                    <a:pt x="831878" y="2400507"/>
                  </a:lnTo>
                  <a:lnTo>
                    <a:pt x="826405" y="2400507"/>
                  </a:lnTo>
                  <a:lnTo>
                    <a:pt x="826405" y="2400507"/>
                  </a:lnTo>
                  <a:lnTo>
                    <a:pt x="820932" y="2400507"/>
                  </a:lnTo>
                  <a:lnTo>
                    <a:pt x="820932" y="2407704"/>
                  </a:lnTo>
                  <a:lnTo>
                    <a:pt x="815459" y="2407704"/>
                  </a:lnTo>
                  <a:lnTo>
                    <a:pt x="815459" y="2407704"/>
                  </a:lnTo>
                  <a:lnTo>
                    <a:pt x="809987" y="2407704"/>
                  </a:lnTo>
                  <a:lnTo>
                    <a:pt x="809987" y="2414892"/>
                  </a:lnTo>
                  <a:lnTo>
                    <a:pt x="804514" y="2414892"/>
                  </a:lnTo>
                  <a:lnTo>
                    <a:pt x="804514" y="2422071"/>
                  </a:lnTo>
                  <a:lnTo>
                    <a:pt x="799041" y="2422071"/>
                  </a:lnTo>
                  <a:lnTo>
                    <a:pt x="799041" y="2429244"/>
                  </a:lnTo>
                  <a:lnTo>
                    <a:pt x="793568" y="2429244"/>
                  </a:lnTo>
                  <a:lnTo>
                    <a:pt x="793568" y="2429244"/>
                  </a:lnTo>
                  <a:lnTo>
                    <a:pt x="788095" y="2429244"/>
                  </a:lnTo>
                  <a:lnTo>
                    <a:pt x="788095" y="2429244"/>
                  </a:lnTo>
                  <a:lnTo>
                    <a:pt x="782622" y="2429244"/>
                  </a:lnTo>
                  <a:lnTo>
                    <a:pt x="782622" y="2429244"/>
                  </a:lnTo>
                  <a:lnTo>
                    <a:pt x="777149" y="2429244"/>
                  </a:lnTo>
                  <a:lnTo>
                    <a:pt x="777149" y="2436412"/>
                  </a:lnTo>
                  <a:lnTo>
                    <a:pt x="771676" y="2436412"/>
                  </a:lnTo>
                  <a:lnTo>
                    <a:pt x="771676" y="2443571"/>
                  </a:lnTo>
                  <a:lnTo>
                    <a:pt x="766203" y="2443571"/>
                  </a:lnTo>
                  <a:lnTo>
                    <a:pt x="766203" y="2457869"/>
                  </a:lnTo>
                  <a:lnTo>
                    <a:pt x="760731" y="2457869"/>
                  </a:lnTo>
                  <a:lnTo>
                    <a:pt x="760731" y="2465005"/>
                  </a:lnTo>
                  <a:lnTo>
                    <a:pt x="755258" y="2465005"/>
                  </a:lnTo>
                  <a:lnTo>
                    <a:pt x="755258" y="2465005"/>
                  </a:lnTo>
                  <a:lnTo>
                    <a:pt x="749785" y="2465005"/>
                  </a:lnTo>
                  <a:lnTo>
                    <a:pt x="749785" y="2465005"/>
                  </a:lnTo>
                  <a:lnTo>
                    <a:pt x="744312" y="2465005"/>
                  </a:lnTo>
                  <a:lnTo>
                    <a:pt x="744312" y="2479258"/>
                  </a:lnTo>
                  <a:lnTo>
                    <a:pt x="738839" y="2479258"/>
                  </a:lnTo>
                  <a:lnTo>
                    <a:pt x="738839" y="2479258"/>
                  </a:lnTo>
                  <a:lnTo>
                    <a:pt x="733366" y="2479258"/>
                  </a:lnTo>
                  <a:lnTo>
                    <a:pt x="733366" y="2486371"/>
                  </a:lnTo>
                  <a:lnTo>
                    <a:pt x="727893" y="2486371"/>
                  </a:lnTo>
                  <a:lnTo>
                    <a:pt x="727893" y="2493476"/>
                  </a:lnTo>
                  <a:lnTo>
                    <a:pt x="722420" y="2493476"/>
                  </a:lnTo>
                  <a:lnTo>
                    <a:pt x="722420" y="2493476"/>
                  </a:lnTo>
                  <a:lnTo>
                    <a:pt x="716947" y="2493476"/>
                  </a:lnTo>
                  <a:lnTo>
                    <a:pt x="716947" y="2493476"/>
                  </a:lnTo>
                  <a:lnTo>
                    <a:pt x="711475" y="2493476"/>
                  </a:lnTo>
                  <a:lnTo>
                    <a:pt x="711475" y="2500574"/>
                  </a:lnTo>
                  <a:lnTo>
                    <a:pt x="706002" y="2500574"/>
                  </a:lnTo>
                  <a:lnTo>
                    <a:pt x="706002" y="2507665"/>
                  </a:lnTo>
                  <a:lnTo>
                    <a:pt x="700529" y="2507665"/>
                  </a:lnTo>
                  <a:lnTo>
                    <a:pt x="700529" y="2507665"/>
                  </a:lnTo>
                  <a:lnTo>
                    <a:pt x="695056" y="2507665"/>
                  </a:lnTo>
                  <a:lnTo>
                    <a:pt x="695056" y="2514747"/>
                  </a:lnTo>
                  <a:lnTo>
                    <a:pt x="689583" y="2514747"/>
                  </a:lnTo>
                  <a:lnTo>
                    <a:pt x="689583" y="2528882"/>
                  </a:lnTo>
                  <a:lnTo>
                    <a:pt x="684110" y="2528882"/>
                  </a:lnTo>
                  <a:lnTo>
                    <a:pt x="684110" y="2528882"/>
                  </a:lnTo>
                  <a:lnTo>
                    <a:pt x="678637" y="2528882"/>
                  </a:lnTo>
                  <a:lnTo>
                    <a:pt x="678637" y="2528882"/>
                  </a:lnTo>
                  <a:lnTo>
                    <a:pt x="673164" y="2528882"/>
                  </a:lnTo>
                  <a:lnTo>
                    <a:pt x="673164" y="2535934"/>
                  </a:lnTo>
                  <a:lnTo>
                    <a:pt x="667692" y="2535934"/>
                  </a:lnTo>
                  <a:lnTo>
                    <a:pt x="667692" y="2542980"/>
                  </a:lnTo>
                  <a:lnTo>
                    <a:pt x="662219" y="2542980"/>
                  </a:lnTo>
                  <a:lnTo>
                    <a:pt x="662219" y="2542980"/>
                  </a:lnTo>
                  <a:lnTo>
                    <a:pt x="656746" y="2542980"/>
                  </a:lnTo>
                  <a:lnTo>
                    <a:pt x="656746" y="2564056"/>
                  </a:lnTo>
                  <a:lnTo>
                    <a:pt x="651273" y="2564056"/>
                  </a:lnTo>
                  <a:lnTo>
                    <a:pt x="651273" y="2564056"/>
                  </a:lnTo>
                  <a:lnTo>
                    <a:pt x="645800" y="2564056"/>
                  </a:lnTo>
                  <a:lnTo>
                    <a:pt x="645800" y="2571060"/>
                  </a:lnTo>
                  <a:lnTo>
                    <a:pt x="640327" y="2571060"/>
                  </a:lnTo>
                  <a:lnTo>
                    <a:pt x="640327" y="2578055"/>
                  </a:lnTo>
                  <a:lnTo>
                    <a:pt x="634854" y="2578055"/>
                  </a:lnTo>
                  <a:lnTo>
                    <a:pt x="634854" y="2578055"/>
                  </a:lnTo>
                  <a:lnTo>
                    <a:pt x="629381" y="2578055"/>
                  </a:lnTo>
                  <a:lnTo>
                    <a:pt x="629381" y="2578055"/>
                  </a:lnTo>
                  <a:lnTo>
                    <a:pt x="623908" y="2578055"/>
                  </a:lnTo>
                  <a:lnTo>
                    <a:pt x="623908" y="2578055"/>
                  </a:lnTo>
                  <a:lnTo>
                    <a:pt x="618436" y="2578055"/>
                  </a:lnTo>
                  <a:lnTo>
                    <a:pt x="618436" y="2578055"/>
                  </a:lnTo>
                  <a:lnTo>
                    <a:pt x="612963" y="2578055"/>
                  </a:lnTo>
                  <a:lnTo>
                    <a:pt x="612963" y="2592006"/>
                  </a:lnTo>
                  <a:lnTo>
                    <a:pt x="607490" y="2592006"/>
                  </a:lnTo>
                  <a:lnTo>
                    <a:pt x="607490" y="2592006"/>
                  </a:lnTo>
                  <a:lnTo>
                    <a:pt x="602017" y="2592006"/>
                  </a:lnTo>
                  <a:lnTo>
                    <a:pt x="602017" y="2592006"/>
                  </a:lnTo>
                  <a:lnTo>
                    <a:pt x="596544" y="2592006"/>
                  </a:lnTo>
                  <a:lnTo>
                    <a:pt x="596544" y="2592006"/>
                  </a:lnTo>
                  <a:lnTo>
                    <a:pt x="591071" y="2592006"/>
                  </a:lnTo>
                  <a:lnTo>
                    <a:pt x="591071" y="2592006"/>
                  </a:lnTo>
                  <a:lnTo>
                    <a:pt x="585598" y="2592006"/>
                  </a:lnTo>
                  <a:lnTo>
                    <a:pt x="585598" y="2598957"/>
                  </a:lnTo>
                  <a:lnTo>
                    <a:pt x="580125" y="2598957"/>
                  </a:lnTo>
                  <a:lnTo>
                    <a:pt x="580125" y="2598957"/>
                  </a:lnTo>
                  <a:lnTo>
                    <a:pt x="574652" y="2598957"/>
                  </a:lnTo>
                  <a:lnTo>
                    <a:pt x="574652" y="2598957"/>
                  </a:lnTo>
                  <a:lnTo>
                    <a:pt x="569180" y="2598957"/>
                  </a:lnTo>
                  <a:lnTo>
                    <a:pt x="569180" y="2598957"/>
                  </a:lnTo>
                  <a:lnTo>
                    <a:pt x="563707" y="2598957"/>
                  </a:lnTo>
                  <a:lnTo>
                    <a:pt x="563707" y="2605894"/>
                  </a:lnTo>
                  <a:lnTo>
                    <a:pt x="558234" y="2605894"/>
                  </a:lnTo>
                  <a:lnTo>
                    <a:pt x="558234" y="2605894"/>
                  </a:lnTo>
                  <a:lnTo>
                    <a:pt x="552761" y="2605894"/>
                  </a:lnTo>
                  <a:lnTo>
                    <a:pt x="552761" y="2619732"/>
                  </a:lnTo>
                  <a:lnTo>
                    <a:pt x="547288" y="2619732"/>
                  </a:lnTo>
                  <a:lnTo>
                    <a:pt x="547288" y="2626636"/>
                  </a:lnTo>
                  <a:lnTo>
                    <a:pt x="541815" y="2626636"/>
                  </a:lnTo>
                  <a:lnTo>
                    <a:pt x="541815" y="2633528"/>
                  </a:lnTo>
                  <a:lnTo>
                    <a:pt x="536342" y="2633528"/>
                  </a:lnTo>
                  <a:lnTo>
                    <a:pt x="536342" y="2654128"/>
                  </a:lnTo>
                  <a:lnTo>
                    <a:pt x="530869" y="2654128"/>
                  </a:lnTo>
                  <a:lnTo>
                    <a:pt x="530869" y="2667800"/>
                  </a:lnTo>
                  <a:lnTo>
                    <a:pt x="525397" y="2667800"/>
                  </a:lnTo>
                  <a:lnTo>
                    <a:pt x="525397" y="2667800"/>
                  </a:lnTo>
                  <a:lnTo>
                    <a:pt x="519924" y="2667800"/>
                  </a:lnTo>
                  <a:lnTo>
                    <a:pt x="519924" y="2667800"/>
                  </a:lnTo>
                  <a:lnTo>
                    <a:pt x="514451" y="2667800"/>
                  </a:lnTo>
                  <a:lnTo>
                    <a:pt x="514451" y="2667800"/>
                  </a:lnTo>
                  <a:lnTo>
                    <a:pt x="508978" y="2667800"/>
                  </a:lnTo>
                  <a:lnTo>
                    <a:pt x="508978" y="2667800"/>
                  </a:lnTo>
                  <a:lnTo>
                    <a:pt x="503505" y="2667800"/>
                  </a:lnTo>
                  <a:lnTo>
                    <a:pt x="503505" y="2667800"/>
                  </a:lnTo>
                  <a:lnTo>
                    <a:pt x="498032" y="2667800"/>
                  </a:lnTo>
                  <a:lnTo>
                    <a:pt x="498032" y="2674606"/>
                  </a:lnTo>
                  <a:lnTo>
                    <a:pt x="492559" y="2674606"/>
                  </a:lnTo>
                  <a:lnTo>
                    <a:pt x="492559" y="2674606"/>
                  </a:lnTo>
                  <a:lnTo>
                    <a:pt x="487086" y="2674606"/>
                  </a:lnTo>
                  <a:lnTo>
                    <a:pt x="487086" y="2674606"/>
                  </a:lnTo>
                  <a:lnTo>
                    <a:pt x="481613" y="2674606"/>
                  </a:lnTo>
                  <a:lnTo>
                    <a:pt x="481613" y="2674606"/>
                  </a:lnTo>
                  <a:lnTo>
                    <a:pt x="476141" y="2674606"/>
                  </a:lnTo>
                  <a:lnTo>
                    <a:pt x="476141" y="2674606"/>
                  </a:lnTo>
                  <a:lnTo>
                    <a:pt x="470668" y="2674606"/>
                  </a:lnTo>
                  <a:lnTo>
                    <a:pt x="470668" y="2681394"/>
                  </a:lnTo>
                  <a:lnTo>
                    <a:pt x="465195" y="2681394"/>
                  </a:lnTo>
                  <a:lnTo>
                    <a:pt x="465195" y="2681394"/>
                  </a:lnTo>
                  <a:lnTo>
                    <a:pt x="459722" y="2681394"/>
                  </a:lnTo>
                  <a:lnTo>
                    <a:pt x="459722" y="2694923"/>
                  </a:lnTo>
                  <a:lnTo>
                    <a:pt x="454249" y="2694923"/>
                  </a:lnTo>
                  <a:lnTo>
                    <a:pt x="454249" y="2701664"/>
                  </a:lnTo>
                  <a:lnTo>
                    <a:pt x="448776" y="2701664"/>
                  </a:lnTo>
                  <a:lnTo>
                    <a:pt x="448776" y="2701664"/>
                  </a:lnTo>
                  <a:lnTo>
                    <a:pt x="443303" y="2701664"/>
                  </a:lnTo>
                  <a:lnTo>
                    <a:pt x="443303" y="2708390"/>
                  </a:lnTo>
                  <a:lnTo>
                    <a:pt x="437830" y="2708390"/>
                  </a:lnTo>
                  <a:lnTo>
                    <a:pt x="437830" y="2708390"/>
                  </a:lnTo>
                  <a:lnTo>
                    <a:pt x="432357" y="2708390"/>
                  </a:lnTo>
                  <a:lnTo>
                    <a:pt x="432357" y="2715101"/>
                  </a:lnTo>
                  <a:lnTo>
                    <a:pt x="426885" y="2715101"/>
                  </a:lnTo>
                  <a:lnTo>
                    <a:pt x="426885" y="2721793"/>
                  </a:lnTo>
                  <a:lnTo>
                    <a:pt x="421412" y="2721793"/>
                  </a:lnTo>
                  <a:lnTo>
                    <a:pt x="421412" y="2741760"/>
                  </a:lnTo>
                  <a:lnTo>
                    <a:pt x="415939" y="2741760"/>
                  </a:lnTo>
                  <a:lnTo>
                    <a:pt x="415939" y="2741760"/>
                  </a:lnTo>
                  <a:lnTo>
                    <a:pt x="410466" y="2741760"/>
                  </a:lnTo>
                  <a:lnTo>
                    <a:pt x="410466" y="2741760"/>
                  </a:lnTo>
                  <a:lnTo>
                    <a:pt x="404993" y="2741760"/>
                  </a:lnTo>
                  <a:lnTo>
                    <a:pt x="404993" y="2741760"/>
                  </a:lnTo>
                  <a:lnTo>
                    <a:pt x="399520" y="2741760"/>
                  </a:lnTo>
                  <a:lnTo>
                    <a:pt x="399520" y="2741760"/>
                  </a:lnTo>
                  <a:lnTo>
                    <a:pt x="394047" y="2741760"/>
                  </a:lnTo>
                  <a:lnTo>
                    <a:pt x="394047" y="2741760"/>
                  </a:lnTo>
                  <a:lnTo>
                    <a:pt x="388574" y="2741760"/>
                  </a:lnTo>
                  <a:lnTo>
                    <a:pt x="388574" y="2748372"/>
                  </a:lnTo>
                  <a:lnTo>
                    <a:pt x="383101" y="2748372"/>
                  </a:lnTo>
                  <a:lnTo>
                    <a:pt x="383101" y="2748372"/>
                  </a:lnTo>
                  <a:lnTo>
                    <a:pt x="377629" y="2748372"/>
                  </a:lnTo>
                  <a:lnTo>
                    <a:pt x="377629" y="2774608"/>
                  </a:lnTo>
                  <a:lnTo>
                    <a:pt x="372156" y="2774608"/>
                  </a:lnTo>
                  <a:lnTo>
                    <a:pt x="372156" y="2781111"/>
                  </a:lnTo>
                  <a:lnTo>
                    <a:pt x="366683" y="2781111"/>
                  </a:lnTo>
                  <a:lnTo>
                    <a:pt x="366683" y="2781111"/>
                  </a:lnTo>
                  <a:lnTo>
                    <a:pt x="361210" y="2781111"/>
                  </a:lnTo>
                  <a:lnTo>
                    <a:pt x="361210" y="2781111"/>
                  </a:lnTo>
                  <a:lnTo>
                    <a:pt x="355737" y="2781111"/>
                  </a:lnTo>
                  <a:lnTo>
                    <a:pt x="355737" y="2787587"/>
                  </a:lnTo>
                  <a:lnTo>
                    <a:pt x="350264" y="2787587"/>
                  </a:lnTo>
                  <a:lnTo>
                    <a:pt x="350264" y="2787587"/>
                  </a:lnTo>
                  <a:lnTo>
                    <a:pt x="344791" y="2787587"/>
                  </a:lnTo>
                  <a:lnTo>
                    <a:pt x="344791" y="2800454"/>
                  </a:lnTo>
                  <a:lnTo>
                    <a:pt x="339318" y="2800454"/>
                  </a:lnTo>
                  <a:lnTo>
                    <a:pt x="339318" y="2813208"/>
                  </a:lnTo>
                  <a:lnTo>
                    <a:pt x="333846" y="2813208"/>
                  </a:lnTo>
                  <a:lnTo>
                    <a:pt x="333846" y="2819534"/>
                  </a:lnTo>
                  <a:lnTo>
                    <a:pt x="328373" y="2819534"/>
                  </a:lnTo>
                  <a:lnTo>
                    <a:pt x="328373" y="2819534"/>
                  </a:lnTo>
                  <a:lnTo>
                    <a:pt x="322900" y="2819534"/>
                  </a:lnTo>
                  <a:lnTo>
                    <a:pt x="322900" y="2832078"/>
                  </a:lnTo>
                  <a:lnTo>
                    <a:pt x="317427" y="2832078"/>
                  </a:lnTo>
                  <a:lnTo>
                    <a:pt x="317427" y="2832078"/>
                  </a:lnTo>
                  <a:lnTo>
                    <a:pt x="311954" y="2832078"/>
                  </a:lnTo>
                  <a:lnTo>
                    <a:pt x="311954" y="2832078"/>
                  </a:lnTo>
                  <a:lnTo>
                    <a:pt x="306481" y="2832078"/>
                  </a:lnTo>
                  <a:lnTo>
                    <a:pt x="306481" y="2850591"/>
                  </a:lnTo>
                  <a:lnTo>
                    <a:pt x="301008" y="2850591"/>
                  </a:lnTo>
                  <a:lnTo>
                    <a:pt x="301008" y="2856674"/>
                  </a:lnTo>
                  <a:lnTo>
                    <a:pt x="295535" y="2856674"/>
                  </a:lnTo>
                  <a:lnTo>
                    <a:pt x="295535" y="2856674"/>
                  </a:lnTo>
                  <a:lnTo>
                    <a:pt x="290062" y="2856674"/>
                  </a:lnTo>
                  <a:lnTo>
                    <a:pt x="290062" y="2856674"/>
                  </a:lnTo>
                  <a:lnTo>
                    <a:pt x="284590" y="2856674"/>
                  </a:lnTo>
                  <a:lnTo>
                    <a:pt x="284590" y="2856674"/>
                  </a:lnTo>
                  <a:lnTo>
                    <a:pt x="279117" y="2856674"/>
                  </a:lnTo>
                  <a:lnTo>
                    <a:pt x="279117" y="2856674"/>
                  </a:lnTo>
                  <a:lnTo>
                    <a:pt x="273644" y="2856674"/>
                  </a:lnTo>
                  <a:lnTo>
                    <a:pt x="273644" y="2856674"/>
                  </a:lnTo>
                  <a:lnTo>
                    <a:pt x="268171" y="2856674"/>
                  </a:lnTo>
                  <a:lnTo>
                    <a:pt x="268171" y="2862697"/>
                  </a:lnTo>
                  <a:lnTo>
                    <a:pt x="262698" y="2862697"/>
                  </a:lnTo>
                  <a:lnTo>
                    <a:pt x="262698" y="2874579"/>
                  </a:lnTo>
                  <a:lnTo>
                    <a:pt x="257225" y="2874579"/>
                  </a:lnTo>
                  <a:lnTo>
                    <a:pt x="257225" y="2874579"/>
                  </a:lnTo>
                  <a:lnTo>
                    <a:pt x="251752" y="2874579"/>
                  </a:lnTo>
                  <a:lnTo>
                    <a:pt x="251752" y="2874579"/>
                  </a:lnTo>
                  <a:lnTo>
                    <a:pt x="246279" y="2874579"/>
                  </a:lnTo>
                  <a:lnTo>
                    <a:pt x="246279" y="2874579"/>
                  </a:lnTo>
                  <a:lnTo>
                    <a:pt x="240806" y="2874579"/>
                  </a:lnTo>
                  <a:lnTo>
                    <a:pt x="240806" y="2874579"/>
                  </a:lnTo>
                  <a:lnTo>
                    <a:pt x="235334" y="2874579"/>
                  </a:lnTo>
                  <a:lnTo>
                    <a:pt x="235334" y="2874579"/>
                  </a:lnTo>
                  <a:lnTo>
                    <a:pt x="229861" y="2874579"/>
                  </a:lnTo>
                  <a:lnTo>
                    <a:pt x="229861" y="2874579"/>
                  </a:lnTo>
                  <a:lnTo>
                    <a:pt x="224388" y="2874579"/>
                  </a:lnTo>
                  <a:lnTo>
                    <a:pt x="224388" y="2874579"/>
                  </a:lnTo>
                  <a:lnTo>
                    <a:pt x="218915" y="2874579"/>
                  </a:lnTo>
                  <a:lnTo>
                    <a:pt x="218915" y="2874579"/>
                  </a:lnTo>
                  <a:lnTo>
                    <a:pt x="213442" y="2874579"/>
                  </a:lnTo>
                  <a:lnTo>
                    <a:pt x="213442" y="2874579"/>
                  </a:lnTo>
                  <a:lnTo>
                    <a:pt x="207969" y="2874579"/>
                  </a:lnTo>
                  <a:lnTo>
                    <a:pt x="207969" y="2874579"/>
                  </a:lnTo>
                  <a:lnTo>
                    <a:pt x="202496" y="2874579"/>
                  </a:lnTo>
                  <a:lnTo>
                    <a:pt x="202496" y="2874579"/>
                  </a:lnTo>
                  <a:lnTo>
                    <a:pt x="197023" y="2874579"/>
                  </a:lnTo>
                  <a:lnTo>
                    <a:pt x="197023" y="2886161"/>
                  </a:lnTo>
                  <a:lnTo>
                    <a:pt x="191550" y="2886161"/>
                  </a:lnTo>
                  <a:lnTo>
                    <a:pt x="191550" y="2908253"/>
                  </a:lnTo>
                  <a:lnTo>
                    <a:pt x="186078" y="2908253"/>
                  </a:lnTo>
                  <a:lnTo>
                    <a:pt x="186078" y="2913491"/>
                  </a:lnTo>
                  <a:lnTo>
                    <a:pt x="180605" y="2913491"/>
                  </a:lnTo>
                  <a:lnTo>
                    <a:pt x="180605" y="2913491"/>
                  </a:lnTo>
                  <a:lnTo>
                    <a:pt x="175132" y="2913491"/>
                  </a:lnTo>
                  <a:lnTo>
                    <a:pt x="175132" y="2913491"/>
                  </a:lnTo>
                  <a:lnTo>
                    <a:pt x="169659" y="2913491"/>
                  </a:lnTo>
                  <a:lnTo>
                    <a:pt x="169659" y="2913491"/>
                  </a:lnTo>
                  <a:lnTo>
                    <a:pt x="164186" y="2913491"/>
                  </a:lnTo>
                  <a:lnTo>
                    <a:pt x="164186" y="2913491"/>
                  </a:lnTo>
                  <a:lnTo>
                    <a:pt x="158713" y="2913491"/>
                  </a:lnTo>
                  <a:lnTo>
                    <a:pt x="158713" y="2913491"/>
                  </a:lnTo>
                  <a:lnTo>
                    <a:pt x="153240" y="2913491"/>
                  </a:lnTo>
                  <a:lnTo>
                    <a:pt x="153240" y="2913491"/>
                  </a:lnTo>
                  <a:lnTo>
                    <a:pt x="147767" y="2913491"/>
                  </a:lnTo>
                  <a:lnTo>
                    <a:pt x="147767" y="2913491"/>
                  </a:lnTo>
                  <a:lnTo>
                    <a:pt x="142295" y="2913491"/>
                  </a:lnTo>
                  <a:lnTo>
                    <a:pt x="142295" y="2913491"/>
                  </a:lnTo>
                  <a:lnTo>
                    <a:pt x="136822" y="2913491"/>
                  </a:lnTo>
                  <a:lnTo>
                    <a:pt x="136822" y="2913491"/>
                  </a:lnTo>
                  <a:lnTo>
                    <a:pt x="131349" y="2913491"/>
                  </a:lnTo>
                  <a:lnTo>
                    <a:pt x="131349" y="2913491"/>
                  </a:lnTo>
                  <a:lnTo>
                    <a:pt x="125876" y="2913491"/>
                  </a:lnTo>
                  <a:lnTo>
                    <a:pt x="125876" y="2913491"/>
                  </a:lnTo>
                  <a:lnTo>
                    <a:pt x="120403" y="2913491"/>
                  </a:lnTo>
                  <a:lnTo>
                    <a:pt x="120403" y="2913491"/>
                  </a:lnTo>
                  <a:lnTo>
                    <a:pt x="114930" y="2913491"/>
                  </a:lnTo>
                  <a:lnTo>
                    <a:pt x="114930" y="2913491"/>
                  </a:lnTo>
                  <a:lnTo>
                    <a:pt x="109457" y="2913491"/>
                  </a:lnTo>
                  <a:lnTo>
                    <a:pt x="109457" y="2913491"/>
                  </a:lnTo>
                  <a:lnTo>
                    <a:pt x="103984" y="2913491"/>
                  </a:lnTo>
                  <a:lnTo>
                    <a:pt x="103984" y="2913491"/>
                  </a:lnTo>
                  <a:lnTo>
                    <a:pt x="98511" y="2913491"/>
                  </a:lnTo>
                  <a:lnTo>
                    <a:pt x="98511" y="2918558"/>
                  </a:lnTo>
                  <a:lnTo>
                    <a:pt x="93039" y="2918558"/>
                  </a:lnTo>
                  <a:lnTo>
                    <a:pt x="93039" y="2918558"/>
                  </a:lnTo>
                  <a:lnTo>
                    <a:pt x="87566" y="2918558"/>
                  </a:lnTo>
                  <a:lnTo>
                    <a:pt x="87566" y="2918558"/>
                  </a:lnTo>
                  <a:lnTo>
                    <a:pt x="82093" y="2918558"/>
                  </a:lnTo>
                  <a:lnTo>
                    <a:pt x="82093" y="2918558"/>
                  </a:lnTo>
                  <a:lnTo>
                    <a:pt x="76620" y="2918558"/>
                  </a:lnTo>
                  <a:lnTo>
                    <a:pt x="76620" y="2918558"/>
                  </a:lnTo>
                  <a:lnTo>
                    <a:pt x="71147" y="2918558"/>
                  </a:lnTo>
                  <a:lnTo>
                    <a:pt x="71147" y="2918558"/>
                  </a:lnTo>
                  <a:lnTo>
                    <a:pt x="65674" y="2918558"/>
                  </a:lnTo>
                  <a:lnTo>
                    <a:pt x="65674" y="2918558"/>
                  </a:lnTo>
                  <a:lnTo>
                    <a:pt x="60201" y="2918558"/>
                  </a:lnTo>
                  <a:lnTo>
                    <a:pt x="60201" y="2918558"/>
                  </a:lnTo>
                  <a:lnTo>
                    <a:pt x="54728" y="2918558"/>
                  </a:lnTo>
                  <a:lnTo>
                    <a:pt x="54728" y="2918558"/>
                  </a:lnTo>
                  <a:lnTo>
                    <a:pt x="49255" y="2918558"/>
                  </a:lnTo>
                  <a:lnTo>
                    <a:pt x="49255" y="2923433"/>
                  </a:lnTo>
                  <a:lnTo>
                    <a:pt x="43783" y="2923433"/>
                  </a:lnTo>
                  <a:lnTo>
                    <a:pt x="43783" y="2928082"/>
                  </a:lnTo>
                  <a:lnTo>
                    <a:pt x="38310" y="2928082"/>
                  </a:lnTo>
                  <a:lnTo>
                    <a:pt x="38310" y="2939852"/>
                  </a:lnTo>
                  <a:lnTo>
                    <a:pt x="32837" y="2939852"/>
                  </a:lnTo>
                  <a:lnTo>
                    <a:pt x="32837" y="2942388"/>
                  </a:lnTo>
                  <a:lnTo>
                    <a:pt x="27364" y="2942388"/>
                  </a:lnTo>
                  <a:lnTo>
                    <a:pt x="27364" y="2942388"/>
                  </a:lnTo>
                  <a:lnTo>
                    <a:pt x="21891" y="2942388"/>
                  </a:lnTo>
                  <a:lnTo>
                    <a:pt x="21891" y="2942388"/>
                  </a:lnTo>
                  <a:lnTo>
                    <a:pt x="16418" y="2942388"/>
                  </a:lnTo>
                  <a:lnTo>
                    <a:pt x="16418" y="2942388"/>
                  </a:lnTo>
                  <a:lnTo>
                    <a:pt x="10945" y="2942388"/>
                  </a:lnTo>
                  <a:lnTo>
                    <a:pt x="10945" y="2942388"/>
                  </a:lnTo>
                  <a:lnTo>
                    <a:pt x="5472" y="2942388"/>
                  </a:lnTo>
                  <a:lnTo>
                    <a:pt x="5472" y="2942388"/>
                  </a:lnTo>
                  <a:lnTo>
                    <a:pt x="0" y="294238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44274" y="524963"/>
              <a:ext cx="0" cy="5838468"/>
            </a:xfrm>
            <a:custGeom>
              <a:avLst/>
              <a:pathLst>
                <a:path w="0" h="5838468">
                  <a:moveTo>
                    <a:pt x="0" y="583846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464108" y="605799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64108" y="418603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64108" y="231407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34" name="pl34"/>
            <p:cNvSpPr/>
            <p:nvPr/>
          </p:nvSpPr>
          <p:spPr>
            <a:xfrm>
              <a:off x="709479" y="60980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709479" y="42260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709479" y="235412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744274" y="6363432"/>
              <a:ext cx="10387536" cy="0"/>
            </a:xfrm>
            <a:custGeom>
              <a:avLst/>
              <a:pathLst>
                <a:path w="10387536" h="0">
                  <a:moveTo>
                    <a:pt x="0" y="0"/>
                  </a:moveTo>
                  <a:lnTo>
                    <a:pt x="1038753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4034" y="63634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941637" y="63634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939241" y="63634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936844" y="63634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934447" y="63634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0932050" y="63634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915779" y="6426062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913382" y="6426062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910986" y="6426062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08589" y="6426062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8906192" y="6426062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0903795" y="6426062"/>
              <a:ext cx="56509" cy="72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285709" y="6556228"/>
              <a:ext cx="130466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Years since Baseline</a:t>
              </a:r>
            </a:p>
          </p:txBody>
        </p:sp>
        <p:sp>
          <p:nvSpPr>
            <p:cNvPr id="51" name="tx51"/>
            <p:cNvSpPr/>
            <p:nvPr/>
          </p:nvSpPr>
          <p:spPr>
            <a:xfrm rot="-5400000">
              <a:off x="-319533" y="3394088"/>
              <a:ext cx="133566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4806370" y="6826531"/>
              <a:ext cx="2263345" cy="6476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4875959" y="689612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897904" y="70058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4884959" y="6905120"/>
              <a:ext cx="201456" cy="201455"/>
            </a:xfrm>
            <a:prstGeom prst="rect">
              <a:avLst/>
            </a:prstGeom>
            <a:solidFill>
              <a:srgbClr val="F8766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4875959" y="718516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897904" y="729489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4884959" y="7194165"/>
              <a:ext cx="201456" cy="201455"/>
            </a:xfrm>
            <a:prstGeom prst="rect">
              <a:avLst/>
            </a:prstGeom>
            <a:solidFill>
              <a:srgbClr val="B79F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5402111" y="689612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424056" y="70058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5411111" y="6905120"/>
              <a:ext cx="201456" cy="201455"/>
            </a:xfrm>
            <a:prstGeom prst="rect">
              <a:avLst/>
            </a:prstGeom>
            <a:solidFill>
              <a:srgbClr val="00BA38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5402111" y="718516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424056" y="729489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5411111" y="7194165"/>
              <a:ext cx="201456" cy="201455"/>
            </a:xfrm>
            <a:prstGeom prst="rect">
              <a:avLst/>
            </a:prstGeom>
            <a:solidFill>
              <a:srgbClr val="00BFC4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6282593" y="689612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304539" y="70058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6291593" y="6905120"/>
              <a:ext cx="201456" cy="201455"/>
            </a:xfrm>
            <a:prstGeom prst="rect">
              <a:avLst/>
            </a:prstGeom>
            <a:solidFill>
              <a:srgbClr val="619CFF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6282593" y="718516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304539" y="729489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6291593" y="7194165"/>
              <a:ext cx="201456" cy="201455"/>
            </a:xfrm>
            <a:prstGeom prst="rect">
              <a:avLst/>
            </a:prstGeom>
            <a:solidFill>
              <a:srgbClr val="F564E3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5165004" y="6965798"/>
              <a:ext cx="11786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GI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165004" y="7254843"/>
              <a:ext cx="16751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GU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5691156" y="6965798"/>
              <a:ext cx="2420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GYN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5691156" y="7254843"/>
              <a:ext cx="5218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Melanoma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6571638" y="6965798"/>
              <a:ext cx="27944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Other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6571638" y="7254843"/>
              <a:ext cx="42848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Thoracic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744274" y="298189"/>
              <a:ext cx="394728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CIF of CKD Composite by Cancer Type (5-year view)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2026-06-10T23:45:30Z</dcterms:modified>
  <cp:category/>
</cp:coreProperties>
</file>